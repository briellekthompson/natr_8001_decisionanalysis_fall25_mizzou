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Brielle" userId="f0ea580a-03ee-4a63-bd84-436803179175" providerId="ADAL" clId="{EA33E90A-830B-42F3-92C0-F36D12EB307B}"/>
    <pc:docChg chg="undo custSel addSld delSld modSld">
      <pc:chgData name="Thompson, Brielle" userId="f0ea580a-03ee-4a63-bd84-436803179175" providerId="ADAL" clId="{EA33E90A-830B-42F3-92C0-F36D12EB307B}" dt="2025-08-29T19:24:03.989" v="39" actId="20577"/>
      <pc:docMkLst>
        <pc:docMk/>
      </pc:docMkLst>
      <pc:sldChg chg="modSp mod">
        <pc:chgData name="Thompson, Brielle" userId="f0ea580a-03ee-4a63-bd84-436803179175" providerId="ADAL" clId="{EA33E90A-830B-42F3-92C0-F36D12EB307B}" dt="2025-08-29T19:24:03.989" v="39" actId="20577"/>
        <pc:sldMkLst>
          <pc:docMk/>
          <pc:sldMk cId="366892553" sldId="257"/>
        </pc:sldMkLst>
        <pc:graphicFrameChg chg="modGraphic">
          <ac:chgData name="Thompson, Brielle" userId="f0ea580a-03ee-4a63-bd84-436803179175" providerId="ADAL" clId="{EA33E90A-830B-42F3-92C0-F36D12EB307B}" dt="2025-08-29T19:24:03.989" v="39" actId="20577"/>
          <ac:graphicFrameMkLst>
            <pc:docMk/>
            <pc:sldMk cId="366892553" sldId="257"/>
            <ac:graphicFrameMk id="9" creationId="{25C6F051-2075-022B-4255-8D89E6D44669}"/>
          </ac:graphicFrameMkLst>
        </pc:graphicFrameChg>
      </pc:sldChg>
      <pc:sldChg chg="del">
        <pc:chgData name="Thompson, Brielle" userId="f0ea580a-03ee-4a63-bd84-436803179175" providerId="ADAL" clId="{EA33E90A-830B-42F3-92C0-F36D12EB307B}" dt="2025-08-29T19:09:42.544" v="1" actId="47"/>
        <pc:sldMkLst>
          <pc:docMk/>
          <pc:sldMk cId="1354244390" sldId="258"/>
        </pc:sldMkLst>
      </pc:sldChg>
      <pc:sldChg chg="add">
        <pc:chgData name="Thompson, Brielle" userId="f0ea580a-03ee-4a63-bd84-436803179175" providerId="ADAL" clId="{EA33E90A-830B-42F3-92C0-F36D12EB307B}" dt="2025-08-29T19:09:37.354" v="0" actId="2890"/>
        <pc:sldMkLst>
          <pc:docMk/>
          <pc:sldMk cId="1139905234" sldId="259"/>
        </pc:sldMkLst>
      </pc:sldChg>
      <pc:sldChg chg="delSp modSp add del mod">
        <pc:chgData name="Thompson, Brielle" userId="f0ea580a-03ee-4a63-bd84-436803179175" providerId="ADAL" clId="{EA33E90A-830B-42F3-92C0-F36D12EB307B}" dt="2025-08-29T19:14:03.875" v="18" actId="47"/>
        <pc:sldMkLst>
          <pc:docMk/>
          <pc:sldMk cId="86869417" sldId="260"/>
        </pc:sldMkLst>
        <pc:spChg chg="mod">
          <ac:chgData name="Thompson, Brielle" userId="f0ea580a-03ee-4a63-bd84-436803179175" providerId="ADAL" clId="{EA33E90A-830B-42F3-92C0-F36D12EB307B}" dt="2025-08-29T19:12:51.794" v="16" actId="20577"/>
          <ac:spMkLst>
            <pc:docMk/>
            <pc:sldMk cId="86869417" sldId="260"/>
            <ac:spMk id="2" creationId="{1CCD8996-7BB9-24A1-378A-C5BD206CCF11}"/>
          </ac:spMkLst>
        </pc:spChg>
        <pc:spChg chg="mod">
          <ac:chgData name="Thompson, Brielle" userId="f0ea580a-03ee-4a63-bd84-436803179175" providerId="ADAL" clId="{EA33E90A-830B-42F3-92C0-F36D12EB307B}" dt="2025-08-29T19:12:47.453" v="14" actId="1076"/>
          <ac:spMkLst>
            <pc:docMk/>
            <pc:sldMk cId="86869417" sldId="260"/>
            <ac:spMk id="3" creationId="{505F59DF-5358-4E35-0507-EA33680E44C2}"/>
          </ac:spMkLst>
        </pc:spChg>
        <pc:spChg chg="mod">
          <ac:chgData name="Thompson, Brielle" userId="f0ea580a-03ee-4a63-bd84-436803179175" providerId="ADAL" clId="{EA33E90A-830B-42F3-92C0-F36D12EB307B}" dt="2025-08-29T19:12:49.683" v="15" actId="1076"/>
          <ac:spMkLst>
            <pc:docMk/>
            <pc:sldMk cId="86869417" sldId="260"/>
            <ac:spMk id="4" creationId="{6F23150C-AD79-32AD-7DE7-03D56587E2AB}"/>
          </ac:spMkLst>
        </pc:spChg>
        <pc:spChg chg="del">
          <ac:chgData name="Thompson, Brielle" userId="f0ea580a-03ee-4a63-bd84-436803179175" providerId="ADAL" clId="{EA33E90A-830B-42F3-92C0-F36D12EB307B}" dt="2025-08-29T19:12:18.863" v="3" actId="478"/>
          <ac:spMkLst>
            <pc:docMk/>
            <pc:sldMk cId="86869417" sldId="260"/>
            <ac:spMk id="10" creationId="{118D7649-D683-6E8A-167B-8598E92AC264}"/>
          </ac:spMkLst>
        </pc:spChg>
        <pc:spChg chg="mod">
          <ac:chgData name="Thompson, Brielle" userId="f0ea580a-03ee-4a63-bd84-436803179175" providerId="ADAL" clId="{EA33E90A-830B-42F3-92C0-F36D12EB307B}" dt="2025-08-29T19:12:53.331" v="17" actId="20577"/>
          <ac:spMkLst>
            <pc:docMk/>
            <pc:sldMk cId="86869417" sldId="260"/>
            <ac:spMk id="14" creationId="{6E16334A-6E52-EFC9-F0CF-F910EB59B99C}"/>
          </ac:spMkLst>
        </pc:spChg>
        <pc:spChg chg="mod">
          <ac:chgData name="Thompson, Brielle" userId="f0ea580a-03ee-4a63-bd84-436803179175" providerId="ADAL" clId="{EA33E90A-830B-42F3-92C0-F36D12EB307B}" dt="2025-08-29T19:12:37.536" v="11" actId="1076"/>
          <ac:spMkLst>
            <pc:docMk/>
            <pc:sldMk cId="86869417" sldId="260"/>
            <ac:spMk id="47" creationId="{7997B842-916D-EFF8-C61F-81C445441834}"/>
          </ac:spMkLst>
        </pc:spChg>
        <pc:spChg chg="del">
          <ac:chgData name="Thompson, Brielle" userId="f0ea580a-03ee-4a63-bd84-436803179175" providerId="ADAL" clId="{EA33E90A-830B-42F3-92C0-F36D12EB307B}" dt="2025-08-29T19:12:28.424" v="9" actId="478"/>
          <ac:spMkLst>
            <pc:docMk/>
            <pc:sldMk cId="86869417" sldId="260"/>
            <ac:spMk id="48" creationId="{29BAC99B-D32C-25D6-24A6-7917E7EF15FE}"/>
          </ac:spMkLst>
        </pc:spChg>
        <pc:spChg chg="mod">
          <ac:chgData name="Thompson, Brielle" userId="f0ea580a-03ee-4a63-bd84-436803179175" providerId="ADAL" clId="{EA33E90A-830B-42F3-92C0-F36D12EB307B}" dt="2025-08-29T19:12:39.315" v="12" actId="1076"/>
          <ac:spMkLst>
            <pc:docMk/>
            <pc:sldMk cId="86869417" sldId="260"/>
            <ac:spMk id="49" creationId="{D02508EB-4D05-EF78-0835-0D252C599BC7}"/>
          </ac:spMkLst>
        </pc:spChg>
        <pc:spChg chg="del">
          <ac:chgData name="Thompson, Brielle" userId="f0ea580a-03ee-4a63-bd84-436803179175" providerId="ADAL" clId="{EA33E90A-830B-42F3-92C0-F36D12EB307B}" dt="2025-08-29T19:12:20.005" v="4" actId="478"/>
          <ac:spMkLst>
            <pc:docMk/>
            <pc:sldMk cId="86869417" sldId="260"/>
            <ac:spMk id="51" creationId="{814E035B-A219-4774-1CAE-286709952D18}"/>
          </ac:spMkLst>
        </pc:spChg>
        <pc:spChg chg="del">
          <ac:chgData name="Thompson, Brielle" userId="f0ea580a-03ee-4a63-bd84-436803179175" providerId="ADAL" clId="{EA33E90A-830B-42F3-92C0-F36D12EB307B}" dt="2025-08-29T19:12:25.322" v="7" actId="478"/>
          <ac:spMkLst>
            <pc:docMk/>
            <pc:sldMk cId="86869417" sldId="260"/>
            <ac:spMk id="52" creationId="{69FA8903-9537-83A4-DC36-43142DA6B314}"/>
          </ac:spMkLst>
        </pc:spChg>
        <pc:cxnChg chg="mod">
          <ac:chgData name="Thompson, Brielle" userId="f0ea580a-03ee-4a63-bd84-436803179175" providerId="ADAL" clId="{EA33E90A-830B-42F3-92C0-F36D12EB307B}" dt="2025-08-29T19:12:45.668" v="13" actId="1076"/>
          <ac:cxnSpMkLst>
            <pc:docMk/>
            <pc:sldMk cId="86869417" sldId="260"/>
            <ac:cxnSpMk id="54" creationId="{CAB6C5AE-0964-F404-2621-DDE2B5CD818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D02B-ACA1-6C34-1349-DD6F0431A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CFFC1-F4CC-8395-5A08-348F9C108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E4E66-DCD0-3696-3061-21D2B6E98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DA84-63DC-C7BB-4A25-4405B264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B4E8-D9A2-92FE-5E52-19DEDAC6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4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EADE-66FF-E72B-177D-6A57D0D1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43958-BFFC-01B2-320B-D1572FE57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B905-298F-B214-D7F1-831409BA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80EF3-5CF5-AED5-85DB-4BE0D4E1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AD3DA-F738-2CCD-3E9D-B59361789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9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DA821-1160-EE77-B740-F446295F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E04F5-31C0-28FA-03BE-18F74D6CE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C2AE6-A0E0-82F1-057E-FA577D3E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C98F1-D7BF-BFEB-582C-A1E4B73AB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60519-B8FE-82DA-D141-39D8AE30C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4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5B368-C444-B47A-365D-41BD0F652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317EC-4C16-3B62-5767-BFEB41B4A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A32B7-549F-4360-122D-DC488FCDE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0EDC2-7ED3-7D06-3626-56B797DF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860FE-2793-2D55-F507-5D419F41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473D-6BF3-DBE7-F69A-CF96E55E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70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4136-D7B0-351F-401B-0195A2ED8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E9CCF-D1A8-436F-0F2D-65CBE3F24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D6903-0BAC-97BF-B11D-6AFB250E4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E5E60-CF43-3C38-6323-8C63BB414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BC3C67-15A4-9293-1FE6-2AB630662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DE58A-3B0B-8761-2FDA-44B5C4EBF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CE48F-0A95-8483-14E8-B9DDF767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A38E0-39F1-90BD-A352-3F81809D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5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2EB9-243E-B303-48E5-1C90F923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797E6-E88D-AC46-12E5-55CFD0018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8679A-029C-BA68-DF14-833256789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AC6C9-5832-63E6-523D-D113CA6C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9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9F4F3-1E2B-8E48-FC91-D970CE1F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AFC6A-0D2F-C702-9F09-0880916D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599DE-26AD-351C-B02C-6A6DC389C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2946-7277-023F-3E6A-72CB9DE2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115E4-84B9-F94A-C470-46282C921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3B14E-5F5C-9EBB-9390-01E71116A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60DBA-AB10-EFCF-F31C-35EFA5AC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924CB-6759-01D7-34A0-B8B751158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F1262-5CBF-9989-642C-D38BF39F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6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92E3-AD89-A2D2-B938-D1C80297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6CD9C0-C19A-8180-C3E2-02457F8AB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F8C3A-7040-E26A-2080-885283310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72771-341E-757D-7D45-BFDD5491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E4740-8B17-30AA-BC64-2619D4CD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2503A-EB0D-8047-A0DF-6D57B5DB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84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FC3A-7E5F-6C8E-4C92-9D32E591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BCCB8-40FE-EA66-C45D-84C128475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FE133-9B35-2F29-AEF5-08723C7D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C906-52D3-CDCA-8C2A-FDE80AEE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CAF18-F1D2-4389-F6CF-D67ED5C1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8E1B6-8925-BF9D-4BBC-9FFF9899F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F7583-6E60-431D-7A54-1C4E53AEC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250F6-2654-1483-D02D-13F91487D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0E192-31AF-018E-6E89-C9824FB45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AF5CF-512D-044F-3364-224EC642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46BAD-118F-53A1-5569-1B829762E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BC809-8F7B-3464-B08C-FC0D8B540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7FBB4-DD31-FF29-CCD1-434D1F312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50870-EB6F-4247-96BF-7E4FCFED743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4906A-F305-4B4F-936F-7E2EE94D3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D9798-B6C5-617C-8D39-AFEC12CDB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5D2EC-3720-46F1-83F8-2EEBAB6E0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1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3AB604-E790-CB1A-33ED-A3E95A9EB955}"/>
              </a:ext>
            </a:extLst>
          </p:cNvPr>
          <p:cNvSpPr/>
          <p:nvPr/>
        </p:nvSpPr>
        <p:spPr>
          <a:xfrm>
            <a:off x="807295" y="490174"/>
            <a:ext cx="1085531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Fundamental 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6BF123-181D-1AE4-51A1-1CC8B0B1A4FC}"/>
              </a:ext>
            </a:extLst>
          </p:cNvPr>
          <p:cNvSpPr/>
          <p:nvPr/>
        </p:nvSpPr>
        <p:spPr>
          <a:xfrm>
            <a:off x="807295" y="1251784"/>
            <a:ext cx="2443536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6041B2-267D-7C15-0383-AE3F817EAF53}"/>
              </a:ext>
            </a:extLst>
          </p:cNvPr>
          <p:cNvSpPr/>
          <p:nvPr/>
        </p:nvSpPr>
        <p:spPr>
          <a:xfrm>
            <a:off x="3481222" y="1251783"/>
            <a:ext cx="2443536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7CF79-7757-6EF6-6CA3-2D4BCFD73F74}"/>
              </a:ext>
            </a:extLst>
          </p:cNvPr>
          <p:cNvSpPr/>
          <p:nvPr/>
        </p:nvSpPr>
        <p:spPr>
          <a:xfrm>
            <a:off x="6155149" y="1251783"/>
            <a:ext cx="2443536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3D8D49-1BC6-F2D8-6598-030B82DC51C0}"/>
              </a:ext>
            </a:extLst>
          </p:cNvPr>
          <p:cNvSpPr/>
          <p:nvPr/>
        </p:nvSpPr>
        <p:spPr>
          <a:xfrm>
            <a:off x="8829076" y="1251782"/>
            <a:ext cx="2443536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54B918-3166-9F4C-3619-30343FC44237}"/>
              </a:ext>
            </a:extLst>
          </p:cNvPr>
          <p:cNvSpPr/>
          <p:nvPr/>
        </p:nvSpPr>
        <p:spPr>
          <a:xfrm rot="16200000">
            <a:off x="-825397" y="3675880"/>
            <a:ext cx="2750171" cy="416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Means objectives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1D4C0C-BB7A-DD5B-766A-86EAD055540A}"/>
              </a:ext>
            </a:extLst>
          </p:cNvPr>
          <p:cNvSpPr/>
          <p:nvPr/>
        </p:nvSpPr>
        <p:spPr>
          <a:xfrm>
            <a:off x="1042417" y="3011499"/>
            <a:ext cx="1956816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946014-EF83-D5E2-C0AD-0985E0FB0CB1}"/>
              </a:ext>
            </a:extLst>
          </p:cNvPr>
          <p:cNvSpPr/>
          <p:nvPr/>
        </p:nvSpPr>
        <p:spPr>
          <a:xfrm>
            <a:off x="3017720" y="4287833"/>
            <a:ext cx="1265899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C619F-39DC-3B64-1501-81EE0D14B56B}"/>
              </a:ext>
            </a:extLst>
          </p:cNvPr>
          <p:cNvSpPr/>
          <p:nvPr/>
        </p:nvSpPr>
        <p:spPr>
          <a:xfrm>
            <a:off x="4908682" y="4287833"/>
            <a:ext cx="1265899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E6979D-4531-4684-A715-645674D574FC}"/>
              </a:ext>
            </a:extLst>
          </p:cNvPr>
          <p:cNvSpPr/>
          <p:nvPr/>
        </p:nvSpPr>
        <p:spPr>
          <a:xfrm>
            <a:off x="436793" y="5573425"/>
            <a:ext cx="5390089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Process objectives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6717F9-1362-B248-CA9A-3CE58F2A2760}"/>
              </a:ext>
            </a:extLst>
          </p:cNvPr>
          <p:cNvSpPr/>
          <p:nvPr/>
        </p:nvSpPr>
        <p:spPr>
          <a:xfrm>
            <a:off x="6006683" y="5573425"/>
            <a:ext cx="5858252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Strategic objectives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3FD48C-1DEB-1883-F79F-7D801F9EF7CB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2020825" y="2360536"/>
            <a:ext cx="8238" cy="6509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E0182C7-A5A6-49D9-DD23-53C0C16B9D95}"/>
              </a:ext>
            </a:extLst>
          </p:cNvPr>
          <p:cNvSpPr/>
          <p:nvPr/>
        </p:nvSpPr>
        <p:spPr>
          <a:xfrm>
            <a:off x="1126759" y="4287836"/>
            <a:ext cx="1265899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A4B763-1C05-123C-293B-78AFDF0D1497}"/>
              </a:ext>
            </a:extLst>
          </p:cNvPr>
          <p:cNvSpPr/>
          <p:nvPr/>
        </p:nvSpPr>
        <p:spPr>
          <a:xfrm>
            <a:off x="6799644" y="4287833"/>
            <a:ext cx="1265899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91CD22-8FA6-D7FF-B911-D947928B9C1C}"/>
              </a:ext>
            </a:extLst>
          </p:cNvPr>
          <p:cNvSpPr/>
          <p:nvPr/>
        </p:nvSpPr>
        <p:spPr>
          <a:xfrm>
            <a:off x="8690606" y="4277986"/>
            <a:ext cx="1265899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7E442D-7C25-A4BC-0B7F-77D244151C14}"/>
              </a:ext>
            </a:extLst>
          </p:cNvPr>
          <p:cNvSpPr/>
          <p:nvPr/>
        </p:nvSpPr>
        <p:spPr>
          <a:xfrm>
            <a:off x="10581567" y="4287833"/>
            <a:ext cx="1265899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85D696-8CBF-8919-3253-C4D613A1B04B}"/>
              </a:ext>
            </a:extLst>
          </p:cNvPr>
          <p:cNvSpPr/>
          <p:nvPr/>
        </p:nvSpPr>
        <p:spPr>
          <a:xfrm>
            <a:off x="3724582" y="3011498"/>
            <a:ext cx="1956816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52021C-CA55-4631-9A2A-72E34B711251}"/>
              </a:ext>
            </a:extLst>
          </p:cNvPr>
          <p:cNvSpPr/>
          <p:nvPr/>
        </p:nvSpPr>
        <p:spPr>
          <a:xfrm>
            <a:off x="6454185" y="3011497"/>
            <a:ext cx="1956816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F8E5ED-5DB9-D75F-68A2-6CEDC415F53E}"/>
              </a:ext>
            </a:extLst>
          </p:cNvPr>
          <p:cNvSpPr/>
          <p:nvPr/>
        </p:nvSpPr>
        <p:spPr>
          <a:xfrm>
            <a:off x="9072436" y="3011497"/>
            <a:ext cx="1956816" cy="1108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29E935-FD6B-6BBC-B470-FF21A9FD16FD}"/>
              </a:ext>
            </a:extLst>
          </p:cNvPr>
          <p:cNvSpPr txBox="1"/>
          <p:nvPr/>
        </p:nvSpPr>
        <p:spPr>
          <a:xfrm>
            <a:off x="319237" y="15752"/>
            <a:ext cx="280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hierarchy</a:t>
            </a:r>
          </a:p>
        </p:txBody>
      </p:sp>
    </p:spTree>
    <p:extLst>
      <p:ext uri="{BB962C8B-B14F-4D97-AF65-F5344CB8AC3E}">
        <p14:creationId xmlns:p14="http://schemas.microsoft.com/office/powerpoint/2010/main" val="350007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5AAD0C-5268-C33C-41F1-4968357BC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859190"/>
              </p:ext>
            </p:extLst>
          </p:nvPr>
        </p:nvGraphicFramePr>
        <p:xfrm>
          <a:off x="1170432" y="385084"/>
          <a:ext cx="10113264" cy="25201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132">
                  <a:extLst>
                    <a:ext uri="{9D8B030D-6E8A-4147-A177-3AD203B41FA5}">
                      <a16:colId xmlns:a16="http://schemas.microsoft.com/office/drawing/2014/main" val="2247130288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1029782038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2213720075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809270703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455351767"/>
                    </a:ext>
                  </a:extLst>
                </a:gridCol>
              </a:tblGrid>
              <a:tr h="313818"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Themes:</a:t>
                      </a:r>
                      <a:endParaRPr lang="en-US" sz="2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3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1941646"/>
                  </a:ext>
                </a:extLst>
              </a:tr>
              <a:tr h="2513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en-US" sz="3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3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704969"/>
                  </a:ext>
                </a:extLst>
              </a:tr>
              <a:tr h="16065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9473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C6F051-2075-022B-4255-8D89E6D4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349809"/>
              </p:ext>
            </p:extLst>
          </p:nvPr>
        </p:nvGraphicFramePr>
        <p:xfrm>
          <a:off x="1170432" y="3076483"/>
          <a:ext cx="10113264" cy="3605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132">
                  <a:extLst>
                    <a:ext uri="{9D8B030D-6E8A-4147-A177-3AD203B41FA5}">
                      <a16:colId xmlns:a16="http://schemas.microsoft.com/office/drawing/2014/main" val="2247130288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1029782038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2213720075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809270703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455351767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marL="375920" marR="0" lvl="0" indent="-37592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                    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Themes→ </a:t>
                      </a:r>
                    </a:p>
                    <a:p>
                      <a:pPr marL="375920" marR="0" lvl="0" indent="-37592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marL="375920" marR="0" lvl="0" indent="-37592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↓ Strategies</a:t>
                      </a:r>
                      <a:endParaRPr lang="en-US" sz="16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 Theme 1: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704969"/>
                  </a:ext>
                </a:extLst>
              </a:tr>
              <a:tr h="7451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947338"/>
                  </a:ext>
                </a:extLst>
              </a:tr>
              <a:tr h="7451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86616"/>
                  </a:ext>
                </a:extLst>
              </a:tr>
              <a:tr h="7451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587008"/>
                  </a:ext>
                </a:extLst>
              </a:tr>
              <a:tr h="7451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61321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789A217-2CA6-A44B-792D-9824BD2BF983}"/>
              </a:ext>
            </a:extLst>
          </p:cNvPr>
          <p:cNvSpPr txBox="1"/>
          <p:nvPr/>
        </p:nvSpPr>
        <p:spPr>
          <a:xfrm>
            <a:off x="319237" y="15752"/>
            <a:ext cx="280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6689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A511-63C7-261A-E7AB-C6FB7D7F6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699B13B-AA0D-54E2-0257-3D3AFBBDEB8C}"/>
              </a:ext>
            </a:extLst>
          </p:cNvPr>
          <p:cNvSpPr txBox="1"/>
          <p:nvPr/>
        </p:nvSpPr>
        <p:spPr>
          <a:xfrm>
            <a:off x="319237" y="15752"/>
            <a:ext cx="280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1FB523-A7D7-B82D-415D-56511F37DDA1}"/>
              </a:ext>
            </a:extLst>
          </p:cNvPr>
          <p:cNvSpPr/>
          <p:nvPr/>
        </p:nvSpPr>
        <p:spPr>
          <a:xfrm>
            <a:off x="1003716" y="1633743"/>
            <a:ext cx="1435608" cy="9962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Action 1: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3B7F43-73F0-72C9-33DB-F874E8B4F799}"/>
              </a:ext>
            </a:extLst>
          </p:cNvPr>
          <p:cNvSpPr/>
          <p:nvPr/>
        </p:nvSpPr>
        <p:spPr>
          <a:xfrm>
            <a:off x="1003716" y="2797643"/>
            <a:ext cx="1435608" cy="9962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88AA7D-A9B6-BCD6-2F52-6F3BE9D2F7AF}"/>
              </a:ext>
            </a:extLst>
          </p:cNvPr>
          <p:cNvSpPr/>
          <p:nvPr/>
        </p:nvSpPr>
        <p:spPr>
          <a:xfrm>
            <a:off x="1003716" y="5125443"/>
            <a:ext cx="1435608" cy="9962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A0EB8B54-1118-E21F-E1B9-C4128E483B15}"/>
              </a:ext>
            </a:extLst>
          </p:cNvPr>
          <p:cNvSpPr/>
          <p:nvPr/>
        </p:nvSpPr>
        <p:spPr>
          <a:xfrm>
            <a:off x="9009090" y="1244904"/>
            <a:ext cx="2880296" cy="903254"/>
          </a:xfrm>
          <a:prstGeom prst="hexag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Fundamental Objective 1: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5384A9E-0EAF-6207-F090-0D7A9071FAB4}"/>
              </a:ext>
            </a:extLst>
          </p:cNvPr>
          <p:cNvSpPr/>
          <p:nvPr/>
        </p:nvSpPr>
        <p:spPr>
          <a:xfrm>
            <a:off x="4179507" y="1413003"/>
            <a:ext cx="1704213" cy="567055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9F290D1-CDD0-27B3-3369-95EB1C511251}"/>
              </a:ext>
            </a:extLst>
          </p:cNvPr>
          <p:cNvSpPr/>
          <p:nvPr/>
        </p:nvSpPr>
        <p:spPr>
          <a:xfrm>
            <a:off x="4179507" y="479909"/>
            <a:ext cx="1704213" cy="5670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Hexagon 46">
            <a:extLst>
              <a:ext uri="{FF2B5EF4-FFF2-40B4-BE49-F238E27FC236}">
                <a16:creationId xmlns:a16="http://schemas.microsoft.com/office/drawing/2014/main" id="{13D739BE-4281-0305-BDD1-50AD119B0B2D}"/>
              </a:ext>
            </a:extLst>
          </p:cNvPr>
          <p:cNvSpPr/>
          <p:nvPr/>
        </p:nvSpPr>
        <p:spPr>
          <a:xfrm>
            <a:off x="9009090" y="2599785"/>
            <a:ext cx="2880296" cy="903254"/>
          </a:xfrm>
          <a:prstGeom prst="hexag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Hexagon 47">
            <a:extLst>
              <a:ext uri="{FF2B5EF4-FFF2-40B4-BE49-F238E27FC236}">
                <a16:creationId xmlns:a16="http://schemas.microsoft.com/office/drawing/2014/main" id="{16C7320C-E2EA-1B44-1926-C1D861024941}"/>
              </a:ext>
            </a:extLst>
          </p:cNvPr>
          <p:cNvSpPr/>
          <p:nvPr/>
        </p:nvSpPr>
        <p:spPr>
          <a:xfrm>
            <a:off x="9009090" y="3954666"/>
            <a:ext cx="2880296" cy="903254"/>
          </a:xfrm>
          <a:prstGeom prst="hexag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Hexagon 48">
            <a:extLst>
              <a:ext uri="{FF2B5EF4-FFF2-40B4-BE49-F238E27FC236}">
                <a16:creationId xmlns:a16="http://schemas.microsoft.com/office/drawing/2014/main" id="{1A0B8E73-6BAE-E709-8354-49D4C100790C}"/>
              </a:ext>
            </a:extLst>
          </p:cNvPr>
          <p:cNvSpPr/>
          <p:nvPr/>
        </p:nvSpPr>
        <p:spPr>
          <a:xfrm>
            <a:off x="9009090" y="5309547"/>
            <a:ext cx="2880296" cy="903254"/>
          </a:xfrm>
          <a:prstGeom prst="hexag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92630D-6AF4-5370-8D36-DF22AF80AE99}"/>
              </a:ext>
            </a:extLst>
          </p:cNvPr>
          <p:cNvSpPr txBox="1"/>
          <p:nvPr/>
        </p:nvSpPr>
        <p:spPr>
          <a:xfrm>
            <a:off x="319238" y="347694"/>
            <a:ext cx="34938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ct val="100000"/>
            </a:pPr>
            <a:r>
              <a:rPr lang="en-US" sz="1400" dirty="0">
                <a:ea typeface="Century Gothic"/>
                <a:cs typeface="Century Gothic"/>
                <a:sym typeface="Century Gothic"/>
              </a:rPr>
              <a:t>- Actions (rectangles)</a:t>
            </a:r>
          </a:p>
          <a:p>
            <a:pPr>
              <a:spcBef>
                <a:spcPts val="0"/>
              </a:spcBef>
              <a:buClr>
                <a:schemeClr val="dk2"/>
              </a:buClr>
              <a:buSzPct val="100000"/>
            </a:pPr>
            <a:r>
              <a:rPr lang="en-US" sz="1400" dirty="0">
                <a:ea typeface="Century Gothic"/>
                <a:cs typeface="Century Gothic"/>
                <a:sym typeface="Century Gothic"/>
              </a:rPr>
              <a:t>- Stochastic factors (ovals)</a:t>
            </a:r>
          </a:p>
          <a:p>
            <a:pPr>
              <a:spcBef>
                <a:spcPts val="0"/>
              </a:spcBef>
              <a:buClr>
                <a:schemeClr val="dk2"/>
              </a:buClr>
              <a:buSzPct val="100000"/>
            </a:pPr>
            <a:r>
              <a:rPr lang="en-US" sz="1400" dirty="0">
                <a:ea typeface="Century Gothic"/>
                <a:cs typeface="Century Gothic"/>
                <a:sym typeface="Century Gothic"/>
              </a:rPr>
              <a:t>- Intermediate factors (rounded rectangles)</a:t>
            </a:r>
          </a:p>
          <a:p>
            <a:pPr>
              <a:spcBef>
                <a:spcPts val="0"/>
              </a:spcBef>
              <a:buClr>
                <a:schemeClr val="dk2"/>
              </a:buClr>
              <a:buSzPct val="100000"/>
            </a:pPr>
            <a:r>
              <a:rPr lang="en-US" sz="1400" dirty="0">
                <a:ea typeface="Century Gothic"/>
                <a:cs typeface="Century Gothic"/>
                <a:sym typeface="Century Gothic"/>
              </a:rPr>
              <a:t>- Objectives (hexagons)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F4793-2C93-D1B8-D7F3-B0B9F81C9551}"/>
              </a:ext>
            </a:extLst>
          </p:cNvPr>
          <p:cNvSpPr/>
          <p:nvPr/>
        </p:nvSpPr>
        <p:spPr>
          <a:xfrm>
            <a:off x="1003716" y="3961543"/>
            <a:ext cx="1435608" cy="9962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18FB0A9-9833-44F9-2F26-1A6A8BF9E81B}"/>
              </a:ext>
            </a:extLst>
          </p:cNvPr>
          <p:cNvCxnSpPr>
            <a:stCxn id="2" idx="3"/>
            <a:endCxn id="25" idx="1"/>
          </p:cNvCxnSpPr>
          <p:nvPr/>
        </p:nvCxnSpPr>
        <p:spPr>
          <a:xfrm flipV="1">
            <a:off x="2439324" y="1696531"/>
            <a:ext cx="1740183" cy="4353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9805B11-21B6-82F6-663C-13E75AA6EBF6}"/>
              </a:ext>
            </a:extLst>
          </p:cNvPr>
          <p:cNvCxnSpPr>
            <a:cxnSpLocks/>
            <a:stCxn id="26" idx="4"/>
            <a:endCxn id="25" idx="0"/>
          </p:cNvCxnSpPr>
          <p:nvPr/>
        </p:nvCxnSpPr>
        <p:spPr>
          <a:xfrm>
            <a:off x="5031614" y="1046964"/>
            <a:ext cx="0" cy="3660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7CFABFA-77EA-07CD-8B08-C9BECF4177A3}"/>
              </a:ext>
            </a:extLst>
          </p:cNvPr>
          <p:cNvCxnSpPr>
            <a:cxnSpLocks/>
            <a:stCxn id="25" idx="3"/>
            <a:endCxn id="14" idx="3"/>
          </p:cNvCxnSpPr>
          <p:nvPr/>
        </p:nvCxnSpPr>
        <p:spPr>
          <a:xfrm>
            <a:off x="5883720" y="1696531"/>
            <a:ext cx="312537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905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65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Century Gothic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Brielle</dc:creator>
  <cp:lastModifiedBy>Thompson, Brielle</cp:lastModifiedBy>
  <cp:revision>1</cp:revision>
  <dcterms:created xsi:type="dcterms:W3CDTF">2025-08-29T18:19:22Z</dcterms:created>
  <dcterms:modified xsi:type="dcterms:W3CDTF">2025-08-29T19:24:09Z</dcterms:modified>
</cp:coreProperties>
</file>