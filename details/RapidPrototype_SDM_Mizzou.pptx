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3"/>
  </p:notesMasterIdLst>
  <p:sldIdLst>
    <p:sldId id="368" r:id="rId5"/>
    <p:sldId id="342" r:id="rId6"/>
    <p:sldId id="345" r:id="rId7"/>
    <p:sldId id="367" r:id="rId8"/>
    <p:sldId id="370" r:id="rId9"/>
    <p:sldId id="371" r:id="rId10"/>
    <p:sldId id="379" r:id="rId11"/>
    <p:sldId id="36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DED"/>
    <a:srgbClr val="4472C4"/>
    <a:srgbClr val="FFCCCC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124510-CA5D-4756-80DC-265ADABE23BD}" v="2" dt="2025-09-23T18:07:03.4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1308" autoAdjust="0"/>
  </p:normalViewPr>
  <p:slideViewPr>
    <p:cSldViewPr snapToGrid="0">
      <p:cViewPr varScale="1">
        <p:scale>
          <a:sx n="79" d="100"/>
          <a:sy n="79" d="100"/>
        </p:scale>
        <p:origin x="12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pson, Brielle" userId="f0ea580a-03ee-4a63-bd84-436803179175" providerId="ADAL" clId="{05124510-CA5D-4756-80DC-265ADABE23BD}"/>
    <pc:docChg chg="custSel delSld modSld">
      <pc:chgData name="Thompson, Brielle" userId="f0ea580a-03ee-4a63-bd84-436803179175" providerId="ADAL" clId="{05124510-CA5D-4756-80DC-265ADABE23BD}" dt="2025-09-23T18:07:03.483" v="355"/>
      <pc:docMkLst>
        <pc:docMk/>
      </pc:docMkLst>
      <pc:sldChg chg="del">
        <pc:chgData name="Thompson, Brielle" userId="f0ea580a-03ee-4a63-bd84-436803179175" providerId="ADAL" clId="{05124510-CA5D-4756-80DC-265ADABE23BD}" dt="2025-09-23T18:02:18.706" v="59" actId="47"/>
        <pc:sldMkLst>
          <pc:docMk/>
          <pc:sldMk cId="3074375536" sldId="256"/>
        </pc:sldMkLst>
      </pc:sldChg>
      <pc:sldChg chg="del">
        <pc:chgData name="Thompson, Brielle" userId="f0ea580a-03ee-4a63-bd84-436803179175" providerId="ADAL" clId="{05124510-CA5D-4756-80DC-265ADABE23BD}" dt="2025-09-23T18:01:58.209" v="0" actId="47"/>
        <pc:sldMkLst>
          <pc:docMk/>
          <pc:sldMk cId="3626898023" sldId="257"/>
        </pc:sldMkLst>
      </pc:sldChg>
      <pc:sldChg chg="del">
        <pc:chgData name="Thompson, Brielle" userId="f0ea580a-03ee-4a63-bd84-436803179175" providerId="ADAL" clId="{05124510-CA5D-4756-80DC-265ADABE23BD}" dt="2025-09-23T18:01:58.548" v="1" actId="47"/>
        <pc:sldMkLst>
          <pc:docMk/>
          <pc:sldMk cId="1116956592" sldId="258"/>
        </pc:sldMkLst>
      </pc:sldChg>
      <pc:sldChg chg="del">
        <pc:chgData name="Thompson, Brielle" userId="f0ea580a-03ee-4a63-bd84-436803179175" providerId="ADAL" clId="{05124510-CA5D-4756-80DC-265ADABE23BD}" dt="2025-09-23T18:01:58.727" v="2" actId="47"/>
        <pc:sldMkLst>
          <pc:docMk/>
          <pc:sldMk cId="2003417427" sldId="259"/>
        </pc:sldMkLst>
      </pc:sldChg>
      <pc:sldChg chg="del">
        <pc:chgData name="Thompson, Brielle" userId="f0ea580a-03ee-4a63-bd84-436803179175" providerId="ADAL" clId="{05124510-CA5D-4756-80DC-265ADABE23BD}" dt="2025-09-23T18:01:59.778" v="8" actId="47"/>
        <pc:sldMkLst>
          <pc:docMk/>
          <pc:sldMk cId="1137269737" sldId="260"/>
        </pc:sldMkLst>
      </pc:sldChg>
      <pc:sldChg chg="del">
        <pc:chgData name="Thompson, Brielle" userId="f0ea580a-03ee-4a63-bd84-436803179175" providerId="ADAL" clId="{05124510-CA5D-4756-80DC-265ADABE23BD}" dt="2025-09-23T18:01:59.854" v="10" actId="47"/>
        <pc:sldMkLst>
          <pc:docMk/>
          <pc:sldMk cId="3089363127" sldId="261"/>
        </pc:sldMkLst>
      </pc:sldChg>
      <pc:sldChg chg="del">
        <pc:chgData name="Thompson, Brielle" userId="f0ea580a-03ee-4a63-bd84-436803179175" providerId="ADAL" clId="{05124510-CA5D-4756-80DC-265ADABE23BD}" dt="2025-09-23T18:01:59.889" v="11" actId="47"/>
        <pc:sldMkLst>
          <pc:docMk/>
          <pc:sldMk cId="1081452320" sldId="262"/>
        </pc:sldMkLst>
      </pc:sldChg>
      <pc:sldChg chg="del">
        <pc:chgData name="Thompson, Brielle" userId="f0ea580a-03ee-4a63-bd84-436803179175" providerId="ADAL" clId="{05124510-CA5D-4756-80DC-265ADABE23BD}" dt="2025-09-23T18:01:59.910" v="12" actId="47"/>
        <pc:sldMkLst>
          <pc:docMk/>
          <pc:sldMk cId="3844289811" sldId="263"/>
        </pc:sldMkLst>
      </pc:sldChg>
      <pc:sldChg chg="del">
        <pc:chgData name="Thompson, Brielle" userId="f0ea580a-03ee-4a63-bd84-436803179175" providerId="ADAL" clId="{05124510-CA5D-4756-80DC-265ADABE23BD}" dt="2025-09-23T18:01:59.960" v="13" actId="47"/>
        <pc:sldMkLst>
          <pc:docMk/>
          <pc:sldMk cId="3225275284" sldId="264"/>
        </pc:sldMkLst>
      </pc:sldChg>
      <pc:sldChg chg="del">
        <pc:chgData name="Thompson, Brielle" userId="f0ea580a-03ee-4a63-bd84-436803179175" providerId="ADAL" clId="{05124510-CA5D-4756-80DC-265ADABE23BD}" dt="2025-09-23T18:01:59.990" v="14" actId="47"/>
        <pc:sldMkLst>
          <pc:docMk/>
          <pc:sldMk cId="1193226388" sldId="265"/>
        </pc:sldMkLst>
      </pc:sldChg>
      <pc:sldChg chg="del">
        <pc:chgData name="Thompson, Brielle" userId="f0ea580a-03ee-4a63-bd84-436803179175" providerId="ADAL" clId="{05124510-CA5D-4756-80DC-265ADABE23BD}" dt="2025-09-23T18:02:00.346" v="25" actId="47"/>
        <pc:sldMkLst>
          <pc:docMk/>
          <pc:sldMk cId="1421516798" sldId="270"/>
        </pc:sldMkLst>
      </pc:sldChg>
      <pc:sldChg chg="del">
        <pc:chgData name="Thompson, Brielle" userId="f0ea580a-03ee-4a63-bd84-436803179175" providerId="ADAL" clId="{05124510-CA5D-4756-80DC-265ADABE23BD}" dt="2025-09-23T18:02:00.452" v="28" actId="47"/>
        <pc:sldMkLst>
          <pc:docMk/>
          <pc:sldMk cId="1060711354" sldId="272"/>
        </pc:sldMkLst>
      </pc:sldChg>
      <pc:sldChg chg="del">
        <pc:chgData name="Thompson, Brielle" userId="f0ea580a-03ee-4a63-bd84-436803179175" providerId="ADAL" clId="{05124510-CA5D-4756-80DC-265ADABE23BD}" dt="2025-09-23T18:02:00.480" v="29" actId="47"/>
        <pc:sldMkLst>
          <pc:docMk/>
          <pc:sldMk cId="2165886196" sldId="273"/>
        </pc:sldMkLst>
      </pc:sldChg>
      <pc:sldChg chg="del">
        <pc:chgData name="Thompson, Brielle" userId="f0ea580a-03ee-4a63-bd84-436803179175" providerId="ADAL" clId="{05124510-CA5D-4756-80DC-265ADABE23BD}" dt="2025-09-23T18:02:00.511" v="30" actId="47"/>
        <pc:sldMkLst>
          <pc:docMk/>
          <pc:sldMk cId="1439886762" sldId="275"/>
        </pc:sldMkLst>
      </pc:sldChg>
      <pc:sldChg chg="del">
        <pc:chgData name="Thompson, Brielle" userId="f0ea580a-03ee-4a63-bd84-436803179175" providerId="ADAL" clId="{05124510-CA5D-4756-80DC-265ADABE23BD}" dt="2025-09-23T18:02:00.678" v="34" actId="47"/>
        <pc:sldMkLst>
          <pc:docMk/>
          <pc:sldMk cId="1881957084" sldId="276"/>
        </pc:sldMkLst>
      </pc:sldChg>
      <pc:sldChg chg="del">
        <pc:chgData name="Thompson, Brielle" userId="f0ea580a-03ee-4a63-bd84-436803179175" providerId="ADAL" clId="{05124510-CA5D-4756-80DC-265ADABE23BD}" dt="2025-09-23T18:02:00.695" v="35" actId="47"/>
        <pc:sldMkLst>
          <pc:docMk/>
          <pc:sldMk cId="2305890375" sldId="277"/>
        </pc:sldMkLst>
      </pc:sldChg>
      <pc:sldChg chg="del">
        <pc:chgData name="Thompson, Brielle" userId="f0ea580a-03ee-4a63-bd84-436803179175" providerId="ADAL" clId="{05124510-CA5D-4756-80DC-265ADABE23BD}" dt="2025-09-23T18:02:00.712" v="36" actId="47"/>
        <pc:sldMkLst>
          <pc:docMk/>
          <pc:sldMk cId="332773159" sldId="278"/>
        </pc:sldMkLst>
      </pc:sldChg>
      <pc:sldChg chg="del">
        <pc:chgData name="Thompson, Brielle" userId="f0ea580a-03ee-4a63-bd84-436803179175" providerId="ADAL" clId="{05124510-CA5D-4756-80DC-265ADABE23BD}" dt="2025-09-23T18:02:00.745" v="37" actId="47"/>
        <pc:sldMkLst>
          <pc:docMk/>
          <pc:sldMk cId="2891040449" sldId="279"/>
        </pc:sldMkLst>
      </pc:sldChg>
      <pc:sldChg chg="del">
        <pc:chgData name="Thompson, Brielle" userId="f0ea580a-03ee-4a63-bd84-436803179175" providerId="ADAL" clId="{05124510-CA5D-4756-80DC-265ADABE23BD}" dt="2025-09-23T18:02:12.260" v="55" actId="47"/>
        <pc:sldMkLst>
          <pc:docMk/>
          <pc:sldMk cId="1972088792" sldId="280"/>
        </pc:sldMkLst>
      </pc:sldChg>
      <pc:sldChg chg="del">
        <pc:chgData name="Thompson, Brielle" userId="f0ea580a-03ee-4a63-bd84-436803179175" providerId="ADAL" clId="{05124510-CA5D-4756-80DC-265ADABE23BD}" dt="2025-09-23T18:02:01.962" v="42" actId="47"/>
        <pc:sldMkLst>
          <pc:docMk/>
          <pc:sldMk cId="1172051344" sldId="281"/>
        </pc:sldMkLst>
      </pc:sldChg>
      <pc:sldChg chg="del">
        <pc:chgData name="Thompson, Brielle" userId="f0ea580a-03ee-4a63-bd84-436803179175" providerId="ADAL" clId="{05124510-CA5D-4756-80DC-265ADABE23BD}" dt="2025-09-23T18:02:02.791" v="44" actId="47"/>
        <pc:sldMkLst>
          <pc:docMk/>
          <pc:sldMk cId="2550079388" sldId="282"/>
        </pc:sldMkLst>
      </pc:sldChg>
      <pc:sldChg chg="del">
        <pc:chgData name="Thompson, Brielle" userId="f0ea580a-03ee-4a63-bd84-436803179175" providerId="ADAL" clId="{05124510-CA5D-4756-80DC-265ADABE23BD}" dt="2025-09-23T18:01:59.070" v="4" actId="47"/>
        <pc:sldMkLst>
          <pc:docMk/>
          <pc:sldMk cId="1913243385" sldId="285"/>
        </pc:sldMkLst>
      </pc:sldChg>
      <pc:sldChg chg="del">
        <pc:chgData name="Thompson, Brielle" userId="f0ea580a-03ee-4a63-bd84-436803179175" providerId="ADAL" clId="{05124510-CA5D-4756-80DC-265ADABE23BD}" dt="2025-09-23T18:01:59.827" v="9" actId="47"/>
        <pc:sldMkLst>
          <pc:docMk/>
          <pc:sldMk cId="700406732" sldId="286"/>
        </pc:sldMkLst>
      </pc:sldChg>
      <pc:sldChg chg="del">
        <pc:chgData name="Thompson, Brielle" userId="f0ea580a-03ee-4a63-bd84-436803179175" providerId="ADAL" clId="{05124510-CA5D-4756-80DC-265ADABE23BD}" dt="2025-09-23T18:01:58.895" v="3" actId="47"/>
        <pc:sldMkLst>
          <pc:docMk/>
          <pc:sldMk cId="1519288452" sldId="287"/>
        </pc:sldMkLst>
      </pc:sldChg>
      <pc:sldChg chg="del">
        <pc:chgData name="Thompson, Brielle" userId="f0ea580a-03ee-4a63-bd84-436803179175" providerId="ADAL" clId="{05124510-CA5D-4756-80DC-265ADABE23BD}" dt="2025-09-23T18:02:03.361" v="45" actId="47"/>
        <pc:sldMkLst>
          <pc:docMk/>
          <pc:sldMk cId="175088648" sldId="288"/>
        </pc:sldMkLst>
      </pc:sldChg>
      <pc:sldChg chg="del">
        <pc:chgData name="Thompson, Brielle" userId="f0ea580a-03ee-4a63-bd84-436803179175" providerId="ADAL" clId="{05124510-CA5D-4756-80DC-265ADABE23BD}" dt="2025-09-23T18:02:00.161" v="19" actId="47"/>
        <pc:sldMkLst>
          <pc:docMk/>
          <pc:sldMk cId="1050922653" sldId="289"/>
        </pc:sldMkLst>
      </pc:sldChg>
      <pc:sldChg chg="del">
        <pc:chgData name="Thompson, Brielle" userId="f0ea580a-03ee-4a63-bd84-436803179175" providerId="ADAL" clId="{05124510-CA5D-4756-80DC-265ADABE23BD}" dt="2025-09-23T18:02:00.190" v="20" actId="47"/>
        <pc:sldMkLst>
          <pc:docMk/>
          <pc:sldMk cId="1283973517" sldId="314"/>
        </pc:sldMkLst>
      </pc:sldChg>
      <pc:sldChg chg="del">
        <pc:chgData name="Thompson, Brielle" userId="f0ea580a-03ee-4a63-bd84-436803179175" providerId="ADAL" clId="{05124510-CA5D-4756-80DC-265ADABE23BD}" dt="2025-09-23T18:02:00.228" v="21" actId="47"/>
        <pc:sldMkLst>
          <pc:docMk/>
          <pc:sldMk cId="2198561743" sldId="315"/>
        </pc:sldMkLst>
      </pc:sldChg>
      <pc:sldChg chg="del">
        <pc:chgData name="Thompson, Brielle" userId="f0ea580a-03ee-4a63-bd84-436803179175" providerId="ADAL" clId="{05124510-CA5D-4756-80DC-265ADABE23BD}" dt="2025-09-23T18:02:00.560" v="31" actId="47"/>
        <pc:sldMkLst>
          <pc:docMk/>
          <pc:sldMk cId="2392093775" sldId="316"/>
        </pc:sldMkLst>
      </pc:sldChg>
      <pc:sldChg chg="del">
        <pc:chgData name="Thompson, Brielle" userId="f0ea580a-03ee-4a63-bd84-436803179175" providerId="ADAL" clId="{05124510-CA5D-4756-80DC-265ADABE23BD}" dt="2025-09-23T18:02:00.379" v="26" actId="47"/>
        <pc:sldMkLst>
          <pc:docMk/>
          <pc:sldMk cId="1228484027" sldId="317"/>
        </pc:sldMkLst>
      </pc:sldChg>
      <pc:sldChg chg="del">
        <pc:chgData name="Thompson, Brielle" userId="f0ea580a-03ee-4a63-bd84-436803179175" providerId="ADAL" clId="{05124510-CA5D-4756-80DC-265ADABE23BD}" dt="2025-09-23T18:02:00.017" v="15" actId="47"/>
        <pc:sldMkLst>
          <pc:docMk/>
          <pc:sldMk cId="2363423271" sldId="319"/>
        </pc:sldMkLst>
      </pc:sldChg>
      <pc:sldChg chg="del">
        <pc:chgData name="Thompson, Brielle" userId="f0ea580a-03ee-4a63-bd84-436803179175" providerId="ADAL" clId="{05124510-CA5D-4756-80DC-265ADABE23BD}" dt="2025-09-23T18:02:00.046" v="16" actId="47"/>
        <pc:sldMkLst>
          <pc:docMk/>
          <pc:sldMk cId="1177084656" sldId="320"/>
        </pc:sldMkLst>
      </pc:sldChg>
      <pc:sldChg chg="del">
        <pc:chgData name="Thompson, Brielle" userId="f0ea580a-03ee-4a63-bd84-436803179175" providerId="ADAL" clId="{05124510-CA5D-4756-80DC-265ADABE23BD}" dt="2025-09-23T18:02:00.093" v="17" actId="47"/>
        <pc:sldMkLst>
          <pc:docMk/>
          <pc:sldMk cId="710061240" sldId="321"/>
        </pc:sldMkLst>
      </pc:sldChg>
      <pc:sldChg chg="del">
        <pc:chgData name="Thompson, Brielle" userId="f0ea580a-03ee-4a63-bd84-436803179175" providerId="ADAL" clId="{05124510-CA5D-4756-80DC-265ADABE23BD}" dt="2025-09-23T18:02:00.144" v="18" actId="47"/>
        <pc:sldMkLst>
          <pc:docMk/>
          <pc:sldMk cId="2262787573" sldId="322"/>
        </pc:sldMkLst>
      </pc:sldChg>
      <pc:sldChg chg="del">
        <pc:chgData name="Thompson, Brielle" userId="f0ea580a-03ee-4a63-bd84-436803179175" providerId="ADAL" clId="{05124510-CA5D-4756-80DC-265ADABE23BD}" dt="2025-09-23T18:02:00.261" v="22" actId="47"/>
        <pc:sldMkLst>
          <pc:docMk/>
          <pc:sldMk cId="4268517100" sldId="323"/>
        </pc:sldMkLst>
      </pc:sldChg>
      <pc:sldChg chg="del">
        <pc:chgData name="Thompson, Brielle" userId="f0ea580a-03ee-4a63-bd84-436803179175" providerId="ADAL" clId="{05124510-CA5D-4756-80DC-265ADABE23BD}" dt="2025-09-23T18:02:10.357" v="47" actId="47"/>
        <pc:sldMkLst>
          <pc:docMk/>
          <pc:sldMk cId="1077656551" sldId="324"/>
        </pc:sldMkLst>
      </pc:sldChg>
      <pc:sldChg chg="del">
        <pc:chgData name="Thompson, Brielle" userId="f0ea580a-03ee-4a63-bd84-436803179175" providerId="ADAL" clId="{05124510-CA5D-4756-80DC-265ADABE23BD}" dt="2025-09-23T18:02:00.282" v="23" actId="47"/>
        <pc:sldMkLst>
          <pc:docMk/>
          <pc:sldMk cId="2409145818" sldId="325"/>
        </pc:sldMkLst>
      </pc:sldChg>
      <pc:sldChg chg="del">
        <pc:chgData name="Thompson, Brielle" userId="f0ea580a-03ee-4a63-bd84-436803179175" providerId="ADAL" clId="{05124510-CA5D-4756-80DC-265ADABE23BD}" dt="2025-09-23T18:02:00.856" v="40" actId="47"/>
        <pc:sldMkLst>
          <pc:docMk/>
          <pc:sldMk cId="1883790078" sldId="329"/>
        </pc:sldMkLst>
      </pc:sldChg>
      <pc:sldChg chg="del">
        <pc:chgData name="Thompson, Brielle" userId="f0ea580a-03ee-4a63-bd84-436803179175" providerId="ADAL" clId="{05124510-CA5D-4756-80DC-265ADABE23BD}" dt="2025-09-23T18:02:10.565" v="48" actId="47"/>
        <pc:sldMkLst>
          <pc:docMk/>
          <pc:sldMk cId="2111412762" sldId="331"/>
        </pc:sldMkLst>
      </pc:sldChg>
      <pc:sldChg chg="del">
        <pc:chgData name="Thompson, Brielle" userId="f0ea580a-03ee-4a63-bd84-436803179175" providerId="ADAL" clId="{05124510-CA5D-4756-80DC-265ADABE23BD}" dt="2025-09-23T18:02:10.775" v="49" actId="47"/>
        <pc:sldMkLst>
          <pc:docMk/>
          <pc:sldMk cId="198391190" sldId="332"/>
        </pc:sldMkLst>
      </pc:sldChg>
      <pc:sldChg chg="del">
        <pc:chgData name="Thompson, Brielle" userId="f0ea580a-03ee-4a63-bd84-436803179175" providerId="ADAL" clId="{05124510-CA5D-4756-80DC-265ADABE23BD}" dt="2025-09-23T18:02:11.028" v="50" actId="47"/>
        <pc:sldMkLst>
          <pc:docMk/>
          <pc:sldMk cId="918587568" sldId="333"/>
        </pc:sldMkLst>
      </pc:sldChg>
      <pc:sldChg chg="del">
        <pc:chgData name="Thompson, Brielle" userId="f0ea580a-03ee-4a63-bd84-436803179175" providerId="ADAL" clId="{05124510-CA5D-4756-80DC-265ADABE23BD}" dt="2025-09-23T18:02:11.245" v="51" actId="47"/>
        <pc:sldMkLst>
          <pc:docMk/>
          <pc:sldMk cId="830810967" sldId="334"/>
        </pc:sldMkLst>
      </pc:sldChg>
      <pc:sldChg chg="del">
        <pc:chgData name="Thompson, Brielle" userId="f0ea580a-03ee-4a63-bd84-436803179175" providerId="ADAL" clId="{05124510-CA5D-4756-80DC-265ADABE23BD}" dt="2025-09-23T18:02:11.476" v="52" actId="47"/>
        <pc:sldMkLst>
          <pc:docMk/>
          <pc:sldMk cId="3486853427" sldId="335"/>
        </pc:sldMkLst>
      </pc:sldChg>
      <pc:sldChg chg="del">
        <pc:chgData name="Thompson, Brielle" userId="f0ea580a-03ee-4a63-bd84-436803179175" providerId="ADAL" clId="{05124510-CA5D-4756-80DC-265ADABE23BD}" dt="2025-09-23T18:02:14.630" v="58" actId="47"/>
        <pc:sldMkLst>
          <pc:docMk/>
          <pc:sldMk cId="673760853" sldId="337"/>
        </pc:sldMkLst>
      </pc:sldChg>
      <pc:sldChg chg="del">
        <pc:chgData name="Thompson, Brielle" userId="f0ea580a-03ee-4a63-bd84-436803179175" providerId="ADAL" clId="{05124510-CA5D-4756-80DC-265ADABE23BD}" dt="2025-09-23T18:02:13.147" v="57" actId="47"/>
        <pc:sldMkLst>
          <pc:docMk/>
          <pc:sldMk cId="1808799092" sldId="338"/>
        </pc:sldMkLst>
      </pc:sldChg>
      <pc:sldChg chg="del">
        <pc:chgData name="Thompson, Brielle" userId="f0ea580a-03ee-4a63-bd84-436803179175" providerId="ADAL" clId="{05124510-CA5D-4756-80DC-265ADABE23BD}" dt="2025-09-23T18:02:11.961" v="54" actId="47"/>
        <pc:sldMkLst>
          <pc:docMk/>
          <pc:sldMk cId="1206601649" sldId="340"/>
        </pc:sldMkLst>
      </pc:sldChg>
      <pc:sldChg chg="del">
        <pc:chgData name="Thompson, Brielle" userId="f0ea580a-03ee-4a63-bd84-436803179175" providerId="ADAL" clId="{05124510-CA5D-4756-80DC-265ADABE23BD}" dt="2025-09-23T18:02:11.694" v="53" actId="47"/>
        <pc:sldMkLst>
          <pc:docMk/>
          <pc:sldMk cId="3229609469" sldId="341"/>
        </pc:sldMkLst>
      </pc:sldChg>
      <pc:sldChg chg="delSp modSp mod">
        <pc:chgData name="Thompson, Brielle" userId="f0ea580a-03ee-4a63-bd84-436803179175" providerId="ADAL" clId="{05124510-CA5D-4756-80DC-265ADABE23BD}" dt="2025-09-23T18:05:29.384" v="113" actId="478"/>
        <pc:sldMkLst>
          <pc:docMk/>
          <pc:sldMk cId="1296842584" sldId="342"/>
        </pc:sldMkLst>
        <pc:spChg chg="del">
          <ac:chgData name="Thompson, Brielle" userId="f0ea580a-03ee-4a63-bd84-436803179175" providerId="ADAL" clId="{05124510-CA5D-4756-80DC-265ADABE23BD}" dt="2025-09-23T18:05:29.384" v="113" actId="478"/>
          <ac:spMkLst>
            <pc:docMk/>
            <pc:sldMk cId="1296842584" sldId="342"/>
            <ac:spMk id="2" creationId="{C34C469C-A978-2943-E27C-B606ED238128}"/>
          </ac:spMkLst>
        </pc:spChg>
        <pc:spChg chg="del">
          <ac:chgData name="Thompson, Brielle" userId="f0ea580a-03ee-4a63-bd84-436803179175" providerId="ADAL" clId="{05124510-CA5D-4756-80DC-265ADABE23BD}" dt="2025-09-23T18:05:20.628" v="109" actId="478"/>
          <ac:spMkLst>
            <pc:docMk/>
            <pc:sldMk cId="1296842584" sldId="342"/>
            <ac:spMk id="6" creationId="{65931DE3-8788-F555-F60B-EE73F77A012E}"/>
          </ac:spMkLst>
        </pc:spChg>
        <pc:spChg chg="mod">
          <ac:chgData name="Thompson, Brielle" userId="f0ea580a-03ee-4a63-bd84-436803179175" providerId="ADAL" clId="{05124510-CA5D-4756-80DC-265ADABE23BD}" dt="2025-09-23T18:05:26.682" v="112" actId="1076"/>
          <ac:spMkLst>
            <pc:docMk/>
            <pc:sldMk cId="1296842584" sldId="342"/>
            <ac:spMk id="53" creationId="{D040760B-3CDE-6CA5-D025-97B740EFF108}"/>
          </ac:spMkLst>
        </pc:spChg>
        <pc:spChg chg="mod">
          <ac:chgData name="Thompson, Brielle" userId="f0ea580a-03ee-4a63-bd84-436803179175" providerId="ADAL" clId="{05124510-CA5D-4756-80DC-265ADABE23BD}" dt="2025-09-23T18:05:25.362" v="111" actId="1076"/>
          <ac:spMkLst>
            <pc:docMk/>
            <pc:sldMk cId="1296842584" sldId="342"/>
            <ac:spMk id="54" creationId="{F3A162FD-767E-C30C-D1E5-E7FFA7D11BF0}"/>
          </ac:spMkLst>
        </pc:spChg>
      </pc:sldChg>
      <pc:sldChg chg="del">
        <pc:chgData name="Thompson, Brielle" userId="f0ea580a-03ee-4a63-bd84-436803179175" providerId="ADAL" clId="{05124510-CA5D-4756-80DC-265ADABE23BD}" dt="2025-09-23T18:05:12.296" v="108" actId="47"/>
        <pc:sldMkLst>
          <pc:docMk/>
          <pc:sldMk cId="588644691" sldId="343"/>
        </pc:sldMkLst>
      </pc:sldChg>
      <pc:sldChg chg="delSp mod">
        <pc:chgData name="Thompson, Brielle" userId="f0ea580a-03ee-4a63-bd84-436803179175" providerId="ADAL" clId="{05124510-CA5D-4756-80DC-265ADABE23BD}" dt="2025-09-23T18:05:30.841" v="114" actId="478"/>
        <pc:sldMkLst>
          <pc:docMk/>
          <pc:sldMk cId="1423802778" sldId="345"/>
        </pc:sldMkLst>
        <pc:spChg chg="del">
          <ac:chgData name="Thompson, Brielle" userId="f0ea580a-03ee-4a63-bd84-436803179175" providerId="ADAL" clId="{05124510-CA5D-4756-80DC-265ADABE23BD}" dt="2025-09-23T18:05:30.841" v="114" actId="478"/>
          <ac:spMkLst>
            <pc:docMk/>
            <pc:sldMk cId="1423802778" sldId="345"/>
            <ac:spMk id="7" creationId="{E60B7B5F-B3B6-3814-EE6D-C9B31E8DC0B3}"/>
          </ac:spMkLst>
        </pc:spChg>
      </pc:sldChg>
      <pc:sldChg chg="del">
        <pc:chgData name="Thompson, Brielle" userId="f0ea580a-03ee-4a63-bd84-436803179175" providerId="ADAL" clId="{05124510-CA5D-4756-80DC-265ADABE23BD}" dt="2025-09-23T18:02:47.537" v="60" actId="47"/>
        <pc:sldMkLst>
          <pc:docMk/>
          <pc:sldMk cId="1485533722" sldId="346"/>
        </pc:sldMkLst>
      </pc:sldChg>
      <pc:sldChg chg="del">
        <pc:chgData name="Thompson, Brielle" userId="f0ea580a-03ee-4a63-bd84-436803179175" providerId="ADAL" clId="{05124510-CA5D-4756-80DC-265ADABE23BD}" dt="2025-09-23T18:03:04.580" v="61" actId="47"/>
        <pc:sldMkLst>
          <pc:docMk/>
          <pc:sldMk cId="2582316302" sldId="347"/>
        </pc:sldMkLst>
      </pc:sldChg>
      <pc:sldChg chg="delSp mod modAnim">
        <pc:chgData name="Thompson, Brielle" userId="f0ea580a-03ee-4a63-bd84-436803179175" providerId="ADAL" clId="{05124510-CA5D-4756-80DC-265ADABE23BD}" dt="2025-09-23T18:07:03.483" v="355"/>
        <pc:sldMkLst>
          <pc:docMk/>
          <pc:sldMk cId="1187640874" sldId="367"/>
        </pc:sldMkLst>
        <pc:spChg chg="del">
          <ac:chgData name="Thompson, Brielle" userId="f0ea580a-03ee-4a63-bd84-436803179175" providerId="ADAL" clId="{05124510-CA5D-4756-80DC-265ADABE23BD}" dt="2025-09-23T18:05:32.564" v="115" actId="478"/>
          <ac:spMkLst>
            <pc:docMk/>
            <pc:sldMk cId="1187640874" sldId="367"/>
            <ac:spMk id="6" creationId="{73119248-EEC3-9611-99A8-ADFA3AC0A5FF}"/>
          </ac:spMkLst>
        </pc:spChg>
      </pc:sldChg>
      <pc:sldChg chg="delSp modSp mod">
        <pc:chgData name="Thompson, Brielle" userId="f0ea580a-03ee-4a63-bd84-436803179175" providerId="ADAL" clId="{05124510-CA5D-4756-80DC-265ADABE23BD}" dt="2025-09-23T18:05:08.605" v="107" actId="1076"/>
        <pc:sldMkLst>
          <pc:docMk/>
          <pc:sldMk cId="2622737420" sldId="368"/>
        </pc:sldMkLst>
        <pc:spChg chg="del">
          <ac:chgData name="Thompson, Brielle" userId="f0ea580a-03ee-4a63-bd84-436803179175" providerId="ADAL" clId="{05124510-CA5D-4756-80DC-265ADABE23BD}" dt="2025-09-23T18:04:45.008" v="66" actId="478"/>
          <ac:spMkLst>
            <pc:docMk/>
            <pc:sldMk cId="2622737420" sldId="368"/>
            <ac:spMk id="4" creationId="{49D442A1-7B31-676A-654E-3EA33517A727}"/>
          </ac:spMkLst>
        </pc:spChg>
        <pc:spChg chg="del">
          <ac:chgData name="Thompson, Brielle" userId="f0ea580a-03ee-4a63-bd84-436803179175" providerId="ADAL" clId="{05124510-CA5D-4756-80DC-265ADABE23BD}" dt="2025-09-23T18:04:45.008" v="66" actId="478"/>
          <ac:spMkLst>
            <pc:docMk/>
            <pc:sldMk cId="2622737420" sldId="368"/>
            <ac:spMk id="5" creationId="{1C2D11C8-51FA-28CC-7D7D-C7BE99BE9C34}"/>
          </ac:spMkLst>
        </pc:spChg>
        <pc:spChg chg="del">
          <ac:chgData name="Thompson, Brielle" userId="f0ea580a-03ee-4a63-bd84-436803179175" providerId="ADAL" clId="{05124510-CA5D-4756-80DC-265ADABE23BD}" dt="2025-09-23T18:04:45.500" v="67" actId="478"/>
          <ac:spMkLst>
            <pc:docMk/>
            <pc:sldMk cId="2622737420" sldId="368"/>
            <ac:spMk id="6" creationId="{35BACB09-DD02-B9A2-4F13-56E33CEDCEAF}"/>
          </ac:spMkLst>
        </pc:spChg>
        <pc:spChg chg="del">
          <ac:chgData name="Thompson, Brielle" userId="f0ea580a-03ee-4a63-bd84-436803179175" providerId="ADAL" clId="{05124510-CA5D-4756-80DC-265ADABE23BD}" dt="2025-09-23T18:04:45.008" v="66" actId="478"/>
          <ac:spMkLst>
            <pc:docMk/>
            <pc:sldMk cId="2622737420" sldId="368"/>
            <ac:spMk id="7" creationId="{41F2D42E-79C3-04CF-202B-2AC0A08DD98E}"/>
          </ac:spMkLst>
        </pc:spChg>
        <pc:spChg chg="del">
          <ac:chgData name="Thompson, Brielle" userId="f0ea580a-03ee-4a63-bd84-436803179175" providerId="ADAL" clId="{05124510-CA5D-4756-80DC-265ADABE23BD}" dt="2025-09-23T18:04:45.008" v="66" actId="478"/>
          <ac:spMkLst>
            <pc:docMk/>
            <pc:sldMk cId="2622737420" sldId="368"/>
            <ac:spMk id="8" creationId="{A45BA3B1-3ED9-C88C-943E-7E555E9D9035}"/>
          </ac:spMkLst>
        </pc:spChg>
        <pc:spChg chg="del">
          <ac:chgData name="Thompson, Brielle" userId="f0ea580a-03ee-4a63-bd84-436803179175" providerId="ADAL" clId="{05124510-CA5D-4756-80DC-265ADABE23BD}" dt="2025-09-23T18:04:45.008" v="66" actId="478"/>
          <ac:spMkLst>
            <pc:docMk/>
            <pc:sldMk cId="2622737420" sldId="368"/>
            <ac:spMk id="9" creationId="{9C24F86A-4425-7141-E8EB-30391E631AB5}"/>
          </ac:spMkLst>
        </pc:spChg>
        <pc:spChg chg="del">
          <ac:chgData name="Thompson, Brielle" userId="f0ea580a-03ee-4a63-bd84-436803179175" providerId="ADAL" clId="{05124510-CA5D-4756-80DC-265ADABE23BD}" dt="2025-09-23T18:04:45.008" v="66" actId="478"/>
          <ac:spMkLst>
            <pc:docMk/>
            <pc:sldMk cId="2622737420" sldId="368"/>
            <ac:spMk id="15" creationId="{9E1E9078-E68B-0565-2D68-0C61AD4D3542}"/>
          </ac:spMkLst>
        </pc:spChg>
        <pc:spChg chg="mod">
          <ac:chgData name="Thompson, Brielle" userId="f0ea580a-03ee-4a63-bd84-436803179175" providerId="ADAL" clId="{05124510-CA5D-4756-80DC-265ADABE23BD}" dt="2025-09-23T18:05:08.605" v="107" actId="1076"/>
          <ac:spMkLst>
            <pc:docMk/>
            <pc:sldMk cId="2622737420" sldId="368"/>
            <ac:spMk id="55" creationId="{EB358018-B663-1708-44F1-1D424829EFD2}"/>
          </ac:spMkLst>
        </pc:spChg>
        <pc:cxnChg chg="del mod">
          <ac:chgData name="Thompson, Brielle" userId="f0ea580a-03ee-4a63-bd84-436803179175" providerId="ADAL" clId="{05124510-CA5D-4756-80DC-265ADABE23BD}" dt="2025-09-23T18:04:45.008" v="66" actId="478"/>
          <ac:cxnSpMkLst>
            <pc:docMk/>
            <pc:sldMk cId="2622737420" sldId="368"/>
            <ac:cxnSpMk id="11" creationId="{476C282A-32D9-A91B-ADE5-A66653E10003}"/>
          </ac:cxnSpMkLst>
        </pc:cxnChg>
        <pc:cxnChg chg="del mod">
          <ac:chgData name="Thompson, Brielle" userId="f0ea580a-03ee-4a63-bd84-436803179175" providerId="ADAL" clId="{05124510-CA5D-4756-80DC-265ADABE23BD}" dt="2025-09-23T18:04:45.008" v="66" actId="478"/>
          <ac:cxnSpMkLst>
            <pc:docMk/>
            <pc:sldMk cId="2622737420" sldId="368"/>
            <ac:cxnSpMk id="12" creationId="{CD283A8F-4989-2B0A-02D4-8DA6EF1E3627}"/>
          </ac:cxnSpMkLst>
        </pc:cxnChg>
        <pc:cxnChg chg="del mod">
          <ac:chgData name="Thompson, Brielle" userId="f0ea580a-03ee-4a63-bd84-436803179175" providerId="ADAL" clId="{05124510-CA5D-4756-80DC-265ADABE23BD}" dt="2025-09-23T18:04:45.008" v="66" actId="478"/>
          <ac:cxnSpMkLst>
            <pc:docMk/>
            <pc:sldMk cId="2622737420" sldId="368"/>
            <ac:cxnSpMk id="13" creationId="{D4FDAA24-35F4-F784-462A-087E0A0FFA22}"/>
          </ac:cxnSpMkLst>
        </pc:cxnChg>
        <pc:cxnChg chg="del mod">
          <ac:chgData name="Thompson, Brielle" userId="f0ea580a-03ee-4a63-bd84-436803179175" providerId="ADAL" clId="{05124510-CA5D-4756-80DC-265ADABE23BD}" dt="2025-09-23T18:04:45.008" v="66" actId="478"/>
          <ac:cxnSpMkLst>
            <pc:docMk/>
            <pc:sldMk cId="2622737420" sldId="368"/>
            <ac:cxnSpMk id="17" creationId="{5E9465F7-970D-23FC-E6EF-389DDA6279EE}"/>
          </ac:cxnSpMkLst>
        </pc:cxnChg>
      </pc:sldChg>
      <pc:sldChg chg="modSp mod">
        <pc:chgData name="Thompson, Brielle" userId="f0ea580a-03ee-4a63-bd84-436803179175" providerId="ADAL" clId="{05124510-CA5D-4756-80DC-265ADABE23BD}" dt="2025-09-23T18:06:55.533" v="353" actId="1076"/>
        <pc:sldMkLst>
          <pc:docMk/>
          <pc:sldMk cId="4025101927" sldId="369"/>
        </pc:sldMkLst>
        <pc:spChg chg="mod">
          <ac:chgData name="Thompson, Brielle" userId="f0ea580a-03ee-4a63-bd84-436803179175" providerId="ADAL" clId="{05124510-CA5D-4756-80DC-265ADABE23BD}" dt="2025-09-23T18:06:55.533" v="353" actId="1076"/>
          <ac:spMkLst>
            <pc:docMk/>
            <pc:sldMk cId="4025101927" sldId="369"/>
            <ac:spMk id="30" creationId="{00EDF6AD-509B-D061-A115-519A40A4496A}"/>
          </ac:spMkLst>
        </pc:spChg>
        <pc:spChg chg="mod">
          <ac:chgData name="Thompson, Brielle" userId="f0ea580a-03ee-4a63-bd84-436803179175" providerId="ADAL" clId="{05124510-CA5D-4756-80DC-265ADABE23BD}" dt="2025-09-23T18:06:09.385" v="143" actId="20577"/>
          <ac:spMkLst>
            <pc:docMk/>
            <pc:sldMk cId="4025101927" sldId="369"/>
            <ac:spMk id="53" creationId="{F4EFE107-980F-E45B-D43A-F4D893F55D8D}"/>
          </ac:spMkLst>
        </pc:spChg>
      </pc:sldChg>
      <pc:sldChg chg="delSp modSp mod">
        <pc:chgData name="Thompson, Brielle" userId="f0ea580a-03ee-4a63-bd84-436803179175" providerId="ADAL" clId="{05124510-CA5D-4756-80DC-265ADABE23BD}" dt="2025-09-23T18:05:45.907" v="124" actId="1076"/>
        <pc:sldMkLst>
          <pc:docMk/>
          <pc:sldMk cId="38853556" sldId="370"/>
        </pc:sldMkLst>
        <pc:spChg chg="del">
          <ac:chgData name="Thompson, Brielle" userId="f0ea580a-03ee-4a63-bd84-436803179175" providerId="ADAL" clId="{05124510-CA5D-4756-80DC-265ADABE23BD}" dt="2025-09-23T18:05:39.653" v="120" actId="478"/>
          <ac:spMkLst>
            <pc:docMk/>
            <pc:sldMk cId="38853556" sldId="370"/>
            <ac:spMk id="3" creationId="{08C42135-E99B-41A6-263B-733F7D6514C8}"/>
          </ac:spMkLst>
        </pc:spChg>
        <pc:spChg chg="del mod">
          <ac:chgData name="Thompson, Brielle" userId="f0ea580a-03ee-4a63-bd84-436803179175" providerId="ADAL" clId="{05124510-CA5D-4756-80DC-265ADABE23BD}" dt="2025-09-23T18:05:37.780" v="119" actId="478"/>
          <ac:spMkLst>
            <pc:docMk/>
            <pc:sldMk cId="38853556" sldId="370"/>
            <ac:spMk id="4" creationId="{48B07F0F-5279-1060-98B1-245534D13599}"/>
          </ac:spMkLst>
        </pc:spChg>
        <pc:spChg chg="del">
          <ac:chgData name="Thompson, Brielle" userId="f0ea580a-03ee-4a63-bd84-436803179175" providerId="ADAL" clId="{05124510-CA5D-4756-80DC-265ADABE23BD}" dt="2025-09-23T18:05:36.169" v="117" actId="478"/>
          <ac:spMkLst>
            <pc:docMk/>
            <pc:sldMk cId="38853556" sldId="370"/>
            <ac:spMk id="6" creationId="{A2887845-DDAD-94C9-5037-FB6B49EA7EA1}"/>
          </ac:spMkLst>
        </pc:spChg>
        <pc:spChg chg="del">
          <ac:chgData name="Thompson, Brielle" userId="f0ea580a-03ee-4a63-bd84-436803179175" providerId="ADAL" clId="{05124510-CA5D-4756-80DC-265ADABE23BD}" dt="2025-09-23T18:05:35.213" v="116" actId="478"/>
          <ac:spMkLst>
            <pc:docMk/>
            <pc:sldMk cId="38853556" sldId="370"/>
            <ac:spMk id="7" creationId="{B9822B3E-A4B3-FF63-28A6-2CAF16579175}"/>
          </ac:spMkLst>
        </pc:spChg>
        <pc:spChg chg="del">
          <ac:chgData name="Thompson, Brielle" userId="f0ea580a-03ee-4a63-bd84-436803179175" providerId="ADAL" clId="{05124510-CA5D-4756-80DC-265ADABE23BD}" dt="2025-09-23T18:05:35.213" v="116" actId="478"/>
          <ac:spMkLst>
            <pc:docMk/>
            <pc:sldMk cId="38853556" sldId="370"/>
            <ac:spMk id="9" creationId="{32819971-7245-C8A6-0D84-85534B55FFC7}"/>
          </ac:spMkLst>
        </pc:spChg>
        <pc:spChg chg="mod">
          <ac:chgData name="Thompson, Brielle" userId="f0ea580a-03ee-4a63-bd84-436803179175" providerId="ADAL" clId="{05124510-CA5D-4756-80DC-265ADABE23BD}" dt="2025-09-23T18:05:44.900" v="123" actId="1076"/>
          <ac:spMkLst>
            <pc:docMk/>
            <pc:sldMk cId="38853556" sldId="370"/>
            <ac:spMk id="132" creationId="{9EC47890-C1D6-200A-C708-004F044C11AE}"/>
          </ac:spMkLst>
        </pc:spChg>
        <pc:picChg chg="mod">
          <ac:chgData name="Thompson, Brielle" userId="f0ea580a-03ee-4a63-bd84-436803179175" providerId="ADAL" clId="{05124510-CA5D-4756-80DC-265ADABE23BD}" dt="2025-09-23T18:05:45.907" v="124" actId="1076"/>
          <ac:picMkLst>
            <pc:docMk/>
            <pc:sldMk cId="38853556" sldId="370"/>
            <ac:picMk id="129" creationId="{712D0C57-2016-98E2-CCB5-D16F22EB4D70}"/>
          </ac:picMkLst>
        </pc:picChg>
        <pc:cxnChg chg="del mod">
          <ac:chgData name="Thompson, Brielle" userId="f0ea580a-03ee-4a63-bd84-436803179175" providerId="ADAL" clId="{05124510-CA5D-4756-80DC-265ADABE23BD}" dt="2025-09-23T18:05:35.213" v="116" actId="478"/>
          <ac:cxnSpMkLst>
            <pc:docMk/>
            <pc:sldMk cId="38853556" sldId="370"/>
            <ac:cxnSpMk id="10" creationId="{D2B0E6B2-7582-97E1-A6C3-E77753E2347E}"/>
          </ac:cxnSpMkLst>
        </pc:cxnChg>
        <pc:cxnChg chg="del mod">
          <ac:chgData name="Thompson, Brielle" userId="f0ea580a-03ee-4a63-bd84-436803179175" providerId="ADAL" clId="{05124510-CA5D-4756-80DC-265ADABE23BD}" dt="2025-09-23T18:05:35.213" v="116" actId="478"/>
          <ac:cxnSpMkLst>
            <pc:docMk/>
            <pc:sldMk cId="38853556" sldId="370"/>
            <ac:cxnSpMk id="11" creationId="{4857F201-EBE9-34B0-2991-89300697A1E4}"/>
          </ac:cxnSpMkLst>
        </pc:cxnChg>
        <pc:cxnChg chg="del mod">
          <ac:chgData name="Thompson, Brielle" userId="f0ea580a-03ee-4a63-bd84-436803179175" providerId="ADAL" clId="{05124510-CA5D-4756-80DC-265ADABE23BD}" dt="2025-09-23T18:05:35.213" v="116" actId="478"/>
          <ac:cxnSpMkLst>
            <pc:docMk/>
            <pc:sldMk cId="38853556" sldId="370"/>
            <ac:cxnSpMk id="14" creationId="{899993F1-9799-50B0-BEA2-6E4F0A7DB33B}"/>
          </ac:cxnSpMkLst>
        </pc:cxnChg>
        <pc:cxnChg chg="del">
          <ac:chgData name="Thompson, Brielle" userId="f0ea580a-03ee-4a63-bd84-436803179175" providerId="ADAL" clId="{05124510-CA5D-4756-80DC-265ADABE23BD}" dt="2025-09-23T18:05:35.213" v="116" actId="478"/>
          <ac:cxnSpMkLst>
            <pc:docMk/>
            <pc:sldMk cId="38853556" sldId="370"/>
            <ac:cxnSpMk id="66" creationId="{2E62BF6B-F6CB-F98D-94E3-79C24535B614}"/>
          </ac:cxnSpMkLst>
        </pc:cxnChg>
      </pc:sldChg>
      <pc:sldChg chg="delSp mod modAnim">
        <pc:chgData name="Thompson, Brielle" userId="f0ea580a-03ee-4a63-bd84-436803179175" providerId="ADAL" clId="{05124510-CA5D-4756-80DC-265ADABE23BD}" dt="2025-09-23T18:05:59.034" v="126"/>
        <pc:sldMkLst>
          <pc:docMk/>
          <pc:sldMk cId="4063851040" sldId="371"/>
        </pc:sldMkLst>
        <pc:spChg chg="del">
          <ac:chgData name="Thompson, Brielle" userId="f0ea580a-03ee-4a63-bd84-436803179175" providerId="ADAL" clId="{05124510-CA5D-4756-80DC-265ADABE23BD}" dt="2025-09-23T18:05:52.047" v="125" actId="478"/>
          <ac:spMkLst>
            <pc:docMk/>
            <pc:sldMk cId="4063851040" sldId="371"/>
            <ac:spMk id="6" creationId="{65E5D7EE-9F73-7506-0695-FF272AA06970}"/>
          </ac:spMkLst>
        </pc:spChg>
      </pc:sldChg>
      <pc:sldChg chg="del">
        <pc:chgData name="Thompson, Brielle" userId="f0ea580a-03ee-4a63-bd84-436803179175" providerId="ADAL" clId="{05124510-CA5D-4756-80DC-265ADABE23BD}" dt="2025-09-23T18:03:28.361" v="63" actId="47"/>
        <pc:sldMkLst>
          <pc:docMk/>
          <pc:sldMk cId="383903459" sldId="375"/>
        </pc:sldMkLst>
      </pc:sldChg>
      <pc:sldChg chg="del">
        <pc:chgData name="Thompson, Brielle" userId="f0ea580a-03ee-4a63-bd84-436803179175" providerId="ADAL" clId="{05124510-CA5D-4756-80DC-265ADABE23BD}" dt="2025-09-23T18:03:23.027" v="62" actId="47"/>
        <pc:sldMkLst>
          <pc:docMk/>
          <pc:sldMk cId="491502358" sldId="377"/>
        </pc:sldMkLst>
      </pc:sldChg>
      <pc:sldChg chg="del">
        <pc:chgData name="Thompson, Brielle" userId="f0ea580a-03ee-4a63-bd84-436803179175" providerId="ADAL" clId="{05124510-CA5D-4756-80DC-265ADABE23BD}" dt="2025-09-23T18:03:29.261" v="64" actId="47"/>
        <pc:sldMkLst>
          <pc:docMk/>
          <pc:sldMk cId="3119571330" sldId="378"/>
        </pc:sldMkLst>
      </pc:sldChg>
      <pc:sldChg chg="delSp mod">
        <pc:chgData name="Thompson, Brielle" userId="f0ea580a-03ee-4a63-bd84-436803179175" providerId="ADAL" clId="{05124510-CA5D-4756-80DC-265ADABE23BD}" dt="2025-09-23T18:06:58.482" v="354" actId="478"/>
        <pc:sldMkLst>
          <pc:docMk/>
          <pc:sldMk cId="1245731348" sldId="379"/>
        </pc:sldMkLst>
        <pc:spChg chg="del">
          <ac:chgData name="Thompson, Brielle" userId="f0ea580a-03ee-4a63-bd84-436803179175" providerId="ADAL" clId="{05124510-CA5D-4756-80DC-265ADABE23BD}" dt="2025-09-23T18:06:58.482" v="354" actId="478"/>
          <ac:spMkLst>
            <pc:docMk/>
            <pc:sldMk cId="1245731348" sldId="379"/>
            <ac:spMk id="5" creationId="{6013FF70-1DFA-B8A3-3EDB-9BCE378D1B48}"/>
          </ac:spMkLst>
        </pc:spChg>
      </pc:sldChg>
      <pc:sldChg chg="del">
        <pc:chgData name="Thompson, Brielle" userId="f0ea580a-03ee-4a63-bd84-436803179175" providerId="ADAL" clId="{05124510-CA5D-4756-80DC-265ADABE23BD}" dt="2025-09-23T18:02:02.526" v="43" actId="47"/>
        <pc:sldMkLst>
          <pc:docMk/>
          <pc:sldMk cId="1750246854" sldId="380"/>
        </pc:sldMkLst>
      </pc:sldChg>
      <pc:sldChg chg="del">
        <pc:chgData name="Thompson, Brielle" userId="f0ea580a-03ee-4a63-bd84-436803179175" providerId="ADAL" clId="{05124510-CA5D-4756-80DC-265ADABE23BD}" dt="2025-09-23T18:02:00.814" v="39" actId="47"/>
        <pc:sldMkLst>
          <pc:docMk/>
          <pc:sldMk cId="3530266644" sldId="381"/>
        </pc:sldMkLst>
      </pc:sldChg>
      <pc:sldChg chg="del">
        <pc:chgData name="Thompson, Brielle" userId="f0ea580a-03ee-4a63-bd84-436803179175" providerId="ADAL" clId="{05124510-CA5D-4756-80DC-265ADABE23BD}" dt="2025-09-23T18:02:00.578" v="32" actId="47"/>
        <pc:sldMkLst>
          <pc:docMk/>
          <pc:sldMk cId="1238556683" sldId="382"/>
        </pc:sldMkLst>
      </pc:sldChg>
      <pc:sldChg chg="del">
        <pc:chgData name="Thompson, Brielle" userId="f0ea580a-03ee-4a63-bd84-436803179175" providerId="ADAL" clId="{05124510-CA5D-4756-80DC-265ADABE23BD}" dt="2025-09-23T18:02:00.621" v="33" actId="47"/>
        <pc:sldMkLst>
          <pc:docMk/>
          <pc:sldMk cId="2427884093" sldId="383"/>
        </pc:sldMkLst>
      </pc:sldChg>
      <pc:sldChg chg="del">
        <pc:chgData name="Thompson, Brielle" userId="f0ea580a-03ee-4a63-bd84-436803179175" providerId="ADAL" clId="{05124510-CA5D-4756-80DC-265ADABE23BD}" dt="2025-09-23T18:02:12.694" v="56" actId="47"/>
        <pc:sldMkLst>
          <pc:docMk/>
          <pc:sldMk cId="3185418229" sldId="384"/>
        </pc:sldMkLst>
      </pc:sldChg>
      <pc:sldChg chg="del">
        <pc:chgData name="Thompson, Brielle" userId="f0ea580a-03ee-4a63-bd84-436803179175" providerId="ADAL" clId="{05124510-CA5D-4756-80DC-265ADABE23BD}" dt="2025-09-23T18:01:59.728" v="6" actId="47"/>
        <pc:sldMkLst>
          <pc:docMk/>
          <pc:sldMk cId="3670674778" sldId="385"/>
        </pc:sldMkLst>
      </pc:sldChg>
      <pc:sldChg chg="del">
        <pc:chgData name="Thompson, Brielle" userId="f0ea580a-03ee-4a63-bd84-436803179175" providerId="ADAL" clId="{05124510-CA5D-4756-80DC-265ADABE23BD}" dt="2025-09-23T18:01:59.230" v="5" actId="47"/>
        <pc:sldMkLst>
          <pc:docMk/>
          <pc:sldMk cId="4153354573" sldId="386"/>
        </pc:sldMkLst>
      </pc:sldChg>
      <pc:sldChg chg="del">
        <pc:chgData name="Thompson, Brielle" userId="f0ea580a-03ee-4a63-bd84-436803179175" providerId="ADAL" clId="{05124510-CA5D-4756-80DC-265ADABE23BD}" dt="2025-09-23T18:03:30.593" v="65" actId="47"/>
        <pc:sldMkLst>
          <pc:docMk/>
          <pc:sldMk cId="200923641" sldId="387"/>
        </pc:sldMkLst>
      </pc:sldChg>
      <pc:sldChg chg="del">
        <pc:chgData name="Thompson, Brielle" userId="f0ea580a-03ee-4a63-bd84-436803179175" providerId="ADAL" clId="{05124510-CA5D-4756-80DC-265ADABE23BD}" dt="2025-09-23T18:01:59.770" v="7" actId="47"/>
        <pc:sldMkLst>
          <pc:docMk/>
          <pc:sldMk cId="1948909746" sldId="388"/>
        </pc:sldMkLst>
      </pc:sldChg>
      <pc:sldChg chg="del">
        <pc:chgData name="Thompson, Brielle" userId="f0ea580a-03ee-4a63-bd84-436803179175" providerId="ADAL" clId="{05124510-CA5D-4756-80DC-265ADABE23BD}" dt="2025-09-23T18:02:00.321" v="24" actId="47"/>
        <pc:sldMkLst>
          <pc:docMk/>
          <pc:sldMk cId="3916794509" sldId="389"/>
        </pc:sldMkLst>
      </pc:sldChg>
      <pc:sldChg chg="del">
        <pc:chgData name="Thompson, Brielle" userId="f0ea580a-03ee-4a63-bd84-436803179175" providerId="ADAL" clId="{05124510-CA5D-4756-80DC-265ADABE23BD}" dt="2025-09-23T18:02:00.421" v="27" actId="47"/>
        <pc:sldMkLst>
          <pc:docMk/>
          <pc:sldMk cId="796488636" sldId="390"/>
        </pc:sldMkLst>
      </pc:sldChg>
      <pc:sldChg chg="del">
        <pc:chgData name="Thompson, Brielle" userId="f0ea580a-03ee-4a63-bd84-436803179175" providerId="ADAL" clId="{05124510-CA5D-4756-80DC-265ADABE23BD}" dt="2025-09-23T18:02:00.780" v="38" actId="47"/>
        <pc:sldMkLst>
          <pc:docMk/>
          <pc:sldMk cId="3515720215" sldId="391"/>
        </pc:sldMkLst>
      </pc:sldChg>
      <pc:sldChg chg="del">
        <pc:chgData name="Thompson, Brielle" userId="f0ea580a-03ee-4a63-bd84-436803179175" providerId="ADAL" clId="{05124510-CA5D-4756-80DC-265ADABE23BD}" dt="2025-09-23T18:02:10.112" v="46" actId="47"/>
        <pc:sldMkLst>
          <pc:docMk/>
          <pc:sldMk cId="2330120893" sldId="392"/>
        </pc:sldMkLst>
      </pc:sldChg>
      <pc:sldChg chg="del">
        <pc:chgData name="Thompson, Brielle" userId="f0ea580a-03ee-4a63-bd84-436803179175" providerId="ADAL" clId="{05124510-CA5D-4756-80DC-265ADABE23BD}" dt="2025-09-23T18:02:00.896" v="41" actId="47"/>
        <pc:sldMkLst>
          <pc:docMk/>
          <pc:sldMk cId="159224284" sldId="39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D0CED7-92F4-4138-87E8-6B85AC39F7FD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2311F2-5776-4B3C-8949-0AB4A691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009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2311F2-5776-4B3C-8949-0AB4A691C0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6318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2C1E4-827C-0CDD-EC66-5D5EE8852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DB3C2E-F7EC-18E8-01A0-F799FD5AED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B2CE31-2FB3-EEA8-2AF2-69BE9FDA27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https://pubs.usgs.gov/of/2011/1012/pdf/ofr20111012.pdf#page=17.21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ECF60-5146-D813-FA4D-2143E3F9E8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5CBE6-72FD-4C97-A5E1-1D65DDF4F59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05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2311F2-5776-4B3C-8949-0AB4A691C0E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500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2311F2-5776-4B3C-8949-0AB4A691C0E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8982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C3DDF-42A0-0530-C9D2-81CEAC983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AFA558-ED9C-54BB-DF35-39961B06A4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E2AB24-3251-55A4-8EC1-0BBDAC8F5E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303C0-47B2-FC61-1FC6-E3C5094DFF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2311F2-5776-4B3C-8949-0AB4A691C0E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7245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462A8-A909-AFF5-EB69-9CAD2BAF2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4B1A88-ECAA-65F6-7CB4-73DDFE36EF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A23432-4D49-17D1-16D7-EA0FF139A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26D167-24E7-7A50-F210-4C8AD0D82B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2311F2-5776-4B3C-8949-0AB4A691C0E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842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12475-7CF0-408A-B5B8-3330C0C1244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C6AA1-F993-436E-99FC-63F28720B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657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12475-7CF0-408A-B5B8-3330C0C1244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C6AA1-F993-436E-99FC-63F28720B9C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2FD9346-AA22-5D16-331E-DA6EB867F8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1973" y="6205403"/>
            <a:ext cx="3185154" cy="62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8248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12475-7CF0-408A-B5B8-3330C0C1244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C6AA1-F993-436E-99FC-63F28720B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608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12475-7CF0-408A-B5B8-3330C0C1244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C6AA1-F993-436E-99FC-63F28720B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076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12475-7CF0-408A-B5B8-3330C0C1244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C6AA1-F993-436E-99FC-63F28720B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401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12475-7CF0-408A-B5B8-3330C0C1244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C6AA1-F993-436E-99FC-63F28720B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696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12475-7CF0-408A-B5B8-3330C0C1244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C6AA1-F993-436E-99FC-63F28720B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292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12475-7CF0-408A-B5B8-3330C0C1244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C6AA1-F993-436E-99FC-63F28720B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339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12475-7CF0-408A-B5B8-3330C0C1244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C6AA1-F993-436E-99FC-63F28720B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03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12475-7CF0-408A-B5B8-3330C0C1244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C6AA1-F993-436E-99FC-63F28720B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835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12475-7CF0-408A-B5B8-3330C0C1244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C6AA1-F993-436E-99FC-63F28720B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437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212475-7CF0-408A-B5B8-3330C0C1244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8C6AA1-F993-436E-99FC-63F28720B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83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5BEBF-21D4-7FE7-5565-B9CE21229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EB358018-B663-1708-44F1-1D424829EFD2}"/>
              </a:ext>
            </a:extLst>
          </p:cNvPr>
          <p:cNvSpPr txBox="1"/>
          <p:nvPr/>
        </p:nvSpPr>
        <p:spPr>
          <a:xfrm>
            <a:off x="1990310" y="2274838"/>
            <a:ext cx="82113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Rapid prototype project:</a:t>
            </a:r>
          </a:p>
          <a:p>
            <a:pPr algn="ctr"/>
            <a:r>
              <a:rPr lang="en-US" sz="4800" dirty="0"/>
              <a:t>Non-native fish control below glen canyon dam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C804F166-D368-4415-13E1-2E01974964EF}"/>
              </a:ext>
            </a:extLst>
          </p:cNvPr>
          <p:cNvSpPr txBox="1">
            <a:spLocks/>
          </p:cNvSpPr>
          <p:nvPr/>
        </p:nvSpPr>
        <p:spPr>
          <a:xfrm>
            <a:off x="0" y="6646048"/>
            <a:ext cx="5658480" cy="21195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/>
              <a:t>Adapted, modified, and simplified from Runge et al. 2011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22737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>
            <a:extLst>
              <a:ext uri="{FF2B5EF4-FFF2-40B4-BE49-F238E27FC236}">
                <a16:creationId xmlns:a16="http://schemas.microsoft.com/office/drawing/2014/main" id="{D040760B-3CDE-6CA5-D025-97B740EFF108}"/>
              </a:ext>
            </a:extLst>
          </p:cNvPr>
          <p:cNvSpPr txBox="1"/>
          <p:nvPr/>
        </p:nvSpPr>
        <p:spPr>
          <a:xfrm>
            <a:off x="459739" y="1555100"/>
            <a:ext cx="5842923" cy="58477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3200" b="1" u="sng" dirty="0"/>
              <a:t>Pr</a:t>
            </a:r>
            <a:r>
              <a:rPr lang="en-US" sz="3200" dirty="0"/>
              <a:t>oblem framing statement: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3A162FD-767E-C30C-D1E5-E7FFA7D11BF0}"/>
              </a:ext>
            </a:extLst>
          </p:cNvPr>
          <p:cNvSpPr txBox="1"/>
          <p:nvPr/>
        </p:nvSpPr>
        <p:spPr>
          <a:xfrm>
            <a:off x="409579" y="2227620"/>
            <a:ext cx="1137284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Bureau of reclamation </a:t>
            </a:r>
            <a:r>
              <a:rPr lang="en-US" sz="2800" dirty="0"/>
              <a:t>is trying to </a:t>
            </a:r>
            <a:r>
              <a:rPr lang="en-US" sz="2800" b="1" dirty="0">
                <a:solidFill>
                  <a:srgbClr val="FF0000"/>
                </a:solidFill>
              </a:rPr>
              <a:t>make decisions regarding invasive trout management</a:t>
            </a:r>
            <a:r>
              <a:rPr lang="en-US" sz="2800" dirty="0"/>
              <a:t> to </a:t>
            </a:r>
            <a:r>
              <a:rPr lang="en-US" sz="2800" b="1" dirty="0">
                <a:solidFill>
                  <a:srgbClr val="7030A0"/>
                </a:solidFill>
              </a:rPr>
              <a:t>achieve recovery of humpback chub </a:t>
            </a:r>
            <a:r>
              <a:rPr lang="en-US" sz="2800" dirty="0"/>
              <a:t>populations 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</a:rPr>
              <a:t>over the next 5 years </a:t>
            </a:r>
            <a:r>
              <a:rPr lang="en-US" sz="2800" dirty="0"/>
              <a:t>in the </a:t>
            </a:r>
            <a:r>
              <a:rPr lang="en-US" sz="2800" b="1" dirty="0">
                <a:solidFill>
                  <a:srgbClr val="FF7C80"/>
                </a:solidFill>
              </a:rPr>
              <a:t>Little Colorado River, below the Glen Canyon </a:t>
            </a:r>
            <a:r>
              <a:rPr lang="en-US" sz="2800" dirty="0"/>
              <a:t>Dam considering </a:t>
            </a:r>
            <a:r>
              <a:rPr lang="en-US" sz="2800" b="1" dirty="0">
                <a:solidFill>
                  <a:schemeClr val="bg1">
                    <a:lumMod val="50000"/>
                  </a:schemeClr>
                </a:solidFill>
              </a:rPr>
              <a:t>sacred sites and spiritual values of local Native American tribes (e.g., avoid taking of life), humpback chub recovery, trout invasion, recreational values, cost, and local economies.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C9AF3E9-4C32-A607-B4BD-65E8CD9881B9}"/>
              </a:ext>
            </a:extLst>
          </p:cNvPr>
          <p:cNvSpPr txBox="1"/>
          <p:nvPr/>
        </p:nvSpPr>
        <p:spPr>
          <a:xfrm>
            <a:off x="290547" y="86738"/>
            <a:ext cx="68886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SDM project: </a:t>
            </a:r>
            <a:r>
              <a:rPr lang="en-US" sz="2000" dirty="0"/>
              <a:t>Non-native fish control below glen canyon dam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78D52FC8-F704-0769-DE5D-ACAE64F14840}"/>
              </a:ext>
            </a:extLst>
          </p:cNvPr>
          <p:cNvSpPr txBox="1">
            <a:spLocks/>
          </p:cNvSpPr>
          <p:nvPr/>
        </p:nvSpPr>
        <p:spPr>
          <a:xfrm>
            <a:off x="0" y="6646048"/>
            <a:ext cx="5658480" cy="21195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 dirty="0"/>
              <a:t>Adapted, modified, and simplified from Runge et al. 2011</a:t>
            </a:r>
          </a:p>
        </p:txBody>
      </p:sp>
    </p:spTree>
    <p:extLst>
      <p:ext uri="{BB962C8B-B14F-4D97-AF65-F5344CB8AC3E}">
        <p14:creationId xmlns:p14="http://schemas.microsoft.com/office/powerpoint/2010/main" val="1296842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AC77B-097B-D51F-2A1B-942FE47A3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AAC225C-1316-D42D-E0E2-6454BD122943}"/>
              </a:ext>
            </a:extLst>
          </p:cNvPr>
          <p:cNvSpPr txBox="1"/>
          <p:nvPr/>
        </p:nvSpPr>
        <p:spPr>
          <a:xfrm>
            <a:off x="770719" y="505383"/>
            <a:ext cx="10971289" cy="58477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3200" b="1" u="sng" dirty="0"/>
              <a:t>O</a:t>
            </a:r>
            <a:r>
              <a:rPr lang="en-US" sz="3200" dirty="0"/>
              <a:t>bjectives (objectives hierarchy)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28F1D0-00AD-1530-AE87-8A12FBC8BEE8}"/>
              </a:ext>
            </a:extLst>
          </p:cNvPr>
          <p:cNvSpPr/>
          <p:nvPr/>
        </p:nvSpPr>
        <p:spPr>
          <a:xfrm>
            <a:off x="6118573" y="1864432"/>
            <a:ext cx="2443536" cy="11087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3AF73C-008D-A616-70BD-F94DA6FA65F9}"/>
              </a:ext>
            </a:extLst>
          </p:cNvPr>
          <p:cNvSpPr/>
          <p:nvPr/>
        </p:nvSpPr>
        <p:spPr>
          <a:xfrm>
            <a:off x="8792500" y="1864431"/>
            <a:ext cx="2443536" cy="11087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F87CBBA-964B-ECFF-C535-7BAA16031517}"/>
              </a:ext>
            </a:extLst>
          </p:cNvPr>
          <p:cNvSpPr/>
          <p:nvPr/>
        </p:nvSpPr>
        <p:spPr>
          <a:xfrm rot="16200000">
            <a:off x="-286305" y="3728254"/>
            <a:ext cx="1702315" cy="9511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Means objectives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A50441-7BE0-0BDD-664E-CA6FA7370CBD}"/>
              </a:ext>
            </a:extLst>
          </p:cNvPr>
          <p:cNvSpPr/>
          <p:nvPr/>
        </p:nvSpPr>
        <p:spPr>
          <a:xfrm>
            <a:off x="1359537" y="3642435"/>
            <a:ext cx="1265899" cy="11087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72B842A-F485-9C00-F8AD-F8EC547C6C60}"/>
              </a:ext>
            </a:extLst>
          </p:cNvPr>
          <p:cNvSpPr/>
          <p:nvPr/>
        </p:nvSpPr>
        <p:spPr>
          <a:xfrm>
            <a:off x="2836460" y="3642435"/>
            <a:ext cx="1265899" cy="11087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C887368-082C-8CD3-440C-BF3C267E3DF7}"/>
              </a:ext>
            </a:extLst>
          </p:cNvPr>
          <p:cNvSpPr/>
          <p:nvPr/>
        </p:nvSpPr>
        <p:spPr>
          <a:xfrm>
            <a:off x="4313383" y="3642435"/>
            <a:ext cx="1265899" cy="11087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735008E-0C00-1994-6880-84395C79B8C4}"/>
              </a:ext>
            </a:extLst>
          </p:cNvPr>
          <p:cNvSpPr/>
          <p:nvPr/>
        </p:nvSpPr>
        <p:spPr>
          <a:xfrm>
            <a:off x="5790306" y="3642435"/>
            <a:ext cx="1265899" cy="11087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B659437-5E45-ACC4-7107-FF08A1B111A1}"/>
              </a:ext>
            </a:extLst>
          </p:cNvPr>
          <p:cNvSpPr/>
          <p:nvPr/>
        </p:nvSpPr>
        <p:spPr>
          <a:xfrm>
            <a:off x="7261337" y="3642434"/>
            <a:ext cx="1265899" cy="11087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F4B9BF-6238-1DDA-28F8-C84967B2BC7A}"/>
              </a:ext>
            </a:extLst>
          </p:cNvPr>
          <p:cNvSpPr/>
          <p:nvPr/>
        </p:nvSpPr>
        <p:spPr>
          <a:xfrm>
            <a:off x="8732368" y="3656482"/>
            <a:ext cx="1265899" cy="11087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1C08105-520B-0252-AB9D-2F16B6AAAF98}"/>
              </a:ext>
            </a:extLst>
          </p:cNvPr>
          <p:cNvSpPr/>
          <p:nvPr/>
        </p:nvSpPr>
        <p:spPr>
          <a:xfrm>
            <a:off x="10203399" y="3656482"/>
            <a:ext cx="1265899" cy="11087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FC4E15B-D204-D28F-0B7F-5C2FE2A6437E}"/>
              </a:ext>
            </a:extLst>
          </p:cNvPr>
          <p:cNvSpPr/>
          <p:nvPr/>
        </p:nvSpPr>
        <p:spPr>
          <a:xfrm>
            <a:off x="770719" y="1194084"/>
            <a:ext cx="10855317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Fundamental objectives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F568856-5FF9-211A-9056-292446A2DB55}"/>
              </a:ext>
            </a:extLst>
          </p:cNvPr>
          <p:cNvSpPr/>
          <p:nvPr/>
        </p:nvSpPr>
        <p:spPr>
          <a:xfrm>
            <a:off x="770719" y="1864432"/>
            <a:ext cx="2443536" cy="11087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869DF46-F505-48EF-C65A-A129619E17DA}"/>
              </a:ext>
            </a:extLst>
          </p:cNvPr>
          <p:cNvSpPr/>
          <p:nvPr/>
        </p:nvSpPr>
        <p:spPr>
          <a:xfrm>
            <a:off x="3444646" y="1864431"/>
            <a:ext cx="2443536" cy="11087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E00FFBE-B0AA-B112-5ECA-AF770C4C200A}"/>
              </a:ext>
            </a:extLst>
          </p:cNvPr>
          <p:cNvSpPr/>
          <p:nvPr/>
        </p:nvSpPr>
        <p:spPr>
          <a:xfrm>
            <a:off x="1040435" y="5137473"/>
            <a:ext cx="3848357" cy="14881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Process objectives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- Be respectful of tribal values and rituals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CAB89AF-C83B-C959-E9E6-E004FAE998D0}"/>
              </a:ext>
            </a:extLst>
          </p:cNvPr>
          <p:cNvSpPr/>
          <p:nvPr/>
        </p:nvSpPr>
        <p:spPr>
          <a:xfrm>
            <a:off x="5007331" y="5054994"/>
            <a:ext cx="3848357" cy="16531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Strategic objectives</a:t>
            </a:r>
          </a:p>
          <a:p>
            <a:r>
              <a:rPr lang="en-US" b="1" dirty="0">
                <a:solidFill>
                  <a:schemeClr val="tx1"/>
                </a:solidFill>
              </a:rPr>
              <a:t>-</a:t>
            </a:r>
            <a:r>
              <a:rPr lang="en-US" dirty="0">
                <a:solidFill>
                  <a:schemeClr val="tx1"/>
                </a:solidFill>
              </a:rPr>
              <a:t>Operate within the authority, capabilities, and legal responsibility of the Bureau of Reclamation</a:t>
            </a:r>
          </a:p>
          <a:p>
            <a:r>
              <a:rPr lang="en-US" dirty="0">
                <a:solidFill>
                  <a:schemeClr val="tx1"/>
                </a:solidFill>
              </a:rPr>
              <a:t>- Follow ESA compliances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38946E9-D2BB-D0DE-8247-F01F45715ABB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1992487" y="2973185"/>
            <a:ext cx="0" cy="6692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0AEDB6F-B647-2CCC-E591-9FB9014A3098}"/>
              </a:ext>
            </a:extLst>
          </p:cNvPr>
          <p:cNvCxnSpPr>
            <a:cxnSpLocks/>
            <a:stCxn id="21" idx="0"/>
          </p:cNvCxnSpPr>
          <p:nvPr/>
        </p:nvCxnSpPr>
        <p:spPr>
          <a:xfrm flipV="1">
            <a:off x="3469410" y="2973184"/>
            <a:ext cx="1197004" cy="6692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B3C284B-0D81-6B0D-31A7-CC90C858D25C}"/>
              </a:ext>
            </a:extLst>
          </p:cNvPr>
          <p:cNvCxnSpPr>
            <a:cxnSpLocks/>
            <a:stCxn id="22" idx="0"/>
          </p:cNvCxnSpPr>
          <p:nvPr/>
        </p:nvCxnSpPr>
        <p:spPr>
          <a:xfrm flipH="1" flipV="1">
            <a:off x="4666414" y="2973184"/>
            <a:ext cx="279919" cy="6692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5A88797-3C93-2631-3140-8427651EDD8C}"/>
              </a:ext>
            </a:extLst>
          </p:cNvPr>
          <p:cNvCxnSpPr>
            <a:cxnSpLocks/>
            <a:stCxn id="24" idx="0"/>
          </p:cNvCxnSpPr>
          <p:nvPr/>
        </p:nvCxnSpPr>
        <p:spPr>
          <a:xfrm flipV="1">
            <a:off x="6423256" y="2973185"/>
            <a:ext cx="917085" cy="6692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F619188-09D3-AD5B-C028-DA47A453C2E4}"/>
              </a:ext>
            </a:extLst>
          </p:cNvPr>
          <p:cNvCxnSpPr>
            <a:cxnSpLocks/>
            <a:stCxn id="25" idx="0"/>
          </p:cNvCxnSpPr>
          <p:nvPr/>
        </p:nvCxnSpPr>
        <p:spPr>
          <a:xfrm flipH="1" flipV="1">
            <a:off x="7340341" y="2973185"/>
            <a:ext cx="553946" cy="6692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973476E-6024-A358-03E5-F02FFCFCE946}"/>
              </a:ext>
            </a:extLst>
          </p:cNvPr>
          <p:cNvCxnSpPr>
            <a:cxnSpLocks/>
            <a:stCxn id="26" idx="0"/>
          </p:cNvCxnSpPr>
          <p:nvPr/>
        </p:nvCxnSpPr>
        <p:spPr>
          <a:xfrm flipV="1">
            <a:off x="9365318" y="2973184"/>
            <a:ext cx="648950" cy="6832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0F04FBE-2E1B-CE80-F904-90B33837A4D6}"/>
              </a:ext>
            </a:extLst>
          </p:cNvPr>
          <p:cNvCxnSpPr>
            <a:cxnSpLocks/>
            <a:stCxn id="27" idx="0"/>
          </p:cNvCxnSpPr>
          <p:nvPr/>
        </p:nvCxnSpPr>
        <p:spPr>
          <a:xfrm flipH="1" flipV="1">
            <a:off x="10014268" y="2973184"/>
            <a:ext cx="822081" cy="6832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E54DBEF-720B-030F-98C8-56A7E0C1C45A}"/>
              </a:ext>
            </a:extLst>
          </p:cNvPr>
          <p:cNvSpPr txBox="1"/>
          <p:nvPr/>
        </p:nvSpPr>
        <p:spPr>
          <a:xfrm>
            <a:off x="743009" y="1979523"/>
            <a:ext cx="27519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Maximize resources to protect tribal sacred sites and spiritual values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D9116B-D82B-360B-4D03-59FF733671A3}"/>
              </a:ext>
            </a:extLst>
          </p:cNvPr>
          <p:cNvSpPr txBox="1"/>
          <p:nvPr/>
        </p:nvSpPr>
        <p:spPr>
          <a:xfrm>
            <a:off x="3492360" y="2025689"/>
            <a:ext cx="23481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Maximize native species integrity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227281C-2BCE-C604-5231-C1E44B1169FA}"/>
              </a:ext>
            </a:extLst>
          </p:cNvPr>
          <p:cNvSpPr txBox="1">
            <a:spLocks/>
          </p:cNvSpPr>
          <p:nvPr/>
        </p:nvSpPr>
        <p:spPr>
          <a:xfrm>
            <a:off x="8945248" y="5716807"/>
            <a:ext cx="2680788" cy="52824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Adapted, modified, and simplified from Runge et al. 2011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3E7FB1-6FCD-EF34-7A0D-43C9715AA0F2}"/>
              </a:ext>
            </a:extLst>
          </p:cNvPr>
          <p:cNvSpPr txBox="1"/>
          <p:nvPr/>
        </p:nvSpPr>
        <p:spPr>
          <a:xfrm>
            <a:off x="6198377" y="2025689"/>
            <a:ext cx="23481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Maximize recreation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65C32A-5D2E-2AB3-2086-481B147A380F}"/>
              </a:ext>
            </a:extLst>
          </p:cNvPr>
          <p:cNvSpPr txBox="1"/>
          <p:nvPr/>
        </p:nvSpPr>
        <p:spPr>
          <a:xfrm>
            <a:off x="9090372" y="2025689"/>
            <a:ext cx="18477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Minimize cost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DE5183-7A5B-8D0B-C23D-E32350A16E47}"/>
              </a:ext>
            </a:extLst>
          </p:cNvPr>
          <p:cNvSpPr txBox="1"/>
          <p:nvPr/>
        </p:nvSpPr>
        <p:spPr>
          <a:xfrm>
            <a:off x="4349045" y="3892355"/>
            <a:ext cx="1265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Min. trout population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160707-9F1D-D6F1-9BFB-0EF1F3BD4BB8}"/>
              </a:ext>
            </a:extLst>
          </p:cNvPr>
          <p:cNvSpPr txBox="1"/>
          <p:nvPr/>
        </p:nvSpPr>
        <p:spPr>
          <a:xfrm>
            <a:off x="2865015" y="3873646"/>
            <a:ext cx="11970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Max. HBC population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D66FEE-F936-497C-D383-C02F6BF18018}"/>
              </a:ext>
            </a:extLst>
          </p:cNvPr>
          <p:cNvSpPr txBox="1"/>
          <p:nvPr/>
        </p:nvSpPr>
        <p:spPr>
          <a:xfrm>
            <a:off x="1471552" y="3735145"/>
            <a:ext cx="11249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Min. taking of life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65467BF-4CC6-799A-CE9B-A4820B249171}"/>
              </a:ext>
            </a:extLst>
          </p:cNvPr>
          <p:cNvSpPr txBox="1"/>
          <p:nvPr/>
        </p:nvSpPr>
        <p:spPr>
          <a:xfrm>
            <a:off x="5840467" y="3752943"/>
            <a:ext cx="12658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Min. wilderness days lost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9F7FCEE-76BC-6289-B864-928DD0D6DE59}"/>
              </a:ext>
            </a:extLst>
          </p:cNvPr>
          <p:cNvSpPr txBox="1"/>
          <p:nvPr/>
        </p:nvSpPr>
        <p:spPr>
          <a:xfrm>
            <a:off x="7430542" y="3892355"/>
            <a:ext cx="1027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Max. fish catch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CDF184F-E665-30DA-10E4-595FC5F33D36}"/>
              </a:ext>
            </a:extLst>
          </p:cNvPr>
          <p:cNvSpPr txBox="1"/>
          <p:nvPr/>
        </p:nvSpPr>
        <p:spPr>
          <a:xfrm>
            <a:off x="8857644" y="3752943"/>
            <a:ext cx="11566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Min. trout removal cost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B6E5EF9-F088-8B95-60C7-BB312528B3F8}"/>
              </a:ext>
            </a:extLst>
          </p:cNvPr>
          <p:cNvSpPr txBox="1"/>
          <p:nvPr/>
        </p:nvSpPr>
        <p:spPr>
          <a:xfrm>
            <a:off x="10259449" y="3752943"/>
            <a:ext cx="12994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Max. dam power production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40DB6C-E43B-690D-8C21-3CAD1BF7A5E3}"/>
              </a:ext>
            </a:extLst>
          </p:cNvPr>
          <p:cNvSpPr txBox="1"/>
          <p:nvPr/>
        </p:nvSpPr>
        <p:spPr>
          <a:xfrm>
            <a:off x="290547" y="86738"/>
            <a:ext cx="68886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SDM project: </a:t>
            </a:r>
            <a:r>
              <a:rPr lang="en-US" sz="2000" dirty="0"/>
              <a:t>Non-native fish control below glen canyon dam</a:t>
            </a:r>
          </a:p>
        </p:txBody>
      </p:sp>
    </p:spTree>
    <p:extLst>
      <p:ext uri="{BB962C8B-B14F-4D97-AF65-F5344CB8AC3E}">
        <p14:creationId xmlns:p14="http://schemas.microsoft.com/office/powerpoint/2010/main" val="1423802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31" grpId="0" animBg="1"/>
      <p:bldP spid="32" grpId="0" animBg="1"/>
      <p:bldP spid="10" grpId="0"/>
      <p:bldP spid="12" grpId="0"/>
      <p:bldP spid="23" grpId="0"/>
      <p:bldP spid="33" grpId="0"/>
      <p:bldP spid="37" grpId="0"/>
      <p:bldP spid="39" grpId="0"/>
      <p:bldP spid="4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A58C6F1-B6A6-826B-1470-B17179037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201296"/>
              </p:ext>
            </p:extLst>
          </p:nvPr>
        </p:nvGraphicFramePr>
        <p:xfrm>
          <a:off x="698431" y="1203592"/>
          <a:ext cx="11000708" cy="24807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9937">
                  <a:extLst>
                    <a:ext uri="{9D8B030D-6E8A-4147-A177-3AD203B41FA5}">
                      <a16:colId xmlns:a16="http://schemas.microsoft.com/office/drawing/2014/main" val="2142830836"/>
                    </a:ext>
                  </a:extLst>
                </a:gridCol>
                <a:gridCol w="2832753">
                  <a:extLst>
                    <a:ext uri="{9D8B030D-6E8A-4147-A177-3AD203B41FA5}">
                      <a16:colId xmlns:a16="http://schemas.microsoft.com/office/drawing/2014/main" val="1921351960"/>
                    </a:ext>
                  </a:extLst>
                </a:gridCol>
                <a:gridCol w="4048018">
                  <a:extLst>
                    <a:ext uri="{9D8B030D-6E8A-4147-A177-3AD203B41FA5}">
                      <a16:colId xmlns:a16="http://schemas.microsoft.com/office/drawing/2014/main" val="3800215382"/>
                    </a:ext>
                  </a:extLst>
                </a:gridCol>
              </a:tblGrid>
              <a:tr h="463417">
                <a:tc>
                  <a:txBody>
                    <a:bodyPr/>
                    <a:lstStyle/>
                    <a:p>
                      <a:r>
                        <a:rPr lang="en-US" sz="2400" dirty="0"/>
                        <a:t>a) Trout management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b) HBC habitat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c) Recreation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542336"/>
                  </a:ext>
                </a:extLst>
              </a:tr>
              <a:tr h="327541">
                <a:tc>
                  <a:txBody>
                    <a:bodyPr/>
                    <a:lstStyle/>
                    <a:p>
                      <a:r>
                        <a:rPr lang="en-US" sz="2000" dirty="0"/>
                        <a:t>1. None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/>
                        <a:t>1. None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1. No changes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577313"/>
                  </a:ext>
                </a:extLst>
              </a:tr>
              <a:tr h="391838">
                <a:tc>
                  <a:txBody>
                    <a:bodyPr/>
                    <a:lstStyle/>
                    <a:p>
                      <a:r>
                        <a:rPr lang="en-US" sz="2000" dirty="0"/>
                        <a:t>2. 25 fish/acre killed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2. Plant native vegetation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2. Remove 50 boating days per 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903576"/>
                  </a:ext>
                </a:extLst>
              </a:tr>
              <a:tr h="299631">
                <a:tc>
                  <a:txBody>
                    <a:bodyPr/>
                    <a:lstStyle/>
                    <a:p>
                      <a:r>
                        <a:rPr lang="en-US" sz="2000" dirty="0"/>
                        <a:t>3. 50 fish/acre killed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3. Build sediment curtain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3. Close wilderness areas for 1 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78695"/>
                  </a:ext>
                </a:extLst>
              </a:tr>
              <a:tr h="285215">
                <a:tc>
                  <a:txBody>
                    <a:bodyPr/>
                    <a:lstStyle/>
                    <a:p>
                      <a:r>
                        <a:rPr lang="en-US" sz="2000" dirty="0"/>
                        <a:t>4. 25 fish/acre removed via helicopter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4. Prohibit boating for 1 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015933"/>
                  </a:ext>
                </a:extLst>
              </a:tr>
              <a:tr h="4323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5. 50 fish/acre removed via helicopter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793786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F9242D3-C8A7-3495-6217-550FD51ABCEB}"/>
              </a:ext>
            </a:extLst>
          </p:cNvPr>
          <p:cNvSpPr txBox="1"/>
          <p:nvPr/>
        </p:nvSpPr>
        <p:spPr>
          <a:xfrm>
            <a:off x="4817587" y="614387"/>
            <a:ext cx="81840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----------------------THEMES-----------------------</a:t>
            </a:r>
            <a:endParaRPr lang="en-US" sz="24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C016BE0-B415-7539-9B8D-928CDC0A4D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907748"/>
              </p:ext>
            </p:extLst>
          </p:nvPr>
        </p:nvGraphicFramePr>
        <p:xfrm>
          <a:off x="752927" y="4387297"/>
          <a:ext cx="7297672" cy="2383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0044">
                  <a:extLst>
                    <a:ext uri="{9D8B030D-6E8A-4147-A177-3AD203B41FA5}">
                      <a16:colId xmlns:a16="http://schemas.microsoft.com/office/drawing/2014/main" val="4144783204"/>
                    </a:ext>
                  </a:extLst>
                </a:gridCol>
                <a:gridCol w="2544509">
                  <a:extLst>
                    <a:ext uri="{9D8B030D-6E8A-4147-A177-3AD203B41FA5}">
                      <a16:colId xmlns:a16="http://schemas.microsoft.com/office/drawing/2014/main" val="2142830836"/>
                    </a:ext>
                  </a:extLst>
                </a:gridCol>
                <a:gridCol w="1930972">
                  <a:extLst>
                    <a:ext uri="{9D8B030D-6E8A-4147-A177-3AD203B41FA5}">
                      <a16:colId xmlns:a16="http://schemas.microsoft.com/office/drawing/2014/main" val="1921351960"/>
                    </a:ext>
                  </a:extLst>
                </a:gridCol>
                <a:gridCol w="1712147">
                  <a:extLst>
                    <a:ext uri="{9D8B030D-6E8A-4147-A177-3AD203B41FA5}">
                      <a16:colId xmlns:a16="http://schemas.microsoft.com/office/drawing/2014/main" val="3800215382"/>
                    </a:ext>
                  </a:extLst>
                </a:gridCol>
              </a:tblGrid>
              <a:tr h="215757">
                <a:tc>
                  <a:txBody>
                    <a:bodyPr/>
                    <a:lstStyle/>
                    <a:p>
                      <a:r>
                        <a:rPr lang="en-US" sz="2000" dirty="0"/>
                        <a:t>Strategy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A) Trout management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B) HBC habitat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C) Recreation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542336"/>
                  </a:ext>
                </a:extLst>
              </a:tr>
              <a:tr h="238059">
                <a:tc>
                  <a:txBody>
                    <a:bodyPr/>
                    <a:lstStyle/>
                    <a:p>
                      <a:r>
                        <a:rPr lang="en-US" sz="2000" dirty="0"/>
                        <a:t>A (none)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797750"/>
                  </a:ext>
                </a:extLst>
              </a:tr>
              <a:tr h="393404">
                <a:tc>
                  <a:txBody>
                    <a:bodyPr/>
                    <a:lstStyle/>
                    <a:p>
                      <a:r>
                        <a:rPr lang="en-US" sz="2000" dirty="0"/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b2, b3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903576"/>
                  </a:ext>
                </a:extLst>
              </a:tr>
              <a:tr h="212921">
                <a:tc>
                  <a:txBody>
                    <a:bodyPr/>
                    <a:lstStyle/>
                    <a:p>
                      <a:r>
                        <a:rPr lang="en-US" sz="2000" dirty="0"/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b2, b3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78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/>
                        <a:t>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b2, b3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015933"/>
                  </a:ext>
                </a:extLst>
              </a:tr>
              <a:tr h="4027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a5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c3, c4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7937863"/>
                  </a:ext>
                </a:extLst>
              </a:tr>
            </a:tbl>
          </a:graphicData>
        </a:graphic>
      </p:graphicFrame>
      <p:sp>
        <p:nvSpPr>
          <p:cNvPr id="10" name="Arrow: Left 9">
            <a:extLst>
              <a:ext uri="{FF2B5EF4-FFF2-40B4-BE49-F238E27FC236}">
                <a16:creationId xmlns:a16="http://schemas.microsoft.com/office/drawing/2014/main" id="{40C95B59-C893-4593-DB5C-DCD427DA0EEF}"/>
              </a:ext>
            </a:extLst>
          </p:cNvPr>
          <p:cNvSpPr/>
          <p:nvPr/>
        </p:nvSpPr>
        <p:spPr>
          <a:xfrm rot="16200000">
            <a:off x="2628035" y="3697127"/>
            <a:ext cx="607628" cy="422041"/>
          </a:xfrm>
          <a:prstGeom prst="leftArrow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2D5C69-8C91-E639-96DF-06A8CBE6B85A}"/>
              </a:ext>
            </a:extLst>
          </p:cNvPr>
          <p:cNvSpPr txBox="1"/>
          <p:nvPr/>
        </p:nvSpPr>
        <p:spPr>
          <a:xfrm>
            <a:off x="3307654" y="3759142"/>
            <a:ext cx="36062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Strategy table: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9BD1B6D-9CC1-8529-A38B-12DA37BFA4F2}"/>
              </a:ext>
            </a:extLst>
          </p:cNvPr>
          <p:cNvSpPr txBox="1">
            <a:spLocks/>
          </p:cNvSpPr>
          <p:nvPr/>
        </p:nvSpPr>
        <p:spPr>
          <a:xfrm>
            <a:off x="8909618" y="5936361"/>
            <a:ext cx="2371526" cy="38180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 dirty="0"/>
              <a:t>Adapted, modified, and simplified from Runge et al. 2011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697625-0DC5-C00E-28F2-FAE03A4C1895}"/>
              </a:ext>
            </a:extLst>
          </p:cNvPr>
          <p:cNvSpPr txBox="1"/>
          <p:nvPr/>
        </p:nvSpPr>
        <p:spPr>
          <a:xfrm>
            <a:off x="355862" y="530972"/>
            <a:ext cx="5842923" cy="58477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3200" b="1" u="sng" dirty="0"/>
              <a:t>A</a:t>
            </a:r>
            <a:r>
              <a:rPr lang="en-US" sz="3200" dirty="0"/>
              <a:t>lternatives: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74654A-0E25-3529-EC2C-BCF6D5AE5F98}"/>
              </a:ext>
            </a:extLst>
          </p:cNvPr>
          <p:cNvSpPr txBox="1"/>
          <p:nvPr/>
        </p:nvSpPr>
        <p:spPr>
          <a:xfrm>
            <a:off x="290547" y="86738"/>
            <a:ext cx="68886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SDM project: </a:t>
            </a:r>
            <a:r>
              <a:rPr lang="en-US" sz="2000" dirty="0"/>
              <a:t>Non-native fish control below glen canyon dam</a:t>
            </a:r>
          </a:p>
        </p:txBody>
      </p:sp>
    </p:spTree>
    <p:extLst>
      <p:ext uri="{BB962C8B-B14F-4D97-AF65-F5344CB8AC3E}">
        <p14:creationId xmlns:p14="http://schemas.microsoft.com/office/powerpoint/2010/main" val="1187640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FC87A-AA4B-E9B0-CF61-B7D34B753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Picture 128">
            <a:extLst>
              <a:ext uri="{FF2B5EF4-FFF2-40B4-BE49-F238E27FC236}">
                <a16:creationId xmlns:a16="http://schemas.microsoft.com/office/drawing/2014/main" id="{712D0C57-2016-98E2-CCB5-D16F22EB4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181" y="1221426"/>
            <a:ext cx="10080929" cy="4946906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5A0544A2-C32F-C241-1AEA-CDE7DF899DAD}"/>
              </a:ext>
            </a:extLst>
          </p:cNvPr>
          <p:cNvSpPr txBox="1"/>
          <p:nvPr/>
        </p:nvSpPr>
        <p:spPr>
          <a:xfrm>
            <a:off x="355862" y="530972"/>
            <a:ext cx="5842923" cy="58477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3200" b="1" u="sng" dirty="0"/>
              <a:t>C</a:t>
            </a:r>
            <a:r>
              <a:rPr lang="en-US" sz="3200" dirty="0"/>
              <a:t>onsequences: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24A06FD-76BD-A9A3-D10D-61B7F68BC30B}"/>
              </a:ext>
            </a:extLst>
          </p:cNvPr>
          <p:cNvSpPr txBox="1"/>
          <p:nvPr/>
        </p:nvSpPr>
        <p:spPr>
          <a:xfrm>
            <a:off x="290547" y="86738"/>
            <a:ext cx="68886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SDM project: </a:t>
            </a:r>
            <a:r>
              <a:rPr lang="en-US" sz="2000" dirty="0"/>
              <a:t>Non-native fish control below glen canyon dam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209F20B7-AA21-5CA9-BBC9-7B03EBBB3C09}"/>
              </a:ext>
            </a:extLst>
          </p:cNvPr>
          <p:cNvSpPr txBox="1">
            <a:spLocks/>
          </p:cNvSpPr>
          <p:nvPr/>
        </p:nvSpPr>
        <p:spPr>
          <a:xfrm>
            <a:off x="0" y="6646048"/>
            <a:ext cx="5658480" cy="21195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/>
              <a:t>Adapted, modified, and simplified from Runge et al. 2011</a:t>
            </a:r>
            <a:endParaRPr lang="en-US" sz="1200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9EC47890-C1D6-200A-C708-004F044C11AE}"/>
              </a:ext>
            </a:extLst>
          </p:cNvPr>
          <p:cNvSpPr txBox="1"/>
          <p:nvPr/>
        </p:nvSpPr>
        <p:spPr>
          <a:xfrm>
            <a:off x="394731" y="1221426"/>
            <a:ext cx="36014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Influence Diagram</a:t>
            </a:r>
          </a:p>
        </p:txBody>
      </p:sp>
    </p:spTree>
    <p:extLst>
      <p:ext uri="{BB962C8B-B14F-4D97-AF65-F5344CB8AC3E}">
        <p14:creationId xmlns:p14="http://schemas.microsoft.com/office/powerpoint/2010/main" val="38853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E96E8-678D-FF3A-8FE0-2D5BBBCB0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>
            <a:extLst>
              <a:ext uri="{FF2B5EF4-FFF2-40B4-BE49-F238E27FC236}">
                <a16:creationId xmlns:a16="http://schemas.microsoft.com/office/drawing/2014/main" id="{18834558-4DF0-FD69-6100-9F93397AB662}"/>
              </a:ext>
            </a:extLst>
          </p:cNvPr>
          <p:cNvSpPr txBox="1"/>
          <p:nvPr/>
        </p:nvSpPr>
        <p:spPr>
          <a:xfrm>
            <a:off x="355862" y="530972"/>
            <a:ext cx="5842923" cy="58477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3200" b="1" u="sng" dirty="0"/>
              <a:t>C</a:t>
            </a:r>
            <a:r>
              <a:rPr lang="en-US" sz="3200" dirty="0"/>
              <a:t>onsequences: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B3BDFA4-52EF-0B15-33CB-F7FA3CDA639E}"/>
              </a:ext>
            </a:extLst>
          </p:cNvPr>
          <p:cNvSpPr txBox="1"/>
          <p:nvPr/>
        </p:nvSpPr>
        <p:spPr>
          <a:xfrm>
            <a:off x="290547" y="86738"/>
            <a:ext cx="68886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SDM project: </a:t>
            </a:r>
            <a:r>
              <a:rPr lang="en-US" sz="2000" dirty="0"/>
              <a:t>Non-native fish control below glen canyon dam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2F2F0EAE-C118-1E33-5C29-9BADBAD27034}"/>
              </a:ext>
            </a:extLst>
          </p:cNvPr>
          <p:cNvSpPr txBox="1">
            <a:spLocks/>
          </p:cNvSpPr>
          <p:nvPr/>
        </p:nvSpPr>
        <p:spPr>
          <a:xfrm>
            <a:off x="0" y="6646048"/>
            <a:ext cx="5658480" cy="21195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/>
              <a:t>Adapted, modified, and simplified from Runge et al. 2011</a:t>
            </a:r>
            <a:endParaRPr lang="en-US" sz="1200" dirty="0"/>
          </a:p>
        </p:txBody>
      </p:sp>
      <p:graphicFrame>
        <p:nvGraphicFramePr>
          <p:cNvPr id="2" name="Google Shape;495;p54">
            <a:extLst>
              <a:ext uri="{FF2B5EF4-FFF2-40B4-BE49-F238E27FC236}">
                <a16:creationId xmlns:a16="http://schemas.microsoft.com/office/drawing/2014/main" id="{E94CFDED-E367-0BB4-598A-ADEDC24468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7358599"/>
              </p:ext>
            </p:extLst>
          </p:nvPr>
        </p:nvGraphicFramePr>
        <p:xfrm>
          <a:off x="1717289" y="2314795"/>
          <a:ext cx="10011350" cy="38709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46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66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2271">
                  <a:extLst>
                    <a:ext uri="{9D8B030D-6E8A-4147-A177-3AD203B41FA5}">
                      <a16:colId xmlns:a16="http://schemas.microsoft.com/office/drawing/2014/main" val="1096942385"/>
                    </a:ext>
                  </a:extLst>
                </a:gridCol>
                <a:gridCol w="8360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60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6023">
                  <a:extLst>
                    <a:ext uri="{9D8B030D-6E8A-4147-A177-3AD203B41FA5}">
                      <a16:colId xmlns:a16="http://schemas.microsoft.com/office/drawing/2014/main" val="3117503057"/>
                    </a:ext>
                  </a:extLst>
                </a:gridCol>
                <a:gridCol w="836023">
                  <a:extLst>
                    <a:ext uri="{9D8B030D-6E8A-4147-A177-3AD203B41FA5}">
                      <a16:colId xmlns:a16="http://schemas.microsoft.com/office/drawing/2014/main" val="1221979439"/>
                    </a:ext>
                  </a:extLst>
                </a:gridCol>
                <a:gridCol w="836023">
                  <a:extLst>
                    <a:ext uri="{9D8B030D-6E8A-4147-A177-3AD203B41FA5}">
                      <a16:colId xmlns:a16="http://schemas.microsoft.com/office/drawing/2014/main" val="869411059"/>
                    </a:ext>
                  </a:extLst>
                </a:gridCol>
              </a:tblGrid>
              <a:tr h="319122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u="sng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Objective</a:t>
                      </a:r>
                      <a:endParaRPr sz="2800" b="1" u="sng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u="sng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Alternative</a:t>
                      </a:r>
                      <a:endParaRPr sz="2800" b="1" u="sng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68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Objective</a:t>
                      </a:r>
                      <a:endParaRPr sz="24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Direction</a:t>
                      </a:r>
                      <a:endParaRPr sz="24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Attribute</a:t>
                      </a:r>
                      <a:endParaRPr sz="24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24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24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24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 sz="24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24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Respect Life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</a:t>
                      </a:r>
                      <a:endParaRPr sz="24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[0-10 scale]</a:t>
                      </a:r>
                      <a:endParaRPr lang="en-US" sz="2000" b="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9.5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HBC Recovery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</a:t>
                      </a:r>
                      <a:endParaRPr sz="24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[P(N&gt;6000)]</a:t>
                      </a:r>
                      <a:endParaRPr lang="en-US" sz="2000" b="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0.25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Wilderness Disturbance</a:t>
                      </a: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</a:t>
                      </a:r>
                      <a:endParaRPr sz="24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[User-days]</a:t>
                      </a:r>
                      <a:endParaRPr lang="en-US" sz="2000" b="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Cost</a:t>
                      </a: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</a:t>
                      </a:r>
                      <a:endParaRPr sz="24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[M$/5-yr]</a:t>
                      </a:r>
                      <a:endParaRPr lang="en-US" sz="2000" b="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4.5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3D16674-9C24-E87B-55FD-89264D5A5802}"/>
              </a:ext>
            </a:extLst>
          </p:cNvPr>
          <p:cNvSpPr txBox="1"/>
          <p:nvPr/>
        </p:nvSpPr>
        <p:spPr>
          <a:xfrm>
            <a:off x="1717287" y="1576039"/>
            <a:ext cx="10011351" cy="584775"/>
          </a:xfrm>
          <a:prstGeom prst="rect">
            <a:avLst/>
          </a:prstGeom>
          <a:solidFill>
            <a:srgbClr val="FFCCCC"/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3200" dirty="0"/>
              <a:t>Simplified consequence table 				    </a:t>
            </a:r>
            <a:r>
              <a:rPr lang="en-US" sz="2000" dirty="0"/>
              <a:t>(relative table for illustration)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124152-FB17-8C14-C1AC-43804B65F923}"/>
              </a:ext>
            </a:extLst>
          </p:cNvPr>
          <p:cNvSpPr txBox="1"/>
          <p:nvPr/>
        </p:nvSpPr>
        <p:spPr>
          <a:xfrm>
            <a:off x="148351" y="3938479"/>
            <a:ext cx="14205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</a:rPr>
              <a:t>Population model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94F093-26C5-795D-0810-449165D760E9}"/>
              </a:ext>
            </a:extLst>
          </p:cNvPr>
          <p:cNvSpPr txBox="1"/>
          <p:nvPr/>
        </p:nvSpPr>
        <p:spPr>
          <a:xfrm>
            <a:off x="149746" y="3230591"/>
            <a:ext cx="14205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</a:rPr>
              <a:t>Expert elicitation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FAE638-1EE4-B903-FF21-431A2826AF82}"/>
              </a:ext>
            </a:extLst>
          </p:cNvPr>
          <p:cNvSpPr txBox="1"/>
          <p:nvPr/>
        </p:nvSpPr>
        <p:spPr>
          <a:xfrm>
            <a:off x="0" y="4756846"/>
            <a:ext cx="171728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</a:rPr>
              <a:t>Expert elicitation/ population model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68B4D6A0-BB1B-3CBB-6D61-95F06E582DEA}"/>
              </a:ext>
            </a:extLst>
          </p:cNvPr>
          <p:cNvSpPr/>
          <p:nvPr/>
        </p:nvSpPr>
        <p:spPr>
          <a:xfrm>
            <a:off x="1488690" y="3341072"/>
            <a:ext cx="163285" cy="486924"/>
          </a:xfrm>
          <a:prstGeom prst="rightBrac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0A74AF79-4560-95AF-9DD9-C63D84627643}"/>
              </a:ext>
            </a:extLst>
          </p:cNvPr>
          <p:cNvSpPr/>
          <p:nvPr/>
        </p:nvSpPr>
        <p:spPr>
          <a:xfrm>
            <a:off x="1488690" y="4045703"/>
            <a:ext cx="163285" cy="486924"/>
          </a:xfrm>
          <a:prstGeom prst="rightBrac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F683D862-A5E2-6D98-1053-A7B8ECD3D528}"/>
              </a:ext>
            </a:extLst>
          </p:cNvPr>
          <p:cNvSpPr/>
          <p:nvPr/>
        </p:nvSpPr>
        <p:spPr>
          <a:xfrm>
            <a:off x="1490084" y="4800346"/>
            <a:ext cx="161891" cy="1323438"/>
          </a:xfrm>
          <a:prstGeom prst="rightBrac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DF2D68-17A0-891A-DEAC-FD7B884EF8FC}"/>
              </a:ext>
            </a:extLst>
          </p:cNvPr>
          <p:cNvSpPr txBox="1"/>
          <p:nvPr/>
        </p:nvSpPr>
        <p:spPr>
          <a:xfrm>
            <a:off x="264046" y="2809102"/>
            <a:ext cx="14205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>
                <a:solidFill>
                  <a:schemeClr val="accent1"/>
                </a:solidFill>
              </a:rPr>
              <a:t>MODEL:</a:t>
            </a:r>
          </a:p>
        </p:txBody>
      </p:sp>
    </p:spTree>
    <p:extLst>
      <p:ext uri="{BB962C8B-B14F-4D97-AF65-F5344CB8AC3E}">
        <p14:creationId xmlns:p14="http://schemas.microsoft.com/office/powerpoint/2010/main" val="4063851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C3C98-ACE9-AB44-9CD6-97B933534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>
            <a:extLst>
              <a:ext uri="{FF2B5EF4-FFF2-40B4-BE49-F238E27FC236}">
                <a16:creationId xmlns:a16="http://schemas.microsoft.com/office/drawing/2014/main" id="{DD13E075-54C2-5399-3715-60070C3CD2B9}"/>
              </a:ext>
            </a:extLst>
          </p:cNvPr>
          <p:cNvSpPr txBox="1"/>
          <p:nvPr/>
        </p:nvSpPr>
        <p:spPr>
          <a:xfrm>
            <a:off x="355862" y="530972"/>
            <a:ext cx="5842923" cy="58477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3200" b="1" u="sng" dirty="0"/>
              <a:t>T</a:t>
            </a:r>
            <a:r>
              <a:rPr lang="en-US" sz="3200" dirty="0"/>
              <a:t>radeoffs: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510518F-02E7-91EA-5DEF-5DCF32EA627A}"/>
              </a:ext>
            </a:extLst>
          </p:cNvPr>
          <p:cNvSpPr txBox="1"/>
          <p:nvPr/>
        </p:nvSpPr>
        <p:spPr>
          <a:xfrm>
            <a:off x="290547" y="86738"/>
            <a:ext cx="68886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SDM project: </a:t>
            </a:r>
            <a:r>
              <a:rPr lang="en-US" sz="2000" dirty="0"/>
              <a:t>Non-native fish control below glen canyon dam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A02AE84B-C759-21B9-C73D-740CDD06CB5C}"/>
              </a:ext>
            </a:extLst>
          </p:cNvPr>
          <p:cNvSpPr txBox="1">
            <a:spLocks/>
          </p:cNvSpPr>
          <p:nvPr/>
        </p:nvSpPr>
        <p:spPr>
          <a:xfrm>
            <a:off x="0" y="6646048"/>
            <a:ext cx="5658480" cy="21195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/>
              <a:t>Adapted, modified, and simplified from Runge et al. 2011</a:t>
            </a:r>
            <a:endParaRPr 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8E5989-9039-E8CC-16CB-7CAE2300F042}"/>
              </a:ext>
            </a:extLst>
          </p:cNvPr>
          <p:cNvSpPr txBox="1"/>
          <p:nvPr/>
        </p:nvSpPr>
        <p:spPr>
          <a:xfrm>
            <a:off x="831482" y="1215743"/>
            <a:ext cx="10011351" cy="584775"/>
          </a:xfrm>
          <a:prstGeom prst="rect">
            <a:avLst/>
          </a:prstGeom>
          <a:solidFill>
            <a:srgbClr val="FFCCCC"/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3200" dirty="0"/>
              <a:t>Simplified consequence table 				    </a:t>
            </a:r>
            <a:r>
              <a:rPr lang="en-US" sz="2000" dirty="0"/>
              <a:t>(relative table for illustration)</a:t>
            </a:r>
            <a:endParaRPr lang="en-US" sz="2800" dirty="0"/>
          </a:p>
        </p:txBody>
      </p:sp>
      <p:graphicFrame>
        <p:nvGraphicFramePr>
          <p:cNvPr id="4" name="Google Shape;495;p54">
            <a:extLst>
              <a:ext uri="{FF2B5EF4-FFF2-40B4-BE49-F238E27FC236}">
                <a16:creationId xmlns:a16="http://schemas.microsoft.com/office/drawing/2014/main" id="{CFED8A77-DC52-9FD9-3241-C0AF99FC29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5679301"/>
              </p:ext>
            </p:extLst>
          </p:nvPr>
        </p:nvGraphicFramePr>
        <p:xfrm>
          <a:off x="1695136" y="1868697"/>
          <a:ext cx="10013939" cy="46024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46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9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2271">
                  <a:extLst>
                    <a:ext uri="{9D8B030D-6E8A-4147-A177-3AD203B41FA5}">
                      <a16:colId xmlns:a16="http://schemas.microsoft.com/office/drawing/2014/main" val="1096942385"/>
                    </a:ext>
                  </a:extLst>
                </a:gridCol>
                <a:gridCol w="8360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60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6023">
                  <a:extLst>
                    <a:ext uri="{9D8B030D-6E8A-4147-A177-3AD203B41FA5}">
                      <a16:colId xmlns:a16="http://schemas.microsoft.com/office/drawing/2014/main" val="3117503057"/>
                    </a:ext>
                  </a:extLst>
                </a:gridCol>
                <a:gridCol w="836023">
                  <a:extLst>
                    <a:ext uri="{9D8B030D-6E8A-4147-A177-3AD203B41FA5}">
                      <a16:colId xmlns:a16="http://schemas.microsoft.com/office/drawing/2014/main" val="1221979439"/>
                    </a:ext>
                  </a:extLst>
                </a:gridCol>
                <a:gridCol w="836023">
                  <a:extLst>
                    <a:ext uri="{9D8B030D-6E8A-4147-A177-3AD203B41FA5}">
                      <a16:colId xmlns:a16="http://schemas.microsoft.com/office/drawing/2014/main" val="869411059"/>
                    </a:ext>
                  </a:extLst>
                </a:gridCol>
              </a:tblGrid>
              <a:tr h="319122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u="sng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Objective</a:t>
                      </a:r>
                      <a:endParaRPr sz="2800" b="1" u="sng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u="sng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Alternative</a:t>
                      </a:r>
                      <a:endParaRPr sz="2800" b="1" u="sng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68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Objective</a:t>
                      </a:r>
                      <a:endParaRPr sz="24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Direction</a:t>
                      </a:r>
                      <a:endParaRPr sz="24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Attribute</a:t>
                      </a:r>
                      <a:endParaRPr sz="24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24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24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24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 sz="24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24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Respect Life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</a:t>
                      </a:r>
                      <a:endParaRPr sz="24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[0-10 scale]</a:t>
                      </a:r>
                      <a:endParaRPr lang="en-US" sz="2000" b="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0.29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0.86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HBC Recovery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</a:t>
                      </a:r>
                      <a:endParaRPr sz="24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[P(N&gt;6000)]</a:t>
                      </a:r>
                      <a:endParaRPr lang="en-US" sz="2000" b="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Wilderness Disturbance</a:t>
                      </a: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</a:t>
                      </a:r>
                      <a:endParaRPr sz="24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[User-days]</a:t>
                      </a:r>
                      <a:endParaRPr lang="en-US" sz="2000" b="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0.33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0.17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Cost</a:t>
                      </a: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</a:t>
                      </a:r>
                      <a:endParaRPr sz="24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[M$/5-yr]</a:t>
                      </a:r>
                      <a:endParaRPr lang="en-US" sz="2000" b="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0.44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0.33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0.56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31520">
                <a:tc gridSpan="3"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Weighted outcome: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(sum product of weight and outcome)</a:t>
                      </a: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000" b="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0.64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0.53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0.59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0.57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38372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8E7EB1E-1218-344F-F121-12F29FBAA61E}"/>
              </a:ext>
            </a:extLst>
          </p:cNvPr>
          <p:cNvSpPr txBox="1"/>
          <p:nvPr/>
        </p:nvSpPr>
        <p:spPr>
          <a:xfrm>
            <a:off x="-117566" y="1974370"/>
            <a:ext cx="19755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u="sng" strike="noStrike" cap="none" dirty="0">
                <a:latin typeface="Calibri"/>
                <a:ea typeface="Calibri"/>
                <a:cs typeface="Calibri"/>
                <a:sym typeface="Calibri"/>
              </a:rPr>
              <a:t>Weights: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98E9CF-87F4-CEC6-29CF-DA2B9F7AA4FB}"/>
              </a:ext>
            </a:extLst>
          </p:cNvPr>
          <p:cNvSpPr txBox="1"/>
          <p:nvPr/>
        </p:nvSpPr>
        <p:spPr>
          <a:xfrm>
            <a:off x="261724" y="3016962"/>
            <a:ext cx="11395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0.2</a:t>
            </a:r>
            <a:endParaRPr lang="en-US" sz="3200" strike="noStrike" cap="none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A2AFA6-6A0D-E0BA-FAAF-272E39FFEF30}"/>
              </a:ext>
            </a:extLst>
          </p:cNvPr>
          <p:cNvSpPr txBox="1"/>
          <p:nvPr/>
        </p:nvSpPr>
        <p:spPr>
          <a:xfrm>
            <a:off x="261724" y="3615061"/>
            <a:ext cx="11427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0.4</a:t>
            </a:r>
            <a:endParaRPr lang="en-US" sz="3200" strike="noStrike" cap="none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ABF9E4-A97F-9E76-7FA2-2D2BFBA71D0A}"/>
              </a:ext>
            </a:extLst>
          </p:cNvPr>
          <p:cNvSpPr txBox="1"/>
          <p:nvPr/>
        </p:nvSpPr>
        <p:spPr>
          <a:xfrm>
            <a:off x="337890" y="5007139"/>
            <a:ext cx="10914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0.3</a:t>
            </a:r>
            <a:endParaRPr lang="en-US" sz="3200" strike="noStrike" cap="none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D1A952-A8FB-0848-5EF1-453252161CC2}"/>
              </a:ext>
            </a:extLst>
          </p:cNvPr>
          <p:cNvSpPr txBox="1"/>
          <p:nvPr/>
        </p:nvSpPr>
        <p:spPr>
          <a:xfrm>
            <a:off x="413171" y="4287712"/>
            <a:ext cx="9140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0.1</a:t>
            </a:r>
            <a:endParaRPr lang="en-US" sz="3200" strike="noStrike" cap="none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423AE5-89A0-409D-5037-7670A2171F6E}"/>
              </a:ext>
            </a:extLst>
          </p:cNvPr>
          <p:cNvSpPr txBox="1"/>
          <p:nvPr/>
        </p:nvSpPr>
        <p:spPr>
          <a:xfrm>
            <a:off x="72076" y="2477267"/>
            <a:ext cx="16230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Hypothetical for illustration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731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B7287-0AF1-75AA-0E9E-E4941B772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>
            <a:extLst>
              <a:ext uri="{FF2B5EF4-FFF2-40B4-BE49-F238E27FC236}">
                <a16:creationId xmlns:a16="http://schemas.microsoft.com/office/drawing/2014/main" id="{F4EFE107-980F-E45B-D43A-F4D893F55D8D}"/>
              </a:ext>
            </a:extLst>
          </p:cNvPr>
          <p:cNvSpPr txBox="1"/>
          <p:nvPr/>
        </p:nvSpPr>
        <p:spPr>
          <a:xfrm>
            <a:off x="499800" y="715320"/>
            <a:ext cx="4869281" cy="58477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3200" u="sng" dirty="0"/>
              <a:t>Additional tools:</a:t>
            </a:r>
            <a:endParaRPr lang="en-US" sz="32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D9B97BA-7FC4-4B97-D3EF-86B9E0F49F74}"/>
              </a:ext>
            </a:extLst>
          </p:cNvPr>
          <p:cNvSpPr txBox="1"/>
          <p:nvPr/>
        </p:nvSpPr>
        <p:spPr>
          <a:xfrm>
            <a:off x="290547" y="86738"/>
            <a:ext cx="68886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SDM project: </a:t>
            </a:r>
            <a:r>
              <a:rPr lang="en-US" sz="2000" dirty="0"/>
              <a:t>Non-native fish control below glen canyon dam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16EFE7DA-A8D7-2CE4-6458-FD49EFCD24F8}"/>
              </a:ext>
            </a:extLst>
          </p:cNvPr>
          <p:cNvSpPr txBox="1">
            <a:spLocks/>
          </p:cNvSpPr>
          <p:nvPr/>
        </p:nvSpPr>
        <p:spPr>
          <a:xfrm>
            <a:off x="0" y="6646048"/>
            <a:ext cx="5658480" cy="21195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/>
              <a:t>Adapted, modified, and simplified from Runge et al. 2011</a:t>
            </a:r>
            <a:endParaRPr lang="en-US" sz="120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4E4A42B-3A56-392F-5EFE-D116FFDDC296}"/>
              </a:ext>
            </a:extLst>
          </p:cNvPr>
          <p:cNvSpPr/>
          <p:nvPr/>
        </p:nvSpPr>
        <p:spPr>
          <a:xfrm>
            <a:off x="7639982" y="4585564"/>
            <a:ext cx="2376343" cy="12842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r>
              <a:rPr lang="en-US" sz="2000" dirty="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Predict</a:t>
            </a:r>
          </a:p>
          <a:p>
            <a:pPr algn="ctr" defTabSz="514350">
              <a:defRPr/>
            </a:pPr>
            <a:r>
              <a:rPr lang="en-US" sz="2000" b="1" u="sng" dirty="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onsequences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29CA83B-F8E3-EF1E-20BE-7C70657E55A7}"/>
              </a:ext>
            </a:extLst>
          </p:cNvPr>
          <p:cNvSpPr/>
          <p:nvPr/>
        </p:nvSpPr>
        <p:spPr>
          <a:xfrm>
            <a:off x="5759930" y="3301324"/>
            <a:ext cx="1980286" cy="12842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r>
              <a:rPr lang="en-US" sz="2000" dirty="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Perform</a:t>
            </a:r>
          </a:p>
          <a:p>
            <a:pPr algn="ctr" defTabSz="514350">
              <a:defRPr/>
            </a:pPr>
            <a:r>
              <a:rPr lang="en-US" sz="2000" b="1" u="sng" dirty="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T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radeoffs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AB9F2A1-911F-1760-49EF-18BEB7B202EE}"/>
              </a:ext>
            </a:extLst>
          </p:cNvPr>
          <p:cNvSpPr/>
          <p:nvPr/>
        </p:nvSpPr>
        <p:spPr>
          <a:xfrm>
            <a:off x="7803721" y="290750"/>
            <a:ext cx="1980286" cy="12842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r>
              <a:rPr lang="en-US" sz="2000" b="1" u="sng" dirty="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Pr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oblem</a:t>
            </a:r>
          </a:p>
          <a:p>
            <a:pPr algn="ctr" defTabSz="514350">
              <a:defRPr/>
            </a:pPr>
            <a:r>
              <a:rPr lang="en-US" sz="2000" dirty="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framing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770F0A0-2033-7FCA-9120-8BF12368A660}"/>
              </a:ext>
            </a:extLst>
          </p:cNvPr>
          <p:cNvSpPr/>
          <p:nvPr/>
        </p:nvSpPr>
        <p:spPr>
          <a:xfrm>
            <a:off x="9921167" y="3301325"/>
            <a:ext cx="1980286" cy="12842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r>
              <a:rPr lang="en-US" sz="2000" dirty="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Identify</a:t>
            </a:r>
          </a:p>
          <a:p>
            <a:pPr algn="ctr" defTabSz="514350">
              <a:defRPr/>
            </a:pPr>
            <a:r>
              <a:rPr lang="en-US" sz="2000" b="1" u="sng" dirty="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A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lternatives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44FD84D-5929-D332-8752-7961C1554E76}"/>
              </a:ext>
            </a:extLst>
          </p:cNvPr>
          <p:cNvSpPr/>
          <p:nvPr/>
        </p:nvSpPr>
        <p:spPr>
          <a:xfrm>
            <a:off x="5752135" y="1574988"/>
            <a:ext cx="1983006" cy="128423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Decide &amp; Implement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0A622FA-7C6B-50C5-12E0-D96D23C57E1E}"/>
              </a:ext>
            </a:extLst>
          </p:cNvPr>
          <p:cNvSpPr/>
          <p:nvPr/>
        </p:nvSpPr>
        <p:spPr>
          <a:xfrm>
            <a:off x="9921167" y="1574989"/>
            <a:ext cx="1980286" cy="12842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r>
              <a:rPr lang="en-US" sz="2000" dirty="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Articulate</a:t>
            </a:r>
          </a:p>
          <a:p>
            <a:pPr algn="ctr" defTabSz="514350">
              <a:defRPr/>
            </a:pPr>
            <a:r>
              <a:rPr lang="en-US" sz="2000" b="1" u="sng" dirty="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O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bjectives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82E033E-83C4-8C89-55EA-251168826F4B}"/>
              </a:ext>
            </a:extLst>
          </p:cNvPr>
          <p:cNvCxnSpPr>
            <a:cxnSpLocks/>
            <a:stCxn id="15" idx="6"/>
            <a:endCxn id="19" idx="0"/>
          </p:cNvCxnSpPr>
          <p:nvPr/>
        </p:nvCxnSpPr>
        <p:spPr>
          <a:xfrm>
            <a:off x="9784007" y="932870"/>
            <a:ext cx="1127303" cy="64211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3F83C5E-06DB-AF9C-8D31-EC37C3095B1A}"/>
              </a:ext>
            </a:extLst>
          </p:cNvPr>
          <p:cNvCxnSpPr>
            <a:cxnSpLocks/>
            <a:stCxn id="19" idx="4"/>
            <a:endCxn id="16" idx="0"/>
          </p:cNvCxnSpPr>
          <p:nvPr/>
        </p:nvCxnSpPr>
        <p:spPr>
          <a:xfrm>
            <a:off x="10911310" y="2859228"/>
            <a:ext cx="0" cy="44209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204F03B-4361-A228-F7B8-3C72A06D6F91}"/>
              </a:ext>
            </a:extLst>
          </p:cNvPr>
          <p:cNvCxnSpPr>
            <a:cxnSpLocks/>
            <a:stCxn id="2" idx="2"/>
            <a:endCxn id="3" idx="4"/>
          </p:cNvCxnSpPr>
          <p:nvPr/>
        </p:nvCxnSpPr>
        <p:spPr>
          <a:xfrm flipH="1" flipV="1">
            <a:off x="6750073" y="4585563"/>
            <a:ext cx="889909" cy="64212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15E7E6F-C16F-D962-58D2-3628B6A99F61}"/>
              </a:ext>
            </a:extLst>
          </p:cNvPr>
          <p:cNvCxnSpPr>
            <a:cxnSpLocks/>
            <a:stCxn id="3" idx="0"/>
            <a:endCxn id="17" idx="4"/>
          </p:cNvCxnSpPr>
          <p:nvPr/>
        </p:nvCxnSpPr>
        <p:spPr>
          <a:xfrm flipH="1" flipV="1">
            <a:off x="6743638" y="2859227"/>
            <a:ext cx="6435" cy="44209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9736AF1-408A-7CB8-758D-C267450249C4}"/>
              </a:ext>
            </a:extLst>
          </p:cNvPr>
          <p:cNvCxnSpPr>
            <a:cxnSpLocks/>
            <a:stCxn id="16" idx="4"/>
            <a:endCxn id="2" idx="6"/>
          </p:cNvCxnSpPr>
          <p:nvPr/>
        </p:nvCxnSpPr>
        <p:spPr>
          <a:xfrm flipH="1">
            <a:off x="10016325" y="4585564"/>
            <a:ext cx="894985" cy="64212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7F688B3B-1C98-C477-2BDF-85E03E6EAF72}"/>
              </a:ext>
            </a:extLst>
          </p:cNvPr>
          <p:cNvSpPr/>
          <p:nvPr/>
        </p:nvSpPr>
        <p:spPr>
          <a:xfrm>
            <a:off x="7637445" y="2604000"/>
            <a:ext cx="2376343" cy="128423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Monitor, learn, &amp; update models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04897A4-5D42-A1D1-1F82-BFDBD81C7D61}"/>
              </a:ext>
            </a:extLst>
          </p:cNvPr>
          <p:cNvCxnSpPr>
            <a:cxnSpLocks/>
            <a:stCxn id="25" idx="4"/>
            <a:endCxn id="2" idx="0"/>
          </p:cNvCxnSpPr>
          <p:nvPr/>
        </p:nvCxnSpPr>
        <p:spPr>
          <a:xfrm>
            <a:off x="8825617" y="3888239"/>
            <a:ext cx="2537" cy="69732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A277409-5962-ED75-E11D-CA48897849CA}"/>
              </a:ext>
            </a:extLst>
          </p:cNvPr>
          <p:cNvCxnSpPr>
            <a:cxnSpLocks/>
            <a:stCxn id="17" idx="0"/>
            <a:endCxn id="15" idx="2"/>
          </p:cNvCxnSpPr>
          <p:nvPr/>
        </p:nvCxnSpPr>
        <p:spPr>
          <a:xfrm flipV="1">
            <a:off x="6743638" y="932870"/>
            <a:ext cx="1060083" cy="64211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13729320-271F-B53E-D251-2A0CEEF537AC}"/>
              </a:ext>
            </a:extLst>
          </p:cNvPr>
          <p:cNvCxnSpPr>
            <a:stCxn id="17" idx="6"/>
            <a:endCxn id="25" idx="0"/>
          </p:cNvCxnSpPr>
          <p:nvPr/>
        </p:nvCxnSpPr>
        <p:spPr>
          <a:xfrm>
            <a:off x="7735141" y="2217108"/>
            <a:ext cx="1090476" cy="386892"/>
          </a:xfrm>
          <a:prstGeom prst="bentConnector2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0EDF6AD-509B-D061-A115-519A40A4496A}"/>
              </a:ext>
            </a:extLst>
          </p:cNvPr>
          <p:cNvSpPr txBox="1"/>
          <p:nvPr/>
        </p:nvSpPr>
        <p:spPr>
          <a:xfrm>
            <a:off x="640031" y="1605553"/>
            <a:ext cx="472838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i="1" dirty="0"/>
              <a:t>Adaptive management could be used to learn about the chosen alternative strategy (B) and determine whether the strategy should be updated in the future based on information gathered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25101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6a3c90f-7163-42dd-89ea-fb04cd484268" xsi:nil="true"/>
    <lcf76f155ced4ddcb4097134ff3c332f xmlns="050c1e3a-3f2f-46e4-a7ea-a86e3cc5eb79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05C470770B0D4ABF8826612BE84D5C" ma:contentTypeVersion="11" ma:contentTypeDescription="Create a new document." ma:contentTypeScope="" ma:versionID="d7fafb7966f5382a7b5f49eb7fca42a7">
  <xsd:schema xmlns:xsd="http://www.w3.org/2001/XMLSchema" xmlns:xs="http://www.w3.org/2001/XMLSchema" xmlns:p="http://schemas.microsoft.com/office/2006/metadata/properties" xmlns:ns2="050c1e3a-3f2f-46e4-a7ea-a86e3cc5eb79" xmlns:ns3="46a3c90f-7163-42dd-89ea-fb04cd484268" targetNamespace="http://schemas.microsoft.com/office/2006/metadata/properties" ma:root="true" ma:fieldsID="9d965f3a61d4a60a0bcdf4e7f4aceea8" ns2:_="" ns3:_="">
    <xsd:import namespace="050c1e3a-3f2f-46e4-a7ea-a86e3cc5eb79"/>
    <xsd:import namespace="46a3c90f-7163-42dd-89ea-fb04cd4842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0c1e3a-3f2f-46e4-a7ea-a86e3cc5eb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c5df3ad-b4e5-45d1-88c9-23db5f1fe6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a3c90f-7163-42dd-89ea-fb04cd48426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2362f2d-49b2-4aec-879b-1d5b4696d909}" ma:internalName="TaxCatchAll" ma:showField="CatchAllData" ma:web="46a3c90f-7163-42dd-89ea-fb04cd4842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B6C8A5A-3C6E-4AD9-AAB6-4593C0D0103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A6358A4-AB2B-46A6-8A66-ED7466D63DD5}">
  <ds:schemaRefs>
    <ds:schemaRef ds:uri="050c1e3a-3f2f-46e4-a7ea-a86e3cc5eb79"/>
    <ds:schemaRef ds:uri="46a3c90f-7163-42dd-89ea-fb04cd484268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DCFB6C1-0DFB-464F-A4E0-4B9110FCE372}">
  <ds:schemaRefs>
    <ds:schemaRef ds:uri="050c1e3a-3f2f-46e4-a7ea-a86e3cc5eb79"/>
    <ds:schemaRef ds:uri="46a3c90f-7163-42dd-89ea-fb04cd48426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1027</TotalTime>
  <Words>753</Words>
  <Application>Microsoft Office PowerPoint</Application>
  <PresentationFormat>Widescreen</PresentationFormat>
  <Paragraphs>208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Introduction: Motivation for Structured Decision Making</dc:title>
  <dc:creator>Thompson, Brielle</dc:creator>
  <cp:lastModifiedBy>Thompson, Brielle</cp:lastModifiedBy>
  <cp:revision>54</cp:revision>
  <dcterms:created xsi:type="dcterms:W3CDTF">2024-12-30T15:57:04Z</dcterms:created>
  <dcterms:modified xsi:type="dcterms:W3CDTF">2025-09-23T18:07:11Z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0x010100D205C470770B0D4ABF8826612BE84D5C</vt:lpwstr>
  </property>
  <property fmtid="{D5CDD505-2E9C-101B-9397-08002B2CF9AE}" pid="3" name="MediaServiceImageTags">
    <vt:lpwstr/>
  </property>
</Properties>
</file>