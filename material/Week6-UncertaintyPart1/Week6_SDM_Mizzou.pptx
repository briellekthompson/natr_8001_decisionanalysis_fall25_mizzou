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77"/>
  </p:notesMasterIdLst>
  <p:sldIdLst>
    <p:sldId id="434" r:id="rId5"/>
    <p:sldId id="509" r:id="rId6"/>
    <p:sldId id="291" r:id="rId7"/>
    <p:sldId id="519" r:id="rId8"/>
    <p:sldId id="520" r:id="rId9"/>
    <p:sldId id="521" r:id="rId10"/>
    <p:sldId id="523" r:id="rId11"/>
    <p:sldId id="522" r:id="rId12"/>
    <p:sldId id="524" r:id="rId13"/>
    <p:sldId id="525" r:id="rId14"/>
    <p:sldId id="528" r:id="rId15"/>
    <p:sldId id="517" r:id="rId16"/>
    <p:sldId id="529" r:id="rId17"/>
    <p:sldId id="540" r:id="rId18"/>
    <p:sldId id="555" r:id="rId19"/>
    <p:sldId id="530" r:id="rId20"/>
    <p:sldId id="531" r:id="rId21"/>
    <p:sldId id="532" r:id="rId22"/>
    <p:sldId id="533" r:id="rId23"/>
    <p:sldId id="534" r:id="rId24"/>
    <p:sldId id="510" r:id="rId25"/>
    <p:sldId id="513" r:id="rId26"/>
    <p:sldId id="535" r:id="rId27"/>
    <p:sldId id="536" r:id="rId28"/>
    <p:sldId id="537" r:id="rId29"/>
    <p:sldId id="538" r:id="rId30"/>
    <p:sldId id="539" r:id="rId31"/>
    <p:sldId id="512" r:id="rId32"/>
    <p:sldId id="581" r:id="rId33"/>
    <p:sldId id="541" r:id="rId34"/>
    <p:sldId id="542" r:id="rId35"/>
    <p:sldId id="543" r:id="rId36"/>
    <p:sldId id="545" r:id="rId37"/>
    <p:sldId id="546" r:id="rId38"/>
    <p:sldId id="547" r:id="rId39"/>
    <p:sldId id="548" r:id="rId40"/>
    <p:sldId id="549" r:id="rId41"/>
    <p:sldId id="550" r:id="rId42"/>
    <p:sldId id="551" r:id="rId43"/>
    <p:sldId id="552" r:id="rId44"/>
    <p:sldId id="554" r:id="rId45"/>
    <p:sldId id="558" r:id="rId46"/>
    <p:sldId id="553" r:id="rId47"/>
    <p:sldId id="556" r:id="rId48"/>
    <p:sldId id="557" r:id="rId49"/>
    <p:sldId id="567" r:id="rId50"/>
    <p:sldId id="516" r:id="rId51"/>
    <p:sldId id="568" r:id="rId52"/>
    <p:sldId id="569" r:id="rId53"/>
    <p:sldId id="573" r:id="rId54"/>
    <p:sldId id="399" r:id="rId55"/>
    <p:sldId id="400" r:id="rId56"/>
    <p:sldId id="570" r:id="rId57"/>
    <p:sldId id="571" r:id="rId58"/>
    <p:sldId id="577" r:id="rId59"/>
    <p:sldId id="578" r:id="rId60"/>
    <p:sldId id="574" r:id="rId61"/>
    <p:sldId id="576" r:id="rId62"/>
    <p:sldId id="518" r:id="rId63"/>
    <p:sldId id="566" r:id="rId64"/>
    <p:sldId id="575" r:id="rId65"/>
    <p:sldId id="452" r:id="rId66"/>
    <p:sldId id="384" r:id="rId67"/>
    <p:sldId id="459" r:id="rId68"/>
    <p:sldId id="561" r:id="rId69"/>
    <p:sldId id="562" r:id="rId70"/>
    <p:sldId id="563" r:id="rId71"/>
    <p:sldId id="564" r:id="rId72"/>
    <p:sldId id="560" r:id="rId73"/>
    <p:sldId id="515" r:id="rId74"/>
    <p:sldId id="579" r:id="rId75"/>
    <p:sldId id="580"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D5F3"/>
    <a:srgbClr val="FBF0EB"/>
    <a:srgbClr val="F6E0D5"/>
    <a:srgbClr val="F5DFD4"/>
    <a:srgbClr val="E79C8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D6566C-B65D-4F50-8DE3-7C909BBA6C8B}" v="1939" dt="2025-09-08T18:35:31.1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71" autoAdjust="0"/>
    <p:restoredTop sz="80751" autoAdjust="0"/>
  </p:normalViewPr>
  <p:slideViewPr>
    <p:cSldViewPr snapToGrid="0">
      <p:cViewPr varScale="1">
        <p:scale>
          <a:sx n="89" d="100"/>
          <a:sy n="89" d="100"/>
        </p:scale>
        <p:origin x="145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pson, Brielle" userId="f0ea580a-03ee-4a63-bd84-436803179175" providerId="ADAL" clId="{F15C57E6-ADC7-432D-B542-27CE24AA8CC1}"/>
    <pc:docChg chg="modSld">
      <pc:chgData name="Thompson, Brielle" userId="f0ea580a-03ee-4a63-bd84-436803179175" providerId="ADAL" clId="{F15C57E6-ADC7-432D-B542-27CE24AA8CC1}" dt="2025-08-14T19:15:24.449" v="50"/>
      <pc:docMkLst>
        <pc:docMk/>
      </pc:docMkLst>
      <pc:sldChg chg="modSp mod">
        <pc:chgData name="Thompson, Brielle" userId="f0ea580a-03ee-4a63-bd84-436803179175" providerId="ADAL" clId="{F15C57E6-ADC7-432D-B542-27CE24AA8CC1}" dt="2025-08-14T19:14:56.126" v="10" actId="20577"/>
        <pc:sldMkLst>
          <pc:docMk/>
          <pc:sldMk cId="2472309090" sldId="434"/>
        </pc:sldMkLst>
        <pc:spChg chg="mod">
          <ac:chgData name="Thompson, Brielle" userId="f0ea580a-03ee-4a63-bd84-436803179175" providerId="ADAL" clId="{F15C57E6-ADC7-432D-B542-27CE24AA8CC1}" dt="2025-08-14T19:14:56.126" v="10" actId="20577"/>
          <ac:spMkLst>
            <pc:docMk/>
            <pc:sldMk cId="2472309090" sldId="434"/>
            <ac:spMk id="2" creationId="{6AE23848-0866-067B-5C85-225EDB126BA1}"/>
          </ac:spMkLst>
        </pc:spChg>
      </pc:sldChg>
      <pc:sldChg chg="modSp setBg">
        <pc:chgData name="Thompson, Brielle" userId="f0ea580a-03ee-4a63-bd84-436803179175" providerId="ADAL" clId="{F15C57E6-ADC7-432D-B542-27CE24AA8CC1}" dt="2025-08-14T19:15:24.449" v="50"/>
        <pc:sldMkLst>
          <pc:docMk/>
          <pc:sldMk cId="1972088792" sldId="452"/>
        </pc:sldMkLst>
        <pc:graphicFrameChg chg="mod">
          <ac:chgData name="Thompson, Brielle" userId="f0ea580a-03ee-4a63-bd84-436803179175" providerId="ADAL" clId="{F15C57E6-ADC7-432D-B542-27CE24AA8CC1}" dt="2025-08-14T19:15:17.130" v="49" actId="20577"/>
          <ac:graphicFrameMkLst>
            <pc:docMk/>
            <pc:sldMk cId="1972088792" sldId="452"/>
            <ac:graphicFrameMk id="5" creationId="{F064ADAB-75C7-5015-D427-2B0C35D721B5}"/>
          </ac:graphicFrameMkLst>
        </pc:graphicFrameChg>
      </pc:sldChg>
    </pc:docChg>
  </pc:docChgLst>
  <pc:docChgLst>
    <pc:chgData name="Thompson, Brielle" userId="f0ea580a-03ee-4a63-bd84-436803179175" providerId="ADAL" clId="{73697373-C8F0-469F-A759-534290B354F0}"/>
    <pc:docChg chg="undo custSel addSld delSld modSld">
      <pc:chgData name="Thompson, Brielle" userId="f0ea580a-03ee-4a63-bd84-436803179175" providerId="ADAL" clId="{73697373-C8F0-469F-A759-534290B354F0}" dt="2025-08-14T19:03:38.774" v="82" actId="115"/>
      <pc:docMkLst>
        <pc:docMk/>
      </pc:docMkLst>
      <pc:sldChg chg="del">
        <pc:chgData name="Thompson, Brielle" userId="f0ea580a-03ee-4a63-bd84-436803179175" providerId="ADAL" clId="{73697373-C8F0-469F-A759-534290B354F0}" dt="2025-08-14T19:02:52.871" v="32" actId="47"/>
        <pc:sldMkLst>
          <pc:docMk/>
          <pc:sldMk cId="2333308967" sldId="271"/>
        </pc:sldMkLst>
      </pc:sldChg>
      <pc:sldChg chg="del">
        <pc:chgData name="Thompson, Brielle" userId="f0ea580a-03ee-4a63-bd84-436803179175" providerId="ADAL" clId="{73697373-C8F0-469F-A759-534290B354F0}" dt="2025-08-14T19:02:53.005" v="36" actId="47"/>
        <pc:sldMkLst>
          <pc:docMk/>
          <pc:sldMk cId="0" sldId="278"/>
        </pc:sldMkLst>
      </pc:sldChg>
      <pc:sldChg chg="del">
        <pc:chgData name="Thompson, Brielle" userId="f0ea580a-03ee-4a63-bd84-436803179175" providerId="ADAL" clId="{73697373-C8F0-469F-A759-534290B354F0}" dt="2025-08-14T19:02:56.159" v="51" actId="47"/>
        <pc:sldMkLst>
          <pc:docMk/>
          <pc:sldMk cId="0" sldId="290"/>
        </pc:sldMkLst>
      </pc:sldChg>
      <pc:sldChg chg="modSp mod">
        <pc:chgData name="Thompson, Brielle" userId="f0ea580a-03ee-4a63-bd84-436803179175" providerId="ADAL" clId="{73697373-C8F0-469F-A759-534290B354F0}" dt="2025-08-14T19:02:43.625" v="14" actId="1035"/>
        <pc:sldMkLst>
          <pc:docMk/>
          <pc:sldMk cId="2342776510" sldId="291"/>
        </pc:sldMkLst>
      </pc:sldChg>
      <pc:sldChg chg="del">
        <pc:chgData name="Thompson, Brielle" userId="f0ea580a-03ee-4a63-bd84-436803179175" providerId="ADAL" clId="{73697373-C8F0-469F-A759-534290B354F0}" dt="2025-08-14T19:02:50.847" v="18" actId="47"/>
        <pc:sldMkLst>
          <pc:docMk/>
          <pc:sldMk cId="870276571" sldId="292"/>
        </pc:sldMkLst>
      </pc:sldChg>
      <pc:sldChg chg="del">
        <pc:chgData name="Thompson, Brielle" userId="f0ea580a-03ee-4a63-bd84-436803179175" providerId="ADAL" clId="{73697373-C8F0-469F-A759-534290B354F0}" dt="2025-08-14T19:02:49.684" v="15" actId="47"/>
        <pc:sldMkLst>
          <pc:docMk/>
          <pc:sldMk cId="3603538926" sldId="293"/>
        </pc:sldMkLst>
      </pc:sldChg>
      <pc:sldChg chg="del">
        <pc:chgData name="Thompson, Brielle" userId="f0ea580a-03ee-4a63-bd84-436803179175" providerId="ADAL" clId="{73697373-C8F0-469F-A759-534290B354F0}" dt="2025-08-14T19:02:51.078" v="24" actId="47"/>
        <pc:sldMkLst>
          <pc:docMk/>
          <pc:sldMk cId="410583801" sldId="296"/>
        </pc:sldMkLst>
      </pc:sldChg>
      <pc:sldChg chg="del">
        <pc:chgData name="Thompson, Brielle" userId="f0ea580a-03ee-4a63-bd84-436803179175" providerId="ADAL" clId="{73697373-C8F0-469F-A759-534290B354F0}" dt="2025-08-14T19:02:51.427" v="25" actId="47"/>
        <pc:sldMkLst>
          <pc:docMk/>
          <pc:sldMk cId="2368409363" sldId="297"/>
        </pc:sldMkLst>
      </pc:sldChg>
      <pc:sldChg chg="del">
        <pc:chgData name="Thompson, Brielle" userId="f0ea580a-03ee-4a63-bd84-436803179175" providerId="ADAL" clId="{73697373-C8F0-469F-A759-534290B354F0}" dt="2025-08-14T19:02:51.931" v="26" actId="47"/>
        <pc:sldMkLst>
          <pc:docMk/>
          <pc:sldMk cId="3211431060" sldId="298"/>
        </pc:sldMkLst>
      </pc:sldChg>
      <pc:sldChg chg="del">
        <pc:chgData name="Thompson, Brielle" userId="f0ea580a-03ee-4a63-bd84-436803179175" providerId="ADAL" clId="{73697373-C8F0-469F-A759-534290B354F0}" dt="2025-08-14T19:02:51.987" v="28" actId="47"/>
        <pc:sldMkLst>
          <pc:docMk/>
          <pc:sldMk cId="928893293" sldId="299"/>
        </pc:sldMkLst>
      </pc:sldChg>
      <pc:sldChg chg="del">
        <pc:chgData name="Thompson, Brielle" userId="f0ea580a-03ee-4a63-bd84-436803179175" providerId="ADAL" clId="{73697373-C8F0-469F-A759-534290B354F0}" dt="2025-08-14T19:02:52.916" v="33" actId="47"/>
        <pc:sldMkLst>
          <pc:docMk/>
          <pc:sldMk cId="675304002" sldId="302"/>
        </pc:sldMkLst>
      </pc:sldChg>
      <pc:sldChg chg="del">
        <pc:chgData name="Thompson, Brielle" userId="f0ea580a-03ee-4a63-bd84-436803179175" providerId="ADAL" clId="{73697373-C8F0-469F-A759-534290B354F0}" dt="2025-08-14T19:02:52.951" v="34" actId="47"/>
        <pc:sldMkLst>
          <pc:docMk/>
          <pc:sldMk cId="3791687788" sldId="303"/>
        </pc:sldMkLst>
      </pc:sldChg>
      <pc:sldChg chg="del">
        <pc:chgData name="Thompson, Brielle" userId="f0ea580a-03ee-4a63-bd84-436803179175" providerId="ADAL" clId="{73697373-C8F0-469F-A759-534290B354F0}" dt="2025-08-14T19:02:53.949" v="43" actId="47"/>
        <pc:sldMkLst>
          <pc:docMk/>
          <pc:sldMk cId="2967978742" sldId="304"/>
        </pc:sldMkLst>
      </pc:sldChg>
      <pc:sldChg chg="del">
        <pc:chgData name="Thompson, Brielle" userId="f0ea580a-03ee-4a63-bd84-436803179175" providerId="ADAL" clId="{73697373-C8F0-469F-A759-534290B354F0}" dt="2025-08-14T19:02:54.142" v="44" actId="47"/>
        <pc:sldMkLst>
          <pc:docMk/>
          <pc:sldMk cId="2752289645" sldId="310"/>
        </pc:sldMkLst>
      </pc:sldChg>
      <pc:sldChg chg="del">
        <pc:chgData name="Thompson, Brielle" userId="f0ea580a-03ee-4a63-bd84-436803179175" providerId="ADAL" clId="{73697373-C8F0-469F-A759-534290B354F0}" dt="2025-08-14T19:02:57.107" v="53" actId="47"/>
        <pc:sldMkLst>
          <pc:docMk/>
          <pc:sldMk cId="794077804" sldId="311"/>
        </pc:sldMkLst>
      </pc:sldChg>
      <pc:sldChg chg="del">
        <pc:chgData name="Thompson, Brielle" userId="f0ea580a-03ee-4a63-bd84-436803179175" providerId="ADAL" clId="{73697373-C8F0-469F-A759-534290B354F0}" dt="2025-08-14T19:02:50.945" v="21" actId="47"/>
        <pc:sldMkLst>
          <pc:docMk/>
          <pc:sldMk cId="2653534095" sldId="312"/>
        </pc:sldMkLst>
      </pc:sldChg>
      <pc:sldChg chg="del">
        <pc:chgData name="Thompson, Brielle" userId="f0ea580a-03ee-4a63-bd84-436803179175" providerId="ADAL" clId="{73697373-C8F0-469F-A759-534290B354F0}" dt="2025-08-14T19:02:56.622" v="52" actId="47"/>
        <pc:sldMkLst>
          <pc:docMk/>
          <pc:sldMk cId="3691224411" sldId="336"/>
        </pc:sldMkLst>
      </pc:sldChg>
      <pc:sldChg chg="add del">
        <pc:chgData name="Thompson, Brielle" userId="f0ea580a-03ee-4a63-bd84-436803179175" providerId="ADAL" clId="{73697373-C8F0-469F-A759-534290B354F0}" dt="2025-08-14T19:03:00.022" v="56" actId="47"/>
        <pc:sldMkLst>
          <pc:docMk/>
          <pc:sldMk cId="3185418229" sldId="384"/>
        </pc:sldMkLst>
      </pc:sldChg>
      <pc:sldChg chg="del">
        <pc:chgData name="Thompson, Brielle" userId="f0ea580a-03ee-4a63-bd84-436803179175" providerId="ADAL" clId="{73697373-C8F0-469F-A759-534290B354F0}" dt="2025-08-14T19:02:52.973" v="35" actId="47"/>
        <pc:sldMkLst>
          <pc:docMk/>
          <pc:sldMk cId="3216547504" sldId="432"/>
        </pc:sldMkLst>
      </pc:sldChg>
      <pc:sldChg chg="modSp mod">
        <pc:chgData name="Thompson, Brielle" userId="f0ea580a-03ee-4a63-bd84-436803179175" providerId="ADAL" clId="{73697373-C8F0-469F-A759-534290B354F0}" dt="2025-08-14T19:02:35.472" v="12" actId="20577"/>
        <pc:sldMkLst>
          <pc:docMk/>
          <pc:sldMk cId="2472309090" sldId="434"/>
        </pc:sldMkLst>
        <pc:spChg chg="mod">
          <ac:chgData name="Thompson, Brielle" userId="f0ea580a-03ee-4a63-bd84-436803179175" providerId="ADAL" clId="{73697373-C8F0-469F-A759-534290B354F0}" dt="2025-08-14T19:02:35.472" v="12" actId="20577"/>
          <ac:spMkLst>
            <pc:docMk/>
            <pc:sldMk cId="2472309090" sldId="434"/>
            <ac:spMk id="2" creationId="{6AE23848-0866-067B-5C85-225EDB126BA1}"/>
          </ac:spMkLst>
        </pc:spChg>
      </pc:sldChg>
      <pc:sldChg chg="del">
        <pc:chgData name="Thompson, Brielle" userId="f0ea580a-03ee-4a63-bd84-436803179175" providerId="ADAL" clId="{73697373-C8F0-469F-A759-534290B354F0}" dt="2025-08-14T19:02:55.894" v="50" actId="47"/>
        <pc:sldMkLst>
          <pc:docMk/>
          <pc:sldMk cId="3247257364" sldId="435"/>
        </pc:sldMkLst>
      </pc:sldChg>
      <pc:sldChg chg="del">
        <pc:chgData name="Thompson, Brielle" userId="f0ea580a-03ee-4a63-bd84-436803179175" providerId="ADAL" clId="{73697373-C8F0-469F-A759-534290B354F0}" dt="2025-08-14T19:02:50.080" v="16" actId="47"/>
        <pc:sldMkLst>
          <pc:docMk/>
          <pc:sldMk cId="1238645798" sldId="436"/>
        </pc:sldMkLst>
      </pc:sldChg>
      <pc:sldChg chg="del">
        <pc:chgData name="Thompson, Brielle" userId="f0ea580a-03ee-4a63-bd84-436803179175" providerId="ADAL" clId="{73697373-C8F0-469F-A759-534290B354F0}" dt="2025-08-14T19:02:51.040" v="23" actId="47"/>
        <pc:sldMkLst>
          <pc:docMk/>
          <pc:sldMk cId="1708838552" sldId="437"/>
        </pc:sldMkLst>
      </pc:sldChg>
      <pc:sldChg chg="del">
        <pc:chgData name="Thompson, Brielle" userId="f0ea580a-03ee-4a63-bd84-436803179175" providerId="ADAL" clId="{73697373-C8F0-469F-A759-534290B354F0}" dt="2025-08-14T19:02:50.907" v="20" actId="47"/>
        <pc:sldMkLst>
          <pc:docMk/>
          <pc:sldMk cId="4168271727" sldId="439"/>
        </pc:sldMkLst>
      </pc:sldChg>
      <pc:sldChg chg="del">
        <pc:chgData name="Thompson, Brielle" userId="f0ea580a-03ee-4a63-bd84-436803179175" providerId="ADAL" clId="{73697373-C8F0-469F-A759-534290B354F0}" dt="2025-08-14T19:02:50.354" v="17" actId="47"/>
        <pc:sldMkLst>
          <pc:docMk/>
          <pc:sldMk cId="3014738124" sldId="440"/>
        </pc:sldMkLst>
      </pc:sldChg>
      <pc:sldChg chg="del">
        <pc:chgData name="Thompson, Brielle" userId="f0ea580a-03ee-4a63-bd84-436803179175" providerId="ADAL" clId="{73697373-C8F0-469F-A759-534290B354F0}" dt="2025-08-14T19:02:52.013" v="29" actId="47"/>
        <pc:sldMkLst>
          <pc:docMk/>
          <pc:sldMk cId="664292742" sldId="442"/>
        </pc:sldMkLst>
      </pc:sldChg>
      <pc:sldChg chg="del">
        <pc:chgData name="Thompson, Brielle" userId="f0ea580a-03ee-4a63-bd84-436803179175" providerId="ADAL" clId="{73697373-C8F0-469F-A759-534290B354F0}" dt="2025-08-14T19:02:52.049" v="30" actId="47"/>
        <pc:sldMkLst>
          <pc:docMk/>
          <pc:sldMk cId="275994254" sldId="443"/>
        </pc:sldMkLst>
      </pc:sldChg>
      <pc:sldChg chg="del">
        <pc:chgData name="Thompson, Brielle" userId="f0ea580a-03ee-4a63-bd84-436803179175" providerId="ADAL" clId="{73697373-C8F0-469F-A759-534290B354F0}" dt="2025-08-14T19:02:52.384" v="31" actId="47"/>
        <pc:sldMkLst>
          <pc:docMk/>
          <pc:sldMk cId="2904939397" sldId="444"/>
        </pc:sldMkLst>
      </pc:sldChg>
      <pc:sldChg chg="del">
        <pc:chgData name="Thompson, Brielle" userId="f0ea580a-03ee-4a63-bd84-436803179175" providerId="ADAL" clId="{73697373-C8F0-469F-A759-534290B354F0}" dt="2025-08-14T19:02:54.213" v="45" actId="47"/>
        <pc:sldMkLst>
          <pc:docMk/>
          <pc:sldMk cId="1751049556" sldId="445"/>
        </pc:sldMkLst>
      </pc:sldChg>
      <pc:sldChg chg="del">
        <pc:chgData name="Thompson, Brielle" userId="f0ea580a-03ee-4a63-bd84-436803179175" providerId="ADAL" clId="{73697373-C8F0-469F-A759-534290B354F0}" dt="2025-08-14T19:02:50.879" v="19" actId="47"/>
        <pc:sldMkLst>
          <pc:docMk/>
          <pc:sldMk cId="3772101649" sldId="446"/>
        </pc:sldMkLst>
      </pc:sldChg>
      <pc:sldChg chg="del">
        <pc:chgData name="Thompson, Brielle" userId="f0ea580a-03ee-4a63-bd84-436803179175" providerId="ADAL" clId="{73697373-C8F0-469F-A759-534290B354F0}" dt="2025-08-14T19:03:03.116" v="58" actId="47"/>
        <pc:sldMkLst>
          <pc:docMk/>
          <pc:sldMk cId="761833444" sldId="447"/>
        </pc:sldMkLst>
      </pc:sldChg>
      <pc:sldChg chg="del">
        <pc:chgData name="Thompson, Brielle" userId="f0ea580a-03ee-4a63-bd84-436803179175" providerId="ADAL" clId="{73697373-C8F0-469F-A759-534290B354F0}" dt="2025-08-14T19:03:03.424" v="59" actId="47"/>
        <pc:sldMkLst>
          <pc:docMk/>
          <pc:sldMk cId="3911696057" sldId="449"/>
        </pc:sldMkLst>
      </pc:sldChg>
      <pc:sldChg chg="del">
        <pc:chgData name="Thompson, Brielle" userId="f0ea580a-03ee-4a63-bd84-436803179175" providerId="ADAL" clId="{73697373-C8F0-469F-A759-534290B354F0}" dt="2025-08-14T19:02:51.954" v="27" actId="47"/>
        <pc:sldMkLst>
          <pc:docMk/>
          <pc:sldMk cId="2084022510" sldId="451"/>
        </pc:sldMkLst>
      </pc:sldChg>
      <pc:sldChg chg="modSp add del">
        <pc:chgData name="Thompson, Brielle" userId="f0ea580a-03ee-4a63-bd84-436803179175" providerId="ADAL" clId="{73697373-C8F0-469F-A759-534290B354F0}" dt="2025-08-14T19:03:38.774" v="82" actId="115"/>
        <pc:sldMkLst>
          <pc:docMk/>
          <pc:sldMk cId="1972088792" sldId="452"/>
        </pc:sldMkLst>
        <pc:graphicFrameChg chg="mod">
          <ac:chgData name="Thompson, Brielle" userId="f0ea580a-03ee-4a63-bd84-436803179175" providerId="ADAL" clId="{73697373-C8F0-469F-A759-534290B354F0}" dt="2025-08-14T19:03:38.774" v="82" actId="115"/>
          <ac:graphicFrameMkLst>
            <pc:docMk/>
            <pc:sldMk cId="1972088792" sldId="452"/>
            <ac:graphicFrameMk id="5" creationId="{F064ADAB-75C7-5015-D427-2B0C35D721B5}"/>
          </ac:graphicFrameMkLst>
        </pc:graphicFrameChg>
      </pc:sldChg>
      <pc:sldChg chg="del">
        <pc:chgData name="Thompson, Brielle" userId="f0ea580a-03ee-4a63-bd84-436803179175" providerId="ADAL" clId="{73697373-C8F0-469F-A759-534290B354F0}" dt="2025-08-14T19:02:53.030" v="37" actId="47"/>
        <pc:sldMkLst>
          <pc:docMk/>
          <pc:sldMk cId="1057144615" sldId="453"/>
        </pc:sldMkLst>
      </pc:sldChg>
      <pc:sldChg chg="del">
        <pc:chgData name="Thompson, Brielle" userId="f0ea580a-03ee-4a63-bd84-436803179175" providerId="ADAL" clId="{73697373-C8F0-469F-A759-534290B354F0}" dt="2025-08-14T19:02:53.340" v="38" actId="47"/>
        <pc:sldMkLst>
          <pc:docMk/>
          <pc:sldMk cId="2695207565" sldId="454"/>
        </pc:sldMkLst>
      </pc:sldChg>
      <pc:sldChg chg="del">
        <pc:chgData name="Thompson, Brielle" userId="f0ea580a-03ee-4a63-bd84-436803179175" providerId="ADAL" clId="{73697373-C8F0-469F-A759-534290B354F0}" dt="2025-08-14T19:02:53.828" v="39" actId="47"/>
        <pc:sldMkLst>
          <pc:docMk/>
          <pc:sldMk cId="2706510687" sldId="455"/>
        </pc:sldMkLst>
      </pc:sldChg>
      <pc:sldChg chg="del">
        <pc:chgData name="Thompson, Brielle" userId="f0ea580a-03ee-4a63-bd84-436803179175" providerId="ADAL" clId="{73697373-C8F0-469F-A759-534290B354F0}" dt="2025-08-14T19:02:53.846" v="40" actId="47"/>
        <pc:sldMkLst>
          <pc:docMk/>
          <pc:sldMk cId="1584873583" sldId="456"/>
        </pc:sldMkLst>
      </pc:sldChg>
      <pc:sldChg chg="del">
        <pc:chgData name="Thompson, Brielle" userId="f0ea580a-03ee-4a63-bd84-436803179175" providerId="ADAL" clId="{73697373-C8F0-469F-A759-534290B354F0}" dt="2025-08-14T19:02:53.883" v="41" actId="47"/>
        <pc:sldMkLst>
          <pc:docMk/>
          <pc:sldMk cId="2114799925" sldId="457"/>
        </pc:sldMkLst>
      </pc:sldChg>
      <pc:sldChg chg="del">
        <pc:chgData name="Thompson, Brielle" userId="f0ea580a-03ee-4a63-bd84-436803179175" providerId="ADAL" clId="{73697373-C8F0-469F-A759-534290B354F0}" dt="2025-08-14T19:02:53.912" v="42" actId="47"/>
        <pc:sldMkLst>
          <pc:docMk/>
          <pc:sldMk cId="3211140333" sldId="458"/>
        </pc:sldMkLst>
      </pc:sldChg>
      <pc:sldChg chg="modSp add del mod">
        <pc:chgData name="Thompson, Brielle" userId="f0ea580a-03ee-4a63-bd84-436803179175" providerId="ADAL" clId="{73697373-C8F0-469F-A759-534290B354F0}" dt="2025-08-14T19:03:09.014" v="62" actId="20577"/>
        <pc:sldMkLst>
          <pc:docMk/>
          <pc:sldMk cId="3019933041" sldId="459"/>
        </pc:sldMkLst>
        <pc:spChg chg="mod">
          <ac:chgData name="Thompson, Brielle" userId="f0ea580a-03ee-4a63-bd84-436803179175" providerId="ADAL" clId="{73697373-C8F0-469F-A759-534290B354F0}" dt="2025-08-14T19:03:09.014" v="62" actId="20577"/>
          <ac:spMkLst>
            <pc:docMk/>
            <pc:sldMk cId="3019933041" sldId="459"/>
            <ac:spMk id="3" creationId="{532F6CCB-9497-D52A-E563-EA564D079580}"/>
          </ac:spMkLst>
        </pc:spChg>
      </pc:sldChg>
      <pc:sldChg chg="del">
        <pc:chgData name="Thompson, Brielle" userId="f0ea580a-03ee-4a63-bd84-436803179175" providerId="ADAL" clId="{73697373-C8F0-469F-A759-534290B354F0}" dt="2025-08-14T19:02:51.010" v="22" actId="47"/>
        <pc:sldMkLst>
          <pc:docMk/>
          <pc:sldMk cId="365282687" sldId="460"/>
        </pc:sldMkLst>
      </pc:sldChg>
      <pc:sldChg chg="del">
        <pc:chgData name="Thompson, Brielle" userId="f0ea580a-03ee-4a63-bd84-436803179175" providerId="ADAL" clId="{73697373-C8F0-469F-A759-534290B354F0}" dt="2025-08-14T19:02:54.703" v="46" actId="47"/>
        <pc:sldMkLst>
          <pc:docMk/>
          <pc:sldMk cId="492697286" sldId="461"/>
        </pc:sldMkLst>
      </pc:sldChg>
      <pc:sldChg chg="del">
        <pc:chgData name="Thompson, Brielle" userId="f0ea580a-03ee-4a63-bd84-436803179175" providerId="ADAL" clId="{73697373-C8F0-469F-A759-534290B354F0}" dt="2025-08-14T19:02:54.733" v="47" actId="47"/>
        <pc:sldMkLst>
          <pc:docMk/>
          <pc:sldMk cId="411440384" sldId="463"/>
        </pc:sldMkLst>
      </pc:sldChg>
      <pc:sldChg chg="del">
        <pc:chgData name="Thompson, Brielle" userId="f0ea580a-03ee-4a63-bd84-436803179175" providerId="ADAL" clId="{73697373-C8F0-469F-A759-534290B354F0}" dt="2025-08-14T19:02:55.209" v="48" actId="47"/>
        <pc:sldMkLst>
          <pc:docMk/>
          <pc:sldMk cId="2431553106" sldId="464"/>
        </pc:sldMkLst>
      </pc:sldChg>
      <pc:sldChg chg="del">
        <pc:chgData name="Thompson, Brielle" userId="f0ea580a-03ee-4a63-bd84-436803179175" providerId="ADAL" clId="{73697373-C8F0-469F-A759-534290B354F0}" dt="2025-08-14T19:02:55.667" v="49" actId="47"/>
        <pc:sldMkLst>
          <pc:docMk/>
          <pc:sldMk cId="2470410493" sldId="465"/>
        </pc:sldMkLst>
      </pc:sldChg>
    </pc:docChg>
  </pc:docChgLst>
  <pc:docChgLst>
    <pc:chgData name="Thompson, Brielle" userId="f0ea580a-03ee-4a63-bd84-436803179175" providerId="ADAL" clId="{C94DD28B-28B7-4518-A47B-C6498B309B45}"/>
    <pc:docChg chg="modSld">
      <pc:chgData name="Thompson, Brielle" userId="f0ea580a-03ee-4a63-bd84-436803179175" providerId="ADAL" clId="{C94DD28B-28B7-4518-A47B-C6498B309B45}" dt="2025-08-14T19:09:08.966" v="16" actId="115"/>
      <pc:docMkLst>
        <pc:docMk/>
      </pc:docMkLst>
      <pc:sldChg chg="modSp mod">
        <pc:chgData name="Thompson, Brielle" userId="f0ea580a-03ee-4a63-bd84-436803179175" providerId="ADAL" clId="{C94DD28B-28B7-4518-A47B-C6498B309B45}" dt="2025-08-14T19:08:52.031" v="12" actId="1076"/>
        <pc:sldMkLst>
          <pc:docMk/>
          <pc:sldMk cId="2342776510" sldId="291"/>
        </pc:sldMkLst>
      </pc:sldChg>
      <pc:sldChg chg="modSp mod">
        <pc:chgData name="Thompson, Brielle" userId="f0ea580a-03ee-4a63-bd84-436803179175" providerId="ADAL" clId="{C94DD28B-28B7-4518-A47B-C6498B309B45}" dt="2025-08-14T19:08:47.703" v="11" actId="20577"/>
        <pc:sldMkLst>
          <pc:docMk/>
          <pc:sldMk cId="2472309090" sldId="434"/>
        </pc:sldMkLst>
        <pc:spChg chg="mod">
          <ac:chgData name="Thompson, Brielle" userId="f0ea580a-03ee-4a63-bd84-436803179175" providerId="ADAL" clId="{C94DD28B-28B7-4518-A47B-C6498B309B45}" dt="2025-08-14T19:08:47.703" v="11" actId="20577"/>
          <ac:spMkLst>
            <pc:docMk/>
            <pc:sldMk cId="2472309090" sldId="434"/>
            <ac:spMk id="2" creationId="{6AE23848-0866-067B-5C85-225EDB126BA1}"/>
          </ac:spMkLst>
        </pc:spChg>
      </pc:sldChg>
      <pc:sldChg chg="modSp">
        <pc:chgData name="Thompson, Brielle" userId="f0ea580a-03ee-4a63-bd84-436803179175" providerId="ADAL" clId="{C94DD28B-28B7-4518-A47B-C6498B309B45}" dt="2025-08-14T19:09:08.966" v="16" actId="115"/>
        <pc:sldMkLst>
          <pc:docMk/>
          <pc:sldMk cId="1972088792" sldId="452"/>
        </pc:sldMkLst>
        <pc:graphicFrameChg chg="mod">
          <ac:chgData name="Thompson, Brielle" userId="f0ea580a-03ee-4a63-bd84-436803179175" providerId="ADAL" clId="{C94DD28B-28B7-4518-A47B-C6498B309B45}" dt="2025-08-14T19:09:08.966" v="16" actId="115"/>
          <ac:graphicFrameMkLst>
            <pc:docMk/>
            <pc:sldMk cId="1972088792" sldId="452"/>
            <ac:graphicFrameMk id="5" creationId="{F064ADAB-75C7-5015-D427-2B0C35D721B5}"/>
          </ac:graphicFrameMkLst>
        </pc:graphicFrameChg>
      </pc:sldChg>
    </pc:docChg>
  </pc:docChgLst>
  <pc:docChgLst>
    <pc:chgData name="Thompson, Brielle" userId="f0ea580a-03ee-4a63-bd84-436803179175" providerId="ADAL" clId="{93D6566C-B65D-4F50-8DE3-7C909BBA6C8B}"/>
    <pc:docChg chg="undo redo custSel addSld delSld modSld sldOrd">
      <pc:chgData name="Thompson, Brielle" userId="f0ea580a-03ee-4a63-bd84-436803179175" providerId="ADAL" clId="{93D6566C-B65D-4F50-8DE3-7C909BBA6C8B}" dt="2025-09-08T18:35:38.065" v="13750" actId="1076"/>
      <pc:docMkLst>
        <pc:docMk/>
      </pc:docMkLst>
      <pc:sldChg chg="addSp delSp modSp mod addAnim delAnim modAnim">
        <pc:chgData name="Thompson, Brielle" userId="f0ea580a-03ee-4a63-bd84-436803179175" providerId="ADAL" clId="{93D6566C-B65D-4F50-8DE3-7C909BBA6C8B}" dt="2025-09-01T17:14:34.436" v="1668" actId="1076"/>
        <pc:sldMkLst>
          <pc:docMk/>
          <pc:sldMk cId="2342776510" sldId="291"/>
        </pc:sldMkLst>
        <pc:spChg chg="add mod">
          <ac:chgData name="Thompson, Brielle" userId="f0ea580a-03ee-4a63-bd84-436803179175" providerId="ADAL" clId="{93D6566C-B65D-4F50-8DE3-7C909BBA6C8B}" dt="2025-09-01T17:13:51.197" v="1540" actId="207"/>
          <ac:spMkLst>
            <pc:docMk/>
            <pc:sldMk cId="2342776510" sldId="291"/>
            <ac:spMk id="2" creationId="{AEBA3CD8-CA34-4107-9135-D7743BC16846}"/>
          </ac:spMkLst>
        </pc:spChg>
        <pc:spChg chg="add mod">
          <ac:chgData name="Thompson, Brielle" userId="f0ea580a-03ee-4a63-bd84-436803179175" providerId="ADAL" clId="{93D6566C-B65D-4F50-8DE3-7C909BBA6C8B}" dt="2025-09-01T17:11:40.383" v="1515" actId="1076"/>
          <ac:spMkLst>
            <pc:docMk/>
            <pc:sldMk cId="2342776510" sldId="291"/>
            <ac:spMk id="24" creationId="{B3094ED5-90D8-A61C-92FA-D7D26026B1F0}"/>
          </ac:spMkLst>
        </pc:spChg>
        <pc:spChg chg="add mod ord">
          <ac:chgData name="Thompson, Brielle" userId="f0ea580a-03ee-4a63-bd84-436803179175" providerId="ADAL" clId="{93D6566C-B65D-4F50-8DE3-7C909BBA6C8B}" dt="2025-09-01T17:13:20.159" v="1532" actId="1076"/>
          <ac:spMkLst>
            <pc:docMk/>
            <pc:sldMk cId="2342776510" sldId="291"/>
            <ac:spMk id="25" creationId="{8B58AE55-5759-2820-7824-B3BB17D1A99B}"/>
          </ac:spMkLst>
        </pc:spChg>
        <pc:spChg chg="add mod">
          <ac:chgData name="Thompson, Brielle" userId="f0ea580a-03ee-4a63-bd84-436803179175" providerId="ADAL" clId="{93D6566C-B65D-4F50-8DE3-7C909BBA6C8B}" dt="2025-09-01T17:09:18.435" v="1470" actId="207"/>
          <ac:spMkLst>
            <pc:docMk/>
            <pc:sldMk cId="2342776510" sldId="291"/>
            <ac:spMk id="27" creationId="{48302008-56CD-7554-3104-0B9BB87060FF}"/>
          </ac:spMkLst>
        </pc:spChg>
        <pc:spChg chg="mod">
          <ac:chgData name="Thompson, Brielle" userId="f0ea580a-03ee-4a63-bd84-436803179175" providerId="ADAL" clId="{93D6566C-B65D-4F50-8DE3-7C909BBA6C8B}" dt="2025-09-01T17:13:20.159" v="1532" actId="1076"/>
          <ac:spMkLst>
            <pc:docMk/>
            <pc:sldMk cId="2342776510" sldId="291"/>
            <ac:spMk id="28" creationId="{133B7290-C856-FB16-F32E-984D1A4077DC}"/>
          </ac:spMkLst>
        </pc:spChg>
        <pc:spChg chg="mod">
          <ac:chgData name="Thompson, Brielle" userId="f0ea580a-03ee-4a63-bd84-436803179175" providerId="ADAL" clId="{93D6566C-B65D-4F50-8DE3-7C909BBA6C8B}" dt="2025-09-01T17:11:28.638" v="1509" actId="2085"/>
          <ac:spMkLst>
            <pc:docMk/>
            <pc:sldMk cId="2342776510" sldId="291"/>
            <ac:spMk id="34" creationId="{1039C5E0-DEBC-E6BD-FB3F-06B94FC3CBD2}"/>
          </ac:spMkLst>
        </pc:spChg>
        <pc:spChg chg="add mod">
          <ac:chgData name="Thompson, Brielle" userId="f0ea580a-03ee-4a63-bd84-436803179175" providerId="ADAL" clId="{93D6566C-B65D-4F50-8DE3-7C909BBA6C8B}" dt="2025-09-01T17:13:46.813" v="1538" actId="207"/>
          <ac:spMkLst>
            <pc:docMk/>
            <pc:sldMk cId="2342776510" sldId="291"/>
            <ac:spMk id="36" creationId="{906EB558-F8D0-85F8-92B9-0C55F3A86D89}"/>
          </ac:spMkLst>
        </pc:spChg>
        <pc:spChg chg="mod">
          <ac:chgData name="Thompson, Brielle" userId="f0ea580a-03ee-4a63-bd84-436803179175" providerId="ADAL" clId="{93D6566C-B65D-4F50-8DE3-7C909BBA6C8B}" dt="2025-09-01T17:13:38.759" v="1536" actId="207"/>
          <ac:spMkLst>
            <pc:docMk/>
            <pc:sldMk cId="2342776510" sldId="291"/>
            <ac:spMk id="37" creationId="{7F00B90B-F639-1BAE-52CA-AB447703DDD5}"/>
          </ac:spMkLst>
        </pc:spChg>
        <pc:spChg chg="add mod">
          <ac:chgData name="Thompson, Brielle" userId="f0ea580a-03ee-4a63-bd84-436803179175" providerId="ADAL" clId="{93D6566C-B65D-4F50-8DE3-7C909BBA6C8B}" dt="2025-09-01T17:13:40.326" v="1537" actId="207"/>
          <ac:spMkLst>
            <pc:docMk/>
            <pc:sldMk cId="2342776510" sldId="291"/>
            <ac:spMk id="38" creationId="{AC9A28FC-CCAD-58F8-097D-808B59D91B46}"/>
          </ac:spMkLst>
        </pc:spChg>
        <pc:spChg chg="add mod">
          <ac:chgData name="Thompson, Brielle" userId="f0ea580a-03ee-4a63-bd84-436803179175" providerId="ADAL" clId="{93D6566C-B65D-4F50-8DE3-7C909BBA6C8B}" dt="2025-09-01T17:09:46.294" v="1473" actId="2711"/>
          <ac:spMkLst>
            <pc:docMk/>
            <pc:sldMk cId="2342776510" sldId="291"/>
            <ac:spMk id="50" creationId="{1B02DFDF-12C7-9D21-7D7A-F4D1F591052A}"/>
          </ac:spMkLst>
        </pc:spChg>
        <pc:spChg chg="mod">
          <ac:chgData name="Thompson, Brielle" userId="f0ea580a-03ee-4a63-bd84-436803179175" providerId="ADAL" clId="{93D6566C-B65D-4F50-8DE3-7C909BBA6C8B}" dt="2025-09-01T17:10:05.792" v="1483" actId="1076"/>
          <ac:spMkLst>
            <pc:docMk/>
            <pc:sldMk cId="2342776510" sldId="291"/>
            <ac:spMk id="51" creationId="{3CEDD9A8-ACF9-9522-AF0E-E214323BCEA4}"/>
          </ac:spMkLst>
        </pc:spChg>
        <pc:spChg chg="mod">
          <ac:chgData name="Thompson, Brielle" userId="f0ea580a-03ee-4a63-bd84-436803179175" providerId="ADAL" clId="{93D6566C-B65D-4F50-8DE3-7C909BBA6C8B}" dt="2025-09-01T17:10:05.248" v="1482" actId="1076"/>
          <ac:spMkLst>
            <pc:docMk/>
            <pc:sldMk cId="2342776510" sldId="291"/>
            <ac:spMk id="52" creationId="{82B0EEA0-24EF-0F46-AE17-0630C86E73E5}"/>
          </ac:spMkLst>
        </pc:spChg>
        <pc:spChg chg="add mod">
          <ac:chgData name="Thompson, Brielle" userId="f0ea580a-03ee-4a63-bd84-436803179175" providerId="ADAL" clId="{93D6566C-B65D-4F50-8DE3-7C909BBA6C8B}" dt="2025-09-01T17:09:46.294" v="1473" actId="2711"/>
          <ac:spMkLst>
            <pc:docMk/>
            <pc:sldMk cId="2342776510" sldId="291"/>
            <ac:spMk id="53" creationId="{B6C7CD64-343E-041E-22A3-068CA3467483}"/>
          </ac:spMkLst>
        </pc:spChg>
        <pc:spChg chg="add mod ord">
          <ac:chgData name="Thompson, Brielle" userId="f0ea580a-03ee-4a63-bd84-436803179175" providerId="ADAL" clId="{93D6566C-B65D-4F50-8DE3-7C909BBA6C8B}" dt="2025-09-01T17:13:20.159" v="1532" actId="1076"/>
          <ac:spMkLst>
            <pc:docMk/>
            <pc:sldMk cId="2342776510" sldId="291"/>
            <ac:spMk id="54" creationId="{4FFBEC39-CEF6-94F0-1A81-9911455CAFEE}"/>
          </ac:spMkLst>
        </pc:spChg>
        <pc:spChg chg="add mod">
          <ac:chgData name="Thompson, Brielle" userId="f0ea580a-03ee-4a63-bd84-436803179175" providerId="ADAL" clId="{93D6566C-B65D-4F50-8DE3-7C909BBA6C8B}" dt="2025-09-01T17:13:20.159" v="1532" actId="1076"/>
          <ac:spMkLst>
            <pc:docMk/>
            <pc:sldMk cId="2342776510" sldId="291"/>
            <ac:spMk id="55" creationId="{87E96F51-47B7-4FDD-15D3-599207BE8A8C}"/>
          </ac:spMkLst>
        </pc:spChg>
        <pc:spChg chg="add mod">
          <ac:chgData name="Thompson, Brielle" userId="f0ea580a-03ee-4a63-bd84-436803179175" providerId="ADAL" clId="{93D6566C-B65D-4F50-8DE3-7C909BBA6C8B}" dt="2025-09-01T17:14:34.436" v="1668" actId="1076"/>
          <ac:spMkLst>
            <pc:docMk/>
            <pc:sldMk cId="2342776510" sldId="291"/>
            <ac:spMk id="68" creationId="{01BE9C06-8C30-BF47-ABD2-CF0FE1B71AE4}"/>
          </ac:spMkLst>
        </pc:spChg>
        <pc:picChg chg="mod">
          <ac:chgData name="Thompson, Brielle" userId="f0ea580a-03ee-4a63-bd84-436803179175" providerId="ADAL" clId="{93D6566C-B65D-4F50-8DE3-7C909BBA6C8B}" dt="2025-09-01T17:12:17.168" v="1520" actId="1582"/>
          <ac:picMkLst>
            <pc:docMk/>
            <pc:sldMk cId="2342776510" sldId="291"/>
            <ac:picMk id="42" creationId="{BEBA7F53-BF8B-7ED6-6145-44D7FA99CDE6}"/>
          </ac:picMkLst>
        </pc:picChg>
        <pc:picChg chg="add del mod">
          <ac:chgData name="Thompson, Brielle" userId="f0ea580a-03ee-4a63-bd84-436803179175" providerId="ADAL" clId="{93D6566C-B65D-4F50-8DE3-7C909BBA6C8B}" dt="2025-09-01T17:10:57.743" v="1494" actId="207"/>
          <ac:picMkLst>
            <pc:docMk/>
            <pc:sldMk cId="2342776510" sldId="291"/>
            <ac:picMk id="43" creationId="{FC1DF7A4-3B3E-6028-5B03-540EA23C83EE}"/>
          </ac:picMkLst>
        </pc:picChg>
        <pc:picChg chg="mod">
          <ac:chgData name="Thompson, Brielle" userId="f0ea580a-03ee-4a63-bd84-436803179175" providerId="ADAL" clId="{93D6566C-B65D-4F50-8DE3-7C909BBA6C8B}" dt="2025-09-01T17:13:20.159" v="1532" actId="1076"/>
          <ac:picMkLst>
            <pc:docMk/>
            <pc:sldMk cId="2342776510" sldId="291"/>
            <ac:picMk id="44" creationId="{2AAA6D08-DD44-B0D5-9F55-EC5E57AA0A6D}"/>
          </ac:picMkLst>
        </pc:picChg>
        <pc:picChg chg="mod">
          <ac:chgData name="Thompson, Brielle" userId="f0ea580a-03ee-4a63-bd84-436803179175" providerId="ADAL" clId="{93D6566C-B65D-4F50-8DE3-7C909BBA6C8B}" dt="2025-09-01T17:10:57.743" v="1494" actId="207"/>
          <ac:picMkLst>
            <pc:docMk/>
            <pc:sldMk cId="2342776510" sldId="291"/>
            <ac:picMk id="45" creationId="{5A4448F5-8809-5E12-39A1-FD8AC6A6B73E}"/>
          </ac:picMkLst>
        </pc:picChg>
        <pc:picChg chg="mod">
          <ac:chgData name="Thompson, Brielle" userId="f0ea580a-03ee-4a63-bd84-436803179175" providerId="ADAL" clId="{93D6566C-B65D-4F50-8DE3-7C909BBA6C8B}" dt="2025-09-01T17:12:35.998" v="1522" actId="1582"/>
          <ac:picMkLst>
            <pc:docMk/>
            <pc:sldMk cId="2342776510" sldId="291"/>
            <ac:picMk id="47" creationId="{393FCB88-A37E-FC7F-E289-4299898D447F}"/>
          </ac:picMkLst>
        </pc:picChg>
        <pc:picChg chg="mod">
          <ac:chgData name="Thompson, Brielle" userId="f0ea580a-03ee-4a63-bd84-436803179175" providerId="ADAL" clId="{93D6566C-B65D-4F50-8DE3-7C909BBA6C8B}" dt="2025-09-01T17:13:20.159" v="1532" actId="1076"/>
          <ac:picMkLst>
            <pc:docMk/>
            <pc:sldMk cId="2342776510" sldId="291"/>
            <ac:picMk id="48" creationId="{567FD88B-05AA-9C7C-4B7E-DFFA4A8FA3B5}"/>
          </ac:picMkLst>
        </pc:picChg>
        <pc:picChg chg="add del mod">
          <ac:chgData name="Thompson, Brielle" userId="f0ea580a-03ee-4a63-bd84-436803179175" providerId="ADAL" clId="{93D6566C-B65D-4F50-8DE3-7C909BBA6C8B}" dt="2025-09-01T17:12:11.800" v="1519" actId="1582"/>
          <ac:picMkLst>
            <pc:docMk/>
            <pc:sldMk cId="2342776510" sldId="291"/>
            <ac:picMk id="49" creationId="{7E8132AE-BADD-8ED4-1CFC-1461B3F063B0}"/>
          </ac:picMkLst>
        </pc:picChg>
        <pc:picChg chg="mod">
          <ac:chgData name="Thompson, Brielle" userId="f0ea580a-03ee-4a63-bd84-436803179175" providerId="ADAL" clId="{93D6566C-B65D-4F50-8DE3-7C909BBA6C8B}" dt="2025-09-01T17:12:07.383" v="1518" actId="1582"/>
          <ac:picMkLst>
            <pc:docMk/>
            <pc:sldMk cId="2342776510" sldId="291"/>
            <ac:picMk id="56" creationId="{782BBFA4-F895-33DD-F178-1BA309D575D3}"/>
          </ac:picMkLst>
        </pc:picChg>
        <pc:picChg chg="mod">
          <ac:chgData name="Thompson, Brielle" userId="f0ea580a-03ee-4a63-bd84-436803179175" providerId="ADAL" clId="{93D6566C-B65D-4F50-8DE3-7C909BBA6C8B}" dt="2025-09-01T17:12:07.383" v="1518" actId="1582"/>
          <ac:picMkLst>
            <pc:docMk/>
            <pc:sldMk cId="2342776510" sldId="291"/>
            <ac:picMk id="57" creationId="{19D4F8F9-4258-13DE-FF19-F01F9287CCFE}"/>
          </ac:picMkLst>
        </pc:picChg>
        <pc:cxnChg chg="mod">
          <ac:chgData name="Thompson, Brielle" userId="f0ea580a-03ee-4a63-bd84-436803179175" providerId="ADAL" clId="{93D6566C-B65D-4F50-8DE3-7C909BBA6C8B}" dt="2025-09-01T17:13:20.159" v="1532" actId="1076"/>
          <ac:cxnSpMkLst>
            <pc:docMk/>
            <pc:sldMk cId="2342776510" sldId="291"/>
            <ac:cxnSpMk id="32" creationId="{00B898DF-BFA1-2D0C-3DF5-752B4D2BBFBA}"/>
          </ac:cxnSpMkLst>
        </pc:cxnChg>
        <pc:cxnChg chg="mod">
          <ac:chgData name="Thompson, Brielle" userId="f0ea580a-03ee-4a63-bd84-436803179175" providerId="ADAL" clId="{93D6566C-B65D-4F50-8DE3-7C909BBA6C8B}" dt="2025-09-01T17:13:20.159" v="1532" actId="1076"/>
          <ac:cxnSpMkLst>
            <pc:docMk/>
            <pc:sldMk cId="2342776510" sldId="291"/>
            <ac:cxnSpMk id="33" creationId="{79FAA425-E365-9AED-D58D-018C2C34CBFA}"/>
          </ac:cxnSpMkLst>
        </pc:cxnChg>
        <pc:cxnChg chg="mod">
          <ac:chgData name="Thompson, Brielle" userId="f0ea580a-03ee-4a63-bd84-436803179175" providerId="ADAL" clId="{93D6566C-B65D-4F50-8DE3-7C909BBA6C8B}" dt="2025-09-01T17:11:40.383" v="1515" actId="1076"/>
          <ac:cxnSpMkLst>
            <pc:docMk/>
            <pc:sldMk cId="2342776510" sldId="291"/>
            <ac:cxnSpMk id="35" creationId="{FB30E0FA-8C1F-C193-493B-A2221936959C}"/>
          </ac:cxnSpMkLst>
        </pc:cxnChg>
        <pc:cxnChg chg="mod">
          <ac:chgData name="Thompson, Brielle" userId="f0ea580a-03ee-4a63-bd84-436803179175" providerId="ADAL" clId="{93D6566C-B65D-4F50-8DE3-7C909BBA6C8B}" dt="2025-09-01T17:12:46.823" v="1524" actId="1076"/>
          <ac:cxnSpMkLst>
            <pc:docMk/>
            <pc:sldMk cId="2342776510" sldId="291"/>
            <ac:cxnSpMk id="39" creationId="{91B1C8D5-6646-05D5-0C08-C233F0D0AC91}"/>
          </ac:cxnSpMkLst>
        </pc:cxnChg>
        <pc:cxnChg chg="mod">
          <ac:chgData name="Thompson, Brielle" userId="f0ea580a-03ee-4a63-bd84-436803179175" providerId="ADAL" clId="{93D6566C-B65D-4F50-8DE3-7C909BBA6C8B}" dt="2025-09-01T17:12:46.823" v="1524" actId="1076"/>
          <ac:cxnSpMkLst>
            <pc:docMk/>
            <pc:sldMk cId="2342776510" sldId="291"/>
            <ac:cxnSpMk id="40" creationId="{4903F36F-E807-229C-8548-88789C9B423A}"/>
          </ac:cxnSpMkLst>
        </pc:cxnChg>
        <pc:cxnChg chg="mod">
          <ac:chgData name="Thompson, Brielle" userId="f0ea580a-03ee-4a63-bd84-436803179175" providerId="ADAL" clId="{93D6566C-B65D-4F50-8DE3-7C909BBA6C8B}" dt="2025-09-01T17:13:20.159" v="1532" actId="1076"/>
          <ac:cxnSpMkLst>
            <pc:docMk/>
            <pc:sldMk cId="2342776510" sldId="291"/>
            <ac:cxnSpMk id="41" creationId="{FB1D03D3-D314-E2AA-CDF9-E669142094D0}"/>
          </ac:cxnSpMkLst>
        </pc:cxnChg>
      </pc:sldChg>
      <pc:sldChg chg="addSp modSp add del mod modAnim">
        <pc:chgData name="Thompson, Brielle" userId="f0ea580a-03ee-4a63-bd84-436803179175" providerId="ADAL" clId="{93D6566C-B65D-4F50-8DE3-7C909BBA6C8B}" dt="2025-09-01T23:20:13.082" v="11664"/>
        <pc:sldMkLst>
          <pc:docMk/>
          <pc:sldMk cId="1237046879" sldId="399"/>
        </pc:sldMkLst>
        <pc:spChg chg="add mod">
          <ac:chgData name="Thompson, Brielle" userId="f0ea580a-03ee-4a63-bd84-436803179175" providerId="ADAL" clId="{93D6566C-B65D-4F50-8DE3-7C909BBA6C8B}" dt="2025-09-01T23:19:25.641" v="11637" actId="20577"/>
          <ac:spMkLst>
            <pc:docMk/>
            <pc:sldMk cId="1237046879" sldId="399"/>
            <ac:spMk id="3" creationId="{36B01987-A19A-DB1E-7F56-8E305A4FD283}"/>
          </ac:spMkLst>
        </pc:spChg>
        <pc:spChg chg="add mod">
          <ac:chgData name="Thompson, Brielle" userId="f0ea580a-03ee-4a63-bd84-436803179175" providerId="ADAL" clId="{93D6566C-B65D-4F50-8DE3-7C909BBA6C8B}" dt="2025-09-01T23:19:49.495" v="11641" actId="208"/>
          <ac:spMkLst>
            <pc:docMk/>
            <pc:sldMk cId="1237046879" sldId="399"/>
            <ac:spMk id="4" creationId="{0581624A-5953-9614-9E59-9DDF6C15383B}"/>
          </ac:spMkLst>
        </pc:spChg>
        <pc:spChg chg="add mod">
          <ac:chgData name="Thompson, Brielle" userId="f0ea580a-03ee-4a63-bd84-436803179175" providerId="ADAL" clId="{93D6566C-B65D-4F50-8DE3-7C909BBA6C8B}" dt="2025-09-01T23:20:04.349" v="11663" actId="113"/>
          <ac:spMkLst>
            <pc:docMk/>
            <pc:sldMk cId="1237046879" sldId="399"/>
            <ac:spMk id="5" creationId="{064D6676-9BCC-8E56-9FE8-539EED559F14}"/>
          </ac:spMkLst>
        </pc:spChg>
      </pc:sldChg>
      <pc:sldChg chg="addSp modSp add del">
        <pc:chgData name="Thompson, Brielle" userId="f0ea580a-03ee-4a63-bd84-436803179175" providerId="ADAL" clId="{93D6566C-B65D-4F50-8DE3-7C909BBA6C8B}" dt="2025-09-01T22:59:26.825" v="10869"/>
        <pc:sldMkLst>
          <pc:docMk/>
          <pc:sldMk cId="2345408601" sldId="400"/>
        </pc:sldMkLst>
        <pc:spChg chg="add mod">
          <ac:chgData name="Thompson, Brielle" userId="f0ea580a-03ee-4a63-bd84-436803179175" providerId="ADAL" clId="{93D6566C-B65D-4F50-8DE3-7C909BBA6C8B}" dt="2025-09-01T22:59:26.825" v="10869"/>
          <ac:spMkLst>
            <pc:docMk/>
            <pc:sldMk cId="2345408601" sldId="400"/>
            <ac:spMk id="2" creationId="{A74A3BDB-8734-4933-DD57-F379C0218352}"/>
          </ac:spMkLst>
        </pc:spChg>
      </pc:sldChg>
      <pc:sldChg chg="modSp mod">
        <pc:chgData name="Thompson, Brielle" userId="f0ea580a-03ee-4a63-bd84-436803179175" providerId="ADAL" clId="{93D6566C-B65D-4F50-8DE3-7C909BBA6C8B}" dt="2025-09-01T15:34:45.429" v="34" actId="20577"/>
        <pc:sldMkLst>
          <pc:docMk/>
          <pc:sldMk cId="2472309090" sldId="434"/>
        </pc:sldMkLst>
        <pc:spChg chg="mod">
          <ac:chgData name="Thompson, Brielle" userId="f0ea580a-03ee-4a63-bd84-436803179175" providerId="ADAL" clId="{93D6566C-B65D-4F50-8DE3-7C909BBA6C8B}" dt="2025-09-01T15:34:45.429" v="34" actId="20577"/>
          <ac:spMkLst>
            <pc:docMk/>
            <pc:sldMk cId="2472309090" sldId="434"/>
            <ac:spMk id="2" creationId="{6AE23848-0866-067B-5C85-225EDB126BA1}"/>
          </ac:spMkLst>
        </pc:spChg>
      </pc:sldChg>
      <pc:sldChg chg="modSp mod setBg">
        <pc:chgData name="Thompson, Brielle" userId="f0ea580a-03ee-4a63-bd84-436803179175" providerId="ADAL" clId="{93D6566C-B65D-4F50-8DE3-7C909BBA6C8B}" dt="2025-09-08T16:22:12.067" v="13725" actId="1076"/>
        <pc:sldMkLst>
          <pc:docMk/>
          <pc:sldMk cId="1972088792" sldId="452"/>
        </pc:sldMkLst>
        <pc:spChg chg="mod">
          <ac:chgData name="Thompson, Brielle" userId="f0ea580a-03ee-4a63-bd84-436803179175" providerId="ADAL" clId="{93D6566C-B65D-4F50-8DE3-7C909BBA6C8B}" dt="2025-09-08T16:22:12.067" v="13725" actId="1076"/>
          <ac:spMkLst>
            <pc:docMk/>
            <pc:sldMk cId="1972088792" sldId="452"/>
            <ac:spMk id="3" creationId="{B345E01A-AEC6-B3DB-F5CB-086D84BA8E7A}"/>
          </ac:spMkLst>
        </pc:spChg>
        <pc:graphicFrameChg chg="mod">
          <ac:chgData name="Thompson, Brielle" userId="f0ea580a-03ee-4a63-bd84-436803179175" providerId="ADAL" clId="{93D6566C-B65D-4F50-8DE3-7C909BBA6C8B}" dt="2025-09-08T16:19:06.634" v="13724" actId="113"/>
          <ac:graphicFrameMkLst>
            <pc:docMk/>
            <pc:sldMk cId="1972088792" sldId="452"/>
            <ac:graphicFrameMk id="5" creationId="{F064ADAB-75C7-5015-D427-2B0C35D721B5}"/>
          </ac:graphicFrameMkLst>
        </pc:graphicFrameChg>
      </pc:sldChg>
      <pc:sldChg chg="modSp mod">
        <pc:chgData name="Thompson, Brielle" userId="f0ea580a-03ee-4a63-bd84-436803179175" providerId="ADAL" clId="{93D6566C-B65D-4F50-8DE3-7C909BBA6C8B}" dt="2025-09-01T16:53:28.086" v="1452" actId="20577"/>
        <pc:sldMkLst>
          <pc:docMk/>
          <pc:sldMk cId="3019933041" sldId="459"/>
        </pc:sldMkLst>
        <pc:spChg chg="mod">
          <ac:chgData name="Thompson, Brielle" userId="f0ea580a-03ee-4a63-bd84-436803179175" providerId="ADAL" clId="{93D6566C-B65D-4F50-8DE3-7C909BBA6C8B}" dt="2025-09-01T16:52:09.630" v="1429" actId="404"/>
          <ac:spMkLst>
            <pc:docMk/>
            <pc:sldMk cId="3019933041" sldId="459"/>
            <ac:spMk id="2" creationId="{137ED602-EC27-67AB-41A7-EA2E6E2F1A3F}"/>
          </ac:spMkLst>
        </pc:spChg>
        <pc:spChg chg="mod">
          <ac:chgData name="Thompson, Brielle" userId="f0ea580a-03ee-4a63-bd84-436803179175" providerId="ADAL" clId="{93D6566C-B65D-4F50-8DE3-7C909BBA6C8B}" dt="2025-09-01T16:53:28.086" v="1452" actId="20577"/>
          <ac:spMkLst>
            <pc:docMk/>
            <pc:sldMk cId="3019933041" sldId="459"/>
            <ac:spMk id="3" creationId="{532F6CCB-9497-D52A-E563-EA564D079580}"/>
          </ac:spMkLst>
        </pc:spChg>
      </pc:sldChg>
      <pc:sldChg chg="addSp delSp modSp add mod setBg modAnim">
        <pc:chgData name="Thompson, Brielle" userId="f0ea580a-03ee-4a63-bd84-436803179175" providerId="ADAL" clId="{93D6566C-B65D-4F50-8DE3-7C909BBA6C8B}" dt="2025-09-01T15:39:23.341" v="465"/>
        <pc:sldMkLst>
          <pc:docMk/>
          <pc:sldMk cId="2716345525" sldId="509"/>
        </pc:sldMkLst>
        <pc:spChg chg="mod">
          <ac:chgData name="Thompson, Brielle" userId="f0ea580a-03ee-4a63-bd84-436803179175" providerId="ADAL" clId="{93D6566C-B65D-4F50-8DE3-7C909BBA6C8B}" dt="2025-09-01T15:39:05.313" v="463" actId="207"/>
          <ac:spMkLst>
            <pc:docMk/>
            <pc:sldMk cId="2716345525" sldId="509"/>
            <ac:spMk id="2" creationId="{7A40B144-4F84-4904-5069-E111693C7CAA}"/>
          </ac:spMkLst>
        </pc:spChg>
        <pc:spChg chg="mod">
          <ac:chgData name="Thompson, Brielle" userId="f0ea580a-03ee-4a63-bd84-436803179175" providerId="ADAL" clId="{93D6566C-B65D-4F50-8DE3-7C909BBA6C8B}" dt="2025-09-01T15:38:14.622" v="455" actId="1076"/>
          <ac:spMkLst>
            <pc:docMk/>
            <pc:sldMk cId="2716345525" sldId="509"/>
            <ac:spMk id="3" creationId="{835A3ACB-323F-C124-5084-39A44120C243}"/>
          </ac:spMkLst>
        </pc:spChg>
        <pc:picChg chg="add mod">
          <ac:chgData name="Thompson, Brielle" userId="f0ea580a-03ee-4a63-bd84-436803179175" providerId="ADAL" clId="{93D6566C-B65D-4F50-8DE3-7C909BBA6C8B}" dt="2025-09-01T15:38:55.837" v="461" actId="1076"/>
          <ac:picMkLst>
            <pc:docMk/>
            <pc:sldMk cId="2716345525" sldId="509"/>
            <ac:picMk id="5" creationId="{CB51E32C-3C5D-C729-0BA2-468B48291387}"/>
          </ac:picMkLst>
        </pc:picChg>
      </pc:sldChg>
      <pc:sldChg chg="addSp modSp new mod">
        <pc:chgData name="Thompson, Brielle" userId="f0ea580a-03ee-4a63-bd84-436803179175" providerId="ADAL" clId="{93D6566C-B65D-4F50-8DE3-7C909BBA6C8B}" dt="2025-09-01T19:34:46.080" v="4307" actId="27636"/>
        <pc:sldMkLst>
          <pc:docMk/>
          <pc:sldMk cId="1562411755" sldId="510"/>
        </pc:sldMkLst>
        <pc:spChg chg="mod">
          <ac:chgData name="Thompson, Brielle" userId="f0ea580a-03ee-4a63-bd84-436803179175" providerId="ADAL" clId="{93D6566C-B65D-4F50-8DE3-7C909BBA6C8B}" dt="2025-09-01T19:34:40.836" v="4302" actId="20577"/>
          <ac:spMkLst>
            <pc:docMk/>
            <pc:sldMk cId="1562411755" sldId="510"/>
            <ac:spMk id="2" creationId="{693DE63E-75E4-3103-0ECE-A279F10DD17C}"/>
          </ac:spMkLst>
        </pc:spChg>
        <pc:spChg chg="mod">
          <ac:chgData name="Thompson, Brielle" userId="f0ea580a-03ee-4a63-bd84-436803179175" providerId="ADAL" clId="{93D6566C-B65D-4F50-8DE3-7C909BBA6C8B}" dt="2025-09-01T19:34:46.080" v="4307" actId="27636"/>
          <ac:spMkLst>
            <pc:docMk/>
            <pc:sldMk cId="1562411755" sldId="510"/>
            <ac:spMk id="3" creationId="{70E7E05F-A68E-A6E1-2631-4040B71057B9}"/>
          </ac:spMkLst>
        </pc:spChg>
        <pc:spChg chg="add mod">
          <ac:chgData name="Thompson, Brielle" userId="f0ea580a-03ee-4a63-bd84-436803179175" providerId="ADAL" clId="{93D6566C-B65D-4F50-8DE3-7C909BBA6C8B}" dt="2025-09-01T19:31:27.699" v="4221" actId="20577"/>
          <ac:spMkLst>
            <pc:docMk/>
            <pc:sldMk cId="1562411755" sldId="510"/>
            <ac:spMk id="4" creationId="{716C69CA-D362-2AA2-679C-44700E8A7FCC}"/>
          </ac:spMkLst>
        </pc:spChg>
      </pc:sldChg>
      <pc:sldChg chg="modSp new del mod ord">
        <pc:chgData name="Thompson, Brielle" userId="f0ea580a-03ee-4a63-bd84-436803179175" providerId="ADAL" clId="{93D6566C-B65D-4F50-8DE3-7C909BBA6C8B}" dt="2025-09-01T19:32:52.874" v="4265" actId="47"/>
        <pc:sldMkLst>
          <pc:docMk/>
          <pc:sldMk cId="3578359118" sldId="511"/>
        </pc:sldMkLst>
      </pc:sldChg>
      <pc:sldChg chg="modSp add mod ord">
        <pc:chgData name="Thompson, Brielle" userId="f0ea580a-03ee-4a63-bd84-436803179175" providerId="ADAL" clId="{93D6566C-B65D-4F50-8DE3-7C909BBA6C8B}" dt="2025-09-01T19:53:36.834" v="4893" actId="20577"/>
        <pc:sldMkLst>
          <pc:docMk/>
          <pc:sldMk cId="623552284" sldId="512"/>
        </pc:sldMkLst>
        <pc:spChg chg="mod">
          <ac:chgData name="Thompson, Brielle" userId="f0ea580a-03ee-4a63-bd84-436803179175" providerId="ADAL" clId="{93D6566C-B65D-4F50-8DE3-7C909BBA6C8B}" dt="2025-09-01T19:53:36.834" v="4893" actId="20577"/>
          <ac:spMkLst>
            <pc:docMk/>
            <pc:sldMk cId="623552284" sldId="512"/>
            <ac:spMk id="9" creationId="{824473E0-6958-7D63-6A8E-463BCF808DB9}"/>
          </ac:spMkLst>
        </pc:spChg>
      </pc:sldChg>
      <pc:sldChg chg="addSp modSp new mod">
        <pc:chgData name="Thompson, Brielle" userId="f0ea580a-03ee-4a63-bd84-436803179175" providerId="ADAL" clId="{93D6566C-B65D-4F50-8DE3-7C909BBA6C8B}" dt="2025-09-01T19:53:17.665" v="4889" actId="20577"/>
        <pc:sldMkLst>
          <pc:docMk/>
          <pc:sldMk cId="2237320122" sldId="513"/>
        </pc:sldMkLst>
        <pc:spChg chg="mod">
          <ac:chgData name="Thompson, Brielle" userId="f0ea580a-03ee-4a63-bd84-436803179175" providerId="ADAL" clId="{93D6566C-B65D-4F50-8DE3-7C909BBA6C8B}" dt="2025-09-01T19:53:17.665" v="4889" actId="20577"/>
          <ac:spMkLst>
            <pc:docMk/>
            <pc:sldMk cId="2237320122" sldId="513"/>
            <ac:spMk id="2" creationId="{786290C1-D633-9666-93E6-12E61E4E9720}"/>
          </ac:spMkLst>
        </pc:spChg>
        <pc:spChg chg="mod">
          <ac:chgData name="Thompson, Brielle" userId="f0ea580a-03ee-4a63-bd84-436803179175" providerId="ADAL" clId="{93D6566C-B65D-4F50-8DE3-7C909BBA6C8B}" dt="2025-09-01T19:37:12.607" v="4474" actId="122"/>
          <ac:spMkLst>
            <pc:docMk/>
            <pc:sldMk cId="2237320122" sldId="513"/>
            <ac:spMk id="3" creationId="{95D625E2-0293-47E0-F72C-F1AE49C2CD71}"/>
          </ac:spMkLst>
        </pc:spChg>
        <pc:spChg chg="add mod">
          <ac:chgData name="Thompson, Brielle" userId="f0ea580a-03ee-4a63-bd84-436803179175" providerId="ADAL" clId="{93D6566C-B65D-4F50-8DE3-7C909BBA6C8B}" dt="2025-09-01T19:35:44.778" v="4459" actId="20577"/>
          <ac:spMkLst>
            <pc:docMk/>
            <pc:sldMk cId="2237320122" sldId="513"/>
            <ac:spMk id="4" creationId="{5BC4A125-3AE8-E879-8133-2BA0EE5E87D4}"/>
          </ac:spMkLst>
        </pc:spChg>
        <pc:picChg chg="add mod">
          <ac:chgData name="Thompson, Brielle" userId="f0ea580a-03ee-4a63-bd84-436803179175" providerId="ADAL" clId="{93D6566C-B65D-4F50-8DE3-7C909BBA6C8B}" dt="2025-09-01T19:37:19.783" v="4476" actId="1035"/>
          <ac:picMkLst>
            <pc:docMk/>
            <pc:sldMk cId="2237320122" sldId="513"/>
            <ac:picMk id="6" creationId="{6630B8AC-FA91-D92E-094F-71DA49435ADA}"/>
          </ac:picMkLst>
        </pc:picChg>
        <pc:picChg chg="add mod">
          <ac:chgData name="Thompson, Brielle" userId="f0ea580a-03ee-4a63-bd84-436803179175" providerId="ADAL" clId="{93D6566C-B65D-4F50-8DE3-7C909BBA6C8B}" dt="2025-09-01T19:37:23.178" v="4477" actId="1076"/>
          <ac:picMkLst>
            <pc:docMk/>
            <pc:sldMk cId="2237320122" sldId="513"/>
            <ac:picMk id="8" creationId="{F40F19B1-961E-274E-5195-9144EAAEFF65}"/>
          </ac:picMkLst>
        </pc:picChg>
      </pc:sldChg>
      <pc:sldChg chg="modSp new del mod">
        <pc:chgData name="Thompson, Brielle" userId="f0ea580a-03ee-4a63-bd84-436803179175" providerId="ADAL" clId="{93D6566C-B65D-4F50-8DE3-7C909BBA6C8B}" dt="2025-09-01T19:53:43.174" v="4894" actId="47"/>
        <pc:sldMkLst>
          <pc:docMk/>
          <pc:sldMk cId="340146968" sldId="514"/>
        </pc:sldMkLst>
      </pc:sldChg>
      <pc:sldChg chg="addSp modSp new mod ord">
        <pc:chgData name="Thompson, Brielle" userId="f0ea580a-03ee-4a63-bd84-436803179175" providerId="ADAL" clId="{93D6566C-B65D-4F50-8DE3-7C909BBA6C8B}" dt="2025-09-01T23:23:53.281" v="11973" actId="20577"/>
        <pc:sldMkLst>
          <pc:docMk/>
          <pc:sldMk cId="1582269955" sldId="515"/>
        </pc:sldMkLst>
        <pc:spChg chg="mod">
          <ac:chgData name="Thompson, Brielle" userId="f0ea580a-03ee-4a63-bd84-436803179175" providerId="ADAL" clId="{93D6566C-B65D-4F50-8DE3-7C909BBA6C8B}" dt="2025-09-01T23:23:53.281" v="11973" actId="20577"/>
          <ac:spMkLst>
            <pc:docMk/>
            <pc:sldMk cId="1582269955" sldId="515"/>
            <ac:spMk id="2" creationId="{0D50A521-C531-34B8-6D1B-13F449CE3E89}"/>
          </ac:spMkLst>
        </pc:spChg>
        <pc:spChg chg="mod">
          <ac:chgData name="Thompson, Brielle" userId="f0ea580a-03ee-4a63-bd84-436803179175" providerId="ADAL" clId="{93D6566C-B65D-4F50-8DE3-7C909BBA6C8B}" dt="2025-09-01T22:32:31.082" v="10323" actId="20577"/>
          <ac:spMkLst>
            <pc:docMk/>
            <pc:sldMk cId="1582269955" sldId="515"/>
            <ac:spMk id="3" creationId="{53FF9D8F-EED3-6173-6727-F4F307F32C0C}"/>
          </ac:spMkLst>
        </pc:spChg>
        <pc:spChg chg="add mod">
          <ac:chgData name="Thompson, Brielle" userId="f0ea580a-03ee-4a63-bd84-436803179175" providerId="ADAL" clId="{93D6566C-B65D-4F50-8DE3-7C909BBA6C8B}" dt="2025-09-01T23:23:48.257" v="11964" actId="20577"/>
          <ac:spMkLst>
            <pc:docMk/>
            <pc:sldMk cId="1582269955" sldId="515"/>
            <ac:spMk id="4" creationId="{B8DDCD8F-59FD-D404-7C44-1CEB12618C96}"/>
          </ac:spMkLst>
        </pc:spChg>
      </pc:sldChg>
      <pc:sldChg chg="addSp modSp new mod ord">
        <pc:chgData name="Thompson, Brielle" userId="f0ea580a-03ee-4a63-bd84-436803179175" providerId="ADAL" clId="{93D6566C-B65D-4F50-8DE3-7C909BBA6C8B}" dt="2025-09-01T22:40:45.839" v="10610" actId="20577"/>
        <pc:sldMkLst>
          <pc:docMk/>
          <pc:sldMk cId="3613090876" sldId="516"/>
        </pc:sldMkLst>
        <pc:spChg chg="mod">
          <ac:chgData name="Thompson, Brielle" userId="f0ea580a-03ee-4a63-bd84-436803179175" providerId="ADAL" clId="{93D6566C-B65D-4F50-8DE3-7C909BBA6C8B}" dt="2025-09-01T22:34:16.617" v="10449" actId="1076"/>
          <ac:spMkLst>
            <pc:docMk/>
            <pc:sldMk cId="3613090876" sldId="516"/>
            <ac:spMk id="2" creationId="{F0D25153-413F-D565-A504-FFB38DAB2B9E}"/>
          </ac:spMkLst>
        </pc:spChg>
        <pc:spChg chg="mod">
          <ac:chgData name="Thompson, Brielle" userId="f0ea580a-03ee-4a63-bd84-436803179175" providerId="ADAL" clId="{93D6566C-B65D-4F50-8DE3-7C909BBA6C8B}" dt="2025-09-01T22:34:11.538" v="10448" actId="313"/>
          <ac:spMkLst>
            <pc:docMk/>
            <pc:sldMk cId="3613090876" sldId="516"/>
            <ac:spMk id="3" creationId="{54DB1A06-2FC7-5F5A-72BE-61275C5A8AC1}"/>
          </ac:spMkLst>
        </pc:spChg>
        <pc:spChg chg="add mod">
          <ac:chgData name="Thompson, Brielle" userId="f0ea580a-03ee-4a63-bd84-436803179175" providerId="ADAL" clId="{93D6566C-B65D-4F50-8DE3-7C909BBA6C8B}" dt="2025-09-01T22:40:45.839" v="10610" actId="20577"/>
          <ac:spMkLst>
            <pc:docMk/>
            <pc:sldMk cId="3613090876" sldId="516"/>
            <ac:spMk id="4" creationId="{8FC4D416-9E44-5952-D100-A1B1E5389CAE}"/>
          </ac:spMkLst>
        </pc:spChg>
      </pc:sldChg>
      <pc:sldChg chg="addSp delSp modSp new mod modNotesTx">
        <pc:chgData name="Thompson, Brielle" userId="f0ea580a-03ee-4a63-bd84-436803179175" providerId="ADAL" clId="{93D6566C-B65D-4F50-8DE3-7C909BBA6C8B}" dt="2025-09-01T18:37:59.330" v="3946" actId="1076"/>
        <pc:sldMkLst>
          <pc:docMk/>
          <pc:sldMk cId="1085235976" sldId="517"/>
        </pc:sldMkLst>
        <pc:spChg chg="add mod">
          <ac:chgData name="Thompson, Brielle" userId="f0ea580a-03ee-4a63-bd84-436803179175" providerId="ADAL" clId="{93D6566C-B65D-4F50-8DE3-7C909BBA6C8B}" dt="2025-09-01T18:28:31.003" v="3590" actId="1076"/>
          <ac:spMkLst>
            <pc:docMk/>
            <pc:sldMk cId="1085235976" sldId="517"/>
            <ac:spMk id="4" creationId="{738540D0-20F7-DCB0-6101-CBFD0A2D83B0}"/>
          </ac:spMkLst>
        </pc:spChg>
        <pc:spChg chg="add mod">
          <ac:chgData name="Thompson, Brielle" userId="f0ea580a-03ee-4a63-bd84-436803179175" providerId="ADAL" clId="{93D6566C-B65D-4F50-8DE3-7C909BBA6C8B}" dt="2025-09-01T18:30:01.267" v="3687" actId="1076"/>
          <ac:spMkLst>
            <pc:docMk/>
            <pc:sldMk cId="1085235976" sldId="517"/>
            <ac:spMk id="6" creationId="{BBE1C995-2201-9F53-109A-273AFBB6BDD6}"/>
          </ac:spMkLst>
        </pc:spChg>
        <pc:spChg chg="add mod">
          <ac:chgData name="Thompson, Brielle" userId="f0ea580a-03ee-4a63-bd84-436803179175" providerId="ADAL" clId="{93D6566C-B65D-4F50-8DE3-7C909BBA6C8B}" dt="2025-09-01T18:37:59.330" v="3946" actId="1076"/>
          <ac:spMkLst>
            <pc:docMk/>
            <pc:sldMk cId="1085235976" sldId="517"/>
            <ac:spMk id="8" creationId="{25EF91DE-D1DD-56F4-EC72-6691B952F32A}"/>
          </ac:spMkLst>
        </pc:spChg>
        <pc:graphicFrameChg chg="add mod modGraphic">
          <ac:chgData name="Thompson, Brielle" userId="f0ea580a-03ee-4a63-bd84-436803179175" providerId="ADAL" clId="{93D6566C-B65D-4F50-8DE3-7C909BBA6C8B}" dt="2025-09-01T18:36:08.486" v="3899" actId="20577"/>
          <ac:graphicFrameMkLst>
            <pc:docMk/>
            <pc:sldMk cId="1085235976" sldId="517"/>
            <ac:graphicFrameMk id="5" creationId="{4EEA6FA4-F823-8F30-9A0C-531878A93AC8}"/>
          </ac:graphicFrameMkLst>
        </pc:graphicFrameChg>
      </pc:sldChg>
      <pc:sldChg chg="addSp delSp modSp add mod">
        <pc:chgData name="Thompson, Brielle" userId="f0ea580a-03ee-4a63-bd84-436803179175" providerId="ADAL" clId="{93D6566C-B65D-4F50-8DE3-7C909BBA6C8B}" dt="2025-09-01T23:32:03.871" v="12454"/>
        <pc:sldMkLst>
          <pc:docMk/>
          <pc:sldMk cId="729194216" sldId="518"/>
        </pc:sldMkLst>
        <pc:spChg chg="add mod">
          <ac:chgData name="Thompson, Brielle" userId="f0ea580a-03ee-4a63-bd84-436803179175" providerId="ADAL" clId="{93D6566C-B65D-4F50-8DE3-7C909BBA6C8B}" dt="2025-09-01T23:31:53.526" v="12453" actId="20577"/>
          <ac:spMkLst>
            <pc:docMk/>
            <pc:sldMk cId="729194216" sldId="518"/>
            <ac:spMk id="2" creationId="{B88E7C65-9778-2C20-519A-E9CFA0E2FADF}"/>
          </ac:spMkLst>
        </pc:spChg>
        <pc:spChg chg="mod">
          <ac:chgData name="Thompson, Brielle" userId="f0ea580a-03ee-4a63-bd84-436803179175" providerId="ADAL" clId="{93D6566C-B65D-4F50-8DE3-7C909BBA6C8B}" dt="2025-09-01T23:22:12.336" v="11848" actId="1076"/>
          <ac:spMkLst>
            <pc:docMk/>
            <pc:sldMk cId="729194216" sldId="518"/>
            <ac:spMk id="5" creationId="{2AFFDB4E-489F-1C6A-4015-ACC25412D60A}"/>
          </ac:spMkLst>
        </pc:spChg>
        <pc:spChg chg="add mod">
          <ac:chgData name="Thompson, Brielle" userId="f0ea580a-03ee-4a63-bd84-436803179175" providerId="ADAL" clId="{93D6566C-B65D-4F50-8DE3-7C909BBA6C8B}" dt="2025-09-01T23:32:03.871" v="12454"/>
          <ac:spMkLst>
            <pc:docMk/>
            <pc:sldMk cId="729194216" sldId="518"/>
            <ac:spMk id="6" creationId="{E6095474-F514-BF7D-86B9-70E116D34405}"/>
          </ac:spMkLst>
        </pc:spChg>
        <pc:picChg chg="add mod">
          <ac:chgData name="Thompson, Brielle" userId="f0ea580a-03ee-4a63-bd84-436803179175" providerId="ADAL" clId="{93D6566C-B65D-4F50-8DE3-7C909BBA6C8B}" dt="2025-09-01T23:31:20.983" v="12452" actId="1076"/>
          <ac:picMkLst>
            <pc:docMk/>
            <pc:sldMk cId="729194216" sldId="518"/>
            <ac:picMk id="3" creationId="{E534E62F-DE7E-3ED2-5990-FF5E36491BFE}"/>
          </ac:picMkLst>
        </pc:picChg>
      </pc:sldChg>
      <pc:sldChg chg="addSp modSp new mod">
        <pc:chgData name="Thompson, Brielle" userId="f0ea580a-03ee-4a63-bd84-436803179175" providerId="ADAL" clId="{93D6566C-B65D-4F50-8DE3-7C909BBA6C8B}" dt="2025-09-01T17:16:05.885" v="1729" actId="1076"/>
        <pc:sldMkLst>
          <pc:docMk/>
          <pc:sldMk cId="859459582" sldId="519"/>
        </pc:sldMkLst>
        <pc:spChg chg="mod">
          <ac:chgData name="Thompson, Brielle" userId="f0ea580a-03ee-4a63-bd84-436803179175" providerId="ADAL" clId="{93D6566C-B65D-4F50-8DE3-7C909BBA6C8B}" dt="2025-09-01T17:14:55.868" v="1700" actId="20577"/>
          <ac:spMkLst>
            <pc:docMk/>
            <pc:sldMk cId="859459582" sldId="519"/>
            <ac:spMk id="2" creationId="{EDA2B0A2-822B-CB03-01BD-145FB37FEE81}"/>
          </ac:spMkLst>
        </pc:spChg>
        <pc:spChg chg="mod">
          <ac:chgData name="Thompson, Brielle" userId="f0ea580a-03ee-4a63-bd84-436803179175" providerId="ADAL" clId="{93D6566C-B65D-4F50-8DE3-7C909BBA6C8B}" dt="2025-09-01T17:15:04.718" v="1702" actId="14100"/>
          <ac:spMkLst>
            <pc:docMk/>
            <pc:sldMk cId="859459582" sldId="519"/>
            <ac:spMk id="3" creationId="{0A8E64F6-FB99-E260-EB43-0B58735A790D}"/>
          </ac:spMkLst>
        </pc:spChg>
        <pc:spChg chg="add mod">
          <ac:chgData name="Thompson, Brielle" userId="f0ea580a-03ee-4a63-bd84-436803179175" providerId="ADAL" clId="{93D6566C-B65D-4F50-8DE3-7C909BBA6C8B}" dt="2025-09-01T17:15:46.439" v="1724" actId="404"/>
          <ac:spMkLst>
            <pc:docMk/>
            <pc:sldMk cId="859459582" sldId="519"/>
            <ac:spMk id="4" creationId="{F7CE0C66-D7E6-5E95-8DB5-878FD1D15D4C}"/>
          </ac:spMkLst>
        </pc:spChg>
        <pc:spChg chg="mod">
          <ac:chgData name="Thompson, Brielle" userId="f0ea580a-03ee-4a63-bd84-436803179175" providerId="ADAL" clId="{93D6566C-B65D-4F50-8DE3-7C909BBA6C8B}" dt="2025-09-01T17:16:01.529" v="1728" actId="403"/>
          <ac:spMkLst>
            <pc:docMk/>
            <pc:sldMk cId="859459582" sldId="519"/>
            <ac:spMk id="6" creationId="{605B2C13-FDBD-7C07-4EC5-E77771A8214C}"/>
          </ac:spMkLst>
        </pc:spChg>
        <pc:spChg chg="mod">
          <ac:chgData name="Thompson, Brielle" userId="f0ea580a-03ee-4a63-bd84-436803179175" providerId="ADAL" clId="{93D6566C-B65D-4F50-8DE3-7C909BBA6C8B}" dt="2025-09-01T17:16:01.529" v="1728" actId="403"/>
          <ac:spMkLst>
            <pc:docMk/>
            <pc:sldMk cId="859459582" sldId="519"/>
            <ac:spMk id="7" creationId="{98993FC8-7325-BB46-308B-58C0700642DF}"/>
          </ac:spMkLst>
        </pc:spChg>
        <pc:spChg chg="mod">
          <ac:chgData name="Thompson, Brielle" userId="f0ea580a-03ee-4a63-bd84-436803179175" providerId="ADAL" clId="{93D6566C-B65D-4F50-8DE3-7C909BBA6C8B}" dt="2025-09-01T17:16:01.529" v="1728" actId="403"/>
          <ac:spMkLst>
            <pc:docMk/>
            <pc:sldMk cId="859459582" sldId="519"/>
            <ac:spMk id="8" creationId="{E22AEE68-25C1-2D36-D032-FADC82DDFA93}"/>
          </ac:spMkLst>
        </pc:spChg>
        <pc:spChg chg="mod">
          <ac:chgData name="Thompson, Brielle" userId="f0ea580a-03ee-4a63-bd84-436803179175" providerId="ADAL" clId="{93D6566C-B65D-4F50-8DE3-7C909BBA6C8B}" dt="2025-09-01T17:16:01.529" v="1728" actId="403"/>
          <ac:spMkLst>
            <pc:docMk/>
            <pc:sldMk cId="859459582" sldId="519"/>
            <ac:spMk id="9" creationId="{2A39B840-30F5-A9FE-8BC3-7F772B31207C}"/>
          </ac:spMkLst>
        </pc:spChg>
        <pc:spChg chg="mod">
          <ac:chgData name="Thompson, Brielle" userId="f0ea580a-03ee-4a63-bd84-436803179175" providerId="ADAL" clId="{93D6566C-B65D-4F50-8DE3-7C909BBA6C8B}" dt="2025-09-01T17:16:01.529" v="1728" actId="403"/>
          <ac:spMkLst>
            <pc:docMk/>
            <pc:sldMk cId="859459582" sldId="519"/>
            <ac:spMk id="10" creationId="{5837139F-933C-2A67-90F3-7D4D4B55651E}"/>
          </ac:spMkLst>
        </pc:spChg>
        <pc:spChg chg="mod">
          <ac:chgData name="Thompson, Brielle" userId="f0ea580a-03ee-4a63-bd84-436803179175" providerId="ADAL" clId="{93D6566C-B65D-4F50-8DE3-7C909BBA6C8B}" dt="2025-09-01T17:16:01.529" v="1728" actId="403"/>
          <ac:spMkLst>
            <pc:docMk/>
            <pc:sldMk cId="859459582" sldId="519"/>
            <ac:spMk id="11" creationId="{06D2A71A-0563-B267-35E2-5583665AD322}"/>
          </ac:spMkLst>
        </pc:spChg>
        <pc:spChg chg="mod">
          <ac:chgData name="Thompson, Brielle" userId="f0ea580a-03ee-4a63-bd84-436803179175" providerId="ADAL" clId="{93D6566C-B65D-4F50-8DE3-7C909BBA6C8B}" dt="2025-09-01T17:16:01.529" v="1728" actId="403"/>
          <ac:spMkLst>
            <pc:docMk/>
            <pc:sldMk cId="859459582" sldId="519"/>
            <ac:spMk id="12" creationId="{6A1BE184-85D7-31A2-96D4-5965E2BAE9DA}"/>
          </ac:spMkLst>
        </pc:spChg>
        <pc:spChg chg="mod">
          <ac:chgData name="Thompson, Brielle" userId="f0ea580a-03ee-4a63-bd84-436803179175" providerId="ADAL" clId="{93D6566C-B65D-4F50-8DE3-7C909BBA6C8B}" dt="2025-09-01T17:16:01.529" v="1728" actId="403"/>
          <ac:spMkLst>
            <pc:docMk/>
            <pc:sldMk cId="859459582" sldId="519"/>
            <ac:spMk id="19" creationId="{4E58608E-26E5-8A05-2067-577CAC22C1AE}"/>
          </ac:spMkLst>
        </pc:spChg>
        <pc:spChg chg="mod">
          <ac:chgData name="Thompson, Brielle" userId="f0ea580a-03ee-4a63-bd84-436803179175" providerId="ADAL" clId="{93D6566C-B65D-4F50-8DE3-7C909BBA6C8B}" dt="2025-09-01T17:16:01.529" v="1728" actId="403"/>
          <ac:spMkLst>
            <pc:docMk/>
            <pc:sldMk cId="859459582" sldId="519"/>
            <ac:spMk id="20" creationId="{D196F8A5-E690-D88A-3AC5-BD20A01B04D2}"/>
          </ac:spMkLst>
        </pc:spChg>
        <pc:grpChg chg="add mod">
          <ac:chgData name="Thompson, Brielle" userId="f0ea580a-03ee-4a63-bd84-436803179175" providerId="ADAL" clId="{93D6566C-B65D-4F50-8DE3-7C909BBA6C8B}" dt="2025-09-01T17:16:05.885" v="1729" actId="1076"/>
          <ac:grpSpMkLst>
            <pc:docMk/>
            <pc:sldMk cId="859459582" sldId="519"/>
            <ac:grpSpMk id="5" creationId="{9621B933-89CE-2F47-FFA2-C9E370DCC531}"/>
          </ac:grpSpMkLst>
        </pc:grpChg>
      </pc:sldChg>
      <pc:sldChg chg="addSp delSp modSp new del mod">
        <pc:chgData name="Thompson, Brielle" userId="f0ea580a-03ee-4a63-bd84-436803179175" providerId="ADAL" clId="{93D6566C-B65D-4F50-8DE3-7C909BBA6C8B}" dt="2025-09-01T17:14:48.355" v="1669" actId="47"/>
        <pc:sldMkLst>
          <pc:docMk/>
          <pc:sldMk cId="3202998377" sldId="519"/>
        </pc:sldMkLst>
      </pc:sldChg>
      <pc:sldChg chg="addSp delSp modSp add mod">
        <pc:chgData name="Thompson, Brielle" userId="f0ea580a-03ee-4a63-bd84-436803179175" providerId="ADAL" clId="{93D6566C-B65D-4F50-8DE3-7C909BBA6C8B}" dt="2025-09-01T17:18:38.020" v="1780" actId="1076"/>
        <pc:sldMkLst>
          <pc:docMk/>
          <pc:sldMk cId="38922416" sldId="520"/>
        </pc:sldMkLst>
        <pc:spChg chg="mod">
          <ac:chgData name="Thompson, Brielle" userId="f0ea580a-03ee-4a63-bd84-436803179175" providerId="ADAL" clId="{93D6566C-B65D-4F50-8DE3-7C909BBA6C8B}" dt="2025-09-01T17:17:06.359" v="1759" actId="1076"/>
          <ac:spMkLst>
            <pc:docMk/>
            <pc:sldMk cId="38922416" sldId="520"/>
            <ac:spMk id="2" creationId="{FF0EDF14-7B18-8BF5-18A9-6B2AF8BA1814}"/>
          </ac:spMkLst>
        </pc:spChg>
        <pc:spChg chg="mod">
          <ac:chgData name="Thompson, Brielle" userId="f0ea580a-03ee-4a63-bd84-436803179175" providerId="ADAL" clId="{93D6566C-B65D-4F50-8DE3-7C909BBA6C8B}" dt="2025-09-01T17:17:22.493" v="1765" actId="20577"/>
          <ac:spMkLst>
            <pc:docMk/>
            <pc:sldMk cId="38922416" sldId="520"/>
            <ac:spMk id="3" creationId="{371CC093-30B2-6185-5095-721027F80C9B}"/>
          </ac:spMkLst>
        </pc:spChg>
        <pc:spChg chg="add mod">
          <ac:chgData name="Thompson, Brielle" userId="f0ea580a-03ee-4a63-bd84-436803179175" providerId="ADAL" clId="{93D6566C-B65D-4F50-8DE3-7C909BBA6C8B}" dt="2025-09-01T17:18:21.004" v="1778" actId="1076"/>
          <ac:spMkLst>
            <pc:docMk/>
            <pc:sldMk cId="38922416" sldId="520"/>
            <ac:spMk id="21" creationId="{55A25D2B-6780-05DB-6A4F-736AF443F5D3}"/>
          </ac:spMkLst>
        </pc:spChg>
        <pc:spChg chg="add mod">
          <ac:chgData name="Thompson, Brielle" userId="f0ea580a-03ee-4a63-bd84-436803179175" providerId="ADAL" clId="{93D6566C-B65D-4F50-8DE3-7C909BBA6C8B}" dt="2025-09-01T17:18:32.756" v="1779" actId="1076"/>
          <ac:spMkLst>
            <pc:docMk/>
            <pc:sldMk cId="38922416" sldId="520"/>
            <ac:spMk id="22" creationId="{3316FCD5-DCEF-F79F-5C19-21DC21C58C00}"/>
          </ac:spMkLst>
        </pc:spChg>
        <pc:spChg chg="add mod">
          <ac:chgData name="Thompson, Brielle" userId="f0ea580a-03ee-4a63-bd84-436803179175" providerId="ADAL" clId="{93D6566C-B65D-4F50-8DE3-7C909BBA6C8B}" dt="2025-09-01T17:18:18.733" v="1777" actId="1076"/>
          <ac:spMkLst>
            <pc:docMk/>
            <pc:sldMk cId="38922416" sldId="520"/>
            <ac:spMk id="23" creationId="{97411EAD-DC83-8092-AA6B-807295E2479E}"/>
          </ac:spMkLst>
        </pc:spChg>
        <pc:spChg chg="add mod">
          <ac:chgData name="Thompson, Brielle" userId="f0ea580a-03ee-4a63-bd84-436803179175" providerId="ADAL" clId="{93D6566C-B65D-4F50-8DE3-7C909BBA6C8B}" dt="2025-09-01T17:18:38.020" v="1780" actId="1076"/>
          <ac:spMkLst>
            <pc:docMk/>
            <pc:sldMk cId="38922416" sldId="520"/>
            <ac:spMk id="24" creationId="{528BF25F-624E-294B-2127-AE1D7DFB4A5C}"/>
          </ac:spMkLst>
        </pc:spChg>
      </pc:sldChg>
      <pc:sldChg chg="addSp delSp modSp add mod">
        <pc:chgData name="Thompson, Brielle" userId="f0ea580a-03ee-4a63-bd84-436803179175" providerId="ADAL" clId="{93D6566C-B65D-4F50-8DE3-7C909BBA6C8B}" dt="2025-09-01T17:54:30.110" v="2511" actId="20577"/>
        <pc:sldMkLst>
          <pc:docMk/>
          <pc:sldMk cId="4169140691" sldId="521"/>
        </pc:sldMkLst>
        <pc:spChg chg="mod">
          <ac:chgData name="Thompson, Brielle" userId="f0ea580a-03ee-4a63-bd84-436803179175" providerId="ADAL" clId="{93D6566C-B65D-4F50-8DE3-7C909BBA6C8B}" dt="2025-09-01T17:18:53.067" v="1783"/>
          <ac:spMkLst>
            <pc:docMk/>
            <pc:sldMk cId="4169140691" sldId="521"/>
            <ac:spMk id="2" creationId="{D0E42035-55AE-5F09-1C7A-FE90D2CD8E95}"/>
          </ac:spMkLst>
        </pc:spChg>
        <pc:spChg chg="mod">
          <ac:chgData name="Thompson, Brielle" userId="f0ea580a-03ee-4a63-bd84-436803179175" providerId="ADAL" clId="{93D6566C-B65D-4F50-8DE3-7C909BBA6C8B}" dt="2025-09-01T17:32:25.071" v="1960" actId="1076"/>
          <ac:spMkLst>
            <pc:docMk/>
            <pc:sldMk cId="4169140691" sldId="521"/>
            <ac:spMk id="4" creationId="{D83092D0-8F0D-EC91-792E-81F4B050448D}"/>
          </ac:spMkLst>
        </pc:spChg>
        <pc:spChg chg="add mod">
          <ac:chgData name="Thompson, Brielle" userId="f0ea580a-03ee-4a63-bd84-436803179175" providerId="ADAL" clId="{93D6566C-B65D-4F50-8DE3-7C909BBA6C8B}" dt="2025-09-01T17:54:30.110" v="2511" actId="20577"/>
          <ac:spMkLst>
            <pc:docMk/>
            <pc:sldMk cId="4169140691" sldId="521"/>
            <ac:spMk id="6" creationId="{04D8CDB5-1D85-1591-432A-545A63A5D282}"/>
          </ac:spMkLst>
        </pc:spChg>
        <pc:spChg chg="add mod">
          <ac:chgData name="Thompson, Brielle" userId="f0ea580a-03ee-4a63-bd84-436803179175" providerId="ADAL" clId="{93D6566C-B65D-4F50-8DE3-7C909BBA6C8B}" dt="2025-09-01T17:26:18.063" v="1829" actId="2711"/>
          <ac:spMkLst>
            <pc:docMk/>
            <pc:sldMk cId="4169140691" sldId="521"/>
            <ac:spMk id="8" creationId="{C099C818-FB4C-54E7-35E3-C2F329E395A3}"/>
          </ac:spMkLst>
        </pc:spChg>
      </pc:sldChg>
      <pc:sldChg chg="addSp delSp modSp new mod modAnim">
        <pc:chgData name="Thompson, Brielle" userId="f0ea580a-03ee-4a63-bd84-436803179175" providerId="ADAL" clId="{93D6566C-B65D-4F50-8DE3-7C909BBA6C8B}" dt="2025-09-01T17:36:37.415" v="2094"/>
        <pc:sldMkLst>
          <pc:docMk/>
          <pc:sldMk cId="3556198843" sldId="522"/>
        </pc:sldMkLst>
        <pc:spChg chg="mod">
          <ac:chgData name="Thompson, Brielle" userId="f0ea580a-03ee-4a63-bd84-436803179175" providerId="ADAL" clId="{93D6566C-B65D-4F50-8DE3-7C909BBA6C8B}" dt="2025-09-01T17:26:04.556" v="1825" actId="20577"/>
          <ac:spMkLst>
            <pc:docMk/>
            <pc:sldMk cId="3556198843" sldId="522"/>
            <ac:spMk id="2" creationId="{BCAE7CFB-86BD-98E1-C23F-5178FDEAC89D}"/>
          </ac:spMkLst>
        </pc:spChg>
        <pc:spChg chg="add mod">
          <ac:chgData name="Thompson, Brielle" userId="f0ea580a-03ee-4a63-bd84-436803179175" providerId="ADAL" clId="{93D6566C-B65D-4F50-8DE3-7C909BBA6C8B}" dt="2025-09-01T17:26:38.516" v="1834" actId="1076"/>
          <ac:spMkLst>
            <pc:docMk/>
            <pc:sldMk cId="3556198843" sldId="522"/>
            <ac:spMk id="4" creationId="{395847C8-4507-54B6-7987-7FFD5053464B}"/>
          </ac:spMkLst>
        </pc:spChg>
        <pc:spChg chg="add mod">
          <ac:chgData name="Thompson, Brielle" userId="f0ea580a-03ee-4a63-bd84-436803179175" providerId="ADAL" clId="{93D6566C-B65D-4F50-8DE3-7C909BBA6C8B}" dt="2025-09-01T17:26:26.706" v="1830"/>
          <ac:spMkLst>
            <pc:docMk/>
            <pc:sldMk cId="3556198843" sldId="522"/>
            <ac:spMk id="5" creationId="{476D2875-9FBC-7D4E-0204-92D203C52959}"/>
          </ac:spMkLst>
        </pc:spChg>
        <pc:spChg chg="mod">
          <ac:chgData name="Thompson, Brielle" userId="f0ea580a-03ee-4a63-bd84-436803179175" providerId="ADAL" clId="{93D6566C-B65D-4F50-8DE3-7C909BBA6C8B}" dt="2025-09-01T17:26:51.422" v="1836"/>
          <ac:spMkLst>
            <pc:docMk/>
            <pc:sldMk cId="3556198843" sldId="522"/>
            <ac:spMk id="8" creationId="{15FCA641-660E-FC03-F1C4-9D5F8930D748}"/>
          </ac:spMkLst>
        </pc:spChg>
        <pc:spChg chg="mod">
          <ac:chgData name="Thompson, Brielle" userId="f0ea580a-03ee-4a63-bd84-436803179175" providerId="ADAL" clId="{93D6566C-B65D-4F50-8DE3-7C909BBA6C8B}" dt="2025-09-01T17:26:51.422" v="1836"/>
          <ac:spMkLst>
            <pc:docMk/>
            <pc:sldMk cId="3556198843" sldId="522"/>
            <ac:spMk id="9" creationId="{57810379-E58E-B28C-88D3-959026F7E743}"/>
          </ac:spMkLst>
        </pc:spChg>
        <pc:grpChg chg="add mod">
          <ac:chgData name="Thompson, Brielle" userId="f0ea580a-03ee-4a63-bd84-436803179175" providerId="ADAL" clId="{93D6566C-B65D-4F50-8DE3-7C909BBA6C8B}" dt="2025-09-01T17:27:21.748" v="1846" actId="14100"/>
          <ac:grpSpMkLst>
            <pc:docMk/>
            <pc:sldMk cId="3556198843" sldId="522"/>
            <ac:grpSpMk id="7" creationId="{BA2BEA6E-37D3-DF1D-79F9-986634E8088A}"/>
          </ac:grpSpMkLst>
        </pc:grpChg>
        <pc:picChg chg="add mod">
          <ac:chgData name="Thompson, Brielle" userId="f0ea580a-03ee-4a63-bd84-436803179175" providerId="ADAL" clId="{93D6566C-B65D-4F50-8DE3-7C909BBA6C8B}" dt="2025-09-01T17:27:04.835" v="1843" actId="14100"/>
          <ac:picMkLst>
            <pc:docMk/>
            <pc:sldMk cId="3556198843" sldId="522"/>
            <ac:picMk id="6" creationId="{AFD3FC9D-31EF-B2A8-3EC8-81409A818359}"/>
          </ac:picMkLst>
        </pc:picChg>
      </pc:sldChg>
      <pc:sldChg chg="addSp delSp modSp new mod ord modNotesTx">
        <pc:chgData name="Thompson, Brielle" userId="f0ea580a-03ee-4a63-bd84-436803179175" providerId="ADAL" clId="{93D6566C-B65D-4F50-8DE3-7C909BBA6C8B}" dt="2025-09-01T17:51:26.197" v="2346" actId="1076"/>
        <pc:sldMkLst>
          <pc:docMk/>
          <pc:sldMk cId="329238880" sldId="523"/>
        </pc:sldMkLst>
        <pc:spChg chg="mod">
          <ac:chgData name="Thompson, Brielle" userId="f0ea580a-03ee-4a63-bd84-436803179175" providerId="ADAL" clId="{93D6566C-B65D-4F50-8DE3-7C909BBA6C8B}" dt="2025-09-01T17:28:50.886" v="1870" actId="20577"/>
          <ac:spMkLst>
            <pc:docMk/>
            <pc:sldMk cId="329238880" sldId="523"/>
            <ac:spMk id="2" creationId="{2556FAEF-08CC-B673-6E7C-AEA12E1181A3}"/>
          </ac:spMkLst>
        </pc:spChg>
        <pc:spChg chg="mod">
          <ac:chgData name="Thompson, Brielle" userId="f0ea580a-03ee-4a63-bd84-436803179175" providerId="ADAL" clId="{93D6566C-B65D-4F50-8DE3-7C909BBA6C8B}" dt="2025-09-01T17:51:26.197" v="2346" actId="1076"/>
          <ac:spMkLst>
            <pc:docMk/>
            <pc:sldMk cId="329238880" sldId="523"/>
            <ac:spMk id="3" creationId="{F2537EAF-1E9C-DEA1-367F-C56E83A153E0}"/>
          </ac:spMkLst>
        </pc:spChg>
        <pc:spChg chg="add mod">
          <ac:chgData name="Thompson, Brielle" userId="f0ea580a-03ee-4a63-bd84-436803179175" providerId="ADAL" clId="{93D6566C-B65D-4F50-8DE3-7C909BBA6C8B}" dt="2025-09-01T17:32:31.371" v="1980" actId="20577"/>
          <ac:spMkLst>
            <pc:docMk/>
            <pc:sldMk cId="329238880" sldId="523"/>
            <ac:spMk id="5" creationId="{2D35D6AB-7392-17BE-7DB1-49664A5E3A86}"/>
          </ac:spMkLst>
        </pc:spChg>
        <pc:picChg chg="add mod">
          <ac:chgData name="Thompson, Brielle" userId="f0ea580a-03ee-4a63-bd84-436803179175" providerId="ADAL" clId="{93D6566C-B65D-4F50-8DE3-7C909BBA6C8B}" dt="2025-09-01T17:33:32.612" v="1993" actId="1076"/>
          <ac:picMkLst>
            <pc:docMk/>
            <pc:sldMk cId="329238880" sldId="523"/>
            <ac:picMk id="7" creationId="{88D3DBDB-9EE4-83B7-B6ED-BD2F4098272A}"/>
          </ac:picMkLst>
        </pc:picChg>
      </pc:sldChg>
      <pc:sldChg chg="addSp delSp modSp add mod delAnim modAnim">
        <pc:chgData name="Thompson, Brielle" userId="f0ea580a-03ee-4a63-bd84-436803179175" providerId="ADAL" clId="{93D6566C-B65D-4F50-8DE3-7C909BBA6C8B}" dt="2025-09-01T17:39:20.112" v="2137"/>
        <pc:sldMkLst>
          <pc:docMk/>
          <pc:sldMk cId="1004259717" sldId="524"/>
        </pc:sldMkLst>
        <pc:spChg chg="add mod">
          <ac:chgData name="Thompson, Brielle" userId="f0ea580a-03ee-4a63-bd84-436803179175" providerId="ADAL" clId="{93D6566C-B65D-4F50-8DE3-7C909BBA6C8B}" dt="2025-09-01T17:36:53.955" v="2101" actId="1035"/>
          <ac:spMkLst>
            <pc:docMk/>
            <pc:sldMk cId="1004259717" sldId="524"/>
            <ac:spMk id="3" creationId="{795FD562-E032-D894-B820-17F47057E8E7}"/>
          </ac:spMkLst>
        </pc:spChg>
      </pc:sldChg>
      <pc:sldChg chg="addSp delSp modSp add mod">
        <pc:chgData name="Thompson, Brielle" userId="f0ea580a-03ee-4a63-bd84-436803179175" providerId="ADAL" clId="{93D6566C-B65D-4F50-8DE3-7C909BBA6C8B}" dt="2025-09-01T17:38:01.443" v="2136" actId="1582"/>
        <pc:sldMkLst>
          <pc:docMk/>
          <pc:sldMk cId="2017616007" sldId="525"/>
        </pc:sldMkLst>
        <pc:spChg chg="mod">
          <ac:chgData name="Thompson, Brielle" userId="f0ea580a-03ee-4a63-bd84-436803179175" providerId="ADAL" clId="{93D6566C-B65D-4F50-8DE3-7C909BBA6C8B}" dt="2025-09-01T17:37:31.712" v="2121" actId="20577"/>
          <ac:spMkLst>
            <pc:docMk/>
            <pc:sldMk cId="2017616007" sldId="525"/>
            <ac:spMk id="5" creationId="{0F36DE95-1017-1AB3-99E6-5AB94D5069DB}"/>
          </ac:spMkLst>
        </pc:spChg>
        <pc:picChg chg="add mod">
          <ac:chgData name="Thompson, Brielle" userId="f0ea580a-03ee-4a63-bd84-436803179175" providerId="ADAL" clId="{93D6566C-B65D-4F50-8DE3-7C909BBA6C8B}" dt="2025-09-01T17:38:01.443" v="2136" actId="1582"/>
          <ac:picMkLst>
            <pc:docMk/>
            <pc:sldMk cId="2017616007" sldId="525"/>
            <ac:picMk id="1026" creationId="{08FB2747-CD37-4E87-E36B-E88E9DD3335C}"/>
          </ac:picMkLst>
        </pc:picChg>
      </pc:sldChg>
      <pc:sldChg chg="addSp modSp new del mod">
        <pc:chgData name="Thompson, Brielle" userId="f0ea580a-03ee-4a63-bd84-436803179175" providerId="ADAL" clId="{93D6566C-B65D-4F50-8DE3-7C909BBA6C8B}" dt="2025-09-01T17:52:44.155" v="2421" actId="47"/>
        <pc:sldMkLst>
          <pc:docMk/>
          <pc:sldMk cId="462725889" sldId="526"/>
        </pc:sldMkLst>
      </pc:sldChg>
      <pc:sldChg chg="modSp add del mod">
        <pc:chgData name="Thompson, Brielle" userId="f0ea580a-03ee-4a63-bd84-436803179175" providerId="ADAL" clId="{93D6566C-B65D-4F50-8DE3-7C909BBA6C8B}" dt="2025-09-01T17:55:13.649" v="2562" actId="47"/>
        <pc:sldMkLst>
          <pc:docMk/>
          <pc:sldMk cId="2707523287" sldId="527"/>
        </pc:sldMkLst>
      </pc:sldChg>
      <pc:sldChg chg="addSp delSp modSp new mod modAnim">
        <pc:chgData name="Thompson, Brielle" userId="f0ea580a-03ee-4a63-bd84-436803179175" providerId="ADAL" clId="{93D6566C-B65D-4F50-8DE3-7C909BBA6C8B}" dt="2025-09-01T21:32:46.266" v="7778" actId="1036"/>
        <pc:sldMkLst>
          <pc:docMk/>
          <pc:sldMk cId="3918114506" sldId="528"/>
        </pc:sldMkLst>
        <pc:spChg chg="mod">
          <ac:chgData name="Thompson, Brielle" userId="f0ea580a-03ee-4a63-bd84-436803179175" providerId="ADAL" clId="{93D6566C-B65D-4F50-8DE3-7C909BBA6C8B}" dt="2025-09-01T17:59:32.388" v="2744" actId="1076"/>
          <ac:spMkLst>
            <pc:docMk/>
            <pc:sldMk cId="3918114506" sldId="528"/>
            <ac:spMk id="2" creationId="{FCD426FE-4B69-6A07-C772-998E8A25DDBD}"/>
          </ac:spMkLst>
        </pc:spChg>
        <pc:spChg chg="mod">
          <ac:chgData name="Thompson, Brielle" userId="f0ea580a-03ee-4a63-bd84-436803179175" providerId="ADAL" clId="{93D6566C-B65D-4F50-8DE3-7C909BBA6C8B}" dt="2025-09-01T18:19:26.932" v="3477" actId="1037"/>
          <ac:spMkLst>
            <pc:docMk/>
            <pc:sldMk cId="3918114506" sldId="528"/>
            <ac:spMk id="3" creationId="{5863DECE-CCB3-CC3A-423A-54C71A019BED}"/>
          </ac:spMkLst>
        </pc:spChg>
        <pc:spChg chg="add mod">
          <ac:chgData name="Thompson, Brielle" userId="f0ea580a-03ee-4a63-bd84-436803179175" providerId="ADAL" clId="{93D6566C-B65D-4F50-8DE3-7C909BBA6C8B}" dt="2025-09-01T18:19:31.795" v="3478" actId="1076"/>
          <ac:spMkLst>
            <pc:docMk/>
            <pc:sldMk cId="3918114506" sldId="528"/>
            <ac:spMk id="4" creationId="{033D3D0B-59D4-F701-DE33-9EC96083BB22}"/>
          </ac:spMkLst>
        </pc:spChg>
        <pc:spChg chg="add mod">
          <ac:chgData name="Thompson, Brielle" userId="f0ea580a-03ee-4a63-bd84-436803179175" providerId="ADAL" clId="{93D6566C-B65D-4F50-8DE3-7C909BBA6C8B}" dt="2025-09-01T18:19:26.932" v="3477" actId="1037"/>
          <ac:spMkLst>
            <pc:docMk/>
            <pc:sldMk cId="3918114506" sldId="528"/>
            <ac:spMk id="7" creationId="{95008B7B-55A1-1134-0B88-F42156658DCC}"/>
          </ac:spMkLst>
        </pc:spChg>
        <pc:spChg chg="add mod">
          <ac:chgData name="Thompson, Brielle" userId="f0ea580a-03ee-4a63-bd84-436803179175" providerId="ADAL" clId="{93D6566C-B65D-4F50-8DE3-7C909BBA6C8B}" dt="2025-09-01T18:33:09.112" v="3783" actId="20577"/>
          <ac:spMkLst>
            <pc:docMk/>
            <pc:sldMk cId="3918114506" sldId="528"/>
            <ac:spMk id="8" creationId="{0DCD0BFB-C7A3-EE7F-C149-45AEE9666751}"/>
          </ac:spMkLst>
        </pc:spChg>
        <pc:spChg chg="add mod">
          <ac:chgData name="Thompson, Brielle" userId="f0ea580a-03ee-4a63-bd84-436803179175" providerId="ADAL" clId="{93D6566C-B65D-4F50-8DE3-7C909BBA6C8B}" dt="2025-09-01T18:19:26.932" v="3477" actId="1037"/>
          <ac:spMkLst>
            <pc:docMk/>
            <pc:sldMk cId="3918114506" sldId="528"/>
            <ac:spMk id="9" creationId="{7462B316-22BF-3B06-45D8-472551D15BF7}"/>
          </ac:spMkLst>
        </pc:spChg>
        <pc:spChg chg="add mod">
          <ac:chgData name="Thompson, Brielle" userId="f0ea580a-03ee-4a63-bd84-436803179175" providerId="ADAL" clId="{93D6566C-B65D-4F50-8DE3-7C909BBA6C8B}" dt="2025-09-01T18:31:20.644" v="3728" actId="20577"/>
          <ac:spMkLst>
            <pc:docMk/>
            <pc:sldMk cId="3918114506" sldId="528"/>
            <ac:spMk id="10" creationId="{F4B8C730-FF31-9413-EBEF-55CE171A9481}"/>
          </ac:spMkLst>
        </pc:spChg>
        <pc:spChg chg="add mod">
          <ac:chgData name="Thompson, Brielle" userId="f0ea580a-03ee-4a63-bd84-436803179175" providerId="ADAL" clId="{93D6566C-B65D-4F50-8DE3-7C909BBA6C8B}" dt="2025-09-01T21:32:46.266" v="7778" actId="1036"/>
          <ac:spMkLst>
            <pc:docMk/>
            <pc:sldMk cId="3918114506" sldId="528"/>
            <ac:spMk id="11" creationId="{1370D57A-34BC-203C-A815-0518121EEF9F}"/>
          </ac:spMkLst>
        </pc:spChg>
        <pc:spChg chg="add mod">
          <ac:chgData name="Thompson, Brielle" userId="f0ea580a-03ee-4a63-bd84-436803179175" providerId="ADAL" clId="{93D6566C-B65D-4F50-8DE3-7C909BBA6C8B}" dt="2025-09-01T18:19:26.932" v="3477" actId="1037"/>
          <ac:spMkLst>
            <pc:docMk/>
            <pc:sldMk cId="3918114506" sldId="528"/>
            <ac:spMk id="12" creationId="{4E5051BD-9B88-4C6C-7F17-1B5ACD6AE45A}"/>
          </ac:spMkLst>
        </pc:spChg>
        <pc:spChg chg="add mod">
          <ac:chgData name="Thompson, Brielle" userId="f0ea580a-03ee-4a63-bd84-436803179175" providerId="ADAL" clId="{93D6566C-B65D-4F50-8DE3-7C909BBA6C8B}" dt="2025-09-01T18:19:26.932" v="3477" actId="1037"/>
          <ac:spMkLst>
            <pc:docMk/>
            <pc:sldMk cId="3918114506" sldId="528"/>
            <ac:spMk id="13" creationId="{2065C572-CC80-1CC6-64E0-2AFF16035892}"/>
          </ac:spMkLst>
        </pc:spChg>
        <pc:spChg chg="add mod">
          <ac:chgData name="Thompson, Brielle" userId="f0ea580a-03ee-4a63-bd84-436803179175" providerId="ADAL" clId="{93D6566C-B65D-4F50-8DE3-7C909BBA6C8B}" dt="2025-09-01T18:19:26.932" v="3477" actId="1037"/>
          <ac:spMkLst>
            <pc:docMk/>
            <pc:sldMk cId="3918114506" sldId="528"/>
            <ac:spMk id="14" creationId="{E6E126A6-2F8D-D67D-2490-B2CBDC1E64EA}"/>
          </ac:spMkLst>
        </pc:spChg>
        <pc:graphicFrameChg chg="add mod ord modGraphic">
          <ac:chgData name="Thompson, Brielle" userId="f0ea580a-03ee-4a63-bd84-436803179175" providerId="ADAL" clId="{93D6566C-B65D-4F50-8DE3-7C909BBA6C8B}" dt="2025-09-01T18:00:11.237" v="2772" actId="207"/>
          <ac:graphicFrameMkLst>
            <pc:docMk/>
            <pc:sldMk cId="3918114506" sldId="528"/>
            <ac:graphicFrameMk id="5" creationId="{1B586722-30DD-2A49-B1B8-96F65906F017}"/>
          </ac:graphicFrameMkLst>
        </pc:graphicFrameChg>
      </pc:sldChg>
      <pc:sldChg chg="addSp modSp add modAnim">
        <pc:chgData name="Thompson, Brielle" userId="f0ea580a-03ee-4a63-bd84-436803179175" providerId="ADAL" clId="{93D6566C-B65D-4F50-8DE3-7C909BBA6C8B}" dt="2025-09-01T18:38:04.373" v="3948"/>
        <pc:sldMkLst>
          <pc:docMk/>
          <pc:sldMk cId="1614725574" sldId="529"/>
        </pc:sldMkLst>
        <pc:spChg chg="add mod">
          <ac:chgData name="Thompson, Brielle" userId="f0ea580a-03ee-4a63-bd84-436803179175" providerId="ADAL" clId="{93D6566C-B65D-4F50-8DE3-7C909BBA6C8B}" dt="2025-09-01T18:38:04.373" v="3948"/>
          <ac:spMkLst>
            <pc:docMk/>
            <pc:sldMk cId="1614725574" sldId="529"/>
            <ac:spMk id="3" creationId="{CD12D153-1831-D6F8-C14E-CD0D95161951}"/>
          </ac:spMkLst>
        </pc:spChg>
      </pc:sldChg>
      <pc:sldChg chg="addSp modSp new mod modClrScheme chgLayout">
        <pc:chgData name="Thompson, Brielle" userId="f0ea580a-03ee-4a63-bd84-436803179175" providerId="ADAL" clId="{93D6566C-B65D-4F50-8DE3-7C909BBA6C8B}" dt="2025-09-01T18:38:11.361" v="3964" actId="20577"/>
        <pc:sldMkLst>
          <pc:docMk/>
          <pc:sldMk cId="3521494013" sldId="530"/>
        </pc:sldMkLst>
        <pc:spChg chg="mod">
          <ac:chgData name="Thompson, Brielle" userId="f0ea580a-03ee-4a63-bd84-436803179175" providerId="ADAL" clId="{93D6566C-B65D-4F50-8DE3-7C909BBA6C8B}" dt="2025-09-01T18:37:45.156" v="3941" actId="26606"/>
          <ac:spMkLst>
            <pc:docMk/>
            <pc:sldMk cId="3521494013" sldId="530"/>
            <ac:spMk id="2" creationId="{CE5D42E0-1C82-D8C3-445B-FE0B3DF4809F}"/>
          </ac:spMkLst>
        </pc:spChg>
        <pc:spChg chg="mod">
          <ac:chgData name="Thompson, Brielle" userId="f0ea580a-03ee-4a63-bd84-436803179175" providerId="ADAL" clId="{93D6566C-B65D-4F50-8DE3-7C909BBA6C8B}" dt="2025-09-01T18:37:45.156" v="3941" actId="26606"/>
          <ac:spMkLst>
            <pc:docMk/>
            <pc:sldMk cId="3521494013" sldId="530"/>
            <ac:spMk id="3" creationId="{C9CB354E-2E4E-9C12-C146-07E1FA31323F}"/>
          </ac:spMkLst>
        </pc:spChg>
        <pc:spChg chg="add mod">
          <ac:chgData name="Thompson, Brielle" userId="f0ea580a-03ee-4a63-bd84-436803179175" providerId="ADAL" clId="{93D6566C-B65D-4F50-8DE3-7C909BBA6C8B}" dt="2025-09-01T18:38:11.361" v="3964" actId="20577"/>
          <ac:spMkLst>
            <pc:docMk/>
            <pc:sldMk cId="3521494013" sldId="530"/>
            <ac:spMk id="6" creationId="{83A2DAEB-1AE8-E076-A9B6-F25A7F5CC44E}"/>
          </ac:spMkLst>
        </pc:spChg>
        <pc:picChg chg="add mod">
          <ac:chgData name="Thompson, Brielle" userId="f0ea580a-03ee-4a63-bd84-436803179175" providerId="ADAL" clId="{93D6566C-B65D-4F50-8DE3-7C909BBA6C8B}" dt="2025-09-01T18:37:48.228" v="3943" actId="1076"/>
          <ac:picMkLst>
            <pc:docMk/>
            <pc:sldMk cId="3521494013" sldId="530"/>
            <ac:picMk id="5" creationId="{79C2AADB-84D9-B7BE-2270-04AF144EA23D}"/>
          </ac:picMkLst>
        </pc:picChg>
      </pc:sldChg>
      <pc:sldChg chg="addSp delSp modSp add mod modAnim">
        <pc:chgData name="Thompson, Brielle" userId="f0ea580a-03ee-4a63-bd84-436803179175" providerId="ADAL" clId="{93D6566C-B65D-4F50-8DE3-7C909BBA6C8B}" dt="2025-09-01T18:41:31.554" v="4064"/>
        <pc:sldMkLst>
          <pc:docMk/>
          <pc:sldMk cId="1470797651" sldId="531"/>
        </pc:sldMkLst>
        <pc:spChg chg="mod">
          <ac:chgData name="Thompson, Brielle" userId="f0ea580a-03ee-4a63-bd84-436803179175" providerId="ADAL" clId="{93D6566C-B65D-4F50-8DE3-7C909BBA6C8B}" dt="2025-09-01T18:39:03.483" v="3989" actId="1076"/>
          <ac:spMkLst>
            <pc:docMk/>
            <pc:sldMk cId="1470797651" sldId="531"/>
            <ac:spMk id="3" creationId="{797C9881-62AE-E3AA-ADF6-8B9452B65042}"/>
          </ac:spMkLst>
        </pc:spChg>
        <pc:spChg chg="add mod">
          <ac:chgData name="Thompson, Brielle" userId="f0ea580a-03ee-4a63-bd84-436803179175" providerId="ADAL" clId="{93D6566C-B65D-4F50-8DE3-7C909BBA6C8B}" dt="2025-09-01T18:40:46.347" v="4033" actId="14100"/>
          <ac:spMkLst>
            <pc:docMk/>
            <pc:sldMk cId="1470797651" sldId="531"/>
            <ac:spMk id="4" creationId="{56288E9C-A06D-A24F-D9AA-4C6A3A6B29AE}"/>
          </ac:spMkLst>
        </pc:spChg>
        <pc:spChg chg="add mod">
          <ac:chgData name="Thompson, Brielle" userId="f0ea580a-03ee-4a63-bd84-436803179175" providerId="ADAL" clId="{93D6566C-B65D-4F50-8DE3-7C909BBA6C8B}" dt="2025-09-01T18:39:47.932" v="4030" actId="1076"/>
          <ac:spMkLst>
            <pc:docMk/>
            <pc:sldMk cId="1470797651" sldId="531"/>
            <ac:spMk id="7" creationId="{D02BCF60-A0E6-5187-DCFC-53BBDDF0BAB3}"/>
          </ac:spMkLst>
        </pc:spChg>
        <pc:spChg chg="add mod">
          <ac:chgData name="Thompson, Brielle" userId="f0ea580a-03ee-4a63-bd84-436803179175" providerId="ADAL" clId="{93D6566C-B65D-4F50-8DE3-7C909BBA6C8B}" dt="2025-09-01T18:41:10.459" v="4044" actId="1035"/>
          <ac:spMkLst>
            <pc:docMk/>
            <pc:sldMk cId="1470797651" sldId="531"/>
            <ac:spMk id="8" creationId="{65C30783-AAAE-219A-7F7B-1ACD832C007C}"/>
          </ac:spMkLst>
        </pc:spChg>
        <pc:spChg chg="add mod">
          <ac:chgData name="Thompson, Brielle" userId="f0ea580a-03ee-4a63-bd84-436803179175" providerId="ADAL" clId="{93D6566C-B65D-4F50-8DE3-7C909BBA6C8B}" dt="2025-09-01T18:41:22.359" v="4062" actId="207"/>
          <ac:spMkLst>
            <pc:docMk/>
            <pc:sldMk cId="1470797651" sldId="531"/>
            <ac:spMk id="9" creationId="{6E517D97-4992-C773-146C-9194FD15E0F8}"/>
          </ac:spMkLst>
        </pc:spChg>
      </pc:sldChg>
      <pc:sldChg chg="new del">
        <pc:chgData name="Thompson, Brielle" userId="f0ea580a-03ee-4a63-bd84-436803179175" providerId="ADAL" clId="{93D6566C-B65D-4F50-8DE3-7C909BBA6C8B}" dt="2025-09-01T18:41:40.095" v="4066" actId="680"/>
        <pc:sldMkLst>
          <pc:docMk/>
          <pc:sldMk cId="522464151" sldId="532"/>
        </pc:sldMkLst>
      </pc:sldChg>
      <pc:sldChg chg="addSp modSp new mod ord">
        <pc:chgData name="Thompson, Brielle" userId="f0ea580a-03ee-4a63-bd84-436803179175" providerId="ADAL" clId="{93D6566C-B65D-4F50-8DE3-7C909BBA6C8B}" dt="2025-09-01T20:43:09.586" v="6272" actId="1076"/>
        <pc:sldMkLst>
          <pc:docMk/>
          <pc:sldMk cId="2998013099" sldId="532"/>
        </pc:sldMkLst>
        <pc:spChg chg="mod">
          <ac:chgData name="Thompson, Brielle" userId="f0ea580a-03ee-4a63-bd84-436803179175" providerId="ADAL" clId="{93D6566C-B65D-4F50-8DE3-7C909BBA6C8B}" dt="2025-09-01T18:42:17.902" v="4123"/>
          <ac:spMkLst>
            <pc:docMk/>
            <pc:sldMk cId="2998013099" sldId="532"/>
            <ac:spMk id="2" creationId="{79BE1DD6-69BE-E75D-3D5F-B2F8ECAFB2ED}"/>
          </ac:spMkLst>
        </pc:spChg>
        <pc:spChg chg="mod">
          <ac:chgData name="Thompson, Brielle" userId="f0ea580a-03ee-4a63-bd84-436803179175" providerId="ADAL" clId="{93D6566C-B65D-4F50-8DE3-7C909BBA6C8B}" dt="2025-09-01T18:42:41.955" v="4131" actId="1076"/>
          <ac:spMkLst>
            <pc:docMk/>
            <pc:sldMk cId="2998013099" sldId="532"/>
            <ac:spMk id="3" creationId="{A0CAA520-013E-0199-D432-E0ED314EACC1}"/>
          </ac:spMkLst>
        </pc:spChg>
        <pc:spChg chg="mod">
          <ac:chgData name="Thompson, Brielle" userId="f0ea580a-03ee-4a63-bd84-436803179175" providerId="ADAL" clId="{93D6566C-B65D-4F50-8DE3-7C909BBA6C8B}" dt="2025-09-01T18:42:35.406" v="4129" actId="403"/>
          <ac:spMkLst>
            <pc:docMk/>
            <pc:sldMk cId="2998013099" sldId="532"/>
            <ac:spMk id="5" creationId="{D109085A-63CC-5F10-3B6D-F99A565C4B00}"/>
          </ac:spMkLst>
        </pc:spChg>
        <pc:spChg chg="mod">
          <ac:chgData name="Thompson, Brielle" userId="f0ea580a-03ee-4a63-bd84-436803179175" providerId="ADAL" clId="{93D6566C-B65D-4F50-8DE3-7C909BBA6C8B}" dt="2025-09-01T18:42:35.406" v="4129" actId="403"/>
          <ac:spMkLst>
            <pc:docMk/>
            <pc:sldMk cId="2998013099" sldId="532"/>
            <ac:spMk id="6" creationId="{48DE1139-6704-41CD-84B4-BCBB265B8256}"/>
          </ac:spMkLst>
        </pc:spChg>
        <pc:spChg chg="mod">
          <ac:chgData name="Thompson, Brielle" userId="f0ea580a-03ee-4a63-bd84-436803179175" providerId="ADAL" clId="{93D6566C-B65D-4F50-8DE3-7C909BBA6C8B}" dt="2025-09-01T18:42:35.406" v="4129" actId="403"/>
          <ac:spMkLst>
            <pc:docMk/>
            <pc:sldMk cId="2998013099" sldId="532"/>
            <ac:spMk id="7" creationId="{8D5ACAE2-AF07-7C02-EA8E-D45B10DC8595}"/>
          </ac:spMkLst>
        </pc:spChg>
        <pc:spChg chg="mod">
          <ac:chgData name="Thompson, Brielle" userId="f0ea580a-03ee-4a63-bd84-436803179175" providerId="ADAL" clId="{93D6566C-B65D-4F50-8DE3-7C909BBA6C8B}" dt="2025-09-01T18:42:35.406" v="4129" actId="403"/>
          <ac:spMkLst>
            <pc:docMk/>
            <pc:sldMk cId="2998013099" sldId="532"/>
            <ac:spMk id="8" creationId="{7CA27944-AC07-6E7D-7529-77CC55DCEAC4}"/>
          </ac:spMkLst>
        </pc:spChg>
        <pc:spChg chg="mod">
          <ac:chgData name="Thompson, Brielle" userId="f0ea580a-03ee-4a63-bd84-436803179175" providerId="ADAL" clId="{93D6566C-B65D-4F50-8DE3-7C909BBA6C8B}" dt="2025-09-01T18:42:35.406" v="4129" actId="403"/>
          <ac:spMkLst>
            <pc:docMk/>
            <pc:sldMk cId="2998013099" sldId="532"/>
            <ac:spMk id="9" creationId="{F61C64C2-8BA1-80EE-C2A1-E2058E57B9BF}"/>
          </ac:spMkLst>
        </pc:spChg>
        <pc:spChg chg="mod">
          <ac:chgData name="Thompson, Brielle" userId="f0ea580a-03ee-4a63-bd84-436803179175" providerId="ADAL" clId="{93D6566C-B65D-4F50-8DE3-7C909BBA6C8B}" dt="2025-09-01T18:42:35.406" v="4129" actId="403"/>
          <ac:spMkLst>
            <pc:docMk/>
            <pc:sldMk cId="2998013099" sldId="532"/>
            <ac:spMk id="10" creationId="{5B645F29-E9C9-7936-80F9-301824BE3C2E}"/>
          </ac:spMkLst>
        </pc:spChg>
        <pc:spChg chg="mod">
          <ac:chgData name="Thompson, Brielle" userId="f0ea580a-03ee-4a63-bd84-436803179175" providerId="ADAL" clId="{93D6566C-B65D-4F50-8DE3-7C909BBA6C8B}" dt="2025-09-01T18:42:35.406" v="4129" actId="403"/>
          <ac:spMkLst>
            <pc:docMk/>
            <pc:sldMk cId="2998013099" sldId="532"/>
            <ac:spMk id="11" creationId="{98F0B056-AC60-7FF9-EBF0-789B86E32163}"/>
          </ac:spMkLst>
        </pc:spChg>
        <pc:spChg chg="mod">
          <ac:chgData name="Thompson, Brielle" userId="f0ea580a-03ee-4a63-bd84-436803179175" providerId="ADAL" clId="{93D6566C-B65D-4F50-8DE3-7C909BBA6C8B}" dt="2025-09-01T18:42:35.406" v="4129" actId="403"/>
          <ac:spMkLst>
            <pc:docMk/>
            <pc:sldMk cId="2998013099" sldId="532"/>
            <ac:spMk id="12" creationId="{FC53888B-7AFC-8FF3-F83F-C3C2529AC356}"/>
          </ac:spMkLst>
        </pc:spChg>
        <pc:spChg chg="mod">
          <ac:chgData name="Thompson, Brielle" userId="f0ea580a-03ee-4a63-bd84-436803179175" providerId="ADAL" clId="{93D6566C-B65D-4F50-8DE3-7C909BBA6C8B}" dt="2025-09-01T20:43:09.586" v="6272" actId="1076"/>
          <ac:spMkLst>
            <pc:docMk/>
            <pc:sldMk cId="2998013099" sldId="532"/>
            <ac:spMk id="13" creationId="{D921F870-A813-7623-1D4F-6E77160A29EF}"/>
          </ac:spMkLst>
        </pc:spChg>
        <pc:spChg chg="add mod">
          <ac:chgData name="Thompson, Brielle" userId="f0ea580a-03ee-4a63-bd84-436803179175" providerId="ADAL" clId="{93D6566C-B65D-4F50-8DE3-7C909BBA6C8B}" dt="2025-09-01T18:42:50.368" v="4133"/>
          <ac:spMkLst>
            <pc:docMk/>
            <pc:sldMk cId="2998013099" sldId="532"/>
            <ac:spMk id="20" creationId="{55D86A05-5977-9B9E-6B6E-2468FED79C01}"/>
          </ac:spMkLst>
        </pc:spChg>
        <pc:spChg chg="add mod">
          <ac:chgData name="Thompson, Brielle" userId="f0ea580a-03ee-4a63-bd84-436803179175" providerId="ADAL" clId="{93D6566C-B65D-4F50-8DE3-7C909BBA6C8B}" dt="2025-09-01T18:43:19.483" v="4157" actId="1076"/>
          <ac:spMkLst>
            <pc:docMk/>
            <pc:sldMk cId="2998013099" sldId="532"/>
            <ac:spMk id="21" creationId="{CCB6F6A7-3EEB-C0F0-873F-6ACE5230AE49}"/>
          </ac:spMkLst>
        </pc:spChg>
        <pc:grpChg chg="add mod">
          <ac:chgData name="Thompson, Brielle" userId="f0ea580a-03ee-4a63-bd84-436803179175" providerId="ADAL" clId="{93D6566C-B65D-4F50-8DE3-7C909BBA6C8B}" dt="2025-09-01T18:42:46.532" v="4132" actId="1076"/>
          <ac:grpSpMkLst>
            <pc:docMk/>
            <pc:sldMk cId="2998013099" sldId="532"/>
            <ac:grpSpMk id="4" creationId="{E9482EB9-46BA-3C85-93DF-0F95D96FE5FA}"/>
          </ac:grpSpMkLst>
        </pc:grpChg>
        <pc:cxnChg chg="mod">
          <ac:chgData name="Thompson, Brielle" userId="f0ea580a-03ee-4a63-bd84-436803179175" providerId="ADAL" clId="{93D6566C-B65D-4F50-8DE3-7C909BBA6C8B}" dt="2025-09-01T20:43:09.586" v="6272" actId="1076"/>
          <ac:cxnSpMkLst>
            <pc:docMk/>
            <pc:sldMk cId="2998013099" sldId="532"/>
            <ac:cxnSpMk id="19" creationId="{786AA6CE-D1C6-CD5E-3EDF-067E7EE323C1}"/>
          </ac:cxnSpMkLst>
        </pc:cxnChg>
      </pc:sldChg>
      <pc:sldChg chg="addSp delSp modSp new mod">
        <pc:chgData name="Thompson, Brielle" userId="f0ea580a-03ee-4a63-bd84-436803179175" providerId="ADAL" clId="{93D6566C-B65D-4F50-8DE3-7C909BBA6C8B}" dt="2025-09-01T19:30:58.865" v="4185"/>
        <pc:sldMkLst>
          <pc:docMk/>
          <pc:sldMk cId="657994764" sldId="533"/>
        </pc:sldMkLst>
        <pc:spChg chg="mod">
          <ac:chgData name="Thompson, Brielle" userId="f0ea580a-03ee-4a63-bd84-436803179175" providerId="ADAL" clId="{93D6566C-B65D-4F50-8DE3-7C909BBA6C8B}" dt="2025-09-01T19:30:40.611" v="4182" actId="20577"/>
          <ac:spMkLst>
            <pc:docMk/>
            <pc:sldMk cId="657994764" sldId="533"/>
            <ac:spMk id="2" creationId="{BB711086-B560-4C4F-50C1-DF6322B7E868}"/>
          </ac:spMkLst>
        </pc:spChg>
        <pc:spChg chg="add mod">
          <ac:chgData name="Thompson, Brielle" userId="f0ea580a-03ee-4a63-bd84-436803179175" providerId="ADAL" clId="{93D6566C-B65D-4F50-8DE3-7C909BBA6C8B}" dt="2025-09-01T19:30:54.967" v="4184" actId="2711"/>
          <ac:spMkLst>
            <pc:docMk/>
            <pc:sldMk cId="657994764" sldId="533"/>
            <ac:spMk id="4" creationId="{61E60318-EA38-E42C-8D7D-7897771E8BCB}"/>
          </ac:spMkLst>
        </pc:spChg>
        <pc:spChg chg="add mod">
          <ac:chgData name="Thompson, Brielle" userId="f0ea580a-03ee-4a63-bd84-436803179175" providerId="ADAL" clId="{93D6566C-B65D-4F50-8DE3-7C909BBA6C8B}" dt="2025-09-01T19:30:58.865" v="4185"/>
          <ac:spMkLst>
            <pc:docMk/>
            <pc:sldMk cId="657994764" sldId="533"/>
            <ac:spMk id="5" creationId="{4D0E79B9-3FF4-4CFC-30D6-AE0779845685}"/>
          </ac:spMkLst>
        </pc:spChg>
      </pc:sldChg>
      <pc:sldChg chg="addSp delSp modSp new mod">
        <pc:chgData name="Thompson, Brielle" userId="f0ea580a-03ee-4a63-bd84-436803179175" providerId="ADAL" clId="{93D6566C-B65D-4F50-8DE3-7C909BBA6C8B}" dt="2025-09-01T19:34:30.395" v="4299" actId="20577"/>
        <pc:sldMkLst>
          <pc:docMk/>
          <pc:sldMk cId="3034217993" sldId="534"/>
        </pc:sldMkLst>
        <pc:spChg chg="mod">
          <ac:chgData name="Thompson, Brielle" userId="f0ea580a-03ee-4a63-bd84-436803179175" providerId="ADAL" clId="{93D6566C-B65D-4F50-8DE3-7C909BBA6C8B}" dt="2025-09-01T19:32:38.267" v="4255" actId="20577"/>
          <ac:spMkLst>
            <pc:docMk/>
            <pc:sldMk cId="3034217993" sldId="534"/>
            <ac:spMk id="2" creationId="{0ECAAC94-1A40-1268-FCB8-76E3D2B8C8A8}"/>
          </ac:spMkLst>
        </pc:spChg>
        <pc:spChg chg="mod">
          <ac:chgData name="Thompson, Brielle" userId="f0ea580a-03ee-4a63-bd84-436803179175" providerId="ADAL" clId="{93D6566C-B65D-4F50-8DE3-7C909BBA6C8B}" dt="2025-09-01T19:34:30.395" v="4299" actId="20577"/>
          <ac:spMkLst>
            <pc:docMk/>
            <pc:sldMk cId="3034217993" sldId="534"/>
            <ac:spMk id="3" creationId="{A9136470-8960-23C7-242E-C0A875BE5230}"/>
          </ac:spMkLst>
        </pc:spChg>
        <pc:spChg chg="add mod">
          <ac:chgData name="Thompson, Brielle" userId="f0ea580a-03ee-4a63-bd84-436803179175" providerId="ADAL" clId="{93D6566C-B65D-4F50-8DE3-7C909BBA6C8B}" dt="2025-09-01T19:32:47.905" v="4264"/>
          <ac:spMkLst>
            <pc:docMk/>
            <pc:sldMk cId="3034217993" sldId="534"/>
            <ac:spMk id="8" creationId="{2EDFE2A3-73F5-B46B-C6EB-DD39222A4AE4}"/>
          </ac:spMkLst>
        </pc:spChg>
        <pc:picChg chg="add mod">
          <ac:chgData name="Thompson, Brielle" userId="f0ea580a-03ee-4a63-bd84-436803179175" providerId="ADAL" clId="{93D6566C-B65D-4F50-8DE3-7C909BBA6C8B}" dt="2025-09-01T19:34:18.178" v="4293" actId="1076"/>
          <ac:picMkLst>
            <pc:docMk/>
            <pc:sldMk cId="3034217993" sldId="534"/>
            <ac:picMk id="10" creationId="{F2086041-F346-5710-F084-F64FC5424D5A}"/>
          </ac:picMkLst>
        </pc:picChg>
      </pc:sldChg>
      <pc:sldChg chg="addSp modSp add mod ord">
        <pc:chgData name="Thompson, Brielle" userId="f0ea580a-03ee-4a63-bd84-436803179175" providerId="ADAL" clId="{93D6566C-B65D-4F50-8DE3-7C909BBA6C8B}" dt="2025-09-01T19:40:38.739" v="4704" actId="207"/>
        <pc:sldMkLst>
          <pc:docMk/>
          <pc:sldMk cId="321565008" sldId="535"/>
        </pc:sldMkLst>
        <pc:spChg chg="mod">
          <ac:chgData name="Thompson, Brielle" userId="f0ea580a-03ee-4a63-bd84-436803179175" providerId="ADAL" clId="{93D6566C-B65D-4F50-8DE3-7C909BBA6C8B}" dt="2025-09-01T19:37:55.099" v="4503" actId="20577"/>
          <ac:spMkLst>
            <pc:docMk/>
            <pc:sldMk cId="321565008" sldId="535"/>
            <ac:spMk id="2" creationId="{177802FD-8EA4-892E-C098-C325AE4F25BD}"/>
          </ac:spMkLst>
        </pc:spChg>
        <pc:spChg chg="mod">
          <ac:chgData name="Thompson, Brielle" userId="f0ea580a-03ee-4a63-bd84-436803179175" providerId="ADAL" clId="{93D6566C-B65D-4F50-8DE3-7C909BBA6C8B}" dt="2025-09-01T19:40:32.605" v="4703" actId="207"/>
          <ac:spMkLst>
            <pc:docMk/>
            <pc:sldMk cId="321565008" sldId="535"/>
            <ac:spMk id="4" creationId="{FC7B8A51-179D-B20D-FA1A-8598BA59A541}"/>
          </ac:spMkLst>
        </pc:spChg>
        <pc:graphicFrameChg chg="add mod modGraphic">
          <ac:chgData name="Thompson, Brielle" userId="f0ea580a-03ee-4a63-bd84-436803179175" providerId="ADAL" clId="{93D6566C-B65D-4F50-8DE3-7C909BBA6C8B}" dt="2025-09-01T19:40:38.739" v="4704" actId="207"/>
          <ac:graphicFrameMkLst>
            <pc:docMk/>
            <pc:sldMk cId="321565008" sldId="535"/>
            <ac:graphicFrameMk id="3" creationId="{9B9D451B-5B77-AC92-FC00-D6B7DDC9682C}"/>
          </ac:graphicFrameMkLst>
        </pc:graphicFrameChg>
      </pc:sldChg>
      <pc:sldChg chg="modSp add mod">
        <pc:chgData name="Thompson, Brielle" userId="f0ea580a-03ee-4a63-bd84-436803179175" providerId="ADAL" clId="{93D6566C-B65D-4F50-8DE3-7C909BBA6C8B}" dt="2025-09-01T19:41:36.386" v="4719" actId="207"/>
        <pc:sldMkLst>
          <pc:docMk/>
          <pc:sldMk cId="498421440" sldId="536"/>
        </pc:sldMkLst>
        <pc:spChg chg="mod">
          <ac:chgData name="Thompson, Brielle" userId="f0ea580a-03ee-4a63-bd84-436803179175" providerId="ADAL" clId="{93D6566C-B65D-4F50-8DE3-7C909BBA6C8B}" dt="2025-09-01T19:41:27.963" v="4717" actId="14100"/>
          <ac:spMkLst>
            <pc:docMk/>
            <pc:sldMk cId="498421440" sldId="536"/>
            <ac:spMk id="4" creationId="{DDBB0A20-67E8-5E38-61F4-CE20B6810E45}"/>
          </ac:spMkLst>
        </pc:spChg>
        <pc:graphicFrameChg chg="modGraphic">
          <ac:chgData name="Thompson, Brielle" userId="f0ea580a-03ee-4a63-bd84-436803179175" providerId="ADAL" clId="{93D6566C-B65D-4F50-8DE3-7C909BBA6C8B}" dt="2025-09-01T19:41:36.386" v="4719" actId="207"/>
          <ac:graphicFrameMkLst>
            <pc:docMk/>
            <pc:sldMk cId="498421440" sldId="536"/>
            <ac:graphicFrameMk id="3" creationId="{BFC64DFD-5C87-E04D-DC1F-B4AAC6ABC405}"/>
          </ac:graphicFrameMkLst>
        </pc:graphicFrameChg>
      </pc:sldChg>
      <pc:sldChg chg="addSp delSp modSp add mod">
        <pc:chgData name="Thompson, Brielle" userId="f0ea580a-03ee-4a63-bd84-436803179175" providerId="ADAL" clId="{93D6566C-B65D-4F50-8DE3-7C909BBA6C8B}" dt="2025-09-01T19:50:15.195" v="4785" actId="1076"/>
        <pc:sldMkLst>
          <pc:docMk/>
          <pc:sldMk cId="1577865709" sldId="537"/>
        </pc:sldMkLst>
        <pc:spChg chg="add mod">
          <ac:chgData name="Thompson, Brielle" userId="f0ea580a-03ee-4a63-bd84-436803179175" providerId="ADAL" clId="{93D6566C-B65D-4F50-8DE3-7C909BBA6C8B}" dt="2025-09-01T19:50:15.195" v="4785" actId="1076"/>
          <ac:spMkLst>
            <pc:docMk/>
            <pc:sldMk cId="1577865709" sldId="537"/>
            <ac:spMk id="7" creationId="{FFA5B351-EB03-563A-8487-7BE9C1507CA2}"/>
          </ac:spMkLst>
        </pc:spChg>
        <pc:graphicFrameChg chg="add mod modGraphic">
          <ac:chgData name="Thompson, Brielle" userId="f0ea580a-03ee-4a63-bd84-436803179175" providerId="ADAL" clId="{93D6566C-B65D-4F50-8DE3-7C909BBA6C8B}" dt="2025-09-01T19:49:38.923" v="4729" actId="207"/>
          <ac:graphicFrameMkLst>
            <pc:docMk/>
            <pc:sldMk cId="1577865709" sldId="537"/>
            <ac:graphicFrameMk id="6" creationId="{DCBF5440-8AEA-8011-94F7-80515316190A}"/>
          </ac:graphicFrameMkLst>
        </pc:graphicFrameChg>
      </pc:sldChg>
      <pc:sldChg chg="modSp add mod">
        <pc:chgData name="Thompson, Brielle" userId="f0ea580a-03ee-4a63-bd84-436803179175" providerId="ADAL" clId="{93D6566C-B65D-4F50-8DE3-7C909BBA6C8B}" dt="2025-09-01T19:51:13.684" v="4808" actId="20577"/>
        <pc:sldMkLst>
          <pc:docMk/>
          <pc:sldMk cId="1751277913" sldId="538"/>
        </pc:sldMkLst>
        <pc:spChg chg="mod">
          <ac:chgData name="Thompson, Brielle" userId="f0ea580a-03ee-4a63-bd84-436803179175" providerId="ADAL" clId="{93D6566C-B65D-4F50-8DE3-7C909BBA6C8B}" dt="2025-09-01T19:51:13.684" v="4808" actId="20577"/>
          <ac:spMkLst>
            <pc:docMk/>
            <pc:sldMk cId="1751277913" sldId="538"/>
            <ac:spMk id="7" creationId="{11950728-5D95-C1EE-7A1A-F8B5B60EA42F}"/>
          </ac:spMkLst>
        </pc:spChg>
        <pc:graphicFrameChg chg="mod modGraphic">
          <ac:chgData name="Thompson, Brielle" userId="f0ea580a-03ee-4a63-bd84-436803179175" providerId="ADAL" clId="{93D6566C-B65D-4F50-8DE3-7C909BBA6C8B}" dt="2025-09-01T19:50:49.734" v="4796" actId="404"/>
          <ac:graphicFrameMkLst>
            <pc:docMk/>
            <pc:sldMk cId="1751277913" sldId="538"/>
            <ac:graphicFrameMk id="6" creationId="{156ECC8C-7772-6C2A-1497-E63DAC36A933}"/>
          </ac:graphicFrameMkLst>
        </pc:graphicFrameChg>
      </pc:sldChg>
      <pc:sldChg chg="addSp modSp add mod modAnim">
        <pc:chgData name="Thompson, Brielle" userId="f0ea580a-03ee-4a63-bd84-436803179175" providerId="ADAL" clId="{93D6566C-B65D-4F50-8DE3-7C909BBA6C8B}" dt="2025-09-01T19:52:38.269" v="4856" actId="403"/>
        <pc:sldMkLst>
          <pc:docMk/>
          <pc:sldMk cId="1118780665" sldId="539"/>
        </pc:sldMkLst>
        <pc:spChg chg="add mod">
          <ac:chgData name="Thompson, Brielle" userId="f0ea580a-03ee-4a63-bd84-436803179175" providerId="ADAL" clId="{93D6566C-B65D-4F50-8DE3-7C909BBA6C8B}" dt="2025-09-01T19:52:38.269" v="4856" actId="403"/>
          <ac:spMkLst>
            <pc:docMk/>
            <pc:sldMk cId="1118780665" sldId="539"/>
            <ac:spMk id="3" creationId="{3A783CA9-17FD-F6E8-D8BB-708D3A8C4CE6}"/>
          </ac:spMkLst>
        </pc:spChg>
        <pc:spChg chg="mod">
          <ac:chgData name="Thompson, Brielle" userId="f0ea580a-03ee-4a63-bd84-436803179175" providerId="ADAL" clId="{93D6566C-B65D-4F50-8DE3-7C909BBA6C8B}" dt="2025-09-01T19:52:06.871" v="4830" actId="115"/>
          <ac:spMkLst>
            <pc:docMk/>
            <pc:sldMk cId="1118780665" sldId="539"/>
            <ac:spMk id="7" creationId="{E50A7F64-565B-CF7F-1607-5A2A4E781BCC}"/>
          </ac:spMkLst>
        </pc:spChg>
        <pc:graphicFrameChg chg="mod modGraphic">
          <ac:chgData name="Thompson, Brielle" userId="f0ea580a-03ee-4a63-bd84-436803179175" providerId="ADAL" clId="{93D6566C-B65D-4F50-8DE3-7C909BBA6C8B}" dt="2025-09-01T19:51:51.171" v="4820" actId="207"/>
          <ac:graphicFrameMkLst>
            <pc:docMk/>
            <pc:sldMk cId="1118780665" sldId="539"/>
            <ac:graphicFrameMk id="6" creationId="{314820E3-8E2B-D1DD-1CF1-A72661EC81C1}"/>
          </ac:graphicFrameMkLst>
        </pc:graphicFrameChg>
      </pc:sldChg>
      <pc:sldChg chg="addSp modSp new mod">
        <pc:chgData name="Thompson, Brielle" userId="f0ea580a-03ee-4a63-bd84-436803179175" providerId="ADAL" clId="{93D6566C-B65D-4F50-8DE3-7C909BBA6C8B}" dt="2025-09-01T21:31:01.070" v="7502" actId="20577"/>
        <pc:sldMkLst>
          <pc:docMk/>
          <pc:sldMk cId="4143272515" sldId="540"/>
        </pc:sldMkLst>
        <pc:spChg chg="mod">
          <ac:chgData name="Thompson, Brielle" userId="f0ea580a-03ee-4a63-bd84-436803179175" providerId="ADAL" clId="{93D6566C-B65D-4F50-8DE3-7C909BBA6C8B}" dt="2025-09-01T20:05:29.870" v="5014" actId="313"/>
          <ac:spMkLst>
            <pc:docMk/>
            <pc:sldMk cId="4143272515" sldId="540"/>
            <ac:spMk id="2" creationId="{E4EF4AE5-CCB3-0345-EDCD-AF761D09ED7F}"/>
          </ac:spMkLst>
        </pc:spChg>
        <pc:spChg chg="mod">
          <ac:chgData name="Thompson, Brielle" userId="f0ea580a-03ee-4a63-bd84-436803179175" providerId="ADAL" clId="{93D6566C-B65D-4F50-8DE3-7C909BBA6C8B}" dt="2025-09-01T21:31:01.070" v="7502" actId="20577"/>
          <ac:spMkLst>
            <pc:docMk/>
            <pc:sldMk cId="4143272515" sldId="540"/>
            <ac:spMk id="3" creationId="{0141DBEE-ACA8-19C4-F214-6DD229E10002}"/>
          </ac:spMkLst>
        </pc:spChg>
        <pc:spChg chg="add mod">
          <ac:chgData name="Thompson, Brielle" userId="f0ea580a-03ee-4a63-bd84-436803179175" providerId="ADAL" clId="{93D6566C-B65D-4F50-8DE3-7C909BBA6C8B}" dt="2025-09-01T20:05:27.618" v="5013" actId="20577"/>
          <ac:spMkLst>
            <pc:docMk/>
            <pc:sldMk cId="4143272515" sldId="540"/>
            <ac:spMk id="4" creationId="{D6881A15-DF81-8E75-6D10-F03B49D3D755}"/>
          </ac:spMkLst>
        </pc:spChg>
      </pc:sldChg>
      <pc:sldChg chg="addSp modSp new mod modAnim">
        <pc:chgData name="Thompson, Brielle" userId="f0ea580a-03ee-4a63-bd84-436803179175" providerId="ADAL" clId="{93D6566C-B65D-4F50-8DE3-7C909BBA6C8B}" dt="2025-09-01T20:35:02.129" v="5836" actId="27636"/>
        <pc:sldMkLst>
          <pc:docMk/>
          <pc:sldMk cId="1030746303" sldId="541"/>
        </pc:sldMkLst>
        <pc:spChg chg="mod">
          <ac:chgData name="Thompson, Brielle" userId="f0ea580a-03ee-4a63-bd84-436803179175" providerId="ADAL" clId="{93D6566C-B65D-4F50-8DE3-7C909BBA6C8B}" dt="2025-09-01T20:06:02.306" v="5035" actId="20577"/>
          <ac:spMkLst>
            <pc:docMk/>
            <pc:sldMk cId="1030746303" sldId="541"/>
            <ac:spMk id="2" creationId="{EEC5E536-43CD-BF01-1516-944B5901DD51}"/>
          </ac:spMkLst>
        </pc:spChg>
        <pc:spChg chg="mod">
          <ac:chgData name="Thompson, Brielle" userId="f0ea580a-03ee-4a63-bd84-436803179175" providerId="ADAL" clId="{93D6566C-B65D-4F50-8DE3-7C909BBA6C8B}" dt="2025-09-01T20:35:02.129" v="5836" actId="27636"/>
          <ac:spMkLst>
            <pc:docMk/>
            <pc:sldMk cId="1030746303" sldId="541"/>
            <ac:spMk id="3" creationId="{02ECD650-A5C5-BD2E-8A3F-632022C19B1C}"/>
          </ac:spMkLst>
        </pc:spChg>
        <pc:spChg chg="add mod">
          <ac:chgData name="Thompson, Brielle" userId="f0ea580a-03ee-4a63-bd84-436803179175" providerId="ADAL" clId="{93D6566C-B65D-4F50-8DE3-7C909BBA6C8B}" dt="2025-09-01T20:12:12.873" v="5442" actId="20577"/>
          <ac:spMkLst>
            <pc:docMk/>
            <pc:sldMk cId="1030746303" sldId="541"/>
            <ac:spMk id="4" creationId="{99955CA3-9E07-A776-4763-7085917EBC39}"/>
          </ac:spMkLst>
        </pc:spChg>
        <pc:picChg chg="add mod">
          <ac:chgData name="Thompson, Brielle" userId="f0ea580a-03ee-4a63-bd84-436803179175" providerId="ADAL" clId="{93D6566C-B65D-4F50-8DE3-7C909BBA6C8B}" dt="2025-09-01T20:34:58.628" v="5833" actId="1076"/>
          <ac:picMkLst>
            <pc:docMk/>
            <pc:sldMk cId="1030746303" sldId="541"/>
            <ac:picMk id="5" creationId="{871A9F28-E1BC-6EF3-1220-902B5801C19A}"/>
          </ac:picMkLst>
        </pc:picChg>
      </pc:sldChg>
      <pc:sldChg chg="addSp modSp add mod modAnim">
        <pc:chgData name="Thompson, Brielle" userId="f0ea580a-03ee-4a63-bd84-436803179175" providerId="ADAL" clId="{93D6566C-B65D-4F50-8DE3-7C909BBA6C8B}" dt="2025-09-01T20:38:16.585" v="6131"/>
        <pc:sldMkLst>
          <pc:docMk/>
          <pc:sldMk cId="3601235665" sldId="542"/>
        </pc:sldMkLst>
        <pc:spChg chg="mod">
          <ac:chgData name="Thompson, Brielle" userId="f0ea580a-03ee-4a63-bd84-436803179175" providerId="ADAL" clId="{93D6566C-B65D-4F50-8DE3-7C909BBA6C8B}" dt="2025-09-01T20:12:42.347" v="5487" actId="20577"/>
          <ac:spMkLst>
            <pc:docMk/>
            <pc:sldMk cId="3601235665" sldId="542"/>
            <ac:spMk id="2" creationId="{066C9C28-AC16-CD77-D6FD-1B64EA097469}"/>
          </ac:spMkLst>
        </pc:spChg>
        <pc:spChg chg="mod">
          <ac:chgData name="Thompson, Brielle" userId="f0ea580a-03ee-4a63-bd84-436803179175" providerId="ADAL" clId="{93D6566C-B65D-4F50-8DE3-7C909BBA6C8B}" dt="2025-09-01T20:38:04.448" v="6129" actId="27636"/>
          <ac:spMkLst>
            <pc:docMk/>
            <pc:sldMk cId="3601235665" sldId="542"/>
            <ac:spMk id="3" creationId="{F9851863-82F8-7E3D-0617-89F2CF496384}"/>
          </ac:spMkLst>
        </pc:spChg>
        <pc:spChg chg="mod">
          <ac:chgData name="Thompson, Brielle" userId="f0ea580a-03ee-4a63-bd84-436803179175" providerId="ADAL" clId="{93D6566C-B65D-4F50-8DE3-7C909BBA6C8B}" dt="2025-09-01T20:12:57.283" v="5495" actId="20577"/>
          <ac:spMkLst>
            <pc:docMk/>
            <pc:sldMk cId="3601235665" sldId="542"/>
            <ac:spMk id="4" creationId="{5DAB2BC4-E557-B97B-ACE7-52FA931BB750}"/>
          </ac:spMkLst>
        </pc:spChg>
        <pc:spChg chg="add mod">
          <ac:chgData name="Thompson, Brielle" userId="f0ea580a-03ee-4a63-bd84-436803179175" providerId="ADAL" clId="{93D6566C-B65D-4F50-8DE3-7C909BBA6C8B}" dt="2025-09-01T20:35:51.610" v="5958" actId="1076"/>
          <ac:spMkLst>
            <pc:docMk/>
            <pc:sldMk cId="3601235665" sldId="542"/>
            <ac:spMk id="6" creationId="{D141B3C7-035A-7A6E-F802-41C439136DE3}"/>
          </ac:spMkLst>
        </pc:spChg>
      </pc:sldChg>
      <pc:sldChg chg="addSp delSp modSp add mod modAnim">
        <pc:chgData name="Thompson, Brielle" userId="f0ea580a-03ee-4a63-bd84-436803179175" providerId="ADAL" clId="{93D6566C-B65D-4F50-8DE3-7C909BBA6C8B}" dt="2025-09-01T22:18:18.068" v="9570" actId="207"/>
        <pc:sldMkLst>
          <pc:docMk/>
          <pc:sldMk cId="1937171824" sldId="543"/>
        </pc:sldMkLst>
        <pc:spChg chg="mod">
          <ac:chgData name="Thompson, Brielle" userId="f0ea580a-03ee-4a63-bd84-436803179175" providerId="ADAL" clId="{93D6566C-B65D-4F50-8DE3-7C909BBA6C8B}" dt="2025-09-01T22:18:14.290" v="9569" actId="207"/>
          <ac:spMkLst>
            <pc:docMk/>
            <pc:sldMk cId="1937171824" sldId="543"/>
            <ac:spMk id="3" creationId="{8EB0CBE8-7BA2-F616-4EA2-ED8FEC8B1307}"/>
          </ac:spMkLst>
        </pc:spChg>
        <pc:spChg chg="add mod">
          <ac:chgData name="Thompson, Brielle" userId="f0ea580a-03ee-4a63-bd84-436803179175" providerId="ADAL" clId="{93D6566C-B65D-4F50-8DE3-7C909BBA6C8B}" dt="2025-09-01T22:18:18.068" v="9570" actId="207"/>
          <ac:spMkLst>
            <pc:docMk/>
            <pc:sldMk cId="1937171824" sldId="543"/>
            <ac:spMk id="5" creationId="{958F1179-C0A9-C652-A3CC-D41F05CCDEAA}"/>
          </ac:spMkLst>
        </pc:spChg>
        <pc:spChg chg="mod">
          <ac:chgData name="Thompson, Brielle" userId="f0ea580a-03ee-4a63-bd84-436803179175" providerId="ADAL" clId="{93D6566C-B65D-4F50-8DE3-7C909BBA6C8B}" dt="2025-09-01T20:43:18.577" v="6273" actId="1076"/>
          <ac:spMkLst>
            <pc:docMk/>
            <pc:sldMk cId="1937171824" sldId="543"/>
            <ac:spMk id="8" creationId="{39F2FD7D-ED42-6A52-E3FB-80AAF7E5C012}"/>
          </ac:spMkLst>
        </pc:spChg>
        <pc:spChg chg="mod">
          <ac:chgData name="Thompson, Brielle" userId="f0ea580a-03ee-4a63-bd84-436803179175" providerId="ADAL" clId="{93D6566C-B65D-4F50-8DE3-7C909BBA6C8B}" dt="2025-09-01T20:41:43.633" v="6266" actId="208"/>
          <ac:spMkLst>
            <pc:docMk/>
            <pc:sldMk cId="1937171824" sldId="543"/>
            <ac:spMk id="9" creationId="{B9C2CF25-7BD6-A1A6-6FFD-59BB7339D2B3}"/>
          </ac:spMkLst>
        </pc:spChg>
        <pc:spChg chg="mod">
          <ac:chgData name="Thompson, Brielle" userId="f0ea580a-03ee-4a63-bd84-436803179175" providerId="ADAL" clId="{93D6566C-B65D-4F50-8DE3-7C909BBA6C8B}" dt="2025-09-01T20:41:39.101" v="6265" actId="207"/>
          <ac:spMkLst>
            <pc:docMk/>
            <pc:sldMk cId="1937171824" sldId="543"/>
            <ac:spMk id="11" creationId="{A394A52C-F345-9766-01CC-296C53C8C73D}"/>
          </ac:spMkLst>
        </pc:spChg>
        <pc:spChg chg="mod">
          <ac:chgData name="Thompson, Brielle" userId="f0ea580a-03ee-4a63-bd84-436803179175" providerId="ADAL" clId="{93D6566C-B65D-4F50-8DE3-7C909BBA6C8B}" dt="2025-09-01T20:41:39.101" v="6265" actId="207"/>
          <ac:spMkLst>
            <pc:docMk/>
            <pc:sldMk cId="1937171824" sldId="543"/>
            <ac:spMk id="12" creationId="{89FBF84C-B950-EEA6-DB45-728C4FA76194}"/>
          </ac:spMkLst>
        </pc:spChg>
        <pc:spChg chg="mod">
          <ac:chgData name="Thompson, Brielle" userId="f0ea580a-03ee-4a63-bd84-436803179175" providerId="ADAL" clId="{93D6566C-B65D-4F50-8DE3-7C909BBA6C8B}" dt="2025-09-01T20:41:39.101" v="6265" actId="207"/>
          <ac:spMkLst>
            <pc:docMk/>
            <pc:sldMk cId="1937171824" sldId="543"/>
            <ac:spMk id="13" creationId="{F6D56765-4F40-ECE5-5AB1-6B8F193122DD}"/>
          </ac:spMkLst>
        </pc:spChg>
        <pc:spChg chg="mod">
          <ac:chgData name="Thompson, Brielle" userId="f0ea580a-03ee-4a63-bd84-436803179175" providerId="ADAL" clId="{93D6566C-B65D-4F50-8DE3-7C909BBA6C8B}" dt="2025-09-01T20:41:39.101" v="6265" actId="207"/>
          <ac:spMkLst>
            <pc:docMk/>
            <pc:sldMk cId="1937171824" sldId="543"/>
            <ac:spMk id="17" creationId="{3612ACC0-3724-91BD-CE9D-57E98D671C02}"/>
          </ac:spMkLst>
        </pc:spChg>
        <pc:spChg chg="mod">
          <ac:chgData name="Thompson, Brielle" userId="f0ea580a-03ee-4a63-bd84-436803179175" providerId="ADAL" clId="{93D6566C-B65D-4F50-8DE3-7C909BBA6C8B}" dt="2025-09-01T20:41:39.101" v="6265" actId="207"/>
          <ac:spMkLst>
            <pc:docMk/>
            <pc:sldMk cId="1937171824" sldId="543"/>
            <ac:spMk id="18" creationId="{B7967854-68DF-C187-A9EB-829BD170AA24}"/>
          </ac:spMkLst>
        </pc:spChg>
        <pc:spChg chg="mod">
          <ac:chgData name="Thompson, Brielle" userId="f0ea580a-03ee-4a63-bd84-436803179175" providerId="ADAL" clId="{93D6566C-B65D-4F50-8DE3-7C909BBA6C8B}" dt="2025-09-01T20:41:39.101" v="6265" actId="207"/>
          <ac:spMkLst>
            <pc:docMk/>
            <pc:sldMk cId="1937171824" sldId="543"/>
            <ac:spMk id="19" creationId="{3037E2C2-D5A3-D1F1-CF3D-266E117CCC7D}"/>
          </ac:spMkLst>
        </pc:spChg>
        <pc:spChg chg="mod">
          <ac:chgData name="Thompson, Brielle" userId="f0ea580a-03ee-4a63-bd84-436803179175" providerId="ADAL" clId="{93D6566C-B65D-4F50-8DE3-7C909BBA6C8B}" dt="2025-09-01T20:41:39.101" v="6265" actId="207"/>
          <ac:spMkLst>
            <pc:docMk/>
            <pc:sldMk cId="1937171824" sldId="543"/>
            <ac:spMk id="20" creationId="{FB3358FD-4071-1E73-11FD-001B92734BF8}"/>
          </ac:spMkLst>
        </pc:spChg>
        <pc:spChg chg="mod">
          <ac:chgData name="Thompson, Brielle" userId="f0ea580a-03ee-4a63-bd84-436803179175" providerId="ADAL" clId="{93D6566C-B65D-4F50-8DE3-7C909BBA6C8B}" dt="2025-09-01T20:41:39.101" v="6265" actId="207"/>
          <ac:spMkLst>
            <pc:docMk/>
            <pc:sldMk cId="1937171824" sldId="543"/>
            <ac:spMk id="21" creationId="{71EBF3E7-7A92-7689-99E6-B444CBF8A5B6}"/>
          </ac:spMkLst>
        </pc:spChg>
        <pc:spChg chg="add mod">
          <ac:chgData name="Thompson, Brielle" userId="f0ea580a-03ee-4a63-bd84-436803179175" providerId="ADAL" clId="{93D6566C-B65D-4F50-8DE3-7C909BBA6C8B}" dt="2025-09-01T20:49:35.436" v="6484" actId="20577"/>
          <ac:spMkLst>
            <pc:docMk/>
            <pc:sldMk cId="1937171824" sldId="543"/>
            <ac:spMk id="22" creationId="{8D4DB08A-73CF-7E16-ABC1-A3CC0A5423E2}"/>
          </ac:spMkLst>
        </pc:spChg>
        <pc:spChg chg="add mod">
          <ac:chgData name="Thompson, Brielle" userId="f0ea580a-03ee-4a63-bd84-436803179175" providerId="ADAL" clId="{93D6566C-B65D-4F50-8DE3-7C909BBA6C8B}" dt="2025-09-01T20:49:21.618" v="6479" actId="1076"/>
          <ac:spMkLst>
            <pc:docMk/>
            <pc:sldMk cId="1937171824" sldId="543"/>
            <ac:spMk id="44" creationId="{487A15C1-A642-C829-A1AE-D7DCC94565B5}"/>
          </ac:spMkLst>
        </pc:spChg>
        <pc:spChg chg="add mod">
          <ac:chgData name="Thompson, Brielle" userId="f0ea580a-03ee-4a63-bd84-436803179175" providerId="ADAL" clId="{93D6566C-B65D-4F50-8DE3-7C909BBA6C8B}" dt="2025-09-01T20:49:23.770" v="6480" actId="1076"/>
          <ac:spMkLst>
            <pc:docMk/>
            <pc:sldMk cId="1937171824" sldId="543"/>
            <ac:spMk id="45" creationId="{DDB18595-C3A1-B0E3-3383-2DE8C1828631}"/>
          </ac:spMkLst>
        </pc:spChg>
        <pc:spChg chg="add mod">
          <ac:chgData name="Thompson, Brielle" userId="f0ea580a-03ee-4a63-bd84-436803179175" providerId="ADAL" clId="{93D6566C-B65D-4F50-8DE3-7C909BBA6C8B}" dt="2025-09-01T20:49:25.801" v="6481" actId="1076"/>
          <ac:spMkLst>
            <pc:docMk/>
            <pc:sldMk cId="1937171824" sldId="543"/>
            <ac:spMk id="46" creationId="{E77BFFEC-6A89-4006-3C26-37A997B412B1}"/>
          </ac:spMkLst>
        </pc:spChg>
        <pc:grpChg chg="mod">
          <ac:chgData name="Thompson, Brielle" userId="f0ea580a-03ee-4a63-bd84-436803179175" providerId="ADAL" clId="{93D6566C-B65D-4F50-8DE3-7C909BBA6C8B}" dt="2025-09-01T20:49:18.851" v="6478" actId="1076"/>
          <ac:grpSpMkLst>
            <pc:docMk/>
            <pc:sldMk cId="1937171824" sldId="543"/>
            <ac:grpSpMk id="7" creationId="{145D38EA-EC49-0DD1-9876-3C4EF1849158}"/>
          </ac:grpSpMkLst>
        </pc:grpChg>
        <pc:cxnChg chg="mod">
          <ac:chgData name="Thompson, Brielle" userId="f0ea580a-03ee-4a63-bd84-436803179175" providerId="ADAL" clId="{93D6566C-B65D-4F50-8DE3-7C909BBA6C8B}" dt="2025-09-01T20:43:18.577" v="6273" actId="1076"/>
          <ac:cxnSpMkLst>
            <pc:docMk/>
            <pc:sldMk cId="1937171824" sldId="543"/>
            <ac:cxnSpMk id="10" creationId="{16D1695A-6F4C-AD1B-6DA4-D223BEDC1299}"/>
          </ac:cxnSpMkLst>
        </pc:cxnChg>
        <pc:cxnChg chg="mod">
          <ac:chgData name="Thompson, Brielle" userId="f0ea580a-03ee-4a63-bd84-436803179175" providerId="ADAL" clId="{93D6566C-B65D-4F50-8DE3-7C909BBA6C8B}" dt="2025-09-01T20:41:15.205" v="6255" actId="14100"/>
          <ac:cxnSpMkLst>
            <pc:docMk/>
            <pc:sldMk cId="1937171824" sldId="543"/>
            <ac:cxnSpMk id="14" creationId="{189BB858-0E9B-CEAB-518A-E780E030824E}"/>
          </ac:cxnSpMkLst>
        </pc:cxnChg>
        <pc:cxnChg chg="mod">
          <ac:chgData name="Thompson, Brielle" userId="f0ea580a-03ee-4a63-bd84-436803179175" providerId="ADAL" clId="{93D6566C-B65D-4F50-8DE3-7C909BBA6C8B}" dt="2025-09-01T20:42:23.627" v="6271" actId="208"/>
          <ac:cxnSpMkLst>
            <pc:docMk/>
            <pc:sldMk cId="1937171824" sldId="543"/>
            <ac:cxnSpMk id="15" creationId="{6DA25591-CB7C-112F-50E5-4F9E626CC62D}"/>
          </ac:cxnSpMkLst>
        </pc:cxnChg>
        <pc:cxnChg chg="mod">
          <ac:chgData name="Thompson, Brielle" userId="f0ea580a-03ee-4a63-bd84-436803179175" providerId="ADAL" clId="{93D6566C-B65D-4F50-8DE3-7C909BBA6C8B}" dt="2025-09-01T20:43:18.577" v="6273" actId="1076"/>
          <ac:cxnSpMkLst>
            <pc:docMk/>
            <pc:sldMk cId="1937171824" sldId="543"/>
            <ac:cxnSpMk id="16" creationId="{2074E7D6-D065-98DE-3517-A01AA7688B92}"/>
          </ac:cxnSpMkLst>
        </pc:cxnChg>
      </pc:sldChg>
      <pc:sldChg chg="addSp delSp modSp add del mod">
        <pc:chgData name="Thompson, Brielle" userId="f0ea580a-03ee-4a63-bd84-436803179175" providerId="ADAL" clId="{93D6566C-B65D-4F50-8DE3-7C909BBA6C8B}" dt="2025-09-01T20:51:37.266" v="6521" actId="47"/>
        <pc:sldMkLst>
          <pc:docMk/>
          <pc:sldMk cId="2712568139" sldId="544"/>
        </pc:sldMkLst>
      </pc:sldChg>
      <pc:sldChg chg="addSp delSp modSp add mod">
        <pc:chgData name="Thompson, Brielle" userId="f0ea580a-03ee-4a63-bd84-436803179175" providerId="ADAL" clId="{93D6566C-B65D-4F50-8DE3-7C909BBA6C8B}" dt="2025-09-01T22:18:21.994" v="9571" actId="207"/>
        <pc:sldMkLst>
          <pc:docMk/>
          <pc:sldMk cId="3751828705" sldId="545"/>
        </pc:sldMkLst>
        <pc:spChg chg="mod">
          <ac:chgData name="Thompson, Brielle" userId="f0ea580a-03ee-4a63-bd84-436803179175" providerId="ADAL" clId="{93D6566C-B65D-4F50-8DE3-7C909BBA6C8B}" dt="2025-09-01T20:51:43.578" v="6523" actId="1076"/>
          <ac:spMkLst>
            <pc:docMk/>
            <pc:sldMk cId="3751828705" sldId="545"/>
            <ac:spMk id="4" creationId="{6390E38C-0872-47B6-0551-D75746548E43}"/>
          </ac:spMkLst>
        </pc:spChg>
        <pc:spChg chg="add mod">
          <ac:chgData name="Thompson, Brielle" userId="f0ea580a-03ee-4a63-bd84-436803179175" providerId="ADAL" clId="{93D6566C-B65D-4F50-8DE3-7C909BBA6C8B}" dt="2025-09-01T22:18:21.994" v="9571" actId="207"/>
          <ac:spMkLst>
            <pc:docMk/>
            <pc:sldMk cId="3751828705" sldId="545"/>
            <ac:spMk id="6" creationId="{C9097B24-C5B6-2A32-DDAA-BC8F13787B81}"/>
          </ac:spMkLst>
        </pc:spChg>
        <pc:spChg chg="add mod">
          <ac:chgData name="Thompson, Brielle" userId="f0ea580a-03ee-4a63-bd84-436803179175" providerId="ADAL" clId="{93D6566C-B65D-4F50-8DE3-7C909BBA6C8B}" dt="2025-09-01T20:51:56.857" v="6528" actId="1076"/>
          <ac:spMkLst>
            <pc:docMk/>
            <pc:sldMk cId="3751828705" sldId="545"/>
            <ac:spMk id="7" creationId="{7603A026-11BB-E83F-09A0-95ABD987C83F}"/>
          </ac:spMkLst>
        </pc:spChg>
        <pc:spChg chg="add mod">
          <ac:chgData name="Thompson, Brielle" userId="f0ea580a-03ee-4a63-bd84-436803179175" providerId="ADAL" clId="{93D6566C-B65D-4F50-8DE3-7C909BBA6C8B}" dt="2025-09-01T21:03:39.052" v="6717" actId="1036"/>
          <ac:spMkLst>
            <pc:docMk/>
            <pc:sldMk cId="3751828705" sldId="545"/>
            <ac:spMk id="8" creationId="{B54AA5CF-FBD0-77AC-02B7-430E7D14292F}"/>
          </ac:spMkLst>
        </pc:spChg>
      </pc:sldChg>
      <pc:sldChg chg="modSp add mod ord">
        <pc:chgData name="Thompson, Brielle" userId="f0ea580a-03ee-4a63-bd84-436803179175" providerId="ADAL" clId="{93D6566C-B65D-4F50-8DE3-7C909BBA6C8B}" dt="2025-09-01T22:18:24.865" v="9572" actId="207"/>
        <pc:sldMkLst>
          <pc:docMk/>
          <pc:sldMk cId="2460685331" sldId="546"/>
        </pc:sldMkLst>
        <pc:spChg chg="mod">
          <ac:chgData name="Thompson, Brielle" userId="f0ea580a-03ee-4a63-bd84-436803179175" providerId="ADAL" clId="{93D6566C-B65D-4F50-8DE3-7C909BBA6C8B}" dt="2025-09-01T22:18:24.865" v="9572" actId="207"/>
          <ac:spMkLst>
            <pc:docMk/>
            <pc:sldMk cId="2460685331" sldId="546"/>
            <ac:spMk id="6" creationId="{11C6CF63-BD75-5749-87B0-9771AB1A8E2C}"/>
          </ac:spMkLst>
        </pc:spChg>
      </pc:sldChg>
      <pc:sldChg chg="add del ord">
        <pc:chgData name="Thompson, Brielle" userId="f0ea580a-03ee-4a63-bd84-436803179175" providerId="ADAL" clId="{93D6566C-B65D-4F50-8DE3-7C909BBA6C8B}" dt="2025-09-01T20:51:38.133" v="6522" actId="47"/>
        <pc:sldMkLst>
          <pc:docMk/>
          <pc:sldMk cId="2594626797" sldId="546"/>
        </pc:sldMkLst>
      </pc:sldChg>
      <pc:sldChg chg="addSp delSp modSp add mod">
        <pc:chgData name="Thompson, Brielle" userId="f0ea580a-03ee-4a63-bd84-436803179175" providerId="ADAL" clId="{93D6566C-B65D-4F50-8DE3-7C909BBA6C8B}" dt="2025-09-01T21:01:19.922" v="6713" actId="1076"/>
        <pc:sldMkLst>
          <pc:docMk/>
          <pc:sldMk cId="2096708919" sldId="547"/>
        </pc:sldMkLst>
        <pc:spChg chg="mod">
          <ac:chgData name="Thompson, Brielle" userId="f0ea580a-03ee-4a63-bd84-436803179175" providerId="ADAL" clId="{93D6566C-B65D-4F50-8DE3-7C909BBA6C8B}" dt="2025-09-01T20:54:19.721" v="6556" actId="1037"/>
          <ac:spMkLst>
            <pc:docMk/>
            <pc:sldMk cId="2096708919" sldId="547"/>
            <ac:spMk id="4" creationId="{A437C23C-EA30-2796-2A88-89F53461F37F}"/>
          </ac:spMkLst>
        </pc:spChg>
        <pc:spChg chg="add mod">
          <ac:chgData name="Thompson, Brielle" userId="f0ea580a-03ee-4a63-bd84-436803179175" providerId="ADAL" clId="{93D6566C-B65D-4F50-8DE3-7C909BBA6C8B}" dt="2025-09-01T20:54:34.364" v="6564" actId="403"/>
          <ac:spMkLst>
            <pc:docMk/>
            <pc:sldMk cId="2096708919" sldId="547"/>
            <ac:spMk id="5" creationId="{1672BB93-EF15-D99C-4A70-A27E57541C20}"/>
          </ac:spMkLst>
        </pc:spChg>
        <pc:spChg chg="add mod">
          <ac:chgData name="Thompson, Brielle" userId="f0ea580a-03ee-4a63-bd84-436803179175" providerId="ADAL" clId="{93D6566C-B65D-4F50-8DE3-7C909BBA6C8B}" dt="2025-09-01T21:00:19.039" v="6711" actId="208"/>
          <ac:spMkLst>
            <pc:docMk/>
            <pc:sldMk cId="2096708919" sldId="547"/>
            <ac:spMk id="8" creationId="{AE63FFE9-4068-3524-703E-35F2E31A93D7}"/>
          </ac:spMkLst>
        </pc:spChg>
        <pc:spChg chg="add mod">
          <ac:chgData name="Thompson, Brielle" userId="f0ea580a-03ee-4a63-bd84-436803179175" providerId="ADAL" clId="{93D6566C-B65D-4F50-8DE3-7C909BBA6C8B}" dt="2025-09-01T20:58:01.586" v="6697" actId="1076"/>
          <ac:spMkLst>
            <pc:docMk/>
            <pc:sldMk cId="2096708919" sldId="547"/>
            <ac:spMk id="10" creationId="{8C361BF8-656D-66C6-89DB-2B327654F7BA}"/>
          </ac:spMkLst>
        </pc:spChg>
        <pc:spChg chg="add mod">
          <ac:chgData name="Thompson, Brielle" userId="f0ea580a-03ee-4a63-bd84-436803179175" providerId="ADAL" clId="{93D6566C-B65D-4F50-8DE3-7C909BBA6C8B}" dt="2025-09-01T21:01:19.922" v="6713" actId="1076"/>
          <ac:spMkLst>
            <pc:docMk/>
            <pc:sldMk cId="2096708919" sldId="547"/>
            <ac:spMk id="11" creationId="{79244B5E-89D3-DD3F-94E5-79AF6D093D61}"/>
          </ac:spMkLst>
        </pc:spChg>
        <pc:graphicFrameChg chg="add mod modGraphic">
          <ac:chgData name="Thompson, Brielle" userId="f0ea580a-03ee-4a63-bd84-436803179175" providerId="ADAL" clId="{93D6566C-B65D-4F50-8DE3-7C909BBA6C8B}" dt="2025-09-01T21:00:11.527" v="6710" actId="20577"/>
          <ac:graphicFrameMkLst>
            <pc:docMk/>
            <pc:sldMk cId="2096708919" sldId="547"/>
            <ac:graphicFrameMk id="2" creationId="{39373688-88E2-F7AE-0875-1CA2CF132A58}"/>
          </ac:graphicFrameMkLst>
        </pc:graphicFrameChg>
      </pc:sldChg>
      <pc:sldChg chg="addSp delSp modSp add mod ord">
        <pc:chgData name="Thompson, Brielle" userId="f0ea580a-03ee-4a63-bd84-436803179175" providerId="ADAL" clId="{93D6566C-B65D-4F50-8DE3-7C909BBA6C8B}" dt="2025-09-01T22:18:27.889" v="9573" actId="207"/>
        <pc:sldMkLst>
          <pc:docMk/>
          <pc:sldMk cId="959240763" sldId="548"/>
        </pc:sldMkLst>
        <pc:spChg chg="add mod">
          <ac:chgData name="Thompson, Brielle" userId="f0ea580a-03ee-4a63-bd84-436803179175" providerId="ADAL" clId="{93D6566C-B65D-4F50-8DE3-7C909BBA6C8B}" dt="2025-09-01T21:13:06.467" v="6852" actId="313"/>
          <ac:spMkLst>
            <pc:docMk/>
            <pc:sldMk cId="959240763" sldId="548"/>
            <ac:spMk id="3" creationId="{061C5FB1-8757-699D-C72B-9D2B4E4E6A31}"/>
          </ac:spMkLst>
        </pc:spChg>
        <pc:spChg chg="add del mod">
          <ac:chgData name="Thompson, Brielle" userId="f0ea580a-03ee-4a63-bd84-436803179175" providerId="ADAL" clId="{93D6566C-B65D-4F50-8DE3-7C909BBA6C8B}" dt="2025-09-01T22:09:04.546" v="9242" actId="478"/>
          <ac:spMkLst>
            <pc:docMk/>
            <pc:sldMk cId="959240763" sldId="548"/>
            <ac:spMk id="5" creationId="{36740C39-1F75-3359-9FE7-133E90BD6208}"/>
          </ac:spMkLst>
        </pc:spChg>
        <pc:spChg chg="mod">
          <ac:chgData name="Thompson, Brielle" userId="f0ea580a-03ee-4a63-bd84-436803179175" providerId="ADAL" clId="{93D6566C-B65D-4F50-8DE3-7C909BBA6C8B}" dt="2025-09-01T22:18:27.889" v="9573" actId="207"/>
          <ac:spMkLst>
            <pc:docMk/>
            <pc:sldMk cId="959240763" sldId="548"/>
            <ac:spMk id="6" creationId="{559FA75E-C6CF-E6FD-367D-934129447F29}"/>
          </ac:spMkLst>
        </pc:spChg>
        <pc:spChg chg="mod">
          <ac:chgData name="Thompson, Brielle" userId="f0ea580a-03ee-4a63-bd84-436803179175" providerId="ADAL" clId="{93D6566C-B65D-4F50-8DE3-7C909BBA6C8B}" dt="2025-09-01T20:58:32.347" v="6704" actId="207"/>
          <ac:spMkLst>
            <pc:docMk/>
            <pc:sldMk cId="959240763" sldId="548"/>
            <ac:spMk id="29" creationId="{DC414616-F3DC-7B1F-2DD2-01B41B7CAF03}"/>
          </ac:spMkLst>
        </pc:spChg>
        <pc:spChg chg="mod">
          <ac:chgData name="Thompson, Brielle" userId="f0ea580a-03ee-4a63-bd84-436803179175" providerId="ADAL" clId="{93D6566C-B65D-4F50-8DE3-7C909BBA6C8B}" dt="2025-09-01T21:04:09.267" v="6720" actId="207"/>
          <ac:spMkLst>
            <pc:docMk/>
            <pc:sldMk cId="959240763" sldId="548"/>
            <ac:spMk id="30" creationId="{5B46B7C2-3F96-3481-192E-7BFB56328143}"/>
          </ac:spMkLst>
        </pc:spChg>
        <pc:spChg chg="mod">
          <ac:chgData name="Thompson, Brielle" userId="f0ea580a-03ee-4a63-bd84-436803179175" providerId="ADAL" clId="{93D6566C-B65D-4F50-8DE3-7C909BBA6C8B}" dt="2025-09-01T21:00:03.465" v="6708" actId="207"/>
          <ac:spMkLst>
            <pc:docMk/>
            <pc:sldMk cId="959240763" sldId="548"/>
            <ac:spMk id="37" creationId="{D0192425-8EB4-ADFB-17F3-481D08EFEBA9}"/>
          </ac:spMkLst>
        </pc:spChg>
        <pc:spChg chg="mod">
          <ac:chgData name="Thompson, Brielle" userId="f0ea580a-03ee-4a63-bd84-436803179175" providerId="ADAL" clId="{93D6566C-B65D-4F50-8DE3-7C909BBA6C8B}" dt="2025-09-01T20:58:21.668" v="6701" actId="207"/>
          <ac:spMkLst>
            <pc:docMk/>
            <pc:sldMk cId="959240763" sldId="548"/>
            <ac:spMk id="41" creationId="{A90262FB-3B15-974C-2326-939EC2037949}"/>
          </ac:spMkLst>
        </pc:spChg>
        <pc:spChg chg="mod">
          <ac:chgData name="Thompson, Brielle" userId="f0ea580a-03ee-4a63-bd84-436803179175" providerId="ADAL" clId="{93D6566C-B65D-4F50-8DE3-7C909BBA6C8B}" dt="2025-09-01T20:58:24.274" v="6702" actId="1076"/>
          <ac:spMkLst>
            <pc:docMk/>
            <pc:sldMk cId="959240763" sldId="548"/>
            <ac:spMk id="50" creationId="{DEB360A6-CAC4-F0A4-A1FE-22E1D0718963}"/>
          </ac:spMkLst>
        </pc:spChg>
        <pc:spChg chg="mod">
          <ac:chgData name="Thompson, Brielle" userId="f0ea580a-03ee-4a63-bd84-436803179175" providerId="ADAL" clId="{93D6566C-B65D-4F50-8DE3-7C909BBA6C8B}" dt="2025-09-01T21:04:06.670" v="6719" actId="207"/>
          <ac:spMkLst>
            <pc:docMk/>
            <pc:sldMk cId="959240763" sldId="548"/>
            <ac:spMk id="57" creationId="{D18E1A9D-7FA2-234E-8EA0-9AFBDDBF4F2D}"/>
          </ac:spMkLst>
        </pc:spChg>
        <pc:spChg chg="mod">
          <ac:chgData name="Thompson, Brielle" userId="f0ea580a-03ee-4a63-bd84-436803179175" providerId="ADAL" clId="{93D6566C-B65D-4F50-8DE3-7C909BBA6C8B}" dt="2025-09-01T20:58:29.034" v="6703" actId="207"/>
          <ac:spMkLst>
            <pc:docMk/>
            <pc:sldMk cId="959240763" sldId="548"/>
            <ac:spMk id="58" creationId="{13E26A4E-B47E-CEE5-401C-A40EDB30FCDA}"/>
          </ac:spMkLst>
        </pc:spChg>
        <pc:spChg chg="mod">
          <ac:chgData name="Thompson, Brielle" userId="f0ea580a-03ee-4a63-bd84-436803179175" providerId="ADAL" clId="{93D6566C-B65D-4F50-8DE3-7C909BBA6C8B}" dt="2025-09-01T21:13:25.874" v="6856" actId="207"/>
          <ac:spMkLst>
            <pc:docMk/>
            <pc:sldMk cId="959240763" sldId="548"/>
            <ac:spMk id="68" creationId="{206DDCBF-254D-E8E3-7E6E-FB4A08310390}"/>
          </ac:spMkLst>
        </pc:spChg>
        <pc:spChg chg="mod">
          <ac:chgData name="Thompson, Brielle" userId="f0ea580a-03ee-4a63-bd84-436803179175" providerId="ADAL" clId="{93D6566C-B65D-4F50-8DE3-7C909BBA6C8B}" dt="2025-09-01T21:02:19.755" v="6714" actId="207"/>
          <ac:spMkLst>
            <pc:docMk/>
            <pc:sldMk cId="959240763" sldId="548"/>
            <ac:spMk id="74" creationId="{DC567B06-B95D-816C-3593-E6E58A1BDB0B}"/>
          </ac:spMkLst>
        </pc:spChg>
        <pc:spChg chg="mod">
          <ac:chgData name="Thompson, Brielle" userId="f0ea580a-03ee-4a63-bd84-436803179175" providerId="ADAL" clId="{93D6566C-B65D-4F50-8DE3-7C909BBA6C8B}" dt="2025-09-01T21:13:33.138" v="6859" actId="207"/>
          <ac:spMkLst>
            <pc:docMk/>
            <pc:sldMk cId="959240763" sldId="548"/>
            <ac:spMk id="76" creationId="{C2EEC190-A047-7C4D-D394-A281B228B750}"/>
          </ac:spMkLst>
        </pc:spChg>
        <pc:spChg chg="mod">
          <ac:chgData name="Thompson, Brielle" userId="f0ea580a-03ee-4a63-bd84-436803179175" providerId="ADAL" clId="{93D6566C-B65D-4F50-8DE3-7C909BBA6C8B}" dt="2025-09-01T21:13:34.962" v="6860" actId="207"/>
          <ac:spMkLst>
            <pc:docMk/>
            <pc:sldMk cId="959240763" sldId="548"/>
            <ac:spMk id="77" creationId="{AEC823A2-4104-6583-3A71-335F0E3C2F8C}"/>
          </ac:spMkLst>
        </pc:spChg>
        <pc:spChg chg="mod">
          <ac:chgData name="Thompson, Brielle" userId="f0ea580a-03ee-4a63-bd84-436803179175" providerId="ADAL" clId="{93D6566C-B65D-4F50-8DE3-7C909BBA6C8B}" dt="2025-09-01T21:13:30.145" v="6858" actId="207"/>
          <ac:spMkLst>
            <pc:docMk/>
            <pc:sldMk cId="959240763" sldId="548"/>
            <ac:spMk id="81" creationId="{50B68559-34AB-DDDD-5C2C-0FC3E8D3652E}"/>
          </ac:spMkLst>
        </pc:spChg>
        <pc:spChg chg="mod">
          <ac:chgData name="Thompson, Brielle" userId="f0ea580a-03ee-4a63-bd84-436803179175" providerId="ADAL" clId="{93D6566C-B65D-4F50-8DE3-7C909BBA6C8B}" dt="2025-09-01T21:13:28.169" v="6857" actId="207"/>
          <ac:spMkLst>
            <pc:docMk/>
            <pc:sldMk cId="959240763" sldId="548"/>
            <ac:spMk id="82" creationId="{8F33BE31-751B-6914-3CB1-5D30A9058157}"/>
          </ac:spMkLst>
        </pc:spChg>
      </pc:sldChg>
      <pc:sldChg chg="addSp delSp modSp add mod ord modAnim modNotesTx">
        <pc:chgData name="Thompson, Brielle" userId="f0ea580a-03ee-4a63-bd84-436803179175" providerId="ADAL" clId="{93D6566C-B65D-4F50-8DE3-7C909BBA6C8B}" dt="2025-09-01T21:13:50.327" v="6861" actId="20577"/>
        <pc:sldMkLst>
          <pc:docMk/>
          <pc:sldMk cId="3208286354" sldId="549"/>
        </pc:sldMkLst>
        <pc:spChg chg="add mod">
          <ac:chgData name="Thompson, Brielle" userId="f0ea580a-03ee-4a63-bd84-436803179175" providerId="ADAL" clId="{93D6566C-B65D-4F50-8DE3-7C909BBA6C8B}" dt="2025-09-01T21:05:52.228" v="6760" actId="20577"/>
          <ac:spMkLst>
            <pc:docMk/>
            <pc:sldMk cId="3208286354" sldId="549"/>
            <ac:spMk id="6" creationId="{63793974-757D-7A3D-ADCE-DB895E3B5ABA}"/>
          </ac:spMkLst>
        </pc:spChg>
        <pc:spChg chg="mod">
          <ac:chgData name="Thompson, Brielle" userId="f0ea580a-03ee-4a63-bd84-436803179175" providerId="ADAL" clId="{93D6566C-B65D-4F50-8DE3-7C909BBA6C8B}" dt="2025-09-01T21:13:50.327" v="6861" actId="20577"/>
          <ac:spMkLst>
            <pc:docMk/>
            <pc:sldMk cId="3208286354" sldId="549"/>
            <ac:spMk id="11" creationId="{E3F03B2A-077B-002B-5442-30C76191FA07}"/>
          </ac:spMkLst>
        </pc:spChg>
        <pc:graphicFrameChg chg="modGraphic">
          <ac:chgData name="Thompson, Brielle" userId="f0ea580a-03ee-4a63-bd84-436803179175" providerId="ADAL" clId="{93D6566C-B65D-4F50-8DE3-7C909BBA6C8B}" dt="2025-09-01T21:05:24.806" v="6736" actId="20577"/>
          <ac:graphicFrameMkLst>
            <pc:docMk/>
            <pc:sldMk cId="3208286354" sldId="549"/>
            <ac:graphicFrameMk id="2" creationId="{2E26528C-35E4-2E28-A512-7A4BE23EB4BE}"/>
          </ac:graphicFrameMkLst>
        </pc:graphicFrameChg>
      </pc:sldChg>
      <pc:sldChg chg="addSp delSp modSp add mod modAnim">
        <pc:chgData name="Thompson, Brielle" userId="f0ea580a-03ee-4a63-bd84-436803179175" providerId="ADAL" clId="{93D6566C-B65D-4F50-8DE3-7C909BBA6C8B}" dt="2025-09-01T21:21:26.097" v="7173"/>
        <pc:sldMkLst>
          <pc:docMk/>
          <pc:sldMk cId="382732582" sldId="550"/>
        </pc:sldMkLst>
        <pc:spChg chg="add mod">
          <ac:chgData name="Thompson, Brielle" userId="f0ea580a-03ee-4a63-bd84-436803179175" providerId="ADAL" clId="{93D6566C-B65D-4F50-8DE3-7C909BBA6C8B}" dt="2025-09-01T21:14:44.851" v="6899" actId="1582"/>
          <ac:spMkLst>
            <pc:docMk/>
            <pc:sldMk cId="382732582" sldId="550"/>
            <ac:spMk id="3" creationId="{11DF16AB-18B9-9131-D6A1-44FEA8327878}"/>
          </ac:spMkLst>
        </pc:spChg>
        <pc:spChg chg="add mod">
          <ac:chgData name="Thompson, Brielle" userId="f0ea580a-03ee-4a63-bd84-436803179175" providerId="ADAL" clId="{93D6566C-B65D-4F50-8DE3-7C909BBA6C8B}" dt="2025-09-01T21:14:57.762" v="6903" actId="208"/>
          <ac:spMkLst>
            <pc:docMk/>
            <pc:sldMk cId="382732582" sldId="550"/>
            <ac:spMk id="8" creationId="{DA464BC6-C9C0-663B-7C3D-E2A32B143E73}"/>
          </ac:spMkLst>
        </pc:spChg>
        <pc:spChg chg="add mod">
          <ac:chgData name="Thompson, Brielle" userId="f0ea580a-03ee-4a63-bd84-436803179175" providerId="ADAL" clId="{93D6566C-B65D-4F50-8DE3-7C909BBA6C8B}" dt="2025-09-01T21:20:47.955" v="7153" actId="208"/>
          <ac:spMkLst>
            <pc:docMk/>
            <pc:sldMk cId="382732582" sldId="550"/>
            <ac:spMk id="9" creationId="{9274D9F8-47FA-A0F8-4F73-D22E1E0AE050}"/>
          </ac:spMkLst>
        </pc:spChg>
        <pc:spChg chg="mod">
          <ac:chgData name="Thompson, Brielle" userId="f0ea580a-03ee-4a63-bd84-436803179175" providerId="ADAL" clId="{93D6566C-B65D-4F50-8DE3-7C909BBA6C8B}" dt="2025-09-01T21:20:44.625" v="7152" actId="207"/>
          <ac:spMkLst>
            <pc:docMk/>
            <pc:sldMk cId="382732582" sldId="550"/>
            <ac:spMk id="11" creationId="{1F3159A3-07AF-3200-8415-DB61EE4F0E56}"/>
          </ac:spMkLst>
        </pc:spChg>
        <pc:spChg chg="add mod">
          <ac:chgData name="Thompson, Brielle" userId="f0ea580a-03ee-4a63-bd84-436803179175" providerId="ADAL" clId="{93D6566C-B65D-4F50-8DE3-7C909BBA6C8B}" dt="2025-09-01T21:21:23.354" v="7172"/>
          <ac:spMkLst>
            <pc:docMk/>
            <pc:sldMk cId="382732582" sldId="550"/>
            <ac:spMk id="12" creationId="{C36B395D-270B-8A3B-1467-F86F2502F23B}"/>
          </ac:spMkLst>
        </pc:spChg>
        <pc:graphicFrameChg chg="modGraphic">
          <ac:chgData name="Thompson, Brielle" userId="f0ea580a-03ee-4a63-bd84-436803179175" providerId="ADAL" clId="{93D6566C-B65D-4F50-8DE3-7C909BBA6C8B}" dt="2025-09-01T21:15:44.055" v="6939" actId="20577"/>
          <ac:graphicFrameMkLst>
            <pc:docMk/>
            <pc:sldMk cId="382732582" sldId="550"/>
            <ac:graphicFrameMk id="2" creationId="{16CB82D9-7246-0725-6FDC-838A070B957D}"/>
          </ac:graphicFrameMkLst>
        </pc:graphicFrameChg>
      </pc:sldChg>
      <pc:sldChg chg="addSp delSp modSp add mod modAnim">
        <pc:chgData name="Thompson, Brielle" userId="f0ea580a-03ee-4a63-bd84-436803179175" providerId="ADAL" clId="{93D6566C-B65D-4F50-8DE3-7C909BBA6C8B}" dt="2025-09-01T21:21:42.290" v="7175" actId="1076"/>
        <pc:sldMkLst>
          <pc:docMk/>
          <pc:sldMk cId="1768592782" sldId="551"/>
        </pc:sldMkLst>
        <pc:spChg chg="add del">
          <ac:chgData name="Thompson, Brielle" userId="f0ea580a-03ee-4a63-bd84-436803179175" providerId="ADAL" clId="{93D6566C-B65D-4F50-8DE3-7C909BBA6C8B}" dt="2025-09-01T21:18:43.286" v="7070" actId="478"/>
          <ac:spMkLst>
            <pc:docMk/>
            <pc:sldMk cId="1768592782" sldId="551"/>
            <ac:spMk id="3" creationId="{99EFB0F5-4010-D31B-C685-36A91700C313}"/>
          </ac:spMkLst>
        </pc:spChg>
        <pc:spChg chg="add del">
          <ac:chgData name="Thompson, Brielle" userId="f0ea580a-03ee-4a63-bd84-436803179175" providerId="ADAL" clId="{93D6566C-B65D-4F50-8DE3-7C909BBA6C8B}" dt="2025-09-01T21:18:28.572" v="7067" actId="478"/>
          <ac:spMkLst>
            <pc:docMk/>
            <pc:sldMk cId="1768592782" sldId="551"/>
            <ac:spMk id="6" creationId="{3342BF9C-F022-2725-F206-D873D01BFBB9}"/>
          </ac:spMkLst>
        </pc:spChg>
        <pc:spChg chg="add del mod">
          <ac:chgData name="Thompson, Brielle" userId="f0ea580a-03ee-4a63-bd84-436803179175" providerId="ADAL" clId="{93D6566C-B65D-4F50-8DE3-7C909BBA6C8B}" dt="2025-09-01T21:19:03.585" v="7071" actId="1076"/>
          <ac:spMkLst>
            <pc:docMk/>
            <pc:sldMk cId="1768592782" sldId="551"/>
            <ac:spMk id="8" creationId="{AFDDCFCE-964B-C552-0111-6BED388AC18B}"/>
          </ac:spMkLst>
        </pc:spChg>
        <pc:spChg chg="mod">
          <ac:chgData name="Thompson, Brielle" userId="f0ea580a-03ee-4a63-bd84-436803179175" providerId="ADAL" clId="{93D6566C-B65D-4F50-8DE3-7C909BBA6C8B}" dt="2025-09-01T21:18:09.933" v="7063" actId="1076"/>
          <ac:spMkLst>
            <pc:docMk/>
            <pc:sldMk cId="1768592782" sldId="551"/>
            <ac:spMk id="9" creationId="{0A121614-1BD8-9790-CD54-CEEAF157FD9A}"/>
          </ac:spMkLst>
        </pc:spChg>
        <pc:spChg chg="add mod">
          <ac:chgData name="Thompson, Brielle" userId="f0ea580a-03ee-4a63-bd84-436803179175" providerId="ADAL" clId="{93D6566C-B65D-4F50-8DE3-7C909BBA6C8B}" dt="2025-09-01T21:19:18.914" v="7089" actId="20577"/>
          <ac:spMkLst>
            <pc:docMk/>
            <pc:sldMk cId="1768592782" sldId="551"/>
            <ac:spMk id="10" creationId="{134E7AF9-25F2-974C-0131-EA092C1377B0}"/>
          </ac:spMkLst>
        </pc:spChg>
        <pc:spChg chg="mod">
          <ac:chgData name="Thompson, Brielle" userId="f0ea580a-03ee-4a63-bd84-436803179175" providerId="ADAL" clId="{93D6566C-B65D-4F50-8DE3-7C909BBA6C8B}" dt="2025-09-01T21:20:37.240" v="7151" actId="21"/>
          <ac:spMkLst>
            <pc:docMk/>
            <pc:sldMk cId="1768592782" sldId="551"/>
            <ac:spMk id="11" creationId="{E39CED3E-0EDE-4F6B-FD69-D694997F4BBA}"/>
          </ac:spMkLst>
        </pc:spChg>
        <pc:spChg chg="add mod">
          <ac:chgData name="Thompson, Brielle" userId="f0ea580a-03ee-4a63-bd84-436803179175" providerId="ADAL" clId="{93D6566C-B65D-4F50-8DE3-7C909BBA6C8B}" dt="2025-09-01T21:21:20.147" v="7171" actId="207"/>
          <ac:spMkLst>
            <pc:docMk/>
            <pc:sldMk cId="1768592782" sldId="551"/>
            <ac:spMk id="13" creationId="{C51B657E-B97F-A413-0F38-1EDAFFB95B0C}"/>
          </ac:spMkLst>
        </pc:spChg>
        <pc:spChg chg="add mod">
          <ac:chgData name="Thompson, Brielle" userId="f0ea580a-03ee-4a63-bd84-436803179175" providerId="ADAL" clId="{93D6566C-B65D-4F50-8DE3-7C909BBA6C8B}" dt="2025-09-01T21:21:42.290" v="7175" actId="1076"/>
          <ac:spMkLst>
            <pc:docMk/>
            <pc:sldMk cId="1768592782" sldId="551"/>
            <ac:spMk id="14" creationId="{20B344C2-2CC5-6353-DBAE-6F1B13997B52}"/>
          </ac:spMkLst>
        </pc:spChg>
      </pc:sldChg>
      <pc:sldChg chg="addSp modSp add mod modAnim">
        <pc:chgData name="Thompson, Brielle" userId="f0ea580a-03ee-4a63-bd84-436803179175" providerId="ADAL" clId="{93D6566C-B65D-4F50-8DE3-7C909BBA6C8B}" dt="2025-09-01T21:23:05.305" v="7275" actId="1076"/>
        <pc:sldMkLst>
          <pc:docMk/>
          <pc:sldMk cId="1177819429" sldId="552"/>
        </pc:sldMkLst>
        <pc:spChg chg="mod">
          <ac:chgData name="Thompson, Brielle" userId="f0ea580a-03ee-4a63-bd84-436803179175" providerId="ADAL" clId="{93D6566C-B65D-4F50-8DE3-7C909BBA6C8B}" dt="2025-09-01T21:22:39.956" v="7260" actId="1076"/>
          <ac:spMkLst>
            <pc:docMk/>
            <pc:sldMk cId="1177819429" sldId="552"/>
            <ac:spMk id="3" creationId="{EF3A0074-D913-7AF2-52E8-76A565696D21}"/>
          </ac:spMkLst>
        </pc:spChg>
        <pc:spChg chg="mod">
          <ac:chgData name="Thompson, Brielle" userId="f0ea580a-03ee-4a63-bd84-436803179175" providerId="ADAL" clId="{93D6566C-B65D-4F50-8DE3-7C909BBA6C8B}" dt="2025-09-01T21:22:39.956" v="7260" actId="1076"/>
          <ac:spMkLst>
            <pc:docMk/>
            <pc:sldMk cId="1177819429" sldId="552"/>
            <ac:spMk id="6" creationId="{42E0D9A1-7A8F-CC82-E34B-A1DC7C732CF7}"/>
          </ac:spMkLst>
        </pc:spChg>
        <pc:spChg chg="mod">
          <ac:chgData name="Thompson, Brielle" userId="f0ea580a-03ee-4a63-bd84-436803179175" providerId="ADAL" clId="{93D6566C-B65D-4F50-8DE3-7C909BBA6C8B}" dt="2025-09-01T21:22:39.956" v="7260" actId="1076"/>
          <ac:spMkLst>
            <pc:docMk/>
            <pc:sldMk cId="1177819429" sldId="552"/>
            <ac:spMk id="8" creationId="{0D0659FF-1ED5-8C06-C490-232E13C6D3E2}"/>
          </ac:spMkLst>
        </pc:spChg>
        <pc:spChg chg="mod">
          <ac:chgData name="Thompson, Brielle" userId="f0ea580a-03ee-4a63-bd84-436803179175" providerId="ADAL" clId="{93D6566C-B65D-4F50-8DE3-7C909BBA6C8B}" dt="2025-09-01T21:22:39.956" v="7260" actId="1076"/>
          <ac:spMkLst>
            <pc:docMk/>
            <pc:sldMk cId="1177819429" sldId="552"/>
            <ac:spMk id="9" creationId="{13A520D8-45C0-E19A-0164-7DCC1BAD5A64}"/>
          </ac:spMkLst>
        </pc:spChg>
        <pc:spChg chg="mod">
          <ac:chgData name="Thompson, Brielle" userId="f0ea580a-03ee-4a63-bd84-436803179175" providerId="ADAL" clId="{93D6566C-B65D-4F50-8DE3-7C909BBA6C8B}" dt="2025-09-01T21:22:39.956" v="7260" actId="1076"/>
          <ac:spMkLst>
            <pc:docMk/>
            <pc:sldMk cId="1177819429" sldId="552"/>
            <ac:spMk id="10" creationId="{B785996A-3E8C-4B13-8166-32D7A419C0E2}"/>
          </ac:spMkLst>
        </pc:spChg>
        <pc:spChg chg="mod">
          <ac:chgData name="Thompson, Brielle" userId="f0ea580a-03ee-4a63-bd84-436803179175" providerId="ADAL" clId="{93D6566C-B65D-4F50-8DE3-7C909BBA6C8B}" dt="2025-09-01T21:22:39.956" v="7260" actId="1076"/>
          <ac:spMkLst>
            <pc:docMk/>
            <pc:sldMk cId="1177819429" sldId="552"/>
            <ac:spMk id="11" creationId="{AD8B2900-7BF3-A5F1-A333-AEB91086236D}"/>
          </ac:spMkLst>
        </pc:spChg>
        <pc:spChg chg="add mod">
          <ac:chgData name="Thompson, Brielle" userId="f0ea580a-03ee-4a63-bd84-436803179175" providerId="ADAL" clId="{93D6566C-B65D-4F50-8DE3-7C909BBA6C8B}" dt="2025-09-01T21:23:05.305" v="7275" actId="1076"/>
          <ac:spMkLst>
            <pc:docMk/>
            <pc:sldMk cId="1177819429" sldId="552"/>
            <ac:spMk id="12" creationId="{3F85CBC0-55F3-1FAD-E985-ED0339AB8EE6}"/>
          </ac:spMkLst>
        </pc:spChg>
        <pc:spChg chg="mod">
          <ac:chgData name="Thompson, Brielle" userId="f0ea580a-03ee-4a63-bd84-436803179175" providerId="ADAL" clId="{93D6566C-B65D-4F50-8DE3-7C909BBA6C8B}" dt="2025-09-01T21:22:39.956" v="7260" actId="1076"/>
          <ac:spMkLst>
            <pc:docMk/>
            <pc:sldMk cId="1177819429" sldId="552"/>
            <ac:spMk id="13" creationId="{3757D3FA-0BBB-52B8-4795-D4489830632D}"/>
          </ac:spMkLst>
        </pc:spChg>
        <pc:spChg chg="mod">
          <ac:chgData name="Thompson, Brielle" userId="f0ea580a-03ee-4a63-bd84-436803179175" providerId="ADAL" clId="{93D6566C-B65D-4F50-8DE3-7C909BBA6C8B}" dt="2025-09-01T21:22:39.956" v="7260" actId="1076"/>
          <ac:spMkLst>
            <pc:docMk/>
            <pc:sldMk cId="1177819429" sldId="552"/>
            <ac:spMk id="14" creationId="{124B1F1B-E195-9B99-FDF7-F12365EE9959}"/>
          </ac:spMkLst>
        </pc:spChg>
        <pc:graphicFrameChg chg="mod">
          <ac:chgData name="Thompson, Brielle" userId="f0ea580a-03ee-4a63-bd84-436803179175" providerId="ADAL" clId="{93D6566C-B65D-4F50-8DE3-7C909BBA6C8B}" dt="2025-09-01T21:22:39.956" v="7260" actId="1076"/>
          <ac:graphicFrameMkLst>
            <pc:docMk/>
            <pc:sldMk cId="1177819429" sldId="552"/>
            <ac:graphicFrameMk id="2" creationId="{7D390751-72DB-519D-1264-E93F30184C33}"/>
          </ac:graphicFrameMkLst>
        </pc:graphicFrameChg>
      </pc:sldChg>
      <pc:sldChg chg="modSp add del modAnim">
        <pc:chgData name="Thompson, Brielle" userId="f0ea580a-03ee-4a63-bd84-436803179175" providerId="ADAL" clId="{93D6566C-B65D-4F50-8DE3-7C909BBA6C8B}" dt="2025-09-01T21:20:22.749" v="7144" actId="2890"/>
        <pc:sldMkLst>
          <pc:docMk/>
          <pc:sldMk cId="3704776302" sldId="552"/>
        </pc:sldMkLst>
      </pc:sldChg>
      <pc:sldChg chg="addSp delSp modSp new mod">
        <pc:chgData name="Thompson, Brielle" userId="f0ea580a-03ee-4a63-bd84-436803179175" providerId="ADAL" clId="{93D6566C-B65D-4F50-8DE3-7C909BBA6C8B}" dt="2025-09-01T22:08:06.320" v="9240" actId="20577"/>
        <pc:sldMkLst>
          <pc:docMk/>
          <pc:sldMk cId="4058226856" sldId="553"/>
        </pc:sldMkLst>
        <pc:spChg chg="mod">
          <ac:chgData name="Thompson, Brielle" userId="f0ea580a-03ee-4a63-bd84-436803179175" providerId="ADAL" clId="{93D6566C-B65D-4F50-8DE3-7C909BBA6C8B}" dt="2025-09-01T21:23:18.770" v="7288" actId="20577"/>
          <ac:spMkLst>
            <pc:docMk/>
            <pc:sldMk cId="4058226856" sldId="553"/>
            <ac:spMk id="2" creationId="{82E367B8-2E5D-B8B0-96D9-1B64A3693E2F}"/>
          </ac:spMkLst>
        </pc:spChg>
        <pc:spChg chg="mod">
          <ac:chgData name="Thompson, Brielle" userId="f0ea580a-03ee-4a63-bd84-436803179175" providerId="ADAL" clId="{93D6566C-B65D-4F50-8DE3-7C909BBA6C8B}" dt="2025-09-01T22:08:06.320" v="9240" actId="20577"/>
          <ac:spMkLst>
            <pc:docMk/>
            <pc:sldMk cId="4058226856" sldId="553"/>
            <ac:spMk id="3" creationId="{63E76439-BD88-8945-DF12-C5E1D6D28681}"/>
          </ac:spMkLst>
        </pc:spChg>
        <pc:spChg chg="add mod">
          <ac:chgData name="Thompson, Brielle" userId="f0ea580a-03ee-4a63-bd84-436803179175" providerId="ADAL" clId="{93D6566C-B65D-4F50-8DE3-7C909BBA6C8B}" dt="2025-09-01T21:23:54.818" v="7294"/>
          <ac:spMkLst>
            <pc:docMk/>
            <pc:sldMk cId="4058226856" sldId="553"/>
            <ac:spMk id="6" creationId="{9385136C-E84C-C06D-5FC9-53DD089E99A4}"/>
          </ac:spMkLst>
        </pc:spChg>
      </pc:sldChg>
      <pc:sldChg chg="addSp delSp modSp new mod modNotesTx">
        <pc:chgData name="Thompson, Brielle" userId="f0ea580a-03ee-4a63-bd84-436803179175" providerId="ADAL" clId="{93D6566C-B65D-4F50-8DE3-7C909BBA6C8B}" dt="2025-09-01T22:12:51.384" v="9446" actId="20577"/>
        <pc:sldMkLst>
          <pc:docMk/>
          <pc:sldMk cId="3496767175" sldId="554"/>
        </pc:sldMkLst>
        <pc:spChg chg="add mod">
          <ac:chgData name="Thompson, Brielle" userId="f0ea580a-03ee-4a63-bd84-436803179175" providerId="ADAL" clId="{93D6566C-B65D-4F50-8DE3-7C909BBA6C8B}" dt="2025-09-01T21:58:13.648" v="9016" actId="1076"/>
          <ac:spMkLst>
            <pc:docMk/>
            <pc:sldMk cId="3496767175" sldId="554"/>
            <ac:spMk id="4" creationId="{855A37DB-BBFB-F446-9E0E-80255CA61978}"/>
          </ac:spMkLst>
        </pc:spChg>
        <pc:spChg chg="add mod">
          <ac:chgData name="Thompson, Brielle" userId="f0ea580a-03ee-4a63-bd84-436803179175" providerId="ADAL" clId="{93D6566C-B65D-4F50-8DE3-7C909BBA6C8B}" dt="2025-09-01T21:58:16.856" v="9018" actId="14100"/>
          <ac:spMkLst>
            <pc:docMk/>
            <pc:sldMk cId="3496767175" sldId="554"/>
            <ac:spMk id="11" creationId="{8732F21A-843F-3E29-28B4-394BE9D6AE6C}"/>
          </ac:spMkLst>
        </pc:spChg>
        <pc:spChg chg="add mod">
          <ac:chgData name="Thompson, Brielle" userId="f0ea580a-03ee-4a63-bd84-436803179175" providerId="ADAL" clId="{93D6566C-B65D-4F50-8DE3-7C909BBA6C8B}" dt="2025-09-01T22:01:02.169" v="9094" actId="20577"/>
          <ac:spMkLst>
            <pc:docMk/>
            <pc:sldMk cId="3496767175" sldId="554"/>
            <ac:spMk id="15" creationId="{17F1AAFB-6C14-06E4-483D-A7A2BAFC0A3C}"/>
          </ac:spMkLst>
        </pc:spChg>
        <pc:spChg chg="add mod">
          <ac:chgData name="Thompson, Brielle" userId="f0ea580a-03ee-4a63-bd84-436803179175" providerId="ADAL" clId="{93D6566C-B65D-4F50-8DE3-7C909BBA6C8B}" dt="2025-09-01T21:58:29.802" v="9027" actId="1035"/>
          <ac:spMkLst>
            <pc:docMk/>
            <pc:sldMk cId="3496767175" sldId="554"/>
            <ac:spMk id="17" creationId="{1036060D-A832-9F28-6C7C-656836DAB499}"/>
          </ac:spMkLst>
        </pc:spChg>
        <pc:spChg chg="add mod">
          <ac:chgData name="Thompson, Brielle" userId="f0ea580a-03ee-4a63-bd84-436803179175" providerId="ADAL" clId="{93D6566C-B65D-4F50-8DE3-7C909BBA6C8B}" dt="2025-09-01T22:07:27.503" v="9237"/>
          <ac:spMkLst>
            <pc:docMk/>
            <pc:sldMk cId="3496767175" sldId="554"/>
            <ac:spMk id="20" creationId="{BFD37A3D-79F8-31AA-7593-BE197A6803AF}"/>
          </ac:spMkLst>
        </pc:spChg>
        <pc:graphicFrameChg chg="add mod modGraphic">
          <ac:chgData name="Thompson, Brielle" userId="f0ea580a-03ee-4a63-bd84-436803179175" providerId="ADAL" clId="{93D6566C-B65D-4F50-8DE3-7C909BBA6C8B}" dt="2025-09-01T22:12:51.384" v="9446" actId="20577"/>
          <ac:graphicFrameMkLst>
            <pc:docMk/>
            <pc:sldMk cId="3496767175" sldId="554"/>
            <ac:graphicFrameMk id="9" creationId="{BC69E434-0884-B455-D7D3-38F369E853D1}"/>
          </ac:graphicFrameMkLst>
        </pc:graphicFrameChg>
        <pc:picChg chg="add mod">
          <ac:chgData name="Thompson, Brielle" userId="f0ea580a-03ee-4a63-bd84-436803179175" providerId="ADAL" clId="{93D6566C-B65D-4F50-8DE3-7C909BBA6C8B}" dt="2025-09-01T21:58:21.785" v="9020" actId="1076"/>
          <ac:picMkLst>
            <pc:docMk/>
            <pc:sldMk cId="3496767175" sldId="554"/>
            <ac:picMk id="6" creationId="{20D0A376-357A-718E-9CF3-B7160FCDA874}"/>
          </ac:picMkLst>
        </pc:picChg>
      </pc:sldChg>
      <pc:sldChg chg="addSp modSp new mod">
        <pc:chgData name="Thompson, Brielle" userId="f0ea580a-03ee-4a63-bd84-436803179175" providerId="ADAL" clId="{93D6566C-B65D-4F50-8DE3-7C909BBA6C8B}" dt="2025-09-01T23:31:11.601" v="12450" actId="1076"/>
        <pc:sldMkLst>
          <pc:docMk/>
          <pc:sldMk cId="3262234888" sldId="555"/>
        </pc:sldMkLst>
        <pc:spChg chg="mod ord">
          <ac:chgData name="Thompson, Brielle" userId="f0ea580a-03ee-4a63-bd84-436803179175" providerId="ADAL" clId="{93D6566C-B65D-4F50-8DE3-7C909BBA6C8B}" dt="2025-09-01T23:31:11.601" v="12450" actId="1076"/>
          <ac:spMkLst>
            <pc:docMk/>
            <pc:sldMk cId="3262234888" sldId="555"/>
            <ac:spMk id="2" creationId="{FAE5376C-B9AB-B727-6E2D-FC557D4BBB6A}"/>
          </ac:spMkLst>
        </pc:spChg>
        <pc:spChg chg="mod">
          <ac:chgData name="Thompson, Brielle" userId="f0ea580a-03ee-4a63-bd84-436803179175" providerId="ADAL" clId="{93D6566C-B65D-4F50-8DE3-7C909BBA6C8B}" dt="2025-09-01T21:41:45.458" v="8383" actId="113"/>
          <ac:spMkLst>
            <pc:docMk/>
            <pc:sldMk cId="3262234888" sldId="555"/>
            <ac:spMk id="3" creationId="{5FEB50EB-1906-C19D-BF33-8417AF42164C}"/>
          </ac:spMkLst>
        </pc:spChg>
        <pc:spChg chg="add mod">
          <ac:chgData name="Thompson, Brielle" userId="f0ea580a-03ee-4a63-bd84-436803179175" providerId="ADAL" clId="{93D6566C-B65D-4F50-8DE3-7C909BBA6C8B}" dt="2025-09-01T21:38:07.730" v="8250" actId="1076"/>
          <ac:spMkLst>
            <pc:docMk/>
            <pc:sldMk cId="3262234888" sldId="555"/>
            <ac:spMk id="4" creationId="{18C361FA-FCD3-EAFE-8172-C6899611BB61}"/>
          </ac:spMkLst>
        </pc:spChg>
        <pc:spChg chg="add mod">
          <ac:chgData name="Thompson, Brielle" userId="f0ea580a-03ee-4a63-bd84-436803179175" providerId="ADAL" clId="{93D6566C-B65D-4F50-8DE3-7C909BBA6C8B}" dt="2025-09-01T23:27:05.240" v="11999" actId="20577"/>
          <ac:spMkLst>
            <pc:docMk/>
            <pc:sldMk cId="3262234888" sldId="555"/>
            <ac:spMk id="5" creationId="{0561534F-5D5F-2427-717F-E8D8EE586187}"/>
          </ac:spMkLst>
        </pc:spChg>
        <pc:spChg chg="add mod">
          <ac:chgData name="Thompson, Brielle" userId="f0ea580a-03ee-4a63-bd84-436803179175" providerId="ADAL" clId="{93D6566C-B65D-4F50-8DE3-7C909BBA6C8B}" dt="2025-09-01T22:18:42.209" v="9576" actId="14100"/>
          <ac:spMkLst>
            <pc:docMk/>
            <pc:sldMk cId="3262234888" sldId="555"/>
            <ac:spMk id="7" creationId="{A2F09D7E-4B40-F2FF-DFA7-5D9EAF23622D}"/>
          </ac:spMkLst>
        </pc:spChg>
        <pc:picChg chg="add mod">
          <ac:chgData name="Thompson, Brielle" userId="f0ea580a-03ee-4a63-bd84-436803179175" providerId="ADAL" clId="{93D6566C-B65D-4F50-8DE3-7C909BBA6C8B}" dt="2025-09-01T22:18:45.121" v="9577" actId="1076"/>
          <ac:picMkLst>
            <pc:docMk/>
            <pc:sldMk cId="3262234888" sldId="555"/>
            <ac:picMk id="9" creationId="{36C1280A-7A70-D07C-D71D-A4C169D164E2}"/>
          </ac:picMkLst>
        </pc:picChg>
      </pc:sldChg>
      <pc:sldChg chg="add modAnim">
        <pc:chgData name="Thompson, Brielle" userId="f0ea580a-03ee-4a63-bd84-436803179175" providerId="ADAL" clId="{93D6566C-B65D-4F50-8DE3-7C909BBA6C8B}" dt="2025-09-01T22:04:03.564" v="9096"/>
        <pc:sldMkLst>
          <pc:docMk/>
          <pc:sldMk cId="3635462622" sldId="556"/>
        </pc:sldMkLst>
      </pc:sldChg>
      <pc:sldChg chg="addSp delSp modSp new mod">
        <pc:chgData name="Thompson, Brielle" userId="f0ea580a-03ee-4a63-bd84-436803179175" providerId="ADAL" clId="{93D6566C-B65D-4F50-8DE3-7C909BBA6C8B}" dt="2025-09-01T23:08:37.762" v="11349" actId="1076"/>
        <pc:sldMkLst>
          <pc:docMk/>
          <pc:sldMk cId="245714213" sldId="557"/>
        </pc:sldMkLst>
        <pc:spChg chg="mod">
          <ac:chgData name="Thompson, Brielle" userId="f0ea580a-03ee-4a63-bd84-436803179175" providerId="ADAL" clId="{93D6566C-B65D-4F50-8DE3-7C909BBA6C8B}" dt="2025-09-01T23:06:52.152" v="11297" actId="1076"/>
          <ac:spMkLst>
            <pc:docMk/>
            <pc:sldMk cId="245714213" sldId="557"/>
            <ac:spMk id="2" creationId="{B351B747-080E-7907-166B-C5DF4AF7AEC6}"/>
          </ac:spMkLst>
        </pc:spChg>
        <pc:spChg chg="mod ord">
          <ac:chgData name="Thompson, Brielle" userId="f0ea580a-03ee-4a63-bd84-436803179175" providerId="ADAL" clId="{93D6566C-B65D-4F50-8DE3-7C909BBA6C8B}" dt="2025-09-01T23:07:07.433" v="11308" actId="14100"/>
          <ac:spMkLst>
            <pc:docMk/>
            <pc:sldMk cId="245714213" sldId="557"/>
            <ac:spMk id="3" creationId="{89A5C67C-AB03-31E2-134B-5DBE14AF4498}"/>
          </ac:spMkLst>
        </pc:spChg>
        <pc:spChg chg="add mod">
          <ac:chgData name="Thompson, Brielle" userId="f0ea580a-03ee-4a63-bd84-436803179175" providerId="ADAL" clId="{93D6566C-B65D-4F50-8DE3-7C909BBA6C8B}" dt="2025-09-01T22:05:12.455" v="9141"/>
          <ac:spMkLst>
            <pc:docMk/>
            <pc:sldMk cId="245714213" sldId="557"/>
            <ac:spMk id="5" creationId="{AC947872-B124-47BE-241E-D34E720E4471}"/>
          </ac:spMkLst>
        </pc:spChg>
        <pc:spChg chg="add mod">
          <ac:chgData name="Thompson, Brielle" userId="f0ea580a-03ee-4a63-bd84-436803179175" providerId="ADAL" clId="{93D6566C-B65D-4F50-8DE3-7C909BBA6C8B}" dt="2025-09-01T23:08:37.762" v="11349" actId="1076"/>
          <ac:spMkLst>
            <pc:docMk/>
            <pc:sldMk cId="245714213" sldId="557"/>
            <ac:spMk id="9" creationId="{D094E6C7-6EFE-6523-C9BD-45B5562DC74C}"/>
          </ac:spMkLst>
        </pc:spChg>
        <pc:picChg chg="add mod ord">
          <ac:chgData name="Thompson, Brielle" userId="f0ea580a-03ee-4a63-bd84-436803179175" providerId="ADAL" clId="{93D6566C-B65D-4F50-8DE3-7C909BBA6C8B}" dt="2025-09-01T23:07:14.127" v="11312" actId="167"/>
          <ac:picMkLst>
            <pc:docMk/>
            <pc:sldMk cId="245714213" sldId="557"/>
            <ac:picMk id="8" creationId="{382E7468-47A4-56AC-34E1-AEAED61D5A9B}"/>
          </ac:picMkLst>
        </pc:picChg>
      </pc:sldChg>
      <pc:sldChg chg="addSp modSp new mod">
        <pc:chgData name="Thompson, Brielle" userId="f0ea580a-03ee-4a63-bd84-436803179175" providerId="ADAL" clId="{93D6566C-B65D-4F50-8DE3-7C909BBA6C8B}" dt="2025-09-01T22:07:29.055" v="9238"/>
        <pc:sldMkLst>
          <pc:docMk/>
          <pc:sldMk cId="1704994070" sldId="558"/>
        </pc:sldMkLst>
        <pc:spChg chg="mod">
          <ac:chgData name="Thompson, Brielle" userId="f0ea580a-03ee-4a63-bd84-436803179175" providerId="ADAL" clId="{93D6566C-B65D-4F50-8DE3-7C909BBA6C8B}" dt="2025-09-01T22:07:14.410" v="9234" actId="20577"/>
          <ac:spMkLst>
            <pc:docMk/>
            <pc:sldMk cId="1704994070" sldId="558"/>
            <ac:spMk id="2" creationId="{16C0336A-B4FE-8473-7CD8-BDEB04B5F990}"/>
          </ac:spMkLst>
        </pc:spChg>
        <pc:spChg chg="mod">
          <ac:chgData name="Thompson, Brielle" userId="f0ea580a-03ee-4a63-bd84-436803179175" providerId="ADAL" clId="{93D6566C-B65D-4F50-8DE3-7C909BBA6C8B}" dt="2025-09-01T22:07:11.389" v="9232" actId="27636"/>
          <ac:spMkLst>
            <pc:docMk/>
            <pc:sldMk cId="1704994070" sldId="558"/>
            <ac:spMk id="3" creationId="{EE2CD490-55F4-8F89-7101-6EFFA023E7F0}"/>
          </ac:spMkLst>
        </pc:spChg>
        <pc:spChg chg="add mod">
          <ac:chgData name="Thompson, Brielle" userId="f0ea580a-03ee-4a63-bd84-436803179175" providerId="ADAL" clId="{93D6566C-B65D-4F50-8DE3-7C909BBA6C8B}" dt="2025-09-01T22:07:29.055" v="9238"/>
          <ac:spMkLst>
            <pc:docMk/>
            <pc:sldMk cId="1704994070" sldId="558"/>
            <ac:spMk id="4" creationId="{A145EACA-742F-562C-C336-B417B556C4EE}"/>
          </ac:spMkLst>
        </pc:spChg>
      </pc:sldChg>
      <pc:sldChg chg="delSp modSp new add del mod">
        <pc:chgData name="Thompson, Brielle" userId="f0ea580a-03ee-4a63-bd84-436803179175" providerId="ADAL" clId="{93D6566C-B65D-4F50-8DE3-7C909BBA6C8B}" dt="2025-09-01T22:19:32.075" v="9579" actId="47"/>
        <pc:sldMkLst>
          <pc:docMk/>
          <pc:sldMk cId="2199595603" sldId="559"/>
        </pc:sldMkLst>
      </pc:sldChg>
      <pc:sldChg chg="addSp delSp modSp new mod">
        <pc:chgData name="Thompson, Brielle" userId="f0ea580a-03ee-4a63-bd84-436803179175" providerId="ADAL" clId="{93D6566C-B65D-4F50-8DE3-7C909BBA6C8B}" dt="2025-09-01T22:19:49.193" v="9589"/>
        <pc:sldMkLst>
          <pc:docMk/>
          <pc:sldMk cId="134884452" sldId="560"/>
        </pc:sldMkLst>
        <pc:spChg chg="mod">
          <ac:chgData name="Thompson, Brielle" userId="f0ea580a-03ee-4a63-bd84-436803179175" providerId="ADAL" clId="{93D6566C-B65D-4F50-8DE3-7C909BBA6C8B}" dt="2025-09-01T22:09:32.616" v="9295" actId="20577"/>
          <ac:spMkLst>
            <pc:docMk/>
            <pc:sldMk cId="134884452" sldId="560"/>
            <ac:spMk id="2" creationId="{C8789578-318A-762B-ED36-1ABF6B2155BA}"/>
          </ac:spMkLst>
        </pc:spChg>
        <pc:spChg chg="add mod">
          <ac:chgData name="Thompson, Brielle" userId="f0ea580a-03ee-4a63-bd84-436803179175" providerId="ADAL" clId="{93D6566C-B65D-4F50-8DE3-7C909BBA6C8B}" dt="2025-09-01T22:19:49.193" v="9589"/>
          <ac:spMkLst>
            <pc:docMk/>
            <pc:sldMk cId="134884452" sldId="560"/>
            <ac:spMk id="5" creationId="{D9F1FDE5-27C0-7936-557E-37FA0AA920EB}"/>
          </ac:spMkLst>
        </pc:spChg>
        <pc:picChg chg="add mod">
          <ac:chgData name="Thompson, Brielle" userId="f0ea580a-03ee-4a63-bd84-436803179175" providerId="ADAL" clId="{93D6566C-B65D-4F50-8DE3-7C909BBA6C8B}" dt="2025-09-01T22:09:39.281" v="9299" actId="1076"/>
          <ac:picMkLst>
            <pc:docMk/>
            <pc:sldMk cId="134884452" sldId="560"/>
            <ac:picMk id="4" creationId="{48311AA3-F664-F4B9-7CBD-C24B1A8130BA}"/>
          </ac:picMkLst>
        </pc:picChg>
      </pc:sldChg>
      <pc:sldChg chg="addSp delSp modSp new mod modAnim">
        <pc:chgData name="Thompson, Brielle" userId="f0ea580a-03ee-4a63-bd84-436803179175" providerId="ADAL" clId="{93D6566C-B65D-4F50-8DE3-7C909BBA6C8B}" dt="2025-09-01T22:19:34.304" v="9580"/>
        <pc:sldMkLst>
          <pc:docMk/>
          <pc:sldMk cId="4037179674" sldId="561"/>
        </pc:sldMkLst>
        <pc:spChg chg="add del mod">
          <ac:chgData name="Thompson, Brielle" userId="f0ea580a-03ee-4a63-bd84-436803179175" providerId="ADAL" clId="{93D6566C-B65D-4F50-8DE3-7C909BBA6C8B}" dt="2025-09-01T22:10:50.276" v="9338" actId="27636"/>
          <ac:spMkLst>
            <pc:docMk/>
            <pc:sldMk cId="4037179674" sldId="561"/>
            <ac:spMk id="2" creationId="{A508033B-9928-615A-7148-EC456AD99CC6}"/>
          </ac:spMkLst>
        </pc:spChg>
        <pc:spChg chg="add del mod">
          <ac:chgData name="Thompson, Brielle" userId="f0ea580a-03ee-4a63-bd84-436803179175" providerId="ADAL" clId="{93D6566C-B65D-4F50-8DE3-7C909BBA6C8B}" dt="2025-09-01T22:11:29.272" v="9379" actId="14100"/>
          <ac:spMkLst>
            <pc:docMk/>
            <pc:sldMk cId="4037179674" sldId="561"/>
            <ac:spMk id="3" creationId="{96C0CF1A-6172-03F1-8BD9-AD515CFC1507}"/>
          </ac:spMkLst>
        </pc:spChg>
        <pc:spChg chg="add mod">
          <ac:chgData name="Thompson, Brielle" userId="f0ea580a-03ee-4a63-bd84-436803179175" providerId="ADAL" clId="{93D6566C-B65D-4F50-8DE3-7C909BBA6C8B}" dt="2025-09-01T22:11:56.637" v="9391" actId="14100"/>
          <ac:spMkLst>
            <pc:docMk/>
            <pc:sldMk cId="4037179674" sldId="561"/>
            <ac:spMk id="9" creationId="{7665B385-A298-C323-4B4B-F170134C8E42}"/>
          </ac:spMkLst>
        </pc:spChg>
        <pc:spChg chg="add mod">
          <ac:chgData name="Thompson, Brielle" userId="f0ea580a-03ee-4a63-bd84-436803179175" providerId="ADAL" clId="{93D6566C-B65D-4F50-8DE3-7C909BBA6C8B}" dt="2025-09-01T22:14:04.784" v="9459"/>
          <ac:spMkLst>
            <pc:docMk/>
            <pc:sldMk cId="4037179674" sldId="561"/>
            <ac:spMk id="10" creationId="{B6ABFE78-A789-DA40-4B97-7CD1CEBC306A}"/>
          </ac:spMkLst>
        </pc:spChg>
        <pc:spChg chg="add mod">
          <ac:chgData name="Thompson, Brielle" userId="f0ea580a-03ee-4a63-bd84-436803179175" providerId="ADAL" clId="{93D6566C-B65D-4F50-8DE3-7C909BBA6C8B}" dt="2025-09-01T22:19:34.304" v="9580"/>
          <ac:spMkLst>
            <pc:docMk/>
            <pc:sldMk cId="4037179674" sldId="561"/>
            <ac:spMk id="11" creationId="{0BA23405-B9D4-B739-1CF3-30F2174C3B17}"/>
          </ac:spMkLst>
        </pc:spChg>
        <pc:graphicFrameChg chg="add mod modGraphic">
          <ac:chgData name="Thompson, Brielle" userId="f0ea580a-03ee-4a63-bd84-436803179175" providerId="ADAL" clId="{93D6566C-B65D-4F50-8DE3-7C909BBA6C8B}" dt="2025-09-01T22:11:43.018" v="9388" actId="1076"/>
          <ac:graphicFrameMkLst>
            <pc:docMk/>
            <pc:sldMk cId="4037179674" sldId="561"/>
            <ac:graphicFrameMk id="7" creationId="{9D87B56F-26A5-3388-F0CE-25C6F786EF9F}"/>
          </ac:graphicFrameMkLst>
        </pc:graphicFrameChg>
      </pc:sldChg>
      <pc:sldChg chg="addSp delSp modSp add mod">
        <pc:chgData name="Thompson, Brielle" userId="f0ea580a-03ee-4a63-bd84-436803179175" providerId="ADAL" clId="{93D6566C-B65D-4F50-8DE3-7C909BBA6C8B}" dt="2025-09-01T22:19:36.504" v="9581"/>
        <pc:sldMkLst>
          <pc:docMk/>
          <pc:sldMk cId="905535272" sldId="562"/>
        </pc:sldMkLst>
        <pc:spChg chg="add mod">
          <ac:chgData name="Thompson, Brielle" userId="f0ea580a-03ee-4a63-bd84-436803179175" providerId="ADAL" clId="{93D6566C-B65D-4F50-8DE3-7C909BBA6C8B}" dt="2025-09-01T22:15:06.537" v="9488" actId="1076"/>
          <ac:spMkLst>
            <pc:docMk/>
            <pc:sldMk cId="905535272" sldId="562"/>
            <ac:spMk id="5" creationId="{DE311461-3E16-C719-5F79-17268F1DC31C}"/>
          </ac:spMkLst>
        </pc:spChg>
        <pc:spChg chg="add mod">
          <ac:chgData name="Thompson, Brielle" userId="f0ea580a-03ee-4a63-bd84-436803179175" providerId="ADAL" clId="{93D6566C-B65D-4F50-8DE3-7C909BBA6C8B}" dt="2025-09-01T22:19:36.504" v="9581"/>
          <ac:spMkLst>
            <pc:docMk/>
            <pc:sldMk cId="905535272" sldId="562"/>
            <ac:spMk id="8" creationId="{97C6E27B-4DD9-1559-BD6D-64EBDC62091A}"/>
          </ac:spMkLst>
        </pc:spChg>
        <pc:graphicFrameChg chg="add mod modGraphic">
          <ac:chgData name="Thompson, Brielle" userId="f0ea580a-03ee-4a63-bd84-436803179175" providerId="ADAL" clId="{93D6566C-B65D-4F50-8DE3-7C909BBA6C8B}" dt="2025-09-01T22:14:38.602" v="9471" actId="1076"/>
          <ac:graphicFrameMkLst>
            <pc:docMk/>
            <pc:sldMk cId="905535272" sldId="562"/>
            <ac:graphicFrameMk id="6" creationId="{0F7B4C82-230E-B265-43DE-D1C2A6386DC8}"/>
          </ac:graphicFrameMkLst>
        </pc:graphicFrameChg>
      </pc:sldChg>
      <pc:sldChg chg="addSp delSp modSp add mod">
        <pc:chgData name="Thompson, Brielle" userId="f0ea580a-03ee-4a63-bd84-436803179175" providerId="ADAL" clId="{93D6566C-B65D-4F50-8DE3-7C909BBA6C8B}" dt="2025-09-01T22:19:43.794" v="9587" actId="404"/>
        <pc:sldMkLst>
          <pc:docMk/>
          <pc:sldMk cId="972002406" sldId="563"/>
        </pc:sldMkLst>
        <pc:spChg chg="add mod">
          <ac:chgData name="Thompson, Brielle" userId="f0ea580a-03ee-4a63-bd84-436803179175" providerId="ADAL" clId="{93D6566C-B65D-4F50-8DE3-7C909BBA6C8B}" dt="2025-09-01T22:17:05.162" v="9511" actId="113"/>
          <ac:spMkLst>
            <pc:docMk/>
            <pc:sldMk cId="972002406" sldId="563"/>
            <ac:spMk id="7" creationId="{69BDC5B4-2BD1-B568-F59C-A8258A7D47D4}"/>
          </ac:spMkLst>
        </pc:spChg>
        <pc:spChg chg="add mod">
          <ac:chgData name="Thompson, Brielle" userId="f0ea580a-03ee-4a63-bd84-436803179175" providerId="ADAL" clId="{93D6566C-B65D-4F50-8DE3-7C909BBA6C8B}" dt="2025-09-01T22:19:43.794" v="9587" actId="404"/>
          <ac:spMkLst>
            <pc:docMk/>
            <pc:sldMk cId="972002406" sldId="563"/>
            <ac:spMk id="8" creationId="{A6B62F43-9BAB-E97C-60CB-21172A263495}"/>
          </ac:spMkLst>
        </pc:spChg>
        <pc:graphicFrameChg chg="mod">
          <ac:chgData name="Thompson, Brielle" userId="f0ea580a-03ee-4a63-bd84-436803179175" providerId="ADAL" clId="{93D6566C-B65D-4F50-8DE3-7C909BBA6C8B}" dt="2025-09-01T22:16:03.888" v="9494" actId="1076"/>
          <ac:graphicFrameMkLst>
            <pc:docMk/>
            <pc:sldMk cId="972002406" sldId="563"/>
            <ac:graphicFrameMk id="6" creationId="{124610D3-713E-22D5-43B4-EA7509F285EA}"/>
          </ac:graphicFrameMkLst>
        </pc:graphicFrameChg>
      </pc:sldChg>
      <pc:sldChg chg="addSp modSp new mod">
        <pc:chgData name="Thompson, Brielle" userId="f0ea580a-03ee-4a63-bd84-436803179175" providerId="ADAL" clId="{93D6566C-B65D-4F50-8DE3-7C909BBA6C8B}" dt="2025-09-01T22:19:46.312" v="9588"/>
        <pc:sldMkLst>
          <pc:docMk/>
          <pc:sldMk cId="3415245378" sldId="564"/>
        </pc:sldMkLst>
        <pc:spChg chg="mod">
          <ac:chgData name="Thompson, Brielle" userId="f0ea580a-03ee-4a63-bd84-436803179175" providerId="ADAL" clId="{93D6566C-B65D-4F50-8DE3-7C909BBA6C8B}" dt="2025-09-01T22:18:08.856" v="9568" actId="207"/>
          <ac:spMkLst>
            <pc:docMk/>
            <pc:sldMk cId="3415245378" sldId="564"/>
            <ac:spMk id="2" creationId="{A595C98A-66C3-8045-0524-4CD333B7AA84}"/>
          </ac:spMkLst>
        </pc:spChg>
        <pc:spChg chg="mod">
          <ac:chgData name="Thompson, Brielle" userId="f0ea580a-03ee-4a63-bd84-436803179175" providerId="ADAL" clId="{93D6566C-B65D-4F50-8DE3-7C909BBA6C8B}" dt="2025-09-01T22:17:53.465" v="9561" actId="1076"/>
          <ac:spMkLst>
            <pc:docMk/>
            <pc:sldMk cId="3415245378" sldId="564"/>
            <ac:spMk id="3" creationId="{17ACFB66-019D-9150-5547-3F026D6DDDA1}"/>
          </ac:spMkLst>
        </pc:spChg>
        <pc:spChg chg="add mod">
          <ac:chgData name="Thompson, Brielle" userId="f0ea580a-03ee-4a63-bd84-436803179175" providerId="ADAL" clId="{93D6566C-B65D-4F50-8DE3-7C909BBA6C8B}" dt="2025-09-01T22:19:46.312" v="9588"/>
          <ac:spMkLst>
            <pc:docMk/>
            <pc:sldMk cId="3415245378" sldId="564"/>
            <ac:spMk id="5" creationId="{A3DDED36-A811-0AA5-B49C-2643849BD6F9}"/>
          </ac:spMkLst>
        </pc:spChg>
        <pc:graphicFrameChg chg="add mod">
          <ac:chgData name="Thompson, Brielle" userId="f0ea580a-03ee-4a63-bd84-436803179175" providerId="ADAL" clId="{93D6566C-B65D-4F50-8DE3-7C909BBA6C8B}" dt="2025-09-01T22:17:51.434" v="9560" actId="1076"/>
          <ac:graphicFrameMkLst>
            <pc:docMk/>
            <pc:sldMk cId="3415245378" sldId="564"/>
            <ac:graphicFrameMk id="4" creationId="{4367BC27-BC7E-624B-4ED0-C1C2AF9B9D25}"/>
          </ac:graphicFrameMkLst>
        </pc:graphicFrameChg>
      </pc:sldChg>
      <pc:sldChg chg="new del">
        <pc:chgData name="Thompson, Brielle" userId="f0ea580a-03ee-4a63-bd84-436803179175" providerId="ADAL" clId="{93D6566C-B65D-4F50-8DE3-7C909BBA6C8B}" dt="2025-09-01T22:23:16.323" v="10110" actId="47"/>
        <pc:sldMkLst>
          <pc:docMk/>
          <pc:sldMk cId="1632816399" sldId="565"/>
        </pc:sldMkLst>
      </pc:sldChg>
      <pc:sldChg chg="modSp add mod">
        <pc:chgData name="Thompson, Brielle" userId="f0ea580a-03ee-4a63-bd84-436803179175" providerId="ADAL" clId="{93D6566C-B65D-4F50-8DE3-7C909BBA6C8B}" dt="2025-09-01T22:22:55.866" v="10082" actId="20577"/>
        <pc:sldMkLst>
          <pc:docMk/>
          <pc:sldMk cId="3772595834" sldId="566"/>
        </pc:sldMkLst>
        <pc:spChg chg="mod">
          <ac:chgData name="Thompson, Brielle" userId="f0ea580a-03ee-4a63-bd84-436803179175" providerId="ADAL" clId="{93D6566C-B65D-4F50-8DE3-7C909BBA6C8B}" dt="2025-09-01T22:22:55.866" v="10082" actId="20577"/>
          <ac:spMkLst>
            <pc:docMk/>
            <pc:sldMk cId="3772595834" sldId="566"/>
            <ac:spMk id="3" creationId="{7261D06F-3E23-2161-20A9-95CC0CC852C4}"/>
          </ac:spMkLst>
        </pc:spChg>
      </pc:sldChg>
      <pc:sldChg chg="addSp delSp modSp new mod modAnim">
        <pc:chgData name="Thompson, Brielle" userId="f0ea580a-03ee-4a63-bd84-436803179175" providerId="ADAL" clId="{93D6566C-B65D-4F50-8DE3-7C909BBA6C8B}" dt="2025-09-01T22:33:34.012" v="10372" actId="1076"/>
        <pc:sldMkLst>
          <pc:docMk/>
          <pc:sldMk cId="3879915841" sldId="567"/>
        </pc:sldMkLst>
        <pc:spChg chg="mod">
          <ac:chgData name="Thompson, Brielle" userId="f0ea580a-03ee-4a63-bd84-436803179175" providerId="ADAL" clId="{93D6566C-B65D-4F50-8DE3-7C909BBA6C8B}" dt="2025-09-01T22:28:22.105" v="10193" actId="20577"/>
          <ac:spMkLst>
            <pc:docMk/>
            <pc:sldMk cId="3879915841" sldId="567"/>
            <ac:spMk id="2" creationId="{4122AB65-A2B7-4C74-9CCF-3D9B295A08B9}"/>
          </ac:spMkLst>
        </pc:spChg>
        <pc:spChg chg="mod">
          <ac:chgData name="Thompson, Brielle" userId="f0ea580a-03ee-4a63-bd84-436803179175" providerId="ADAL" clId="{93D6566C-B65D-4F50-8DE3-7C909BBA6C8B}" dt="2025-09-01T22:33:34.012" v="10372" actId="1076"/>
          <ac:spMkLst>
            <pc:docMk/>
            <pc:sldMk cId="3879915841" sldId="567"/>
            <ac:spMk id="3" creationId="{436C5163-EAB3-BAB0-E5F8-A6A701372AB9}"/>
          </ac:spMkLst>
        </pc:spChg>
        <pc:spChg chg="add mod">
          <ac:chgData name="Thompson, Brielle" userId="f0ea580a-03ee-4a63-bd84-436803179175" providerId="ADAL" clId="{93D6566C-B65D-4F50-8DE3-7C909BBA6C8B}" dt="2025-09-01T22:29:23.834" v="10225" actId="20577"/>
          <ac:spMkLst>
            <pc:docMk/>
            <pc:sldMk cId="3879915841" sldId="567"/>
            <ac:spMk id="5" creationId="{5B1C3F6A-3B5B-FF4F-0639-3BD50816ACEC}"/>
          </ac:spMkLst>
        </pc:spChg>
        <pc:spChg chg="add mod">
          <ac:chgData name="Thompson, Brielle" userId="f0ea580a-03ee-4a63-bd84-436803179175" providerId="ADAL" clId="{93D6566C-B65D-4F50-8DE3-7C909BBA6C8B}" dt="2025-09-01T22:29:11.954" v="10201" actId="1076"/>
          <ac:spMkLst>
            <pc:docMk/>
            <pc:sldMk cId="3879915841" sldId="567"/>
            <ac:spMk id="8" creationId="{2DCB9850-14E3-96B6-8377-BCBBC2F7EB08}"/>
          </ac:spMkLst>
        </pc:spChg>
        <pc:spChg chg="add mod">
          <ac:chgData name="Thompson, Brielle" userId="f0ea580a-03ee-4a63-bd84-436803179175" providerId="ADAL" clId="{93D6566C-B65D-4F50-8DE3-7C909BBA6C8B}" dt="2025-09-01T22:29:11.954" v="10201" actId="1076"/>
          <ac:spMkLst>
            <pc:docMk/>
            <pc:sldMk cId="3879915841" sldId="567"/>
            <ac:spMk id="9" creationId="{DED4D749-6376-95E9-0B7B-AB8F367AACA8}"/>
          </ac:spMkLst>
        </pc:spChg>
        <pc:spChg chg="add mod">
          <ac:chgData name="Thompson, Brielle" userId="f0ea580a-03ee-4a63-bd84-436803179175" providerId="ADAL" clId="{93D6566C-B65D-4F50-8DE3-7C909BBA6C8B}" dt="2025-09-01T22:29:11.954" v="10201" actId="1076"/>
          <ac:spMkLst>
            <pc:docMk/>
            <pc:sldMk cId="3879915841" sldId="567"/>
            <ac:spMk id="10" creationId="{6065B353-6B01-CB85-017C-CB6B710BAF51}"/>
          </ac:spMkLst>
        </pc:spChg>
        <pc:spChg chg="add mod">
          <ac:chgData name="Thompson, Brielle" userId="f0ea580a-03ee-4a63-bd84-436803179175" providerId="ADAL" clId="{93D6566C-B65D-4F50-8DE3-7C909BBA6C8B}" dt="2025-09-01T22:29:11.954" v="10201" actId="1076"/>
          <ac:spMkLst>
            <pc:docMk/>
            <pc:sldMk cId="3879915841" sldId="567"/>
            <ac:spMk id="14" creationId="{2A79961B-811F-541C-45BF-2451A1F7AC07}"/>
          </ac:spMkLst>
        </pc:spChg>
        <pc:spChg chg="add mod">
          <ac:chgData name="Thompson, Brielle" userId="f0ea580a-03ee-4a63-bd84-436803179175" providerId="ADAL" clId="{93D6566C-B65D-4F50-8DE3-7C909BBA6C8B}" dt="2025-09-01T22:29:11.954" v="10201" actId="1076"/>
          <ac:spMkLst>
            <pc:docMk/>
            <pc:sldMk cId="3879915841" sldId="567"/>
            <ac:spMk id="15" creationId="{D7DB68C2-90DA-F495-6914-86B82F0FFCE6}"/>
          </ac:spMkLst>
        </pc:spChg>
        <pc:spChg chg="add mod">
          <ac:chgData name="Thompson, Brielle" userId="f0ea580a-03ee-4a63-bd84-436803179175" providerId="ADAL" clId="{93D6566C-B65D-4F50-8DE3-7C909BBA6C8B}" dt="2025-09-01T22:29:11.954" v="10201" actId="1076"/>
          <ac:spMkLst>
            <pc:docMk/>
            <pc:sldMk cId="3879915841" sldId="567"/>
            <ac:spMk id="17" creationId="{6F0A41A3-AE98-E32F-BB6B-B0D4405C7B02}"/>
          </ac:spMkLst>
        </pc:spChg>
        <pc:spChg chg="add mod">
          <ac:chgData name="Thompson, Brielle" userId="f0ea580a-03ee-4a63-bd84-436803179175" providerId="ADAL" clId="{93D6566C-B65D-4F50-8DE3-7C909BBA6C8B}" dt="2025-09-01T22:29:11.954" v="10201" actId="1076"/>
          <ac:spMkLst>
            <pc:docMk/>
            <pc:sldMk cId="3879915841" sldId="567"/>
            <ac:spMk id="19" creationId="{180752AE-4A48-1856-8165-9EB74745AC82}"/>
          </ac:spMkLst>
        </pc:spChg>
        <pc:cxnChg chg="add mod">
          <ac:chgData name="Thompson, Brielle" userId="f0ea580a-03ee-4a63-bd84-436803179175" providerId="ADAL" clId="{93D6566C-B65D-4F50-8DE3-7C909BBA6C8B}" dt="2025-09-01T22:29:11.954" v="10201" actId="1076"/>
          <ac:cxnSpMkLst>
            <pc:docMk/>
            <pc:sldMk cId="3879915841" sldId="567"/>
            <ac:cxnSpMk id="6" creationId="{332F4D7A-264B-81D7-664C-955F85AA0B16}"/>
          </ac:cxnSpMkLst>
        </pc:cxnChg>
        <pc:cxnChg chg="add mod">
          <ac:chgData name="Thompson, Brielle" userId="f0ea580a-03ee-4a63-bd84-436803179175" providerId="ADAL" clId="{93D6566C-B65D-4F50-8DE3-7C909BBA6C8B}" dt="2025-09-01T22:29:11.954" v="10201" actId="1076"/>
          <ac:cxnSpMkLst>
            <pc:docMk/>
            <pc:sldMk cId="3879915841" sldId="567"/>
            <ac:cxnSpMk id="12" creationId="{8C3BB0DB-8332-2D25-DE6F-0C82E7E6FCB4}"/>
          </ac:cxnSpMkLst>
        </pc:cxnChg>
        <pc:cxnChg chg="add mod">
          <ac:chgData name="Thompson, Brielle" userId="f0ea580a-03ee-4a63-bd84-436803179175" providerId="ADAL" clId="{93D6566C-B65D-4F50-8DE3-7C909BBA6C8B}" dt="2025-09-01T22:29:11.954" v="10201" actId="1076"/>
          <ac:cxnSpMkLst>
            <pc:docMk/>
            <pc:sldMk cId="3879915841" sldId="567"/>
            <ac:cxnSpMk id="16" creationId="{54F162FA-3FEE-5812-B93A-29DFE16C0659}"/>
          </ac:cxnSpMkLst>
        </pc:cxnChg>
      </pc:sldChg>
      <pc:sldChg chg="addSp delSp modSp new mod">
        <pc:chgData name="Thompson, Brielle" userId="f0ea580a-03ee-4a63-bd84-436803179175" providerId="ADAL" clId="{93D6566C-B65D-4F50-8DE3-7C909BBA6C8B}" dt="2025-09-01T22:40:50.615" v="10612" actId="20577"/>
        <pc:sldMkLst>
          <pc:docMk/>
          <pc:sldMk cId="1891110608" sldId="568"/>
        </pc:sldMkLst>
        <pc:spChg chg="mod">
          <ac:chgData name="Thompson, Brielle" userId="f0ea580a-03ee-4a63-bd84-436803179175" providerId="ADAL" clId="{93D6566C-B65D-4F50-8DE3-7C909BBA6C8B}" dt="2025-09-01T22:36:02.357" v="10546" actId="20577"/>
          <ac:spMkLst>
            <pc:docMk/>
            <pc:sldMk cId="1891110608" sldId="568"/>
            <ac:spMk id="2" creationId="{CB40541C-DEAF-1624-D8C6-D67E088736AA}"/>
          </ac:spMkLst>
        </pc:spChg>
        <pc:spChg chg="mod">
          <ac:chgData name="Thompson, Brielle" userId="f0ea580a-03ee-4a63-bd84-436803179175" providerId="ADAL" clId="{93D6566C-B65D-4F50-8DE3-7C909BBA6C8B}" dt="2025-09-01T22:36:25.580" v="10566" actId="20577"/>
          <ac:spMkLst>
            <pc:docMk/>
            <pc:sldMk cId="1891110608" sldId="568"/>
            <ac:spMk id="3" creationId="{F66A15A4-FCE8-470C-1BCE-66E27AFC8449}"/>
          </ac:spMkLst>
        </pc:spChg>
        <pc:spChg chg="add mod">
          <ac:chgData name="Thompson, Brielle" userId="f0ea580a-03ee-4a63-bd84-436803179175" providerId="ADAL" clId="{93D6566C-B65D-4F50-8DE3-7C909BBA6C8B}" dt="2025-09-01T22:30:46.456" v="10302" actId="1076"/>
          <ac:spMkLst>
            <pc:docMk/>
            <pc:sldMk cId="1891110608" sldId="568"/>
            <ac:spMk id="6" creationId="{53528D11-5794-3314-7C0D-EB45D910B5BB}"/>
          </ac:spMkLst>
        </pc:spChg>
        <pc:spChg chg="add mod">
          <ac:chgData name="Thompson, Brielle" userId="f0ea580a-03ee-4a63-bd84-436803179175" providerId="ADAL" clId="{93D6566C-B65D-4F50-8DE3-7C909BBA6C8B}" dt="2025-09-01T22:40:50.615" v="10612" actId="20577"/>
          <ac:spMkLst>
            <pc:docMk/>
            <pc:sldMk cId="1891110608" sldId="568"/>
            <ac:spMk id="7" creationId="{B49F3D41-AB8C-DC94-52C8-CB2D1C3120F0}"/>
          </ac:spMkLst>
        </pc:spChg>
      </pc:sldChg>
      <pc:sldChg chg="addSp delSp modSp new add del mod">
        <pc:chgData name="Thompson, Brielle" userId="f0ea580a-03ee-4a63-bd84-436803179175" providerId="ADAL" clId="{93D6566C-B65D-4F50-8DE3-7C909BBA6C8B}" dt="2025-09-01T23:08:59.976" v="11390" actId="1076"/>
        <pc:sldMkLst>
          <pc:docMk/>
          <pc:sldMk cId="1806494370" sldId="569"/>
        </pc:sldMkLst>
        <pc:spChg chg="mod">
          <ac:chgData name="Thompson, Brielle" userId="f0ea580a-03ee-4a63-bd84-436803179175" providerId="ADAL" clId="{93D6566C-B65D-4F50-8DE3-7C909BBA6C8B}" dt="2025-09-01T22:36:54.073" v="10594" actId="20577"/>
          <ac:spMkLst>
            <pc:docMk/>
            <pc:sldMk cId="1806494370" sldId="569"/>
            <ac:spMk id="2" creationId="{EB6FD4A2-FDE2-8D4A-CF9C-6AAE7D172C9C}"/>
          </ac:spMkLst>
        </pc:spChg>
        <pc:spChg chg="mod">
          <ac:chgData name="Thompson, Brielle" userId="f0ea580a-03ee-4a63-bd84-436803179175" providerId="ADAL" clId="{93D6566C-B65D-4F50-8DE3-7C909BBA6C8B}" dt="2025-09-01T22:40:37.369" v="10608" actId="1076"/>
          <ac:spMkLst>
            <pc:docMk/>
            <pc:sldMk cId="1806494370" sldId="569"/>
            <ac:spMk id="3" creationId="{2006174F-353F-9F2F-2B8D-6C780A3A8E46}"/>
          </ac:spMkLst>
        </pc:spChg>
        <pc:spChg chg="add mod">
          <ac:chgData name="Thompson, Brielle" userId="f0ea580a-03ee-4a63-bd84-436803179175" providerId="ADAL" clId="{93D6566C-B65D-4F50-8DE3-7C909BBA6C8B}" dt="2025-09-01T22:40:52.176" v="10613"/>
          <ac:spMkLst>
            <pc:docMk/>
            <pc:sldMk cId="1806494370" sldId="569"/>
            <ac:spMk id="7" creationId="{39D46191-55F0-C8D8-C44F-DFC5C31BA6AF}"/>
          </ac:spMkLst>
        </pc:spChg>
        <pc:spChg chg="add mod">
          <ac:chgData name="Thompson, Brielle" userId="f0ea580a-03ee-4a63-bd84-436803179175" providerId="ADAL" clId="{93D6566C-B65D-4F50-8DE3-7C909BBA6C8B}" dt="2025-09-01T23:08:59.976" v="11390" actId="1076"/>
          <ac:spMkLst>
            <pc:docMk/>
            <pc:sldMk cId="1806494370" sldId="569"/>
            <ac:spMk id="8" creationId="{36EC0FE4-7BF7-8DA5-C4DA-D24D28B00349}"/>
          </ac:spMkLst>
        </pc:spChg>
        <pc:picChg chg="add mod ord">
          <ac:chgData name="Thompson, Brielle" userId="f0ea580a-03ee-4a63-bd84-436803179175" providerId="ADAL" clId="{93D6566C-B65D-4F50-8DE3-7C909BBA6C8B}" dt="2025-09-01T23:08:48.696" v="11355" actId="167"/>
          <ac:picMkLst>
            <pc:docMk/>
            <pc:sldMk cId="1806494370" sldId="569"/>
            <ac:picMk id="10" creationId="{B64205A6-DF65-F12E-BB1A-ACB2A4019CF4}"/>
          </ac:picMkLst>
        </pc:picChg>
      </pc:sldChg>
      <pc:sldChg chg="addSp delSp modSp new mod modAnim">
        <pc:chgData name="Thompson, Brielle" userId="f0ea580a-03ee-4a63-bd84-436803179175" providerId="ADAL" clId="{93D6566C-B65D-4F50-8DE3-7C909BBA6C8B}" dt="2025-09-02T00:04:57.359" v="13694"/>
        <pc:sldMkLst>
          <pc:docMk/>
          <pc:sldMk cId="1501585237" sldId="570"/>
        </pc:sldMkLst>
        <pc:spChg chg="mod">
          <ac:chgData name="Thompson, Brielle" userId="f0ea580a-03ee-4a63-bd84-436803179175" providerId="ADAL" clId="{93D6566C-B65D-4F50-8DE3-7C909BBA6C8B}" dt="2025-09-01T22:42:53.145" v="10689" actId="1076"/>
          <ac:spMkLst>
            <pc:docMk/>
            <pc:sldMk cId="1501585237" sldId="570"/>
            <ac:spMk id="2" creationId="{DBB12CA3-189A-48B6-4D46-F9E3D0295C2F}"/>
          </ac:spMkLst>
        </pc:spChg>
        <pc:spChg chg="add mod">
          <ac:chgData name="Thompson, Brielle" userId="f0ea580a-03ee-4a63-bd84-436803179175" providerId="ADAL" clId="{93D6566C-B65D-4F50-8DE3-7C909BBA6C8B}" dt="2025-09-01T23:53:22.776" v="13420" actId="1076"/>
          <ac:spMkLst>
            <pc:docMk/>
            <pc:sldMk cId="1501585237" sldId="570"/>
            <ac:spMk id="3" creationId="{D94E05BE-58DC-2A15-3EB3-B5D8932062AA}"/>
          </ac:spMkLst>
        </pc:spChg>
        <pc:spChg chg="add mod">
          <ac:chgData name="Thompson, Brielle" userId="f0ea580a-03ee-4a63-bd84-436803179175" providerId="ADAL" clId="{93D6566C-B65D-4F50-8DE3-7C909BBA6C8B}" dt="2025-09-02T00:02:42.068" v="13651" actId="1076"/>
          <ac:spMkLst>
            <pc:docMk/>
            <pc:sldMk cId="1501585237" sldId="570"/>
            <ac:spMk id="4" creationId="{57F7D772-AF51-FE11-6C62-DBD45EC0DBD2}"/>
          </ac:spMkLst>
        </pc:spChg>
        <pc:spChg chg="add mod">
          <ac:chgData name="Thompson, Brielle" userId="f0ea580a-03ee-4a63-bd84-436803179175" providerId="ADAL" clId="{93D6566C-B65D-4F50-8DE3-7C909BBA6C8B}" dt="2025-09-02T00:02:42.068" v="13651" actId="1076"/>
          <ac:spMkLst>
            <pc:docMk/>
            <pc:sldMk cId="1501585237" sldId="570"/>
            <ac:spMk id="17" creationId="{827D9C23-112B-53FC-65EA-7A5CF6247BC9}"/>
          </ac:spMkLst>
        </pc:spChg>
        <pc:spChg chg="add mod">
          <ac:chgData name="Thompson, Brielle" userId="f0ea580a-03ee-4a63-bd84-436803179175" providerId="ADAL" clId="{93D6566C-B65D-4F50-8DE3-7C909BBA6C8B}" dt="2025-09-02T00:04:41.288" v="13689" actId="1076"/>
          <ac:spMkLst>
            <pc:docMk/>
            <pc:sldMk cId="1501585237" sldId="570"/>
            <ac:spMk id="27" creationId="{C272F73E-54D7-7A17-6D61-784B3A66C108}"/>
          </ac:spMkLst>
        </pc:spChg>
        <pc:spChg chg="add mod">
          <ac:chgData name="Thompson, Brielle" userId="f0ea580a-03ee-4a63-bd84-436803179175" providerId="ADAL" clId="{93D6566C-B65D-4F50-8DE3-7C909BBA6C8B}" dt="2025-09-02T00:02:42.068" v="13651" actId="1076"/>
          <ac:spMkLst>
            <pc:docMk/>
            <pc:sldMk cId="1501585237" sldId="570"/>
            <ac:spMk id="33" creationId="{8A76F5D7-93E9-82EE-B901-55F5DB5875D6}"/>
          </ac:spMkLst>
        </pc:spChg>
        <pc:spChg chg="add mod">
          <ac:chgData name="Thompson, Brielle" userId="f0ea580a-03ee-4a63-bd84-436803179175" providerId="ADAL" clId="{93D6566C-B65D-4F50-8DE3-7C909BBA6C8B}" dt="2025-09-01T23:58:53.679" v="13553" actId="1076"/>
          <ac:spMkLst>
            <pc:docMk/>
            <pc:sldMk cId="1501585237" sldId="570"/>
            <ac:spMk id="34" creationId="{4B3D74A0-07E3-D3B9-CAC6-D8F82BAD084C}"/>
          </ac:spMkLst>
        </pc:spChg>
        <pc:spChg chg="add mod">
          <ac:chgData name="Thompson, Brielle" userId="f0ea580a-03ee-4a63-bd84-436803179175" providerId="ADAL" clId="{93D6566C-B65D-4F50-8DE3-7C909BBA6C8B}" dt="2025-09-02T00:02:42.068" v="13651" actId="1076"/>
          <ac:spMkLst>
            <pc:docMk/>
            <pc:sldMk cId="1501585237" sldId="570"/>
            <ac:spMk id="37" creationId="{EFB8C5BE-FE78-6BF5-1FE2-90741D2D9613}"/>
          </ac:spMkLst>
        </pc:spChg>
        <pc:spChg chg="add mod">
          <ac:chgData name="Thompson, Brielle" userId="f0ea580a-03ee-4a63-bd84-436803179175" providerId="ADAL" clId="{93D6566C-B65D-4F50-8DE3-7C909BBA6C8B}" dt="2025-09-01T23:58:49.792" v="13552" actId="1076"/>
          <ac:spMkLst>
            <pc:docMk/>
            <pc:sldMk cId="1501585237" sldId="570"/>
            <ac:spMk id="38" creationId="{3C681462-76D0-2925-73FD-87E902849D23}"/>
          </ac:spMkLst>
        </pc:spChg>
        <pc:spChg chg="add mod">
          <ac:chgData name="Thompson, Brielle" userId="f0ea580a-03ee-4a63-bd84-436803179175" providerId="ADAL" clId="{93D6566C-B65D-4F50-8DE3-7C909BBA6C8B}" dt="2025-09-02T00:02:42.068" v="13651" actId="1076"/>
          <ac:spMkLst>
            <pc:docMk/>
            <pc:sldMk cId="1501585237" sldId="570"/>
            <ac:spMk id="39" creationId="{2C1D28D2-B2D9-FD50-230A-A23C29F71672}"/>
          </ac:spMkLst>
        </pc:spChg>
        <pc:spChg chg="add mod">
          <ac:chgData name="Thompson, Brielle" userId="f0ea580a-03ee-4a63-bd84-436803179175" providerId="ADAL" clId="{93D6566C-B65D-4F50-8DE3-7C909BBA6C8B}" dt="2025-09-02T00:02:42.068" v="13651" actId="1076"/>
          <ac:spMkLst>
            <pc:docMk/>
            <pc:sldMk cId="1501585237" sldId="570"/>
            <ac:spMk id="40" creationId="{EF6FC4F3-C64B-918B-74CB-BF9938708AA6}"/>
          </ac:spMkLst>
        </pc:spChg>
        <pc:spChg chg="add mod">
          <ac:chgData name="Thompson, Brielle" userId="f0ea580a-03ee-4a63-bd84-436803179175" providerId="ADAL" clId="{93D6566C-B65D-4F50-8DE3-7C909BBA6C8B}" dt="2025-09-02T00:02:42.068" v="13651" actId="1076"/>
          <ac:spMkLst>
            <pc:docMk/>
            <pc:sldMk cId="1501585237" sldId="570"/>
            <ac:spMk id="43" creationId="{91FEF09E-EE76-5092-3B3F-2C76E753C2A3}"/>
          </ac:spMkLst>
        </pc:spChg>
        <pc:spChg chg="add mod ord">
          <ac:chgData name="Thompson, Brielle" userId="f0ea580a-03ee-4a63-bd84-436803179175" providerId="ADAL" clId="{93D6566C-B65D-4F50-8DE3-7C909BBA6C8B}" dt="2025-09-02T00:04:19.995" v="13684" actId="1076"/>
          <ac:spMkLst>
            <pc:docMk/>
            <pc:sldMk cId="1501585237" sldId="570"/>
            <ac:spMk id="45" creationId="{7E762AD5-B8A8-D182-D79D-7432F6D62CE4}"/>
          </ac:spMkLst>
        </pc:spChg>
        <pc:spChg chg="add mod">
          <ac:chgData name="Thompson, Brielle" userId="f0ea580a-03ee-4a63-bd84-436803179175" providerId="ADAL" clId="{93D6566C-B65D-4F50-8DE3-7C909BBA6C8B}" dt="2025-09-01T23:58:42.080" v="13551" actId="1076"/>
          <ac:spMkLst>
            <pc:docMk/>
            <pc:sldMk cId="1501585237" sldId="570"/>
            <ac:spMk id="56" creationId="{EA21BC5B-4237-EE1E-8F4A-F5F3C9C1390F}"/>
          </ac:spMkLst>
        </pc:spChg>
        <pc:spChg chg="add mod">
          <ac:chgData name="Thompson, Brielle" userId="f0ea580a-03ee-4a63-bd84-436803179175" providerId="ADAL" clId="{93D6566C-B65D-4F50-8DE3-7C909BBA6C8B}" dt="2025-09-01T23:59:24.632" v="13613" actId="1076"/>
          <ac:spMkLst>
            <pc:docMk/>
            <pc:sldMk cId="1501585237" sldId="570"/>
            <ac:spMk id="64" creationId="{2294A74B-3E85-9980-CCE2-2CEB67096D8E}"/>
          </ac:spMkLst>
        </pc:spChg>
        <pc:spChg chg="add mod">
          <ac:chgData name="Thompson, Brielle" userId="f0ea580a-03ee-4a63-bd84-436803179175" providerId="ADAL" clId="{93D6566C-B65D-4F50-8DE3-7C909BBA6C8B}" dt="2025-09-02T00:02:42.068" v="13651" actId="1076"/>
          <ac:spMkLst>
            <pc:docMk/>
            <pc:sldMk cId="1501585237" sldId="570"/>
            <ac:spMk id="81" creationId="{8782FE4D-844E-5326-E532-A06594E573C4}"/>
          </ac:spMkLst>
        </pc:spChg>
        <pc:spChg chg="add mod">
          <ac:chgData name="Thompson, Brielle" userId="f0ea580a-03ee-4a63-bd84-436803179175" providerId="ADAL" clId="{93D6566C-B65D-4F50-8DE3-7C909BBA6C8B}" dt="2025-09-02T00:02:42.068" v="13651" actId="1076"/>
          <ac:spMkLst>
            <pc:docMk/>
            <pc:sldMk cId="1501585237" sldId="570"/>
            <ac:spMk id="82" creationId="{759F46A9-DAEE-B126-1B6F-95D100DA1B8D}"/>
          </ac:spMkLst>
        </pc:spChg>
        <pc:spChg chg="mod">
          <ac:chgData name="Thompson, Brielle" userId="f0ea580a-03ee-4a63-bd84-436803179175" providerId="ADAL" clId="{93D6566C-B65D-4F50-8DE3-7C909BBA6C8B}" dt="2025-09-02T00:01:11.330" v="13629" actId="1076"/>
          <ac:spMkLst>
            <pc:docMk/>
            <pc:sldMk cId="1501585237" sldId="570"/>
            <ac:spMk id="83" creationId="{5A1E1A53-0EE7-38CB-61AE-CDDD07C67F37}"/>
          </ac:spMkLst>
        </pc:spChg>
        <pc:spChg chg="mod">
          <ac:chgData name="Thompson, Brielle" userId="f0ea580a-03ee-4a63-bd84-436803179175" providerId="ADAL" clId="{93D6566C-B65D-4F50-8DE3-7C909BBA6C8B}" dt="2025-09-02T00:01:11.330" v="13629" actId="1076"/>
          <ac:spMkLst>
            <pc:docMk/>
            <pc:sldMk cId="1501585237" sldId="570"/>
            <ac:spMk id="84" creationId="{86234E6E-B370-9A65-22F2-F445730E32CC}"/>
          </ac:spMkLst>
        </pc:spChg>
        <pc:spChg chg="add mod">
          <ac:chgData name="Thompson, Brielle" userId="f0ea580a-03ee-4a63-bd84-436803179175" providerId="ADAL" clId="{93D6566C-B65D-4F50-8DE3-7C909BBA6C8B}" dt="2025-09-02T00:01:11.330" v="13629" actId="1076"/>
          <ac:spMkLst>
            <pc:docMk/>
            <pc:sldMk cId="1501585237" sldId="570"/>
            <ac:spMk id="85" creationId="{51C06E07-62C7-422F-B89C-0F294CBD5BAD}"/>
          </ac:spMkLst>
        </pc:spChg>
        <pc:spChg chg="add mod">
          <ac:chgData name="Thompson, Brielle" userId="f0ea580a-03ee-4a63-bd84-436803179175" providerId="ADAL" clId="{93D6566C-B65D-4F50-8DE3-7C909BBA6C8B}" dt="2025-09-02T00:01:40.623" v="13637" actId="1076"/>
          <ac:spMkLst>
            <pc:docMk/>
            <pc:sldMk cId="1501585237" sldId="570"/>
            <ac:spMk id="86" creationId="{BBF79A0A-A6DB-0F79-481E-90BC7CCFD9A5}"/>
          </ac:spMkLst>
        </pc:spChg>
        <pc:spChg chg="add mod">
          <ac:chgData name="Thompson, Brielle" userId="f0ea580a-03ee-4a63-bd84-436803179175" providerId="ADAL" clId="{93D6566C-B65D-4F50-8DE3-7C909BBA6C8B}" dt="2025-09-02T00:01:19.190" v="13632" actId="20577"/>
          <ac:spMkLst>
            <pc:docMk/>
            <pc:sldMk cId="1501585237" sldId="570"/>
            <ac:spMk id="89" creationId="{44A16AD5-004D-C387-20AC-9C7DB03EEA70}"/>
          </ac:spMkLst>
        </pc:spChg>
        <pc:spChg chg="mod ord">
          <ac:chgData name="Thompson, Brielle" userId="f0ea580a-03ee-4a63-bd84-436803179175" providerId="ADAL" clId="{93D6566C-B65D-4F50-8DE3-7C909BBA6C8B}" dt="2025-09-02T00:04:45.853" v="13690" actId="167"/>
          <ac:spMkLst>
            <pc:docMk/>
            <pc:sldMk cId="1501585237" sldId="570"/>
            <ac:spMk id="91" creationId="{49CF3CEA-3B82-1B4A-D6E5-480DE15021C4}"/>
          </ac:spMkLst>
        </pc:spChg>
        <pc:spChg chg="add mod">
          <ac:chgData name="Thompson, Brielle" userId="f0ea580a-03ee-4a63-bd84-436803179175" providerId="ADAL" clId="{93D6566C-B65D-4F50-8DE3-7C909BBA6C8B}" dt="2025-09-02T00:01:11.330" v="13629" actId="1076"/>
          <ac:spMkLst>
            <pc:docMk/>
            <pc:sldMk cId="1501585237" sldId="570"/>
            <ac:spMk id="95" creationId="{F8634121-5AC7-95BA-8986-43128936CCDD}"/>
          </ac:spMkLst>
        </pc:spChg>
        <pc:spChg chg="mod">
          <ac:chgData name="Thompson, Brielle" userId="f0ea580a-03ee-4a63-bd84-436803179175" providerId="ADAL" clId="{93D6566C-B65D-4F50-8DE3-7C909BBA6C8B}" dt="2025-09-02T00:01:11.330" v="13629" actId="1076"/>
          <ac:spMkLst>
            <pc:docMk/>
            <pc:sldMk cId="1501585237" sldId="570"/>
            <ac:spMk id="96" creationId="{1C106812-AF3D-737C-F9CB-53255C62C31C}"/>
          </ac:spMkLst>
        </pc:spChg>
        <pc:spChg chg="add mod">
          <ac:chgData name="Thompson, Brielle" userId="f0ea580a-03ee-4a63-bd84-436803179175" providerId="ADAL" clId="{93D6566C-B65D-4F50-8DE3-7C909BBA6C8B}" dt="2025-09-02T00:02:37.160" v="13650" actId="20577"/>
          <ac:spMkLst>
            <pc:docMk/>
            <pc:sldMk cId="1501585237" sldId="570"/>
            <ac:spMk id="106" creationId="{B6558E83-9A9F-A8EB-C0FD-967D313749D2}"/>
          </ac:spMkLst>
        </pc:spChg>
        <pc:spChg chg="add mod">
          <ac:chgData name="Thompson, Brielle" userId="f0ea580a-03ee-4a63-bd84-436803179175" providerId="ADAL" clId="{93D6566C-B65D-4F50-8DE3-7C909BBA6C8B}" dt="2025-09-02T00:02:55.654" v="13668" actId="1076"/>
          <ac:spMkLst>
            <pc:docMk/>
            <pc:sldMk cId="1501585237" sldId="570"/>
            <ac:spMk id="107" creationId="{A289B8E4-59E3-74F7-970D-AC5253CE667F}"/>
          </ac:spMkLst>
        </pc:spChg>
        <pc:picChg chg="add mod">
          <ac:chgData name="Thompson, Brielle" userId="f0ea580a-03ee-4a63-bd84-436803179175" providerId="ADAL" clId="{93D6566C-B65D-4F50-8DE3-7C909BBA6C8B}" dt="2025-09-02T00:00:00.632" v="13617" actId="1076"/>
          <ac:picMkLst>
            <pc:docMk/>
            <pc:sldMk cId="1501585237" sldId="570"/>
            <ac:picMk id="66" creationId="{BBAEE96B-B286-C483-1908-B47041AF980E}"/>
          </ac:picMkLst>
        </pc:picChg>
        <pc:picChg chg="add del mod">
          <ac:chgData name="Thompson, Brielle" userId="f0ea580a-03ee-4a63-bd84-436803179175" providerId="ADAL" clId="{93D6566C-B65D-4F50-8DE3-7C909BBA6C8B}" dt="2025-09-02T00:00:22.179" v="13622" actId="14826"/>
          <ac:picMkLst>
            <pc:docMk/>
            <pc:sldMk cId="1501585237" sldId="570"/>
            <ac:picMk id="67" creationId="{0CF55B23-E079-6B2C-DDE8-B4AA0600A5D5}"/>
          </ac:picMkLst>
        </pc:picChg>
        <pc:picChg chg="add mod">
          <ac:chgData name="Thompson, Brielle" userId="f0ea580a-03ee-4a63-bd84-436803179175" providerId="ADAL" clId="{93D6566C-B65D-4F50-8DE3-7C909BBA6C8B}" dt="2025-09-02T00:00:46.375" v="13624" actId="1076"/>
          <ac:picMkLst>
            <pc:docMk/>
            <pc:sldMk cId="1501585237" sldId="570"/>
            <ac:picMk id="72" creationId="{7BF25DEC-9FD2-7B39-A118-1996FAE0F8EA}"/>
          </ac:picMkLst>
        </pc:picChg>
        <pc:picChg chg="add mod">
          <ac:chgData name="Thompson, Brielle" userId="f0ea580a-03ee-4a63-bd84-436803179175" providerId="ADAL" clId="{93D6566C-B65D-4F50-8DE3-7C909BBA6C8B}" dt="2025-09-02T00:02:22.527" v="13646" actId="1076"/>
          <ac:picMkLst>
            <pc:docMk/>
            <pc:sldMk cId="1501585237" sldId="570"/>
            <ac:picMk id="105" creationId="{1304F307-254E-79A7-EF0C-22E6AC07B712}"/>
          </ac:picMkLst>
        </pc:picChg>
        <pc:inkChg chg="add mod">
          <ac:chgData name="Thompson, Brielle" userId="f0ea580a-03ee-4a63-bd84-436803179175" providerId="ADAL" clId="{93D6566C-B65D-4F50-8DE3-7C909BBA6C8B}" dt="2025-09-01T23:54:36.632" v="13445" actId="14100"/>
          <ac:inkMkLst>
            <pc:docMk/>
            <pc:sldMk cId="1501585237" sldId="570"/>
            <ac:inkMk id="21" creationId="{BB438CAD-8EF0-D84D-4120-2CC6D8FC491C}"/>
          </ac:inkMkLst>
        </pc:inkChg>
        <pc:inkChg chg="add mod">
          <ac:chgData name="Thompson, Brielle" userId="f0ea580a-03ee-4a63-bd84-436803179175" providerId="ADAL" clId="{93D6566C-B65D-4F50-8DE3-7C909BBA6C8B}" dt="2025-09-01T23:57:59.072" v="13540" actId="14100"/>
          <ac:inkMkLst>
            <pc:docMk/>
            <pc:sldMk cId="1501585237" sldId="570"/>
            <ac:inkMk id="44" creationId="{66CA2D96-D7A4-5D21-E373-1C6A8235B703}"/>
          </ac:inkMkLst>
        </pc:inkChg>
        <pc:inkChg chg="mod">
          <ac:chgData name="Thompson, Brielle" userId="f0ea580a-03ee-4a63-bd84-436803179175" providerId="ADAL" clId="{93D6566C-B65D-4F50-8DE3-7C909BBA6C8B}" dt="2025-09-02T00:01:48.128" v="13638" actId="14100"/>
          <ac:inkMkLst>
            <pc:docMk/>
            <pc:sldMk cId="1501585237" sldId="570"/>
            <ac:inkMk id="90" creationId="{FA2025E7-2B53-8D00-298E-6EA3CF2341E5}"/>
          </ac:inkMkLst>
        </pc:inkChg>
        <pc:cxnChg chg="add mod">
          <ac:chgData name="Thompson, Brielle" userId="f0ea580a-03ee-4a63-bd84-436803179175" providerId="ADAL" clId="{93D6566C-B65D-4F50-8DE3-7C909BBA6C8B}" dt="2025-09-01T23:53:22.776" v="13420" actId="1076"/>
          <ac:cxnSpMkLst>
            <pc:docMk/>
            <pc:sldMk cId="1501585237" sldId="570"/>
            <ac:cxnSpMk id="7" creationId="{0CBCC7D4-96E6-BC66-C1A5-21FCA5B64EE6}"/>
          </ac:cxnSpMkLst>
        </pc:cxnChg>
        <pc:cxnChg chg="add mod">
          <ac:chgData name="Thompson, Brielle" userId="f0ea580a-03ee-4a63-bd84-436803179175" providerId="ADAL" clId="{93D6566C-B65D-4F50-8DE3-7C909BBA6C8B}" dt="2025-09-01T23:53:22.776" v="13420" actId="1076"/>
          <ac:cxnSpMkLst>
            <pc:docMk/>
            <pc:sldMk cId="1501585237" sldId="570"/>
            <ac:cxnSpMk id="9" creationId="{6D832770-7E74-14BF-F395-7814EF1A905D}"/>
          </ac:cxnSpMkLst>
        </pc:cxnChg>
        <pc:cxnChg chg="add mod">
          <ac:chgData name="Thompson, Brielle" userId="f0ea580a-03ee-4a63-bd84-436803179175" providerId="ADAL" clId="{93D6566C-B65D-4F50-8DE3-7C909BBA6C8B}" dt="2025-09-01T23:58:53.679" v="13553" actId="1076"/>
          <ac:cxnSpMkLst>
            <pc:docMk/>
            <pc:sldMk cId="1501585237" sldId="570"/>
            <ac:cxnSpMk id="30" creationId="{7E73394C-CB38-F127-3A19-B3995E7320F4}"/>
          </ac:cxnSpMkLst>
        </pc:cxnChg>
        <pc:cxnChg chg="add mod">
          <ac:chgData name="Thompson, Brielle" userId="f0ea580a-03ee-4a63-bd84-436803179175" providerId="ADAL" clId="{93D6566C-B65D-4F50-8DE3-7C909BBA6C8B}" dt="2025-09-01T23:57:02.930" v="13516" actId="1076"/>
          <ac:cxnSpMkLst>
            <pc:docMk/>
            <pc:sldMk cId="1501585237" sldId="570"/>
            <ac:cxnSpMk id="41" creationId="{AF830EAA-48FF-03E7-B54A-17C49DDA2FC8}"/>
          </ac:cxnSpMkLst>
        </pc:cxnChg>
        <pc:cxnChg chg="add mod">
          <ac:chgData name="Thompson, Brielle" userId="f0ea580a-03ee-4a63-bd84-436803179175" providerId="ADAL" clId="{93D6566C-B65D-4F50-8DE3-7C909BBA6C8B}" dt="2025-09-02T00:04:19.995" v="13684" actId="1076"/>
          <ac:cxnSpMkLst>
            <pc:docMk/>
            <pc:sldMk cId="1501585237" sldId="570"/>
            <ac:cxnSpMk id="42" creationId="{5CBBA7BF-FC2F-3A7E-0C23-3C82C4A51DDF}"/>
          </ac:cxnSpMkLst>
        </pc:cxnChg>
        <pc:cxnChg chg="add mod">
          <ac:chgData name="Thompson, Brielle" userId="f0ea580a-03ee-4a63-bd84-436803179175" providerId="ADAL" clId="{93D6566C-B65D-4F50-8DE3-7C909BBA6C8B}" dt="2025-09-01T23:58:42.080" v="13551" actId="1076"/>
          <ac:cxnSpMkLst>
            <pc:docMk/>
            <pc:sldMk cId="1501585237" sldId="570"/>
            <ac:cxnSpMk id="46" creationId="{F79AC487-7CDA-A39A-3EB5-15E514146783}"/>
          </ac:cxnSpMkLst>
        </pc:cxnChg>
        <pc:cxnChg chg="add mod">
          <ac:chgData name="Thompson, Brielle" userId="f0ea580a-03ee-4a63-bd84-436803179175" providerId="ADAL" clId="{93D6566C-B65D-4F50-8DE3-7C909BBA6C8B}" dt="2025-09-01T23:58:53.679" v="13553" actId="1076"/>
          <ac:cxnSpMkLst>
            <pc:docMk/>
            <pc:sldMk cId="1501585237" sldId="570"/>
            <ac:cxnSpMk id="49" creationId="{FB63AB23-4D61-A873-246B-1C15782245FB}"/>
          </ac:cxnSpMkLst>
        </pc:cxnChg>
        <pc:cxnChg chg="add mod">
          <ac:chgData name="Thompson, Brielle" userId="f0ea580a-03ee-4a63-bd84-436803179175" providerId="ADAL" clId="{93D6566C-B65D-4F50-8DE3-7C909BBA6C8B}" dt="2025-09-01T23:58:49.792" v="13552" actId="1076"/>
          <ac:cxnSpMkLst>
            <pc:docMk/>
            <pc:sldMk cId="1501585237" sldId="570"/>
            <ac:cxnSpMk id="52" creationId="{153C4656-FA0F-39A9-79CA-7468172BD4FA}"/>
          </ac:cxnSpMkLst>
        </pc:cxnChg>
        <pc:cxnChg chg="add mod">
          <ac:chgData name="Thompson, Brielle" userId="f0ea580a-03ee-4a63-bd84-436803179175" providerId="ADAL" clId="{93D6566C-B65D-4F50-8DE3-7C909BBA6C8B}" dt="2025-09-02T00:01:15.794" v="13631" actId="1076"/>
          <ac:cxnSpMkLst>
            <pc:docMk/>
            <pc:sldMk cId="1501585237" sldId="570"/>
            <ac:cxnSpMk id="100" creationId="{2598D5E8-2D70-B748-FDAB-EA625825BCA6}"/>
          </ac:cxnSpMkLst>
        </pc:cxnChg>
        <pc:cxnChg chg="add mod">
          <ac:chgData name="Thompson, Brielle" userId="f0ea580a-03ee-4a63-bd84-436803179175" providerId="ADAL" clId="{93D6566C-B65D-4F50-8DE3-7C909BBA6C8B}" dt="2025-09-02T00:01:36.178" v="13636" actId="1582"/>
          <ac:cxnSpMkLst>
            <pc:docMk/>
            <pc:sldMk cId="1501585237" sldId="570"/>
            <ac:cxnSpMk id="102" creationId="{A1BEA952-28EA-B067-2DC2-383418AE6FDC}"/>
          </ac:cxnSpMkLst>
        </pc:cxnChg>
      </pc:sldChg>
      <pc:sldChg chg="addSp modSp new mod">
        <pc:chgData name="Thompson, Brielle" userId="f0ea580a-03ee-4a63-bd84-436803179175" providerId="ADAL" clId="{93D6566C-B65D-4F50-8DE3-7C909BBA6C8B}" dt="2025-09-01T23:00:39.161" v="10950" actId="1076"/>
        <pc:sldMkLst>
          <pc:docMk/>
          <pc:sldMk cId="3624334240" sldId="571"/>
        </pc:sldMkLst>
        <pc:spChg chg="mod">
          <ac:chgData name="Thompson, Brielle" userId="f0ea580a-03ee-4a63-bd84-436803179175" providerId="ADAL" clId="{93D6566C-B65D-4F50-8DE3-7C909BBA6C8B}" dt="2025-09-01T23:00:39.161" v="10950" actId="1076"/>
          <ac:spMkLst>
            <pc:docMk/>
            <pc:sldMk cId="3624334240" sldId="571"/>
            <ac:spMk id="2" creationId="{720F32ED-7B44-FDD5-62EC-5FCB487835C7}"/>
          </ac:spMkLst>
        </pc:spChg>
        <pc:spChg chg="mod">
          <ac:chgData name="Thompson, Brielle" userId="f0ea580a-03ee-4a63-bd84-436803179175" providerId="ADAL" clId="{93D6566C-B65D-4F50-8DE3-7C909BBA6C8B}" dt="2025-09-01T22:59:37.651" v="10871" actId="1076"/>
          <ac:spMkLst>
            <pc:docMk/>
            <pc:sldMk cId="3624334240" sldId="571"/>
            <ac:spMk id="17" creationId="{3CD8AD5F-4C6B-C8D1-52A1-0E9DE4EDA681}"/>
          </ac:spMkLst>
        </pc:spChg>
        <pc:spChg chg="mod">
          <ac:chgData name="Thompson, Brielle" userId="f0ea580a-03ee-4a63-bd84-436803179175" providerId="ADAL" clId="{93D6566C-B65D-4F50-8DE3-7C909BBA6C8B}" dt="2025-09-01T22:59:37.651" v="10871" actId="1076"/>
          <ac:spMkLst>
            <pc:docMk/>
            <pc:sldMk cId="3624334240" sldId="571"/>
            <ac:spMk id="24" creationId="{2764B806-2F15-68B1-4F73-2717E0244B14}"/>
          </ac:spMkLst>
        </pc:spChg>
        <pc:spChg chg="add mod">
          <ac:chgData name="Thompson, Brielle" userId="f0ea580a-03ee-4a63-bd84-436803179175" providerId="ADAL" clId="{93D6566C-B65D-4F50-8DE3-7C909BBA6C8B}" dt="2025-09-01T22:59:37.651" v="10871" actId="1076"/>
          <ac:spMkLst>
            <pc:docMk/>
            <pc:sldMk cId="3624334240" sldId="571"/>
            <ac:spMk id="28" creationId="{9454DEE9-FB5E-DA38-A599-356249292E7A}"/>
          </ac:spMkLst>
        </pc:spChg>
        <pc:spChg chg="mod">
          <ac:chgData name="Thompson, Brielle" userId="f0ea580a-03ee-4a63-bd84-436803179175" providerId="ADAL" clId="{93D6566C-B65D-4F50-8DE3-7C909BBA6C8B}" dt="2025-09-01T22:59:37.651" v="10871" actId="1076"/>
          <ac:spMkLst>
            <pc:docMk/>
            <pc:sldMk cId="3624334240" sldId="571"/>
            <ac:spMk id="37" creationId="{BF0A02F1-02A8-70E9-64D5-35365E2CC467}"/>
          </ac:spMkLst>
        </pc:spChg>
        <pc:spChg chg="mod">
          <ac:chgData name="Thompson, Brielle" userId="f0ea580a-03ee-4a63-bd84-436803179175" providerId="ADAL" clId="{93D6566C-B65D-4F50-8DE3-7C909BBA6C8B}" dt="2025-09-01T22:59:37.651" v="10871" actId="1076"/>
          <ac:spMkLst>
            <pc:docMk/>
            <pc:sldMk cId="3624334240" sldId="571"/>
            <ac:spMk id="72" creationId="{8BF4D76A-D18E-0829-39D5-08C2423BEDE1}"/>
          </ac:spMkLst>
        </pc:spChg>
        <pc:spChg chg="mod">
          <ac:chgData name="Thompson, Brielle" userId="f0ea580a-03ee-4a63-bd84-436803179175" providerId="ADAL" clId="{93D6566C-B65D-4F50-8DE3-7C909BBA6C8B}" dt="2025-09-01T22:59:37.651" v="10871" actId="1076"/>
          <ac:spMkLst>
            <pc:docMk/>
            <pc:sldMk cId="3624334240" sldId="571"/>
            <ac:spMk id="79" creationId="{5822DD86-DEED-B6C6-A81D-711C92D7B754}"/>
          </ac:spMkLst>
        </pc:spChg>
        <pc:spChg chg="mod">
          <ac:chgData name="Thompson, Brielle" userId="f0ea580a-03ee-4a63-bd84-436803179175" providerId="ADAL" clId="{93D6566C-B65D-4F50-8DE3-7C909BBA6C8B}" dt="2025-09-01T22:59:37.651" v="10871" actId="1076"/>
          <ac:spMkLst>
            <pc:docMk/>
            <pc:sldMk cId="3624334240" sldId="571"/>
            <ac:spMk id="83" creationId="{F6FE1C08-457A-FF83-8916-4828ECE091BD}"/>
          </ac:spMkLst>
        </pc:spChg>
        <pc:spChg chg="mod">
          <ac:chgData name="Thompson, Brielle" userId="f0ea580a-03ee-4a63-bd84-436803179175" providerId="ADAL" clId="{93D6566C-B65D-4F50-8DE3-7C909BBA6C8B}" dt="2025-09-01T22:59:37.651" v="10871" actId="1076"/>
          <ac:spMkLst>
            <pc:docMk/>
            <pc:sldMk cId="3624334240" sldId="571"/>
            <ac:spMk id="101" creationId="{C701DA61-05EF-D696-D36A-E2FF6177B523}"/>
          </ac:spMkLst>
        </pc:spChg>
        <pc:spChg chg="mod">
          <ac:chgData name="Thompson, Brielle" userId="f0ea580a-03ee-4a63-bd84-436803179175" providerId="ADAL" clId="{93D6566C-B65D-4F50-8DE3-7C909BBA6C8B}" dt="2025-09-01T22:59:37.651" v="10871" actId="1076"/>
          <ac:spMkLst>
            <pc:docMk/>
            <pc:sldMk cId="3624334240" sldId="571"/>
            <ac:spMk id="102" creationId="{B5924168-6B4E-F240-693B-8E42C46D99BE}"/>
          </ac:spMkLst>
        </pc:spChg>
        <pc:spChg chg="add mod">
          <ac:chgData name="Thompson, Brielle" userId="f0ea580a-03ee-4a63-bd84-436803179175" providerId="ADAL" clId="{93D6566C-B65D-4F50-8DE3-7C909BBA6C8B}" dt="2025-09-01T22:59:37.651" v="10871" actId="1076"/>
          <ac:spMkLst>
            <pc:docMk/>
            <pc:sldMk cId="3624334240" sldId="571"/>
            <ac:spMk id="108" creationId="{F7819282-BC18-823D-A31E-39CD6CAA8658}"/>
          </ac:spMkLst>
        </pc:spChg>
        <pc:spChg chg="add mod">
          <ac:chgData name="Thompson, Brielle" userId="f0ea580a-03ee-4a63-bd84-436803179175" providerId="ADAL" clId="{93D6566C-B65D-4F50-8DE3-7C909BBA6C8B}" dt="2025-09-01T22:59:29.784" v="10870"/>
          <ac:spMkLst>
            <pc:docMk/>
            <pc:sldMk cId="3624334240" sldId="571"/>
            <ac:spMk id="112" creationId="{EF9843D3-F901-2DA8-6DF9-F6D78AAE9933}"/>
          </ac:spMkLst>
        </pc:spChg>
      </pc:sldChg>
      <pc:sldChg chg="addSp modSp new del mod">
        <pc:chgData name="Thompson, Brielle" userId="f0ea580a-03ee-4a63-bd84-436803179175" providerId="ADAL" clId="{93D6566C-B65D-4F50-8DE3-7C909BBA6C8B}" dt="2025-09-01T23:03:46.786" v="11252" actId="47"/>
        <pc:sldMkLst>
          <pc:docMk/>
          <pc:sldMk cId="640981394" sldId="572"/>
        </pc:sldMkLst>
      </pc:sldChg>
      <pc:sldChg chg="addSp delSp modSp new del mod">
        <pc:chgData name="Thompson, Brielle" userId="f0ea580a-03ee-4a63-bd84-436803179175" providerId="ADAL" clId="{93D6566C-B65D-4F50-8DE3-7C909BBA6C8B}" dt="2025-09-01T22:53:55.468" v="10779" actId="680"/>
        <pc:sldMkLst>
          <pc:docMk/>
          <pc:sldMk cId="2261665161" sldId="573"/>
        </pc:sldMkLst>
      </pc:sldChg>
      <pc:sldChg chg="addSp delSp modSp new mod">
        <pc:chgData name="Thompson, Brielle" userId="f0ea580a-03ee-4a63-bd84-436803179175" providerId="ADAL" clId="{93D6566C-B65D-4F50-8DE3-7C909BBA6C8B}" dt="2025-09-01T23:04:24.260" v="11254" actId="12"/>
        <pc:sldMkLst>
          <pc:docMk/>
          <pc:sldMk cId="2877986022" sldId="573"/>
        </pc:sldMkLst>
        <pc:spChg chg="mod">
          <ac:chgData name="Thompson, Brielle" userId="f0ea580a-03ee-4a63-bd84-436803179175" providerId="ADAL" clId="{93D6566C-B65D-4F50-8DE3-7C909BBA6C8B}" dt="2025-09-01T22:57:30.353" v="10812" actId="20577"/>
          <ac:spMkLst>
            <pc:docMk/>
            <pc:sldMk cId="2877986022" sldId="573"/>
            <ac:spMk id="2" creationId="{41EC97AE-9C74-146B-DFFF-FC22D01F49CD}"/>
          </ac:spMkLst>
        </pc:spChg>
        <pc:spChg chg="mod">
          <ac:chgData name="Thompson, Brielle" userId="f0ea580a-03ee-4a63-bd84-436803179175" providerId="ADAL" clId="{93D6566C-B65D-4F50-8DE3-7C909BBA6C8B}" dt="2025-09-01T23:04:24.260" v="11254" actId="12"/>
          <ac:spMkLst>
            <pc:docMk/>
            <pc:sldMk cId="2877986022" sldId="573"/>
            <ac:spMk id="3" creationId="{AE1B6B27-14AF-F0C0-B93A-002F3B20E454}"/>
          </ac:spMkLst>
        </pc:spChg>
        <pc:spChg chg="add mod">
          <ac:chgData name="Thompson, Brielle" userId="f0ea580a-03ee-4a63-bd84-436803179175" providerId="ADAL" clId="{93D6566C-B65D-4F50-8DE3-7C909BBA6C8B}" dt="2025-09-01T22:58:34.096" v="10850" actId="1076"/>
          <ac:spMkLst>
            <pc:docMk/>
            <pc:sldMk cId="2877986022" sldId="573"/>
            <ac:spMk id="6" creationId="{23546333-E4E0-3616-01C7-B2E81686A992}"/>
          </ac:spMkLst>
        </pc:spChg>
      </pc:sldChg>
      <pc:sldChg chg="addSp modSp new mod">
        <pc:chgData name="Thompson, Brielle" userId="f0ea580a-03ee-4a63-bd84-436803179175" providerId="ADAL" clId="{93D6566C-B65D-4F50-8DE3-7C909BBA6C8B}" dt="2025-09-01T23:00:30.876" v="10949" actId="122"/>
        <pc:sldMkLst>
          <pc:docMk/>
          <pc:sldMk cId="3600819687" sldId="574"/>
        </pc:sldMkLst>
        <pc:spChg chg="mod">
          <ac:chgData name="Thompson, Brielle" userId="f0ea580a-03ee-4a63-bd84-436803179175" providerId="ADAL" clId="{93D6566C-B65D-4F50-8DE3-7C909BBA6C8B}" dt="2025-09-01T23:00:30.876" v="10949" actId="122"/>
          <ac:spMkLst>
            <pc:docMk/>
            <pc:sldMk cId="3600819687" sldId="574"/>
            <ac:spMk id="2" creationId="{36596F8B-B5B9-E4AE-4D81-8E9FB0503683}"/>
          </ac:spMkLst>
        </pc:spChg>
        <pc:picChg chg="add mod">
          <ac:chgData name="Thompson, Brielle" userId="f0ea580a-03ee-4a63-bd84-436803179175" providerId="ADAL" clId="{93D6566C-B65D-4F50-8DE3-7C909BBA6C8B}" dt="2025-09-01T23:00:22.743" v="10936" actId="1076"/>
          <ac:picMkLst>
            <pc:docMk/>
            <pc:sldMk cId="3600819687" sldId="574"/>
            <ac:picMk id="3" creationId="{4757AECD-A464-C0CF-ECB4-415D72B76A02}"/>
          </ac:picMkLst>
        </pc:picChg>
        <pc:picChg chg="add mod">
          <ac:chgData name="Thompson, Brielle" userId="f0ea580a-03ee-4a63-bd84-436803179175" providerId="ADAL" clId="{93D6566C-B65D-4F50-8DE3-7C909BBA6C8B}" dt="2025-09-01T23:00:22.743" v="10936" actId="1076"/>
          <ac:picMkLst>
            <pc:docMk/>
            <pc:sldMk cId="3600819687" sldId="574"/>
            <ac:picMk id="4" creationId="{8CAB1EEF-0288-A2C2-BC93-5E1CD407DFA6}"/>
          </ac:picMkLst>
        </pc:picChg>
      </pc:sldChg>
      <pc:sldChg chg="addSp modSp add mod">
        <pc:chgData name="Thompson, Brielle" userId="f0ea580a-03ee-4a63-bd84-436803179175" providerId="ADAL" clId="{93D6566C-B65D-4F50-8DE3-7C909BBA6C8B}" dt="2025-09-08T15:42:28.343" v="13695" actId="14100"/>
        <pc:sldMkLst>
          <pc:docMk/>
          <pc:sldMk cId="1363777786" sldId="575"/>
        </pc:sldMkLst>
        <pc:spChg chg="mod">
          <ac:chgData name="Thompson, Brielle" userId="f0ea580a-03ee-4a63-bd84-436803179175" providerId="ADAL" clId="{93D6566C-B65D-4F50-8DE3-7C909BBA6C8B}" dt="2025-09-08T15:42:28.343" v="13695" actId="14100"/>
          <ac:spMkLst>
            <pc:docMk/>
            <pc:sldMk cId="1363777786" sldId="575"/>
            <ac:spMk id="3" creationId="{480A5825-6289-97C2-24D4-DDFA5B08DD32}"/>
          </ac:spMkLst>
        </pc:spChg>
        <pc:spChg chg="add mod">
          <ac:chgData name="Thompson, Brielle" userId="f0ea580a-03ee-4a63-bd84-436803179175" providerId="ADAL" clId="{93D6566C-B65D-4F50-8DE3-7C909BBA6C8B}" dt="2025-09-01T23:03:29.809" v="11251" actId="1076"/>
          <ac:spMkLst>
            <pc:docMk/>
            <pc:sldMk cId="1363777786" sldId="575"/>
            <ac:spMk id="5" creationId="{F430D523-87C5-24FA-D2E2-04250C3B199B}"/>
          </ac:spMkLst>
        </pc:spChg>
        <pc:cxnChg chg="add mod">
          <ac:chgData name="Thompson, Brielle" userId="f0ea580a-03ee-4a63-bd84-436803179175" providerId="ADAL" clId="{93D6566C-B65D-4F50-8DE3-7C909BBA6C8B}" dt="2025-09-01T23:03:20.041" v="11247" actId="14100"/>
          <ac:cxnSpMkLst>
            <pc:docMk/>
            <pc:sldMk cId="1363777786" sldId="575"/>
            <ac:cxnSpMk id="11" creationId="{ADCAB71A-0FF5-FB54-78D5-1D0639D45164}"/>
          </ac:cxnSpMkLst>
        </pc:cxnChg>
      </pc:sldChg>
      <pc:sldChg chg="addSp modSp new mod">
        <pc:chgData name="Thompson, Brielle" userId="f0ea580a-03ee-4a63-bd84-436803179175" providerId="ADAL" clId="{93D6566C-B65D-4F50-8DE3-7C909BBA6C8B}" dt="2025-09-01T23:32:17.768" v="12484" actId="20577"/>
        <pc:sldMkLst>
          <pc:docMk/>
          <pc:sldMk cId="1699225056" sldId="576"/>
        </pc:sldMkLst>
        <pc:spChg chg="mod">
          <ac:chgData name="Thompson, Brielle" userId="f0ea580a-03ee-4a63-bd84-436803179175" providerId="ADAL" clId="{93D6566C-B65D-4F50-8DE3-7C909BBA6C8B}" dt="2025-09-01T23:16:37.163" v="11435" actId="20577"/>
          <ac:spMkLst>
            <pc:docMk/>
            <pc:sldMk cId="1699225056" sldId="576"/>
            <ac:spMk id="2" creationId="{F39DD0A2-D5DD-D302-059E-94E354FD3627}"/>
          </ac:spMkLst>
        </pc:spChg>
        <pc:spChg chg="add mod">
          <ac:chgData name="Thompson, Brielle" userId="f0ea580a-03ee-4a63-bd84-436803179175" providerId="ADAL" clId="{93D6566C-B65D-4F50-8DE3-7C909BBA6C8B}" dt="2025-09-01T23:22:07.920" v="11847" actId="1076"/>
          <ac:spMkLst>
            <pc:docMk/>
            <pc:sldMk cId="1699225056" sldId="576"/>
            <ac:spMk id="3" creationId="{E7E24645-FAE6-D1DD-97AD-E9837AB67C5C}"/>
          </ac:spMkLst>
        </pc:spChg>
        <pc:spChg chg="add mod">
          <ac:chgData name="Thompson, Brielle" userId="f0ea580a-03ee-4a63-bd84-436803179175" providerId="ADAL" clId="{93D6566C-B65D-4F50-8DE3-7C909BBA6C8B}" dt="2025-09-01T23:32:17.768" v="12484" actId="20577"/>
          <ac:spMkLst>
            <pc:docMk/>
            <pc:sldMk cId="1699225056" sldId="576"/>
            <ac:spMk id="4" creationId="{92A55954-A165-6906-20E5-B90C67714563}"/>
          </ac:spMkLst>
        </pc:spChg>
      </pc:sldChg>
      <pc:sldChg chg="addSp delSp modSp add mod">
        <pc:chgData name="Thompson, Brielle" userId="f0ea580a-03ee-4a63-bd84-436803179175" providerId="ADAL" clId="{93D6566C-B65D-4F50-8DE3-7C909BBA6C8B}" dt="2025-09-01T23:33:29.783" v="12513" actId="1076"/>
        <pc:sldMkLst>
          <pc:docMk/>
          <pc:sldMk cId="1132613530" sldId="577"/>
        </pc:sldMkLst>
        <pc:spChg chg="mod">
          <ac:chgData name="Thompson, Brielle" userId="f0ea580a-03ee-4a63-bd84-436803179175" providerId="ADAL" clId="{93D6566C-B65D-4F50-8DE3-7C909BBA6C8B}" dt="2025-09-01T23:17:44.824" v="11607" actId="20577"/>
          <ac:spMkLst>
            <pc:docMk/>
            <pc:sldMk cId="1132613530" sldId="577"/>
            <ac:spMk id="2" creationId="{39F0E50C-97B5-AAC2-FD60-4A18554F6EE0}"/>
          </ac:spMkLst>
        </pc:spChg>
        <pc:spChg chg="add mod">
          <ac:chgData name="Thompson, Brielle" userId="f0ea580a-03ee-4a63-bd84-436803179175" providerId="ADAL" clId="{93D6566C-B65D-4F50-8DE3-7C909BBA6C8B}" dt="2025-09-01T23:33:29.783" v="12513" actId="1076"/>
          <ac:spMkLst>
            <pc:docMk/>
            <pc:sldMk cId="1132613530" sldId="577"/>
            <ac:spMk id="114" creationId="{C01892B5-6DB3-4134-A5BF-5C309C560812}"/>
          </ac:spMkLst>
        </pc:spChg>
        <pc:picChg chg="add mod">
          <ac:chgData name="Thompson, Brielle" userId="f0ea580a-03ee-4a63-bd84-436803179175" providerId="ADAL" clId="{93D6566C-B65D-4F50-8DE3-7C909BBA6C8B}" dt="2025-09-01T23:18:06.575" v="11610" actId="1076"/>
          <ac:picMkLst>
            <pc:docMk/>
            <pc:sldMk cId="1132613530" sldId="577"/>
            <ac:picMk id="113" creationId="{314E5F69-CE95-90D4-413B-7B5FEE91C224}"/>
          </ac:picMkLst>
        </pc:picChg>
      </pc:sldChg>
      <pc:sldChg chg="addSp delSp modSp add mod">
        <pc:chgData name="Thompson, Brielle" userId="f0ea580a-03ee-4a63-bd84-436803179175" providerId="ADAL" clId="{93D6566C-B65D-4F50-8DE3-7C909BBA6C8B}" dt="2025-09-01T23:42:11.146" v="13268" actId="20577"/>
        <pc:sldMkLst>
          <pc:docMk/>
          <pc:sldMk cId="3003724415" sldId="578"/>
        </pc:sldMkLst>
        <pc:spChg chg="mod">
          <ac:chgData name="Thompson, Brielle" userId="f0ea580a-03ee-4a63-bd84-436803179175" providerId="ADAL" clId="{93D6566C-B65D-4F50-8DE3-7C909BBA6C8B}" dt="2025-09-01T23:38:36.959" v="12982" actId="20577"/>
          <ac:spMkLst>
            <pc:docMk/>
            <pc:sldMk cId="3003724415" sldId="578"/>
            <ac:spMk id="2" creationId="{7D15CDA3-8232-E5CD-0025-DD0AA124ADDE}"/>
          </ac:spMkLst>
        </pc:spChg>
        <pc:spChg chg="add mod">
          <ac:chgData name="Thompson, Brielle" userId="f0ea580a-03ee-4a63-bd84-436803179175" providerId="ADAL" clId="{93D6566C-B65D-4F50-8DE3-7C909BBA6C8B}" dt="2025-09-01T23:38:54.353" v="12989" actId="1076"/>
          <ac:spMkLst>
            <pc:docMk/>
            <pc:sldMk cId="3003724415" sldId="578"/>
            <ac:spMk id="3" creationId="{5CD3136B-7C0A-2124-76E9-88A97CB9DE82}"/>
          </ac:spMkLst>
        </pc:spChg>
        <pc:spChg chg="add mod">
          <ac:chgData name="Thompson, Brielle" userId="f0ea580a-03ee-4a63-bd84-436803179175" providerId="ADAL" clId="{93D6566C-B65D-4F50-8DE3-7C909BBA6C8B}" dt="2025-09-01T23:38:58.736" v="12990" actId="1076"/>
          <ac:spMkLst>
            <pc:docMk/>
            <pc:sldMk cId="3003724415" sldId="578"/>
            <ac:spMk id="5" creationId="{C6FFA3CA-C99F-2748-F583-D1F20F014E24}"/>
          </ac:spMkLst>
        </pc:spChg>
        <pc:spChg chg="add mod">
          <ac:chgData name="Thompson, Brielle" userId="f0ea580a-03ee-4a63-bd84-436803179175" providerId="ADAL" clId="{93D6566C-B65D-4F50-8DE3-7C909BBA6C8B}" dt="2025-09-01T23:38:58.736" v="12990" actId="1076"/>
          <ac:spMkLst>
            <pc:docMk/>
            <pc:sldMk cId="3003724415" sldId="578"/>
            <ac:spMk id="7" creationId="{87C81E12-CE7F-2891-1628-DE30E66D02EE}"/>
          </ac:spMkLst>
        </pc:spChg>
        <pc:spChg chg="add mod">
          <ac:chgData name="Thompson, Brielle" userId="f0ea580a-03ee-4a63-bd84-436803179175" providerId="ADAL" clId="{93D6566C-B65D-4F50-8DE3-7C909BBA6C8B}" dt="2025-09-01T23:38:58.736" v="12990" actId="1076"/>
          <ac:spMkLst>
            <pc:docMk/>
            <pc:sldMk cId="3003724415" sldId="578"/>
            <ac:spMk id="8" creationId="{7F8C578D-C3C7-C58D-ADE9-A193377BD7DB}"/>
          </ac:spMkLst>
        </pc:spChg>
        <pc:spChg chg="add mod">
          <ac:chgData name="Thompson, Brielle" userId="f0ea580a-03ee-4a63-bd84-436803179175" providerId="ADAL" clId="{93D6566C-B65D-4F50-8DE3-7C909BBA6C8B}" dt="2025-09-01T23:41:57.408" v="13264" actId="1076"/>
          <ac:spMkLst>
            <pc:docMk/>
            <pc:sldMk cId="3003724415" sldId="578"/>
            <ac:spMk id="9" creationId="{C5B9898F-C430-75E2-9984-6BFB45E51D7F}"/>
          </ac:spMkLst>
        </pc:spChg>
        <pc:spChg chg="add mod ord">
          <ac:chgData name="Thompson, Brielle" userId="f0ea580a-03ee-4a63-bd84-436803179175" providerId="ADAL" clId="{93D6566C-B65D-4F50-8DE3-7C909BBA6C8B}" dt="2025-09-01T23:42:01.272" v="13265" actId="1076"/>
          <ac:spMkLst>
            <pc:docMk/>
            <pc:sldMk cId="3003724415" sldId="578"/>
            <ac:spMk id="11" creationId="{493E50AF-F65E-5746-24A1-5A3343BFFC3A}"/>
          </ac:spMkLst>
        </pc:spChg>
        <pc:spChg chg="add mod">
          <ac:chgData name="Thompson, Brielle" userId="f0ea580a-03ee-4a63-bd84-436803179175" providerId="ADAL" clId="{93D6566C-B65D-4F50-8DE3-7C909BBA6C8B}" dt="2025-09-01T23:42:11.146" v="13268" actId="20577"/>
          <ac:spMkLst>
            <pc:docMk/>
            <pc:sldMk cId="3003724415" sldId="578"/>
            <ac:spMk id="12" creationId="{C7CA11FC-DD2E-3184-B99A-4CF38A436C6F}"/>
          </ac:spMkLst>
        </pc:spChg>
        <pc:picChg chg="add mod">
          <ac:chgData name="Thompson, Brielle" userId="f0ea580a-03ee-4a63-bd84-436803179175" providerId="ADAL" clId="{93D6566C-B65D-4F50-8DE3-7C909BBA6C8B}" dt="2025-09-01T23:38:58.736" v="12990" actId="1076"/>
          <ac:picMkLst>
            <pc:docMk/>
            <pc:sldMk cId="3003724415" sldId="578"/>
            <ac:picMk id="6" creationId="{300C8AFA-4E1B-67D4-EE92-38E9B5E3230C}"/>
          </ac:picMkLst>
        </pc:picChg>
        <pc:picChg chg="add mod">
          <ac:chgData name="Thompson, Brielle" userId="f0ea580a-03ee-4a63-bd84-436803179175" providerId="ADAL" clId="{93D6566C-B65D-4F50-8DE3-7C909BBA6C8B}" dt="2025-09-01T23:41:52.799" v="13263" actId="1076"/>
          <ac:picMkLst>
            <pc:docMk/>
            <pc:sldMk cId="3003724415" sldId="578"/>
            <ac:picMk id="13" creationId="{12DB1193-9361-D8B1-4975-38462EBAD97E}"/>
          </ac:picMkLst>
        </pc:picChg>
      </pc:sldChg>
      <pc:sldChg chg="addSp modSp new mod">
        <pc:chgData name="Thompson, Brielle" userId="f0ea580a-03ee-4a63-bd84-436803179175" providerId="ADAL" clId="{93D6566C-B65D-4F50-8DE3-7C909BBA6C8B}" dt="2025-09-01T23:23:58.624" v="11981" actId="14100"/>
        <pc:sldMkLst>
          <pc:docMk/>
          <pc:sldMk cId="328693160" sldId="579"/>
        </pc:sldMkLst>
        <pc:spChg chg="mod">
          <ac:chgData name="Thompson, Brielle" userId="f0ea580a-03ee-4a63-bd84-436803179175" providerId="ADAL" clId="{93D6566C-B65D-4F50-8DE3-7C909BBA6C8B}" dt="2025-09-01T23:23:58.624" v="11981" actId="14100"/>
          <ac:spMkLst>
            <pc:docMk/>
            <pc:sldMk cId="328693160" sldId="579"/>
            <ac:spMk id="2" creationId="{494B7362-20BF-85FF-8E16-4BF2CE208064}"/>
          </ac:spMkLst>
        </pc:spChg>
        <pc:spChg chg="mod">
          <ac:chgData name="Thompson, Brielle" userId="f0ea580a-03ee-4a63-bd84-436803179175" providerId="ADAL" clId="{93D6566C-B65D-4F50-8DE3-7C909BBA6C8B}" dt="2025-09-01T23:23:24.999" v="11933" actId="27636"/>
          <ac:spMkLst>
            <pc:docMk/>
            <pc:sldMk cId="328693160" sldId="579"/>
            <ac:spMk id="3" creationId="{7075EFAC-0DBB-01FA-2B9E-827DDFB02AC8}"/>
          </ac:spMkLst>
        </pc:spChg>
        <pc:spChg chg="add mod">
          <ac:chgData name="Thompson, Brielle" userId="f0ea580a-03ee-4a63-bd84-436803179175" providerId="ADAL" clId="{93D6566C-B65D-4F50-8DE3-7C909BBA6C8B}" dt="2025-09-01T23:23:39.800" v="11936"/>
          <ac:spMkLst>
            <pc:docMk/>
            <pc:sldMk cId="328693160" sldId="579"/>
            <ac:spMk id="4" creationId="{7060111E-46AB-7089-4015-8B106F1E6362}"/>
          </ac:spMkLst>
        </pc:spChg>
      </pc:sldChg>
      <pc:sldChg chg="addSp delSp modSp add mod">
        <pc:chgData name="Thompson, Brielle" userId="f0ea580a-03ee-4a63-bd84-436803179175" providerId="ADAL" clId="{93D6566C-B65D-4F50-8DE3-7C909BBA6C8B}" dt="2025-09-01T23:24:33.720" v="11997" actId="1076"/>
        <pc:sldMkLst>
          <pc:docMk/>
          <pc:sldMk cId="117066544" sldId="580"/>
        </pc:sldMkLst>
        <pc:spChg chg="add mod">
          <ac:chgData name="Thompson, Brielle" userId="f0ea580a-03ee-4a63-bd84-436803179175" providerId="ADAL" clId="{93D6566C-B65D-4F50-8DE3-7C909BBA6C8B}" dt="2025-09-01T23:24:33.720" v="11997" actId="1076"/>
          <ac:spMkLst>
            <pc:docMk/>
            <pc:sldMk cId="117066544" sldId="580"/>
            <ac:spMk id="7" creationId="{D1076D4B-A737-EE31-085F-B740072C40F5}"/>
          </ac:spMkLst>
        </pc:spChg>
        <pc:picChg chg="add mod">
          <ac:chgData name="Thompson, Brielle" userId="f0ea580a-03ee-4a63-bd84-436803179175" providerId="ADAL" clId="{93D6566C-B65D-4F50-8DE3-7C909BBA6C8B}" dt="2025-09-01T23:24:12.639" v="11987" actId="14100"/>
          <ac:picMkLst>
            <pc:docMk/>
            <pc:sldMk cId="117066544" sldId="580"/>
            <ac:picMk id="5" creationId="{1254570D-82CC-ECFE-714D-5C5C68C5E117}"/>
          </ac:picMkLst>
        </pc:picChg>
      </pc:sldChg>
      <pc:sldChg chg="addSp modSp new mod">
        <pc:chgData name="Thompson, Brielle" userId="f0ea580a-03ee-4a63-bd84-436803179175" providerId="ADAL" clId="{93D6566C-B65D-4F50-8DE3-7C909BBA6C8B}" dt="2025-09-08T18:35:38.065" v="13750" actId="1076"/>
        <pc:sldMkLst>
          <pc:docMk/>
          <pc:sldMk cId="1572298148" sldId="581"/>
        </pc:sldMkLst>
        <pc:spChg chg="mod">
          <ac:chgData name="Thompson, Brielle" userId="f0ea580a-03ee-4a63-bd84-436803179175" providerId="ADAL" clId="{93D6566C-B65D-4F50-8DE3-7C909BBA6C8B}" dt="2025-09-08T18:34:57.158" v="13741" actId="20577"/>
          <ac:spMkLst>
            <pc:docMk/>
            <pc:sldMk cId="1572298148" sldId="581"/>
            <ac:spMk id="2" creationId="{03EB70FC-3F39-8711-03F4-6721103D0EB6}"/>
          </ac:spMkLst>
        </pc:spChg>
        <pc:spChg chg="mod">
          <ac:chgData name="Thompson, Brielle" userId="f0ea580a-03ee-4a63-bd84-436803179175" providerId="ADAL" clId="{93D6566C-B65D-4F50-8DE3-7C909BBA6C8B}" dt="2025-09-08T18:35:30.692" v="13746" actId="14100"/>
          <ac:spMkLst>
            <pc:docMk/>
            <pc:sldMk cId="1572298148" sldId="581"/>
            <ac:spMk id="3" creationId="{C06135F1-EB42-1141-8717-560BE2DEC2A2}"/>
          </ac:spMkLst>
        </pc:spChg>
        <pc:spChg chg="add mod">
          <ac:chgData name="Thompson, Brielle" userId="f0ea580a-03ee-4a63-bd84-436803179175" providerId="ADAL" clId="{93D6566C-B65D-4F50-8DE3-7C909BBA6C8B}" dt="2025-09-08T18:35:08.587" v="13744"/>
          <ac:spMkLst>
            <pc:docMk/>
            <pc:sldMk cId="1572298148" sldId="581"/>
            <ac:spMk id="4" creationId="{917C7F57-A612-31FF-56AA-81AF0FB3EFE5}"/>
          </ac:spMkLst>
        </pc:spChg>
        <pc:spChg chg="mod">
          <ac:chgData name="Thompson, Brielle" userId="f0ea580a-03ee-4a63-bd84-436803179175" providerId="ADAL" clId="{93D6566C-B65D-4F50-8DE3-7C909BBA6C8B}" dt="2025-09-08T18:35:31.161" v="13747"/>
          <ac:spMkLst>
            <pc:docMk/>
            <pc:sldMk cId="1572298148" sldId="581"/>
            <ac:spMk id="6" creationId="{22911413-19B9-F98D-5DE0-900A41A19BBF}"/>
          </ac:spMkLst>
        </pc:spChg>
        <pc:spChg chg="mod">
          <ac:chgData name="Thompson, Brielle" userId="f0ea580a-03ee-4a63-bd84-436803179175" providerId="ADAL" clId="{93D6566C-B65D-4F50-8DE3-7C909BBA6C8B}" dt="2025-09-08T18:35:31.161" v="13747"/>
          <ac:spMkLst>
            <pc:docMk/>
            <pc:sldMk cId="1572298148" sldId="581"/>
            <ac:spMk id="7" creationId="{6E6D0DE8-23F0-F34F-0023-CA1FABD4968D}"/>
          </ac:spMkLst>
        </pc:spChg>
        <pc:spChg chg="mod">
          <ac:chgData name="Thompson, Brielle" userId="f0ea580a-03ee-4a63-bd84-436803179175" providerId="ADAL" clId="{93D6566C-B65D-4F50-8DE3-7C909BBA6C8B}" dt="2025-09-08T18:35:31.161" v="13747"/>
          <ac:spMkLst>
            <pc:docMk/>
            <pc:sldMk cId="1572298148" sldId="581"/>
            <ac:spMk id="8" creationId="{111938F4-E574-2CC9-6B9C-2613D615F452}"/>
          </ac:spMkLst>
        </pc:spChg>
        <pc:spChg chg="mod">
          <ac:chgData name="Thompson, Brielle" userId="f0ea580a-03ee-4a63-bd84-436803179175" providerId="ADAL" clId="{93D6566C-B65D-4F50-8DE3-7C909BBA6C8B}" dt="2025-09-08T18:35:31.161" v="13747"/>
          <ac:spMkLst>
            <pc:docMk/>
            <pc:sldMk cId="1572298148" sldId="581"/>
            <ac:spMk id="9" creationId="{3EFF31B5-0D15-5397-7ADA-BABDD6AD4A94}"/>
          </ac:spMkLst>
        </pc:spChg>
        <pc:spChg chg="mod">
          <ac:chgData name="Thompson, Brielle" userId="f0ea580a-03ee-4a63-bd84-436803179175" providerId="ADAL" clId="{93D6566C-B65D-4F50-8DE3-7C909BBA6C8B}" dt="2025-09-08T18:35:31.161" v="13747"/>
          <ac:spMkLst>
            <pc:docMk/>
            <pc:sldMk cId="1572298148" sldId="581"/>
            <ac:spMk id="10" creationId="{8ABA8044-55EB-3913-1D52-C8222D22AC44}"/>
          </ac:spMkLst>
        </pc:spChg>
        <pc:spChg chg="mod">
          <ac:chgData name="Thompson, Brielle" userId="f0ea580a-03ee-4a63-bd84-436803179175" providerId="ADAL" clId="{93D6566C-B65D-4F50-8DE3-7C909BBA6C8B}" dt="2025-09-08T18:35:31.161" v="13747"/>
          <ac:spMkLst>
            <pc:docMk/>
            <pc:sldMk cId="1572298148" sldId="581"/>
            <ac:spMk id="11" creationId="{B767ECF1-F4F3-D3BA-3491-207BA76098F9}"/>
          </ac:spMkLst>
        </pc:spChg>
        <pc:spChg chg="mod">
          <ac:chgData name="Thompson, Brielle" userId="f0ea580a-03ee-4a63-bd84-436803179175" providerId="ADAL" clId="{93D6566C-B65D-4F50-8DE3-7C909BBA6C8B}" dt="2025-09-08T18:35:31.161" v="13747"/>
          <ac:spMkLst>
            <pc:docMk/>
            <pc:sldMk cId="1572298148" sldId="581"/>
            <ac:spMk id="12" creationId="{D76C9FAA-D4C3-48E8-D03B-56D51B280A60}"/>
          </ac:spMkLst>
        </pc:spChg>
        <pc:spChg chg="mod">
          <ac:chgData name="Thompson, Brielle" userId="f0ea580a-03ee-4a63-bd84-436803179175" providerId="ADAL" clId="{93D6566C-B65D-4F50-8DE3-7C909BBA6C8B}" dt="2025-09-08T18:35:31.161" v="13747"/>
          <ac:spMkLst>
            <pc:docMk/>
            <pc:sldMk cId="1572298148" sldId="581"/>
            <ac:spMk id="19" creationId="{D5981945-F15D-4D7F-ED60-F40665D4CF24}"/>
          </ac:spMkLst>
        </pc:spChg>
        <pc:spChg chg="mod">
          <ac:chgData name="Thompson, Brielle" userId="f0ea580a-03ee-4a63-bd84-436803179175" providerId="ADAL" clId="{93D6566C-B65D-4F50-8DE3-7C909BBA6C8B}" dt="2025-09-08T18:35:31.161" v="13747"/>
          <ac:spMkLst>
            <pc:docMk/>
            <pc:sldMk cId="1572298148" sldId="581"/>
            <ac:spMk id="20" creationId="{5B994671-8EF4-8645-AAAA-CBED818BEC1F}"/>
          </ac:spMkLst>
        </pc:spChg>
        <pc:spChg chg="mod">
          <ac:chgData name="Thompson, Brielle" userId="f0ea580a-03ee-4a63-bd84-436803179175" providerId="ADAL" clId="{93D6566C-B65D-4F50-8DE3-7C909BBA6C8B}" dt="2025-09-08T18:35:31.161" v="13747"/>
          <ac:spMkLst>
            <pc:docMk/>
            <pc:sldMk cId="1572298148" sldId="581"/>
            <ac:spMk id="21" creationId="{54DF19ED-00EF-D070-040D-8EF31989D742}"/>
          </ac:spMkLst>
        </pc:spChg>
        <pc:grpChg chg="mod">
          <ac:chgData name="Thompson, Brielle" userId="f0ea580a-03ee-4a63-bd84-436803179175" providerId="ADAL" clId="{93D6566C-B65D-4F50-8DE3-7C909BBA6C8B}" dt="2025-09-08T18:35:38.065" v="13750" actId="1076"/>
          <ac:grpSpMkLst>
            <pc:docMk/>
            <pc:sldMk cId="1572298148" sldId="581"/>
            <ac:grpSpMk id="5" creationId="{C3958C58-20F6-4B37-4DA0-3400E41F443B}"/>
          </ac:grpSpMkLst>
        </pc:grpChg>
      </pc:sldChg>
    </pc:docChg>
  </pc:docChgLst>
  <pc:docChgLst>
    <pc:chgData name="Thompson, Brielle" userId="f0ea580a-03ee-4a63-bd84-436803179175" providerId="ADAL" clId="{C2F43ED6-28AB-4553-B8B1-1BB0DD2259E0}"/>
    <pc:docChg chg="modSld">
      <pc:chgData name="Thompson, Brielle" userId="f0ea580a-03ee-4a63-bd84-436803179175" providerId="ADAL" clId="{C2F43ED6-28AB-4553-B8B1-1BB0DD2259E0}" dt="2025-08-14T19:13:11.418" v="31" actId="115"/>
      <pc:docMkLst>
        <pc:docMk/>
      </pc:docMkLst>
      <pc:sldChg chg="modSp mod">
        <pc:chgData name="Thompson, Brielle" userId="f0ea580a-03ee-4a63-bd84-436803179175" providerId="ADAL" clId="{C2F43ED6-28AB-4553-B8B1-1BB0DD2259E0}" dt="2025-08-14T19:12:50.941" v="14" actId="1076"/>
        <pc:sldMkLst>
          <pc:docMk/>
          <pc:sldMk cId="2342776510" sldId="291"/>
        </pc:sldMkLst>
      </pc:sldChg>
      <pc:sldChg chg="modSp mod">
        <pc:chgData name="Thompson, Brielle" userId="f0ea580a-03ee-4a63-bd84-436803179175" providerId="ADAL" clId="{C2F43ED6-28AB-4553-B8B1-1BB0DD2259E0}" dt="2025-08-14T19:12:45.885" v="13" actId="20577"/>
        <pc:sldMkLst>
          <pc:docMk/>
          <pc:sldMk cId="2472309090" sldId="434"/>
        </pc:sldMkLst>
        <pc:spChg chg="mod">
          <ac:chgData name="Thompson, Brielle" userId="f0ea580a-03ee-4a63-bd84-436803179175" providerId="ADAL" clId="{C2F43ED6-28AB-4553-B8B1-1BB0DD2259E0}" dt="2025-08-14T19:12:45.885" v="13" actId="20577"/>
          <ac:spMkLst>
            <pc:docMk/>
            <pc:sldMk cId="2472309090" sldId="434"/>
            <ac:spMk id="2" creationId="{6AE23848-0866-067B-5C85-225EDB126BA1}"/>
          </ac:spMkLst>
        </pc:spChg>
      </pc:sldChg>
      <pc:sldChg chg="modSp">
        <pc:chgData name="Thompson, Brielle" userId="f0ea580a-03ee-4a63-bd84-436803179175" providerId="ADAL" clId="{C2F43ED6-28AB-4553-B8B1-1BB0DD2259E0}" dt="2025-08-14T19:13:11.418" v="31" actId="115"/>
        <pc:sldMkLst>
          <pc:docMk/>
          <pc:sldMk cId="1972088792" sldId="452"/>
        </pc:sldMkLst>
        <pc:graphicFrameChg chg="mod">
          <ac:chgData name="Thompson, Brielle" userId="f0ea580a-03ee-4a63-bd84-436803179175" providerId="ADAL" clId="{C2F43ED6-28AB-4553-B8B1-1BB0DD2259E0}" dt="2025-08-14T19:13:11.418" v="31" actId="115"/>
          <ac:graphicFrameMkLst>
            <pc:docMk/>
            <pc:sldMk cId="1972088792" sldId="452"/>
            <ac:graphicFrameMk id="5" creationId="{F064ADAB-75C7-5015-D427-2B0C35D721B5}"/>
          </ac:graphicFrameMkLst>
        </pc:graphicFrameChg>
      </pc:sldChg>
    </pc:docChg>
  </pc:docChgLst>
  <pc:docChgLst>
    <pc:chgData name="Thompson, Brielle" userId="f0ea580a-03ee-4a63-bd84-436803179175" providerId="ADAL" clId="{D055EE43-6585-4D9C-BADE-04A515CD9EC5}"/>
    <pc:docChg chg="undo redo custSel addSld delSld modSld sldOrd">
      <pc:chgData name="Thompson, Brielle" userId="f0ea580a-03ee-4a63-bd84-436803179175" providerId="ADAL" clId="{D055EE43-6585-4D9C-BADE-04A515CD9EC5}" dt="2025-08-14T18:58:15.800" v="5961"/>
      <pc:docMkLst>
        <pc:docMk/>
      </pc:docMkLst>
      <pc:sldChg chg="modSp del mod">
        <pc:chgData name="Thompson, Brielle" userId="f0ea580a-03ee-4a63-bd84-436803179175" providerId="ADAL" clId="{D055EE43-6585-4D9C-BADE-04A515CD9EC5}" dt="2025-08-07T18:44:13.549" v="401" actId="47"/>
        <pc:sldMkLst>
          <pc:docMk/>
          <pc:sldMk cId="3074375536" sldId="256"/>
        </pc:sldMkLst>
      </pc:sldChg>
      <pc:sldChg chg="del">
        <pc:chgData name="Thompson, Brielle" userId="f0ea580a-03ee-4a63-bd84-436803179175" providerId="ADAL" clId="{D055EE43-6585-4D9C-BADE-04A515CD9EC5}" dt="2025-08-03T22:07:17.493" v="34" actId="47"/>
        <pc:sldMkLst>
          <pc:docMk/>
          <pc:sldMk cId="3626898023" sldId="257"/>
        </pc:sldMkLst>
      </pc:sldChg>
      <pc:sldChg chg="del">
        <pc:chgData name="Thompson, Brielle" userId="f0ea580a-03ee-4a63-bd84-436803179175" providerId="ADAL" clId="{D055EE43-6585-4D9C-BADE-04A515CD9EC5}" dt="2025-08-03T22:07:17.974" v="35" actId="47"/>
        <pc:sldMkLst>
          <pc:docMk/>
          <pc:sldMk cId="1116956592" sldId="258"/>
        </pc:sldMkLst>
      </pc:sldChg>
      <pc:sldChg chg="del">
        <pc:chgData name="Thompson, Brielle" userId="f0ea580a-03ee-4a63-bd84-436803179175" providerId="ADAL" clId="{D055EE43-6585-4D9C-BADE-04A515CD9EC5}" dt="2025-08-03T22:07:18.550" v="36" actId="47"/>
        <pc:sldMkLst>
          <pc:docMk/>
          <pc:sldMk cId="2003417427" sldId="259"/>
        </pc:sldMkLst>
      </pc:sldChg>
      <pc:sldChg chg="del">
        <pc:chgData name="Thompson, Brielle" userId="f0ea580a-03ee-4a63-bd84-436803179175" providerId="ADAL" clId="{D055EE43-6585-4D9C-BADE-04A515CD9EC5}" dt="2025-08-03T22:07:20.295" v="39" actId="47"/>
        <pc:sldMkLst>
          <pc:docMk/>
          <pc:sldMk cId="1137269737" sldId="260"/>
        </pc:sldMkLst>
      </pc:sldChg>
      <pc:sldChg chg="del">
        <pc:chgData name="Thompson, Brielle" userId="f0ea580a-03ee-4a63-bd84-436803179175" providerId="ADAL" clId="{D055EE43-6585-4D9C-BADE-04A515CD9EC5}" dt="2025-08-03T22:07:20.949" v="41" actId="47"/>
        <pc:sldMkLst>
          <pc:docMk/>
          <pc:sldMk cId="3089363127" sldId="261"/>
        </pc:sldMkLst>
      </pc:sldChg>
      <pc:sldChg chg="del">
        <pc:chgData name="Thompson, Brielle" userId="f0ea580a-03ee-4a63-bd84-436803179175" providerId="ADAL" clId="{D055EE43-6585-4D9C-BADE-04A515CD9EC5}" dt="2025-08-03T22:07:21.124" v="42" actId="47"/>
        <pc:sldMkLst>
          <pc:docMk/>
          <pc:sldMk cId="1081452320" sldId="262"/>
        </pc:sldMkLst>
      </pc:sldChg>
      <pc:sldChg chg="del">
        <pc:chgData name="Thompson, Brielle" userId="f0ea580a-03ee-4a63-bd84-436803179175" providerId="ADAL" clId="{D055EE43-6585-4D9C-BADE-04A515CD9EC5}" dt="2025-08-03T22:07:21.286" v="43" actId="47"/>
        <pc:sldMkLst>
          <pc:docMk/>
          <pc:sldMk cId="3844289811" sldId="263"/>
        </pc:sldMkLst>
      </pc:sldChg>
      <pc:sldChg chg="del">
        <pc:chgData name="Thompson, Brielle" userId="f0ea580a-03ee-4a63-bd84-436803179175" providerId="ADAL" clId="{D055EE43-6585-4D9C-BADE-04A515CD9EC5}" dt="2025-08-03T22:07:21.472" v="44" actId="47"/>
        <pc:sldMkLst>
          <pc:docMk/>
          <pc:sldMk cId="3225275284" sldId="264"/>
        </pc:sldMkLst>
      </pc:sldChg>
      <pc:sldChg chg="del">
        <pc:chgData name="Thompson, Brielle" userId="f0ea580a-03ee-4a63-bd84-436803179175" providerId="ADAL" clId="{D055EE43-6585-4D9C-BADE-04A515CD9EC5}" dt="2025-08-03T22:07:21.623" v="45" actId="47"/>
        <pc:sldMkLst>
          <pc:docMk/>
          <pc:sldMk cId="1193226388" sldId="265"/>
        </pc:sldMkLst>
      </pc:sldChg>
      <pc:sldChg chg="del">
        <pc:chgData name="Thompson, Brielle" userId="f0ea580a-03ee-4a63-bd84-436803179175" providerId="ADAL" clId="{D055EE43-6585-4D9C-BADE-04A515CD9EC5}" dt="2025-08-03T22:07:23.870" v="55" actId="47"/>
        <pc:sldMkLst>
          <pc:docMk/>
          <pc:sldMk cId="1421516798" sldId="270"/>
        </pc:sldMkLst>
      </pc:sldChg>
      <pc:sldChg chg="add">
        <pc:chgData name="Thompson, Brielle" userId="f0ea580a-03ee-4a63-bd84-436803179175" providerId="ADAL" clId="{D055EE43-6585-4D9C-BADE-04A515CD9EC5}" dt="2025-08-03T22:07:11.059" v="33"/>
        <pc:sldMkLst>
          <pc:docMk/>
          <pc:sldMk cId="2333308967" sldId="271"/>
        </pc:sldMkLst>
      </pc:sldChg>
      <pc:sldChg chg="del">
        <pc:chgData name="Thompson, Brielle" userId="f0ea580a-03ee-4a63-bd84-436803179175" providerId="ADAL" clId="{D055EE43-6585-4D9C-BADE-04A515CD9EC5}" dt="2025-08-03T22:07:24.329" v="57" actId="47"/>
        <pc:sldMkLst>
          <pc:docMk/>
          <pc:sldMk cId="1060711354" sldId="272"/>
        </pc:sldMkLst>
      </pc:sldChg>
      <pc:sldChg chg="del">
        <pc:chgData name="Thompson, Brielle" userId="f0ea580a-03ee-4a63-bd84-436803179175" providerId="ADAL" clId="{D055EE43-6585-4D9C-BADE-04A515CD9EC5}" dt="2025-08-03T22:07:24.540" v="58" actId="47"/>
        <pc:sldMkLst>
          <pc:docMk/>
          <pc:sldMk cId="2165886196" sldId="273"/>
        </pc:sldMkLst>
      </pc:sldChg>
      <pc:sldChg chg="del">
        <pc:chgData name="Thompson, Brielle" userId="f0ea580a-03ee-4a63-bd84-436803179175" providerId="ADAL" clId="{D055EE43-6585-4D9C-BADE-04A515CD9EC5}" dt="2025-08-03T22:07:24.759" v="59" actId="47"/>
        <pc:sldMkLst>
          <pc:docMk/>
          <pc:sldMk cId="1439886762" sldId="275"/>
        </pc:sldMkLst>
      </pc:sldChg>
      <pc:sldChg chg="del">
        <pc:chgData name="Thompson, Brielle" userId="f0ea580a-03ee-4a63-bd84-436803179175" providerId="ADAL" clId="{D055EE43-6585-4D9C-BADE-04A515CD9EC5}" dt="2025-08-03T22:07:25.633" v="63" actId="47"/>
        <pc:sldMkLst>
          <pc:docMk/>
          <pc:sldMk cId="1881957084" sldId="276"/>
        </pc:sldMkLst>
      </pc:sldChg>
      <pc:sldChg chg="del">
        <pc:chgData name="Thompson, Brielle" userId="f0ea580a-03ee-4a63-bd84-436803179175" providerId="ADAL" clId="{D055EE43-6585-4D9C-BADE-04A515CD9EC5}" dt="2025-08-03T22:07:25.872" v="64" actId="47"/>
        <pc:sldMkLst>
          <pc:docMk/>
          <pc:sldMk cId="2305890375" sldId="277"/>
        </pc:sldMkLst>
      </pc:sldChg>
      <pc:sldChg chg="addSp modSp add mod modNotes">
        <pc:chgData name="Thompson, Brielle" userId="f0ea580a-03ee-4a63-bd84-436803179175" providerId="ADAL" clId="{D055EE43-6585-4D9C-BADE-04A515CD9EC5}" dt="2025-08-11T20:39:07.491" v="3032" actId="14100"/>
        <pc:sldMkLst>
          <pc:docMk/>
          <pc:sldMk cId="0" sldId="278"/>
        </pc:sldMkLst>
      </pc:sldChg>
      <pc:sldChg chg="del">
        <pc:chgData name="Thompson, Brielle" userId="f0ea580a-03ee-4a63-bd84-436803179175" providerId="ADAL" clId="{D055EE43-6585-4D9C-BADE-04A515CD9EC5}" dt="2025-08-03T22:07:26.090" v="65" actId="47"/>
        <pc:sldMkLst>
          <pc:docMk/>
          <pc:sldMk cId="332773159" sldId="278"/>
        </pc:sldMkLst>
      </pc:sldChg>
      <pc:sldChg chg="addSp modSp add del modNotes">
        <pc:chgData name="Thompson, Brielle" userId="f0ea580a-03ee-4a63-bd84-436803179175" providerId="ADAL" clId="{D055EE43-6585-4D9C-BADE-04A515CD9EC5}" dt="2025-08-11T20:39:45.391" v="3045" actId="47"/>
        <pc:sldMkLst>
          <pc:docMk/>
          <pc:sldMk cId="0" sldId="279"/>
        </pc:sldMkLst>
      </pc:sldChg>
      <pc:sldChg chg="del">
        <pc:chgData name="Thompson, Brielle" userId="f0ea580a-03ee-4a63-bd84-436803179175" providerId="ADAL" clId="{D055EE43-6585-4D9C-BADE-04A515CD9EC5}" dt="2025-08-03T22:07:26.303" v="66" actId="47"/>
        <pc:sldMkLst>
          <pc:docMk/>
          <pc:sldMk cId="2891040449" sldId="279"/>
        </pc:sldMkLst>
      </pc:sldChg>
      <pc:sldChg chg="addSp modSp add del modNotes">
        <pc:chgData name="Thompson, Brielle" userId="f0ea580a-03ee-4a63-bd84-436803179175" providerId="ADAL" clId="{D055EE43-6585-4D9C-BADE-04A515CD9EC5}" dt="2025-08-11T20:40:07.510" v="3055" actId="47"/>
        <pc:sldMkLst>
          <pc:docMk/>
          <pc:sldMk cId="0" sldId="280"/>
        </pc:sldMkLst>
      </pc:sldChg>
      <pc:sldChg chg="del">
        <pc:chgData name="Thompson, Brielle" userId="f0ea580a-03ee-4a63-bd84-436803179175" providerId="ADAL" clId="{D055EE43-6585-4D9C-BADE-04A515CD9EC5}" dt="2025-08-03T22:07:30.058" v="78" actId="47"/>
        <pc:sldMkLst>
          <pc:docMk/>
          <pc:sldMk cId="1972088792" sldId="280"/>
        </pc:sldMkLst>
      </pc:sldChg>
      <pc:sldChg chg="addSp modSp add del modNotes">
        <pc:chgData name="Thompson, Brielle" userId="f0ea580a-03ee-4a63-bd84-436803179175" providerId="ADAL" clId="{D055EE43-6585-4D9C-BADE-04A515CD9EC5}" dt="2025-08-11T20:40:41.619" v="3061" actId="2696"/>
        <pc:sldMkLst>
          <pc:docMk/>
          <pc:sldMk cId="0" sldId="281"/>
        </pc:sldMkLst>
      </pc:sldChg>
      <pc:sldChg chg="del">
        <pc:chgData name="Thompson, Brielle" userId="f0ea580a-03ee-4a63-bd84-436803179175" providerId="ADAL" clId="{D055EE43-6585-4D9C-BADE-04A515CD9EC5}" dt="2025-08-03T22:07:26.749" v="68" actId="47"/>
        <pc:sldMkLst>
          <pc:docMk/>
          <pc:sldMk cId="1172051344" sldId="281"/>
        </pc:sldMkLst>
      </pc:sldChg>
      <pc:sldChg chg="addSp modSp add del modNotes">
        <pc:chgData name="Thompson, Brielle" userId="f0ea580a-03ee-4a63-bd84-436803179175" providerId="ADAL" clId="{D055EE43-6585-4D9C-BADE-04A515CD9EC5}" dt="2025-08-11T20:41:13.451" v="3073" actId="47"/>
        <pc:sldMkLst>
          <pc:docMk/>
          <pc:sldMk cId="0" sldId="282"/>
        </pc:sldMkLst>
      </pc:sldChg>
      <pc:sldChg chg="del">
        <pc:chgData name="Thompson, Brielle" userId="f0ea580a-03ee-4a63-bd84-436803179175" providerId="ADAL" clId="{D055EE43-6585-4D9C-BADE-04A515CD9EC5}" dt="2025-08-03T22:07:27.212" v="69" actId="47"/>
        <pc:sldMkLst>
          <pc:docMk/>
          <pc:sldMk cId="2550079388" sldId="282"/>
        </pc:sldMkLst>
      </pc:sldChg>
      <pc:sldChg chg="addSp modSp add del modNotes">
        <pc:chgData name="Thompson, Brielle" userId="f0ea580a-03ee-4a63-bd84-436803179175" providerId="ADAL" clId="{D055EE43-6585-4D9C-BADE-04A515CD9EC5}" dt="2025-08-11T20:41:41.422" v="3095" actId="47"/>
        <pc:sldMkLst>
          <pc:docMk/>
          <pc:sldMk cId="0" sldId="283"/>
        </pc:sldMkLst>
      </pc:sldChg>
      <pc:sldChg chg="addSp modSp add del modNotes">
        <pc:chgData name="Thompson, Brielle" userId="f0ea580a-03ee-4a63-bd84-436803179175" providerId="ADAL" clId="{D055EE43-6585-4D9C-BADE-04A515CD9EC5}" dt="2025-08-11T20:42:07.847" v="3111" actId="47"/>
        <pc:sldMkLst>
          <pc:docMk/>
          <pc:sldMk cId="0" sldId="284"/>
        </pc:sldMkLst>
      </pc:sldChg>
      <pc:sldChg chg="addSp modSp add del mod">
        <pc:chgData name="Thompson, Brielle" userId="f0ea580a-03ee-4a63-bd84-436803179175" providerId="ADAL" clId="{D055EE43-6585-4D9C-BADE-04A515CD9EC5}" dt="2025-08-07T20:44:11.200" v="965" actId="47"/>
        <pc:sldMkLst>
          <pc:docMk/>
          <pc:sldMk cId="0" sldId="285"/>
        </pc:sldMkLst>
      </pc:sldChg>
      <pc:sldChg chg="del">
        <pc:chgData name="Thompson, Brielle" userId="f0ea580a-03ee-4a63-bd84-436803179175" providerId="ADAL" clId="{D055EE43-6585-4D9C-BADE-04A515CD9EC5}" dt="2025-08-03T22:07:19.691" v="38" actId="47"/>
        <pc:sldMkLst>
          <pc:docMk/>
          <pc:sldMk cId="1913243385" sldId="285"/>
        </pc:sldMkLst>
      </pc:sldChg>
      <pc:sldChg chg="addSp modSp add del mod">
        <pc:chgData name="Thompson, Brielle" userId="f0ea580a-03ee-4a63-bd84-436803179175" providerId="ADAL" clId="{D055EE43-6585-4D9C-BADE-04A515CD9EC5}" dt="2025-08-07T20:44:12.014" v="966" actId="47"/>
        <pc:sldMkLst>
          <pc:docMk/>
          <pc:sldMk cId="0" sldId="286"/>
        </pc:sldMkLst>
      </pc:sldChg>
      <pc:sldChg chg="del">
        <pc:chgData name="Thompson, Brielle" userId="f0ea580a-03ee-4a63-bd84-436803179175" providerId="ADAL" clId="{D055EE43-6585-4D9C-BADE-04A515CD9EC5}" dt="2025-08-03T22:07:20.739" v="40" actId="47"/>
        <pc:sldMkLst>
          <pc:docMk/>
          <pc:sldMk cId="700406732" sldId="286"/>
        </pc:sldMkLst>
      </pc:sldChg>
      <pc:sldChg chg="addSp modSp add del mod">
        <pc:chgData name="Thompson, Brielle" userId="f0ea580a-03ee-4a63-bd84-436803179175" providerId="ADAL" clId="{D055EE43-6585-4D9C-BADE-04A515CD9EC5}" dt="2025-08-07T20:44:13.157" v="967" actId="47"/>
        <pc:sldMkLst>
          <pc:docMk/>
          <pc:sldMk cId="0" sldId="287"/>
        </pc:sldMkLst>
      </pc:sldChg>
      <pc:sldChg chg="del">
        <pc:chgData name="Thompson, Brielle" userId="f0ea580a-03ee-4a63-bd84-436803179175" providerId="ADAL" clId="{D055EE43-6585-4D9C-BADE-04A515CD9EC5}" dt="2025-08-03T22:07:19.103" v="37" actId="47"/>
        <pc:sldMkLst>
          <pc:docMk/>
          <pc:sldMk cId="1519288452" sldId="287"/>
        </pc:sldMkLst>
      </pc:sldChg>
      <pc:sldChg chg="addSp modSp add del modNotes">
        <pc:chgData name="Thompson, Brielle" userId="f0ea580a-03ee-4a63-bd84-436803179175" providerId="ADAL" clId="{D055EE43-6585-4D9C-BADE-04A515CD9EC5}" dt="2025-08-07T20:44:15.114" v="968" actId="47"/>
        <pc:sldMkLst>
          <pc:docMk/>
          <pc:sldMk cId="0" sldId="288"/>
        </pc:sldMkLst>
      </pc:sldChg>
      <pc:sldChg chg="del">
        <pc:chgData name="Thompson, Brielle" userId="f0ea580a-03ee-4a63-bd84-436803179175" providerId="ADAL" clId="{D055EE43-6585-4D9C-BADE-04A515CD9EC5}" dt="2025-08-03T22:07:27.438" v="70" actId="47"/>
        <pc:sldMkLst>
          <pc:docMk/>
          <pc:sldMk cId="175088648" sldId="288"/>
        </pc:sldMkLst>
      </pc:sldChg>
      <pc:sldChg chg="addSp modSp add del mod">
        <pc:chgData name="Thompson, Brielle" userId="f0ea580a-03ee-4a63-bd84-436803179175" providerId="ADAL" clId="{D055EE43-6585-4D9C-BADE-04A515CD9EC5}" dt="2025-08-07T20:44:16.620" v="969" actId="47"/>
        <pc:sldMkLst>
          <pc:docMk/>
          <pc:sldMk cId="0" sldId="289"/>
        </pc:sldMkLst>
      </pc:sldChg>
      <pc:sldChg chg="del">
        <pc:chgData name="Thompson, Brielle" userId="f0ea580a-03ee-4a63-bd84-436803179175" providerId="ADAL" clId="{D055EE43-6585-4D9C-BADE-04A515CD9EC5}" dt="2025-08-03T22:07:22.253" v="50" actId="47"/>
        <pc:sldMkLst>
          <pc:docMk/>
          <pc:sldMk cId="1050922653" sldId="289"/>
        </pc:sldMkLst>
      </pc:sldChg>
      <pc:sldChg chg="addSp delSp modSp add mod ord setBg modNotes">
        <pc:chgData name="Thompson, Brielle" userId="f0ea580a-03ee-4a63-bd84-436803179175" providerId="ADAL" clId="{D055EE43-6585-4D9C-BADE-04A515CD9EC5}" dt="2025-08-12T18:17:46.034" v="5950" actId="1076"/>
        <pc:sldMkLst>
          <pc:docMk/>
          <pc:sldMk cId="0" sldId="290"/>
        </pc:sldMkLst>
      </pc:sldChg>
      <pc:sldChg chg="add">
        <pc:chgData name="Thompson, Brielle" userId="f0ea580a-03ee-4a63-bd84-436803179175" providerId="ADAL" clId="{D055EE43-6585-4D9C-BADE-04A515CD9EC5}" dt="2025-08-03T22:07:11.059" v="33"/>
        <pc:sldMkLst>
          <pc:docMk/>
          <pc:sldMk cId="2342776510" sldId="291"/>
        </pc:sldMkLst>
      </pc:sldChg>
      <pc:sldChg chg="addSp delSp modSp add mod addAnim delAnim modAnim">
        <pc:chgData name="Thompson, Brielle" userId="f0ea580a-03ee-4a63-bd84-436803179175" providerId="ADAL" clId="{D055EE43-6585-4D9C-BADE-04A515CD9EC5}" dt="2025-08-12T14:49:09.345" v="4232"/>
        <pc:sldMkLst>
          <pc:docMk/>
          <pc:sldMk cId="870276571" sldId="292"/>
        </pc:sldMkLst>
      </pc:sldChg>
      <pc:sldChg chg="addSp delSp modSp add mod ord delAnim modAnim">
        <pc:chgData name="Thompson, Brielle" userId="f0ea580a-03ee-4a63-bd84-436803179175" providerId="ADAL" clId="{D055EE43-6585-4D9C-BADE-04A515CD9EC5}" dt="2025-08-11T20:51:43.803" v="3299"/>
        <pc:sldMkLst>
          <pc:docMk/>
          <pc:sldMk cId="3603538926" sldId="293"/>
        </pc:sldMkLst>
      </pc:sldChg>
      <pc:sldChg chg="add">
        <pc:chgData name="Thompson, Brielle" userId="f0ea580a-03ee-4a63-bd84-436803179175" providerId="ADAL" clId="{D055EE43-6585-4D9C-BADE-04A515CD9EC5}" dt="2025-08-03T22:07:11.059" v="33"/>
        <pc:sldMkLst>
          <pc:docMk/>
          <pc:sldMk cId="410583801" sldId="296"/>
        </pc:sldMkLst>
      </pc:sldChg>
      <pc:sldChg chg="add">
        <pc:chgData name="Thompson, Brielle" userId="f0ea580a-03ee-4a63-bd84-436803179175" providerId="ADAL" clId="{D055EE43-6585-4D9C-BADE-04A515CD9EC5}" dt="2025-08-03T22:07:11.059" v="33"/>
        <pc:sldMkLst>
          <pc:docMk/>
          <pc:sldMk cId="2368409363" sldId="297"/>
        </pc:sldMkLst>
      </pc:sldChg>
      <pc:sldChg chg="add ord">
        <pc:chgData name="Thompson, Brielle" userId="f0ea580a-03ee-4a63-bd84-436803179175" providerId="ADAL" clId="{D055EE43-6585-4D9C-BADE-04A515CD9EC5}" dt="2025-08-07T21:04:52.051" v="2207"/>
        <pc:sldMkLst>
          <pc:docMk/>
          <pc:sldMk cId="3211431060" sldId="298"/>
        </pc:sldMkLst>
      </pc:sldChg>
      <pc:sldChg chg="add">
        <pc:chgData name="Thompson, Brielle" userId="f0ea580a-03ee-4a63-bd84-436803179175" providerId="ADAL" clId="{D055EE43-6585-4D9C-BADE-04A515CD9EC5}" dt="2025-08-03T22:07:11.059" v="33"/>
        <pc:sldMkLst>
          <pc:docMk/>
          <pc:sldMk cId="928893293" sldId="299"/>
        </pc:sldMkLst>
      </pc:sldChg>
      <pc:sldChg chg="add del">
        <pc:chgData name="Thompson, Brielle" userId="f0ea580a-03ee-4a63-bd84-436803179175" providerId="ADAL" clId="{D055EE43-6585-4D9C-BADE-04A515CD9EC5}" dt="2025-08-07T20:31:53.361" v="649" actId="47"/>
        <pc:sldMkLst>
          <pc:docMk/>
          <pc:sldMk cId="2374068960" sldId="300"/>
        </pc:sldMkLst>
      </pc:sldChg>
      <pc:sldChg chg="add">
        <pc:chgData name="Thompson, Brielle" userId="f0ea580a-03ee-4a63-bd84-436803179175" providerId="ADAL" clId="{D055EE43-6585-4D9C-BADE-04A515CD9EC5}" dt="2025-08-03T22:07:11.059" v="33"/>
        <pc:sldMkLst>
          <pc:docMk/>
          <pc:sldMk cId="675304002" sldId="302"/>
        </pc:sldMkLst>
      </pc:sldChg>
      <pc:sldChg chg="add">
        <pc:chgData name="Thompson, Brielle" userId="f0ea580a-03ee-4a63-bd84-436803179175" providerId="ADAL" clId="{D055EE43-6585-4D9C-BADE-04A515CD9EC5}" dt="2025-08-03T22:07:11.059" v="33"/>
        <pc:sldMkLst>
          <pc:docMk/>
          <pc:sldMk cId="3791687788" sldId="303"/>
        </pc:sldMkLst>
      </pc:sldChg>
      <pc:sldChg chg="add ord">
        <pc:chgData name="Thompson, Brielle" userId="f0ea580a-03ee-4a63-bd84-436803179175" providerId="ADAL" clId="{D055EE43-6585-4D9C-BADE-04A515CD9EC5}" dt="2025-08-07T20:44:20.796" v="971"/>
        <pc:sldMkLst>
          <pc:docMk/>
          <pc:sldMk cId="2967978742" sldId="304"/>
        </pc:sldMkLst>
      </pc:sldChg>
      <pc:sldChg chg="modSp add mod ord">
        <pc:chgData name="Thompson, Brielle" userId="f0ea580a-03ee-4a63-bd84-436803179175" providerId="ADAL" clId="{D055EE43-6585-4D9C-BADE-04A515CD9EC5}" dt="2025-08-07T20:44:24.562" v="973"/>
        <pc:sldMkLst>
          <pc:docMk/>
          <pc:sldMk cId="2752289645" sldId="310"/>
        </pc:sldMkLst>
      </pc:sldChg>
      <pc:sldChg chg="add ord">
        <pc:chgData name="Thompson, Brielle" userId="f0ea580a-03ee-4a63-bd84-436803179175" providerId="ADAL" clId="{D055EE43-6585-4D9C-BADE-04A515CD9EC5}" dt="2025-08-11T20:42:44.276" v="3128"/>
        <pc:sldMkLst>
          <pc:docMk/>
          <pc:sldMk cId="794077804" sldId="311"/>
        </pc:sldMkLst>
      </pc:sldChg>
      <pc:sldChg chg="modSp add mod ord">
        <pc:chgData name="Thompson, Brielle" userId="f0ea580a-03ee-4a63-bd84-436803179175" providerId="ADAL" clId="{D055EE43-6585-4D9C-BADE-04A515CD9EC5}" dt="2025-08-11T20:37:07.581" v="3009" actId="20577"/>
        <pc:sldMkLst>
          <pc:docMk/>
          <pc:sldMk cId="2653534095" sldId="312"/>
        </pc:sldMkLst>
      </pc:sldChg>
      <pc:sldChg chg="del">
        <pc:chgData name="Thompson, Brielle" userId="f0ea580a-03ee-4a63-bd84-436803179175" providerId="ADAL" clId="{D055EE43-6585-4D9C-BADE-04A515CD9EC5}" dt="2025-08-03T22:07:22.273" v="51" actId="47"/>
        <pc:sldMkLst>
          <pc:docMk/>
          <pc:sldMk cId="1283973517" sldId="314"/>
        </pc:sldMkLst>
      </pc:sldChg>
      <pc:sldChg chg="del">
        <pc:chgData name="Thompson, Brielle" userId="f0ea580a-03ee-4a63-bd84-436803179175" providerId="ADAL" clId="{D055EE43-6585-4D9C-BADE-04A515CD9EC5}" dt="2025-08-03T22:07:22.316" v="52" actId="47"/>
        <pc:sldMkLst>
          <pc:docMk/>
          <pc:sldMk cId="2198561743" sldId="315"/>
        </pc:sldMkLst>
      </pc:sldChg>
      <pc:sldChg chg="del">
        <pc:chgData name="Thompson, Brielle" userId="f0ea580a-03ee-4a63-bd84-436803179175" providerId="ADAL" clId="{D055EE43-6585-4D9C-BADE-04A515CD9EC5}" dt="2025-08-03T22:07:24.971" v="60" actId="47"/>
        <pc:sldMkLst>
          <pc:docMk/>
          <pc:sldMk cId="2392093775" sldId="316"/>
        </pc:sldMkLst>
      </pc:sldChg>
      <pc:sldChg chg="del">
        <pc:chgData name="Thompson, Brielle" userId="f0ea580a-03ee-4a63-bd84-436803179175" providerId="ADAL" clId="{D055EE43-6585-4D9C-BADE-04A515CD9EC5}" dt="2025-08-03T22:07:24.081" v="56" actId="47"/>
        <pc:sldMkLst>
          <pc:docMk/>
          <pc:sldMk cId="1228484027" sldId="317"/>
        </pc:sldMkLst>
      </pc:sldChg>
      <pc:sldChg chg="del">
        <pc:chgData name="Thompson, Brielle" userId="f0ea580a-03ee-4a63-bd84-436803179175" providerId="ADAL" clId="{D055EE43-6585-4D9C-BADE-04A515CD9EC5}" dt="2025-08-03T22:07:22.115" v="46" actId="47"/>
        <pc:sldMkLst>
          <pc:docMk/>
          <pc:sldMk cId="2363423271" sldId="319"/>
        </pc:sldMkLst>
      </pc:sldChg>
      <pc:sldChg chg="del">
        <pc:chgData name="Thompson, Brielle" userId="f0ea580a-03ee-4a63-bd84-436803179175" providerId="ADAL" clId="{D055EE43-6585-4D9C-BADE-04A515CD9EC5}" dt="2025-08-03T22:07:22.144" v="47" actId="47"/>
        <pc:sldMkLst>
          <pc:docMk/>
          <pc:sldMk cId="1177084656" sldId="320"/>
        </pc:sldMkLst>
      </pc:sldChg>
      <pc:sldChg chg="del">
        <pc:chgData name="Thompson, Brielle" userId="f0ea580a-03ee-4a63-bd84-436803179175" providerId="ADAL" clId="{D055EE43-6585-4D9C-BADE-04A515CD9EC5}" dt="2025-08-03T22:07:22.179" v="48" actId="47"/>
        <pc:sldMkLst>
          <pc:docMk/>
          <pc:sldMk cId="710061240" sldId="321"/>
        </pc:sldMkLst>
      </pc:sldChg>
      <pc:sldChg chg="del">
        <pc:chgData name="Thompson, Brielle" userId="f0ea580a-03ee-4a63-bd84-436803179175" providerId="ADAL" clId="{D055EE43-6585-4D9C-BADE-04A515CD9EC5}" dt="2025-08-03T22:07:22.224" v="49" actId="47"/>
        <pc:sldMkLst>
          <pc:docMk/>
          <pc:sldMk cId="2262787573" sldId="322"/>
        </pc:sldMkLst>
      </pc:sldChg>
      <pc:sldChg chg="del">
        <pc:chgData name="Thompson, Brielle" userId="f0ea580a-03ee-4a63-bd84-436803179175" providerId="ADAL" clId="{D055EE43-6585-4D9C-BADE-04A515CD9EC5}" dt="2025-08-03T22:07:23.258" v="53" actId="47"/>
        <pc:sldMkLst>
          <pc:docMk/>
          <pc:sldMk cId="4268517100" sldId="323"/>
        </pc:sldMkLst>
      </pc:sldChg>
      <pc:sldChg chg="del">
        <pc:chgData name="Thompson, Brielle" userId="f0ea580a-03ee-4a63-bd84-436803179175" providerId="ADAL" clId="{D055EE43-6585-4D9C-BADE-04A515CD9EC5}" dt="2025-08-03T22:07:27.925" v="71" actId="47"/>
        <pc:sldMkLst>
          <pc:docMk/>
          <pc:sldMk cId="1077656551" sldId="324"/>
        </pc:sldMkLst>
      </pc:sldChg>
      <pc:sldChg chg="del">
        <pc:chgData name="Thompson, Brielle" userId="f0ea580a-03ee-4a63-bd84-436803179175" providerId="ADAL" clId="{D055EE43-6585-4D9C-BADE-04A515CD9EC5}" dt="2025-08-03T22:07:23.473" v="54" actId="47"/>
        <pc:sldMkLst>
          <pc:docMk/>
          <pc:sldMk cId="2409145818" sldId="325"/>
        </pc:sldMkLst>
      </pc:sldChg>
      <pc:sldChg chg="del">
        <pc:chgData name="Thompson, Brielle" userId="f0ea580a-03ee-4a63-bd84-436803179175" providerId="ADAL" clId="{D055EE43-6585-4D9C-BADE-04A515CD9EC5}" dt="2025-08-03T22:07:25.215" v="61" actId="47"/>
        <pc:sldMkLst>
          <pc:docMk/>
          <pc:sldMk cId="0" sldId="328"/>
        </pc:sldMkLst>
      </pc:sldChg>
      <pc:sldChg chg="del">
        <pc:chgData name="Thompson, Brielle" userId="f0ea580a-03ee-4a63-bd84-436803179175" providerId="ADAL" clId="{D055EE43-6585-4D9C-BADE-04A515CD9EC5}" dt="2025-08-03T22:07:26.526" v="67" actId="47"/>
        <pc:sldMkLst>
          <pc:docMk/>
          <pc:sldMk cId="1883790078" sldId="329"/>
        </pc:sldMkLst>
      </pc:sldChg>
      <pc:sldChg chg="del">
        <pc:chgData name="Thompson, Brielle" userId="f0ea580a-03ee-4a63-bd84-436803179175" providerId="ADAL" clId="{D055EE43-6585-4D9C-BADE-04A515CD9EC5}" dt="2025-08-03T22:07:25.429" v="62" actId="47"/>
        <pc:sldMkLst>
          <pc:docMk/>
          <pc:sldMk cId="486378775" sldId="330"/>
        </pc:sldMkLst>
      </pc:sldChg>
      <pc:sldChg chg="del">
        <pc:chgData name="Thompson, Brielle" userId="f0ea580a-03ee-4a63-bd84-436803179175" providerId="ADAL" clId="{D055EE43-6585-4D9C-BADE-04A515CD9EC5}" dt="2025-08-03T22:07:28.157" v="72" actId="47"/>
        <pc:sldMkLst>
          <pc:docMk/>
          <pc:sldMk cId="2111412762" sldId="331"/>
        </pc:sldMkLst>
      </pc:sldChg>
      <pc:sldChg chg="del">
        <pc:chgData name="Thompson, Brielle" userId="f0ea580a-03ee-4a63-bd84-436803179175" providerId="ADAL" clId="{D055EE43-6585-4D9C-BADE-04A515CD9EC5}" dt="2025-08-03T22:07:28.386" v="73" actId="47"/>
        <pc:sldMkLst>
          <pc:docMk/>
          <pc:sldMk cId="198391190" sldId="332"/>
        </pc:sldMkLst>
      </pc:sldChg>
      <pc:sldChg chg="del">
        <pc:chgData name="Thompson, Brielle" userId="f0ea580a-03ee-4a63-bd84-436803179175" providerId="ADAL" clId="{D055EE43-6585-4D9C-BADE-04A515CD9EC5}" dt="2025-08-03T22:07:28.595" v="74" actId="47"/>
        <pc:sldMkLst>
          <pc:docMk/>
          <pc:sldMk cId="918587568" sldId="333"/>
        </pc:sldMkLst>
      </pc:sldChg>
      <pc:sldChg chg="del">
        <pc:chgData name="Thompson, Brielle" userId="f0ea580a-03ee-4a63-bd84-436803179175" providerId="ADAL" clId="{D055EE43-6585-4D9C-BADE-04A515CD9EC5}" dt="2025-08-03T22:07:28.801" v="75" actId="47"/>
        <pc:sldMkLst>
          <pc:docMk/>
          <pc:sldMk cId="830810967" sldId="334"/>
        </pc:sldMkLst>
      </pc:sldChg>
      <pc:sldChg chg="del">
        <pc:chgData name="Thompson, Brielle" userId="f0ea580a-03ee-4a63-bd84-436803179175" providerId="ADAL" clId="{D055EE43-6585-4D9C-BADE-04A515CD9EC5}" dt="2025-08-03T22:07:28.999" v="76" actId="47"/>
        <pc:sldMkLst>
          <pc:docMk/>
          <pc:sldMk cId="3486853427" sldId="335"/>
        </pc:sldMkLst>
      </pc:sldChg>
      <pc:sldChg chg="addSp modSp add del mod ord">
        <pc:chgData name="Thompson, Brielle" userId="f0ea580a-03ee-4a63-bd84-436803179175" providerId="ADAL" clId="{D055EE43-6585-4D9C-BADE-04A515CD9EC5}" dt="2025-08-11T20:42:43.208" v="3126"/>
        <pc:sldMkLst>
          <pc:docMk/>
          <pc:sldMk cId="3691224411" sldId="336"/>
        </pc:sldMkLst>
      </pc:sldChg>
      <pc:sldChg chg="add">
        <pc:chgData name="Thompson, Brielle" userId="f0ea580a-03ee-4a63-bd84-436803179175" providerId="ADAL" clId="{D055EE43-6585-4D9C-BADE-04A515CD9EC5}" dt="2025-08-11T20:33:57.678" v="2834"/>
        <pc:sldMkLst>
          <pc:docMk/>
          <pc:sldMk cId="3185418229" sldId="384"/>
        </pc:sldMkLst>
      </pc:sldChg>
      <pc:sldChg chg="add">
        <pc:chgData name="Thompson, Brielle" userId="f0ea580a-03ee-4a63-bd84-436803179175" providerId="ADAL" clId="{D055EE43-6585-4D9C-BADE-04A515CD9EC5}" dt="2025-08-03T22:07:11.059" v="33"/>
        <pc:sldMkLst>
          <pc:docMk/>
          <pc:sldMk cId="3216547504" sldId="432"/>
        </pc:sldMkLst>
      </pc:sldChg>
      <pc:sldChg chg="modSp new del mod setBg">
        <pc:chgData name="Thompson, Brielle" userId="f0ea580a-03ee-4a63-bd84-436803179175" providerId="ADAL" clId="{D055EE43-6585-4D9C-BADE-04A515CD9EC5}" dt="2025-08-07T20:54:14.303" v="1878" actId="47"/>
        <pc:sldMkLst>
          <pc:docMk/>
          <pc:sldMk cId="189707909" sldId="433"/>
        </pc:sldMkLst>
      </pc:sldChg>
      <pc:sldChg chg="delSp modSp add mod setBg delDesignElem">
        <pc:chgData name="Thompson, Brielle" userId="f0ea580a-03ee-4a63-bd84-436803179175" providerId="ADAL" clId="{D055EE43-6585-4D9C-BADE-04A515CD9EC5}" dt="2025-08-07T18:44:11.322" v="400" actId="20577"/>
        <pc:sldMkLst>
          <pc:docMk/>
          <pc:sldMk cId="2472309090" sldId="434"/>
        </pc:sldMkLst>
        <pc:spChg chg="mod">
          <ac:chgData name="Thompson, Brielle" userId="f0ea580a-03ee-4a63-bd84-436803179175" providerId="ADAL" clId="{D055EE43-6585-4D9C-BADE-04A515CD9EC5}" dt="2025-08-07T18:44:11.322" v="400" actId="20577"/>
          <ac:spMkLst>
            <pc:docMk/>
            <pc:sldMk cId="2472309090" sldId="434"/>
            <ac:spMk id="2" creationId="{6AE23848-0866-067B-5C85-225EDB126BA1}"/>
          </ac:spMkLst>
        </pc:spChg>
      </pc:sldChg>
      <pc:sldChg chg="addSp modSp new mod ord">
        <pc:chgData name="Thompson, Brielle" userId="f0ea580a-03ee-4a63-bd84-436803179175" providerId="ADAL" clId="{D055EE43-6585-4D9C-BADE-04A515CD9EC5}" dt="2025-08-12T18:17:37.957" v="5947" actId="1076"/>
        <pc:sldMkLst>
          <pc:docMk/>
          <pc:sldMk cId="3247257364" sldId="435"/>
        </pc:sldMkLst>
      </pc:sldChg>
      <pc:sldChg chg="addSp delSp modSp add mod ord setBg delAnim modNotesTx">
        <pc:chgData name="Thompson, Brielle" userId="f0ea580a-03ee-4a63-bd84-436803179175" providerId="ADAL" clId="{D055EE43-6585-4D9C-BADE-04A515CD9EC5}" dt="2025-08-12T16:35:15.605" v="5785" actId="207"/>
        <pc:sldMkLst>
          <pc:docMk/>
          <pc:sldMk cId="1238645798" sldId="436"/>
        </pc:sldMkLst>
      </pc:sldChg>
      <pc:sldChg chg="addSp modSp new mod setBg modAnim">
        <pc:chgData name="Thompson, Brielle" userId="f0ea580a-03ee-4a63-bd84-436803179175" providerId="ADAL" clId="{D055EE43-6585-4D9C-BADE-04A515CD9EC5}" dt="2025-08-14T18:58:15.800" v="5961"/>
        <pc:sldMkLst>
          <pc:docMk/>
          <pc:sldMk cId="1708838552" sldId="437"/>
        </pc:sldMkLst>
      </pc:sldChg>
      <pc:sldChg chg="addSp delSp modSp add del mod modAnim">
        <pc:chgData name="Thompson, Brielle" userId="f0ea580a-03ee-4a63-bd84-436803179175" providerId="ADAL" clId="{D055EE43-6585-4D9C-BADE-04A515CD9EC5}" dt="2025-08-07T20:23:26.795" v="483" actId="47"/>
        <pc:sldMkLst>
          <pc:docMk/>
          <pc:sldMk cId="4170026098" sldId="437"/>
        </pc:sldMkLst>
      </pc:sldChg>
      <pc:sldChg chg="delSp add del mod delAnim">
        <pc:chgData name="Thompson, Brielle" userId="f0ea580a-03ee-4a63-bd84-436803179175" providerId="ADAL" clId="{D055EE43-6585-4D9C-BADE-04A515CD9EC5}" dt="2025-08-07T20:23:29.712" v="484" actId="47"/>
        <pc:sldMkLst>
          <pc:docMk/>
          <pc:sldMk cId="1021328575" sldId="438"/>
        </pc:sldMkLst>
      </pc:sldChg>
      <pc:sldChg chg="new del">
        <pc:chgData name="Thompson, Brielle" userId="f0ea580a-03ee-4a63-bd84-436803179175" providerId="ADAL" clId="{D055EE43-6585-4D9C-BADE-04A515CD9EC5}" dt="2025-08-07T20:27:34.431" v="543" actId="47"/>
        <pc:sldMkLst>
          <pc:docMk/>
          <pc:sldMk cId="3437559269" sldId="438"/>
        </pc:sldMkLst>
      </pc:sldChg>
      <pc:sldChg chg="addSp delSp modSp new mod modAnim">
        <pc:chgData name="Thompson, Brielle" userId="f0ea580a-03ee-4a63-bd84-436803179175" providerId="ADAL" clId="{D055EE43-6585-4D9C-BADE-04A515CD9EC5}" dt="2025-08-12T14:49:21.733" v="4234"/>
        <pc:sldMkLst>
          <pc:docMk/>
          <pc:sldMk cId="4168271727" sldId="439"/>
        </pc:sldMkLst>
      </pc:sldChg>
      <pc:sldChg chg="modSp add mod ord modAnim">
        <pc:chgData name="Thompson, Brielle" userId="f0ea580a-03ee-4a63-bd84-436803179175" providerId="ADAL" clId="{D055EE43-6585-4D9C-BADE-04A515CD9EC5}" dt="2025-08-12T14:48:57.612" v="4231"/>
        <pc:sldMkLst>
          <pc:docMk/>
          <pc:sldMk cId="3014738124" sldId="440"/>
        </pc:sldMkLst>
      </pc:sldChg>
      <pc:sldChg chg="new del">
        <pc:chgData name="Thompson, Brielle" userId="f0ea580a-03ee-4a63-bd84-436803179175" providerId="ADAL" clId="{D055EE43-6585-4D9C-BADE-04A515CD9EC5}" dt="2025-08-07T20:54:09.300" v="1877" actId="47"/>
        <pc:sldMkLst>
          <pc:docMk/>
          <pc:sldMk cId="1288079272" sldId="441"/>
        </pc:sldMkLst>
      </pc:sldChg>
      <pc:sldChg chg="modSp add mod">
        <pc:chgData name="Thompson, Brielle" userId="f0ea580a-03ee-4a63-bd84-436803179175" providerId="ADAL" clId="{D055EE43-6585-4D9C-BADE-04A515CD9EC5}" dt="2025-08-07T20:31:48.585" v="648" actId="313"/>
        <pc:sldMkLst>
          <pc:docMk/>
          <pc:sldMk cId="664292742" sldId="442"/>
        </pc:sldMkLst>
      </pc:sldChg>
      <pc:sldChg chg="addSp delSp modSp add mod ord modNotesTx">
        <pc:chgData name="Thompson, Brielle" userId="f0ea580a-03ee-4a63-bd84-436803179175" providerId="ADAL" clId="{D055EE43-6585-4D9C-BADE-04A515CD9EC5}" dt="2025-08-12T16:36:52.662" v="5825" actId="20577"/>
        <pc:sldMkLst>
          <pc:docMk/>
          <pc:sldMk cId="275994254" sldId="443"/>
        </pc:sldMkLst>
      </pc:sldChg>
      <pc:sldChg chg="modSp add mod">
        <pc:chgData name="Thompson, Brielle" userId="f0ea580a-03ee-4a63-bd84-436803179175" providerId="ADAL" clId="{D055EE43-6585-4D9C-BADE-04A515CD9EC5}" dt="2025-08-07T20:36:33.941" v="808" actId="27636"/>
        <pc:sldMkLst>
          <pc:docMk/>
          <pc:sldMk cId="2904939397" sldId="444"/>
        </pc:sldMkLst>
      </pc:sldChg>
      <pc:sldChg chg="addSp modSp new mod setBg">
        <pc:chgData name="Thompson, Brielle" userId="f0ea580a-03ee-4a63-bd84-436803179175" providerId="ADAL" clId="{D055EE43-6585-4D9C-BADE-04A515CD9EC5}" dt="2025-08-12T16:48:02.358" v="5844" actId="1076"/>
        <pc:sldMkLst>
          <pc:docMk/>
          <pc:sldMk cId="1751049556" sldId="445"/>
        </pc:sldMkLst>
      </pc:sldChg>
      <pc:sldChg chg="addSp modSp add mod setBg">
        <pc:chgData name="Thompson, Brielle" userId="f0ea580a-03ee-4a63-bd84-436803179175" providerId="ADAL" clId="{D055EE43-6585-4D9C-BADE-04A515CD9EC5}" dt="2025-08-11T20:08:46.420" v="2331" actId="1076"/>
        <pc:sldMkLst>
          <pc:docMk/>
          <pc:sldMk cId="3772101649" sldId="446"/>
        </pc:sldMkLst>
      </pc:sldChg>
      <pc:sldChg chg="addSp modSp add mod setBg">
        <pc:chgData name="Thompson, Brielle" userId="f0ea580a-03ee-4a63-bd84-436803179175" providerId="ADAL" clId="{D055EE43-6585-4D9C-BADE-04A515CD9EC5}" dt="2025-08-12T16:22:33.490" v="5763"/>
        <pc:sldMkLst>
          <pc:docMk/>
          <pc:sldMk cId="761833444" sldId="447"/>
        </pc:sldMkLst>
      </pc:sldChg>
      <pc:sldChg chg="addSp modSp add del mod ord">
        <pc:chgData name="Thompson, Brielle" userId="f0ea580a-03ee-4a63-bd84-436803179175" providerId="ADAL" clId="{D055EE43-6585-4D9C-BADE-04A515CD9EC5}" dt="2025-08-12T18:17:09.442" v="5938" actId="47"/>
        <pc:sldMkLst>
          <pc:docMk/>
          <pc:sldMk cId="1195641235" sldId="448"/>
        </pc:sldMkLst>
      </pc:sldChg>
      <pc:sldChg chg="addSp modSp add mod ord setBg">
        <pc:chgData name="Thompson, Brielle" userId="f0ea580a-03ee-4a63-bd84-436803179175" providerId="ADAL" clId="{D055EE43-6585-4D9C-BADE-04A515CD9EC5}" dt="2025-08-11T20:59:39.901" v="3654" actId="20577"/>
        <pc:sldMkLst>
          <pc:docMk/>
          <pc:sldMk cId="3911696057" sldId="449"/>
        </pc:sldMkLst>
      </pc:sldChg>
      <pc:sldChg chg="addSp modSp new del mod setBg">
        <pc:chgData name="Thompson, Brielle" userId="f0ea580a-03ee-4a63-bd84-436803179175" providerId="ADAL" clId="{D055EE43-6585-4D9C-BADE-04A515CD9EC5}" dt="2025-08-07T21:04:58.945" v="2208" actId="47"/>
        <pc:sldMkLst>
          <pc:docMk/>
          <pc:sldMk cId="1599145321" sldId="450"/>
        </pc:sldMkLst>
      </pc:sldChg>
      <pc:sldChg chg="addSp modSp add mod setBg modNotesTx">
        <pc:chgData name="Thompson, Brielle" userId="f0ea580a-03ee-4a63-bd84-436803179175" providerId="ADAL" clId="{D055EE43-6585-4D9C-BADE-04A515CD9EC5}" dt="2025-08-12T18:19:27.277" v="5957" actId="207"/>
        <pc:sldMkLst>
          <pc:docMk/>
          <pc:sldMk cId="2084022510" sldId="451"/>
        </pc:sldMkLst>
      </pc:sldChg>
      <pc:sldChg chg="delSp modSp add del mod">
        <pc:chgData name="Thompson, Brielle" userId="f0ea580a-03ee-4a63-bd84-436803179175" providerId="ADAL" clId="{D055EE43-6585-4D9C-BADE-04A515CD9EC5}" dt="2025-08-11T20:20:27.886" v="2474" actId="47"/>
        <pc:sldMkLst>
          <pc:docMk/>
          <pc:sldMk cId="714069004" sldId="452"/>
        </pc:sldMkLst>
      </pc:sldChg>
      <pc:sldChg chg="addSp modSp add mod">
        <pc:chgData name="Thompson, Brielle" userId="f0ea580a-03ee-4a63-bd84-436803179175" providerId="ADAL" clId="{D055EE43-6585-4D9C-BADE-04A515CD9EC5}" dt="2025-08-11T20:37:53.246" v="3018" actId="1076"/>
        <pc:sldMkLst>
          <pc:docMk/>
          <pc:sldMk cId="1972088792" sldId="452"/>
        </pc:sldMkLst>
        <pc:spChg chg="add mod">
          <ac:chgData name="Thompson, Brielle" userId="f0ea580a-03ee-4a63-bd84-436803179175" providerId="ADAL" clId="{D055EE43-6585-4D9C-BADE-04A515CD9EC5}" dt="2025-08-11T20:37:53.246" v="3018" actId="1076"/>
          <ac:spMkLst>
            <pc:docMk/>
            <pc:sldMk cId="1972088792" sldId="452"/>
            <ac:spMk id="3" creationId="{B345E01A-AEC6-B3DB-F5CB-086D84BA8E7A}"/>
          </ac:spMkLst>
        </pc:spChg>
        <pc:graphicFrameChg chg="mod">
          <ac:chgData name="Thompson, Brielle" userId="f0ea580a-03ee-4a63-bd84-436803179175" providerId="ADAL" clId="{D055EE43-6585-4D9C-BADE-04A515CD9EC5}" dt="2025-08-11T20:35:28.883" v="2844" actId="115"/>
          <ac:graphicFrameMkLst>
            <pc:docMk/>
            <pc:sldMk cId="1972088792" sldId="452"/>
            <ac:graphicFrameMk id="5" creationId="{F064ADAB-75C7-5015-D427-2B0C35D721B5}"/>
          </ac:graphicFrameMkLst>
        </pc:graphicFrameChg>
      </pc:sldChg>
      <pc:sldChg chg="modSp new del mod">
        <pc:chgData name="Thompson, Brielle" userId="f0ea580a-03ee-4a63-bd84-436803179175" providerId="ADAL" clId="{D055EE43-6585-4D9C-BADE-04A515CD9EC5}" dt="2025-08-11T20:33:59.167" v="2835" actId="47"/>
        <pc:sldMkLst>
          <pc:docMk/>
          <pc:sldMk cId="2300002814" sldId="452"/>
        </pc:sldMkLst>
      </pc:sldChg>
      <pc:sldChg chg="add del">
        <pc:chgData name="Thompson, Brielle" userId="f0ea580a-03ee-4a63-bd84-436803179175" providerId="ADAL" clId="{D055EE43-6585-4D9C-BADE-04A515CD9EC5}" dt="2025-08-11T19:56:57.385" v="2249" actId="47"/>
        <pc:sldMkLst>
          <pc:docMk/>
          <pc:sldMk cId="3791576105" sldId="452"/>
        </pc:sldMkLst>
      </pc:sldChg>
      <pc:sldChg chg="modSp add mod">
        <pc:chgData name="Thompson, Brielle" userId="f0ea580a-03ee-4a63-bd84-436803179175" providerId="ADAL" clId="{D055EE43-6585-4D9C-BADE-04A515CD9EC5}" dt="2025-08-11T20:39:40.815" v="3044" actId="113"/>
        <pc:sldMkLst>
          <pc:docMk/>
          <pc:sldMk cId="1057144615" sldId="453"/>
        </pc:sldMkLst>
      </pc:sldChg>
      <pc:sldChg chg="modSp add mod">
        <pc:chgData name="Thompson, Brielle" userId="f0ea580a-03ee-4a63-bd84-436803179175" providerId="ADAL" clId="{D055EE43-6585-4D9C-BADE-04A515CD9EC5}" dt="2025-08-11T20:40:05.383" v="3054" actId="207"/>
        <pc:sldMkLst>
          <pc:docMk/>
          <pc:sldMk cId="2695207565" sldId="454"/>
        </pc:sldMkLst>
      </pc:sldChg>
      <pc:sldChg chg="modSp add mod">
        <pc:chgData name="Thompson, Brielle" userId="f0ea580a-03ee-4a63-bd84-436803179175" providerId="ADAL" clId="{D055EE43-6585-4D9C-BADE-04A515CD9EC5}" dt="2025-08-11T20:40:38.342" v="3060" actId="207"/>
        <pc:sldMkLst>
          <pc:docMk/>
          <pc:sldMk cId="2706510687" sldId="455"/>
        </pc:sldMkLst>
      </pc:sldChg>
      <pc:sldChg chg="modSp add mod">
        <pc:chgData name="Thompson, Brielle" userId="f0ea580a-03ee-4a63-bd84-436803179175" providerId="ADAL" clId="{D055EE43-6585-4D9C-BADE-04A515CD9EC5}" dt="2025-08-11T20:41:11.447" v="3072" actId="207"/>
        <pc:sldMkLst>
          <pc:docMk/>
          <pc:sldMk cId="1584873583" sldId="456"/>
        </pc:sldMkLst>
      </pc:sldChg>
      <pc:sldChg chg="modSp add mod">
        <pc:chgData name="Thompson, Brielle" userId="f0ea580a-03ee-4a63-bd84-436803179175" providerId="ADAL" clId="{D055EE43-6585-4D9C-BADE-04A515CD9EC5}" dt="2025-08-11T20:41:38.475" v="3094" actId="207"/>
        <pc:sldMkLst>
          <pc:docMk/>
          <pc:sldMk cId="2114799925" sldId="457"/>
        </pc:sldMkLst>
      </pc:sldChg>
      <pc:sldChg chg="modSp add mod">
        <pc:chgData name="Thompson, Brielle" userId="f0ea580a-03ee-4a63-bd84-436803179175" providerId="ADAL" clId="{D055EE43-6585-4D9C-BADE-04A515CD9EC5}" dt="2025-08-11T20:42:04.835" v="3110" actId="207"/>
        <pc:sldMkLst>
          <pc:docMk/>
          <pc:sldMk cId="3211140333" sldId="458"/>
        </pc:sldMkLst>
      </pc:sldChg>
      <pc:sldChg chg="modSp new mod setBg">
        <pc:chgData name="Thompson, Brielle" userId="f0ea580a-03ee-4a63-bd84-436803179175" providerId="ADAL" clId="{D055EE43-6585-4D9C-BADE-04A515CD9EC5}" dt="2025-08-11T21:59:48.560" v="3734"/>
        <pc:sldMkLst>
          <pc:docMk/>
          <pc:sldMk cId="3019933041" sldId="459"/>
        </pc:sldMkLst>
        <pc:spChg chg="mod">
          <ac:chgData name="Thompson, Brielle" userId="f0ea580a-03ee-4a63-bd84-436803179175" providerId="ADAL" clId="{D055EE43-6585-4D9C-BADE-04A515CD9EC5}" dt="2025-08-11T20:52:18.722" v="3320" actId="27636"/>
          <ac:spMkLst>
            <pc:docMk/>
            <pc:sldMk cId="3019933041" sldId="459"/>
            <ac:spMk id="2" creationId="{137ED602-EC27-67AB-41A7-EA2E6E2F1A3F}"/>
          </ac:spMkLst>
        </pc:spChg>
        <pc:spChg chg="mod">
          <ac:chgData name="Thompson, Brielle" userId="f0ea580a-03ee-4a63-bd84-436803179175" providerId="ADAL" clId="{D055EE43-6585-4D9C-BADE-04A515CD9EC5}" dt="2025-08-11T21:59:44.411" v="3733" actId="27636"/>
          <ac:spMkLst>
            <pc:docMk/>
            <pc:sldMk cId="3019933041" sldId="459"/>
            <ac:spMk id="3" creationId="{532F6CCB-9497-D52A-E563-EA564D079580}"/>
          </ac:spMkLst>
        </pc:spChg>
      </pc:sldChg>
      <pc:sldChg chg="addSp delSp modSp add mod modAnim">
        <pc:chgData name="Thompson, Brielle" userId="f0ea580a-03ee-4a63-bd84-436803179175" providerId="ADAL" clId="{D055EE43-6585-4D9C-BADE-04A515CD9EC5}" dt="2025-08-12T16:23:23.373" v="5766"/>
        <pc:sldMkLst>
          <pc:docMk/>
          <pc:sldMk cId="365282687" sldId="460"/>
        </pc:sldMkLst>
      </pc:sldChg>
      <pc:sldChg chg="addSp delSp modSp new mod">
        <pc:chgData name="Thompson, Brielle" userId="f0ea580a-03ee-4a63-bd84-436803179175" providerId="ADAL" clId="{D055EE43-6585-4D9C-BADE-04A515CD9EC5}" dt="2025-08-12T18:16:02.363" v="5929" actId="1036"/>
        <pc:sldMkLst>
          <pc:docMk/>
          <pc:sldMk cId="492697286" sldId="461"/>
        </pc:sldMkLst>
      </pc:sldChg>
      <pc:sldChg chg="addSp delSp modSp add del mod">
        <pc:chgData name="Thompson, Brielle" userId="f0ea580a-03ee-4a63-bd84-436803179175" providerId="ADAL" clId="{D055EE43-6585-4D9C-BADE-04A515CD9EC5}" dt="2025-08-12T18:13:56.092" v="5892" actId="47"/>
        <pc:sldMkLst>
          <pc:docMk/>
          <pc:sldMk cId="3190656897" sldId="462"/>
        </pc:sldMkLst>
      </pc:sldChg>
      <pc:sldChg chg="addSp delSp modSp add mod">
        <pc:chgData name="Thompson, Brielle" userId="f0ea580a-03ee-4a63-bd84-436803179175" providerId="ADAL" clId="{D055EE43-6585-4D9C-BADE-04A515CD9EC5}" dt="2025-08-12T18:16:20.198" v="5933"/>
        <pc:sldMkLst>
          <pc:docMk/>
          <pc:sldMk cId="411440384" sldId="463"/>
        </pc:sldMkLst>
      </pc:sldChg>
      <pc:sldChg chg="addSp delSp modSp add mod">
        <pc:chgData name="Thompson, Brielle" userId="f0ea580a-03ee-4a63-bd84-436803179175" providerId="ADAL" clId="{D055EE43-6585-4D9C-BADE-04A515CD9EC5}" dt="2025-08-12T18:16:36.916" v="5935"/>
        <pc:sldMkLst>
          <pc:docMk/>
          <pc:sldMk cId="2431553106" sldId="464"/>
        </pc:sldMkLst>
      </pc:sldChg>
      <pc:sldChg chg="addSp delSp modSp add mod">
        <pc:chgData name="Thompson, Brielle" userId="f0ea580a-03ee-4a63-bd84-436803179175" providerId="ADAL" clId="{D055EE43-6585-4D9C-BADE-04A515CD9EC5}" dt="2025-08-12T18:16:52.923" v="5937"/>
        <pc:sldMkLst>
          <pc:docMk/>
          <pc:sldMk cId="2470410493" sldId="465"/>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svg"/><Relationship Id="rId1" Type="http://schemas.openxmlformats.org/officeDocument/2006/relationships/image" Target="../media/image58.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D71008-F7AC-476A-8DC3-18A196F4B13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E133CABC-7B5A-465B-A71D-AE33899B94E5}">
      <dgm:prSet phldrT="[Text]"/>
      <dgm:spPr>
        <a:solidFill>
          <a:schemeClr val="tx1"/>
        </a:solidFill>
      </dgm:spPr>
      <dgm:t>
        <a:bodyPr/>
        <a:lstStyle/>
        <a:p>
          <a:r>
            <a:rPr lang="en-US" dirty="0"/>
            <a:t>Epistemic uncertainty</a:t>
          </a:r>
        </a:p>
      </dgm:t>
    </dgm:pt>
    <dgm:pt modelId="{7B9BD484-32EA-4762-A262-DC5C8ABEB505}" type="parTrans" cxnId="{BBD8448B-7142-4430-B303-1BCDEFB3845C}">
      <dgm:prSet/>
      <dgm:spPr/>
      <dgm:t>
        <a:bodyPr/>
        <a:lstStyle/>
        <a:p>
          <a:endParaRPr lang="en-US"/>
        </a:p>
      </dgm:t>
    </dgm:pt>
    <dgm:pt modelId="{A1BC44BC-9BED-4F72-ADA6-CD0D871531D1}" type="sibTrans" cxnId="{BBD8448B-7142-4430-B303-1BCDEFB3845C}">
      <dgm:prSet/>
      <dgm:spPr/>
      <dgm:t>
        <a:bodyPr/>
        <a:lstStyle/>
        <a:p>
          <a:endParaRPr lang="en-US"/>
        </a:p>
      </dgm:t>
    </dgm:pt>
    <dgm:pt modelId="{E53B3F75-1CC8-4D89-A5D4-37C20D67C4E3}">
      <dgm:prSet phldrT="[Text]"/>
      <dgm:spPr/>
      <dgm:t>
        <a:bodyPr/>
        <a:lstStyle/>
        <a:p>
          <a:r>
            <a:rPr lang="en-US" dirty="0"/>
            <a:t>Measurement error</a:t>
          </a:r>
        </a:p>
      </dgm:t>
    </dgm:pt>
    <dgm:pt modelId="{9FC7B94E-30C6-49E6-927C-67911C9132BC}" type="parTrans" cxnId="{AD118187-F580-4939-99D3-EABBF5D4E5C3}">
      <dgm:prSet/>
      <dgm:spPr>
        <a:ln>
          <a:solidFill>
            <a:schemeClr val="tx1"/>
          </a:solidFill>
        </a:ln>
      </dgm:spPr>
      <dgm:t>
        <a:bodyPr/>
        <a:lstStyle/>
        <a:p>
          <a:endParaRPr lang="en-US"/>
        </a:p>
      </dgm:t>
    </dgm:pt>
    <dgm:pt modelId="{DC7B7C60-2527-4592-A83E-2A7638B67AC3}" type="sibTrans" cxnId="{AD118187-F580-4939-99D3-EABBF5D4E5C3}">
      <dgm:prSet/>
      <dgm:spPr/>
      <dgm:t>
        <a:bodyPr/>
        <a:lstStyle/>
        <a:p>
          <a:endParaRPr lang="en-US"/>
        </a:p>
      </dgm:t>
    </dgm:pt>
    <dgm:pt modelId="{6FB4FAE6-D01B-4BA1-8AFF-7A02C5734E44}">
      <dgm:prSet phldrT="[Text]"/>
      <dgm:spPr>
        <a:solidFill>
          <a:schemeClr val="accent2"/>
        </a:solidFill>
      </dgm:spPr>
      <dgm:t>
        <a:bodyPr/>
        <a:lstStyle/>
        <a:p>
          <a:r>
            <a:rPr lang="en-US" dirty="0"/>
            <a:t>Systematic error</a:t>
          </a:r>
        </a:p>
      </dgm:t>
    </dgm:pt>
    <dgm:pt modelId="{494BE664-7716-44C0-8C24-3DB1F55F3140}" type="parTrans" cxnId="{B1223BC2-2C7D-4F4E-B31C-3C2D9BBCB693}">
      <dgm:prSet/>
      <dgm:spPr/>
      <dgm:t>
        <a:bodyPr/>
        <a:lstStyle/>
        <a:p>
          <a:endParaRPr lang="en-US"/>
        </a:p>
      </dgm:t>
    </dgm:pt>
    <dgm:pt modelId="{CDB37C3A-7060-462D-8AE2-6E655BCF6585}" type="sibTrans" cxnId="{B1223BC2-2C7D-4F4E-B31C-3C2D9BBCB693}">
      <dgm:prSet/>
      <dgm:spPr/>
      <dgm:t>
        <a:bodyPr/>
        <a:lstStyle/>
        <a:p>
          <a:endParaRPr lang="en-US"/>
        </a:p>
      </dgm:t>
    </dgm:pt>
    <dgm:pt modelId="{722B6D66-3315-4C24-919F-FDE85FDD73A8}">
      <dgm:prSet phldrT="[Text]"/>
      <dgm:spPr>
        <a:solidFill>
          <a:schemeClr val="accent6"/>
        </a:solidFill>
      </dgm:spPr>
      <dgm:t>
        <a:bodyPr/>
        <a:lstStyle/>
        <a:p>
          <a:r>
            <a:rPr lang="en-US" dirty="0"/>
            <a:t>Natural variation</a:t>
          </a:r>
        </a:p>
      </dgm:t>
    </dgm:pt>
    <dgm:pt modelId="{08716168-1BFE-4D67-8990-2CC0930D705F}" type="parTrans" cxnId="{9DD73111-C6E7-4AC4-B03B-6FACDD6CC5F1}">
      <dgm:prSet/>
      <dgm:spPr/>
      <dgm:t>
        <a:bodyPr/>
        <a:lstStyle/>
        <a:p>
          <a:endParaRPr lang="en-US"/>
        </a:p>
      </dgm:t>
    </dgm:pt>
    <dgm:pt modelId="{313C8BB8-74BD-45B8-BF36-FAB5FB70C69B}" type="sibTrans" cxnId="{9DD73111-C6E7-4AC4-B03B-6FACDD6CC5F1}">
      <dgm:prSet/>
      <dgm:spPr/>
      <dgm:t>
        <a:bodyPr/>
        <a:lstStyle/>
        <a:p>
          <a:endParaRPr lang="en-US"/>
        </a:p>
      </dgm:t>
    </dgm:pt>
    <dgm:pt modelId="{C1A2F1B7-B558-47B8-8FAD-0061FEC33D79}">
      <dgm:prSet phldrT="[Text]"/>
      <dgm:spPr>
        <a:solidFill>
          <a:schemeClr val="accent3"/>
        </a:solidFill>
      </dgm:spPr>
      <dgm:t>
        <a:bodyPr/>
        <a:lstStyle/>
        <a:p>
          <a:r>
            <a:rPr lang="en-US" dirty="0"/>
            <a:t>Inherent randomness</a:t>
          </a:r>
        </a:p>
      </dgm:t>
    </dgm:pt>
    <dgm:pt modelId="{F1DF4749-ACD0-4B5A-A518-7111314E90B6}" type="parTrans" cxnId="{5CFDADA7-8465-43D9-A52F-4DC52B8702A2}">
      <dgm:prSet/>
      <dgm:spPr>
        <a:ln>
          <a:solidFill>
            <a:schemeClr val="tx1"/>
          </a:solidFill>
        </a:ln>
      </dgm:spPr>
      <dgm:t>
        <a:bodyPr/>
        <a:lstStyle/>
        <a:p>
          <a:endParaRPr lang="en-US"/>
        </a:p>
      </dgm:t>
    </dgm:pt>
    <dgm:pt modelId="{E62851B6-4ED5-4E3B-A6AE-4D69DA54CB25}" type="sibTrans" cxnId="{5CFDADA7-8465-43D9-A52F-4DC52B8702A2}">
      <dgm:prSet/>
      <dgm:spPr/>
      <dgm:t>
        <a:bodyPr/>
        <a:lstStyle/>
        <a:p>
          <a:endParaRPr lang="en-US"/>
        </a:p>
      </dgm:t>
    </dgm:pt>
    <dgm:pt modelId="{961E0832-D487-40B7-BBE7-BBCDB92738B4}">
      <dgm:prSet phldrT="[Text]"/>
      <dgm:spPr>
        <a:solidFill>
          <a:schemeClr val="accent4"/>
        </a:solidFill>
      </dgm:spPr>
      <dgm:t>
        <a:bodyPr/>
        <a:lstStyle/>
        <a:p>
          <a:r>
            <a:rPr lang="en-US" dirty="0"/>
            <a:t>Model uncertainty</a:t>
          </a:r>
        </a:p>
      </dgm:t>
    </dgm:pt>
    <dgm:pt modelId="{32FBDA71-955C-4573-A212-B83CF5C94083}" type="parTrans" cxnId="{A43931B3-D193-4C58-ADA5-029CD7D22181}">
      <dgm:prSet/>
      <dgm:spPr>
        <a:ln>
          <a:solidFill>
            <a:schemeClr val="tx1"/>
          </a:solidFill>
        </a:ln>
      </dgm:spPr>
      <dgm:t>
        <a:bodyPr/>
        <a:lstStyle/>
        <a:p>
          <a:endParaRPr lang="en-US"/>
        </a:p>
      </dgm:t>
    </dgm:pt>
    <dgm:pt modelId="{35550343-9ABD-4D94-92AF-27C4F247704B}" type="sibTrans" cxnId="{A43931B3-D193-4C58-ADA5-029CD7D22181}">
      <dgm:prSet/>
      <dgm:spPr/>
      <dgm:t>
        <a:bodyPr/>
        <a:lstStyle/>
        <a:p>
          <a:endParaRPr lang="en-US"/>
        </a:p>
      </dgm:t>
    </dgm:pt>
    <dgm:pt modelId="{81A78831-257A-4499-B802-C804E1F84F7B}">
      <dgm:prSet phldrT="[Text]"/>
      <dgm:spPr>
        <a:solidFill>
          <a:srgbClr val="7030A0"/>
        </a:solidFill>
      </dgm:spPr>
      <dgm:t>
        <a:bodyPr/>
        <a:lstStyle/>
        <a:p>
          <a:r>
            <a:rPr lang="en-US" dirty="0"/>
            <a:t>Subjective judgement</a:t>
          </a:r>
        </a:p>
      </dgm:t>
    </dgm:pt>
    <dgm:pt modelId="{208CED11-E40F-41B1-B9BB-E86C3813AB5E}" type="parTrans" cxnId="{2E327E57-6773-49B2-BD17-18D32D57BEC6}">
      <dgm:prSet/>
      <dgm:spPr>
        <a:ln>
          <a:solidFill>
            <a:schemeClr val="tx1"/>
          </a:solidFill>
        </a:ln>
      </dgm:spPr>
      <dgm:t>
        <a:bodyPr/>
        <a:lstStyle/>
        <a:p>
          <a:endParaRPr lang="en-US"/>
        </a:p>
      </dgm:t>
    </dgm:pt>
    <dgm:pt modelId="{006C86CE-A754-49F5-8A96-98E52E5B29CE}" type="sibTrans" cxnId="{2E327E57-6773-49B2-BD17-18D32D57BEC6}">
      <dgm:prSet/>
      <dgm:spPr/>
      <dgm:t>
        <a:bodyPr/>
        <a:lstStyle/>
        <a:p>
          <a:endParaRPr lang="en-US"/>
        </a:p>
      </dgm:t>
    </dgm:pt>
    <dgm:pt modelId="{6105FF9B-DC3A-4A1B-B5F3-E0855BC89A65}" type="pres">
      <dgm:prSet presAssocID="{5CD71008-F7AC-476A-8DC3-18A196F4B139}" presName="hierChild1" presStyleCnt="0">
        <dgm:presLayoutVars>
          <dgm:orgChart val="1"/>
          <dgm:chPref val="1"/>
          <dgm:dir/>
          <dgm:animOne val="branch"/>
          <dgm:animLvl val="lvl"/>
          <dgm:resizeHandles/>
        </dgm:presLayoutVars>
      </dgm:prSet>
      <dgm:spPr/>
    </dgm:pt>
    <dgm:pt modelId="{7ACE19FD-1C4A-4127-BF44-F191E3FE33F6}" type="pres">
      <dgm:prSet presAssocID="{E133CABC-7B5A-465B-A71D-AE33899B94E5}" presName="hierRoot1" presStyleCnt="0">
        <dgm:presLayoutVars>
          <dgm:hierBranch val="init"/>
        </dgm:presLayoutVars>
      </dgm:prSet>
      <dgm:spPr/>
    </dgm:pt>
    <dgm:pt modelId="{45413166-6B1A-468D-AF69-22D1BD273536}" type="pres">
      <dgm:prSet presAssocID="{E133CABC-7B5A-465B-A71D-AE33899B94E5}" presName="rootComposite1" presStyleCnt="0"/>
      <dgm:spPr/>
    </dgm:pt>
    <dgm:pt modelId="{B43FB30F-EAB1-49CF-8461-72DFFE404139}" type="pres">
      <dgm:prSet presAssocID="{E133CABC-7B5A-465B-A71D-AE33899B94E5}" presName="rootText1" presStyleLbl="node0" presStyleIdx="0" presStyleCnt="1">
        <dgm:presLayoutVars>
          <dgm:chPref val="3"/>
        </dgm:presLayoutVars>
      </dgm:prSet>
      <dgm:spPr/>
    </dgm:pt>
    <dgm:pt modelId="{46F6FA36-6992-472F-A5CB-4D423D3646EB}" type="pres">
      <dgm:prSet presAssocID="{E133CABC-7B5A-465B-A71D-AE33899B94E5}" presName="rootConnector1" presStyleLbl="node1" presStyleIdx="0" presStyleCnt="0"/>
      <dgm:spPr/>
    </dgm:pt>
    <dgm:pt modelId="{11820F0E-29D7-43D5-AA3E-2BE63069C390}" type="pres">
      <dgm:prSet presAssocID="{E133CABC-7B5A-465B-A71D-AE33899B94E5}" presName="hierChild2" presStyleCnt="0"/>
      <dgm:spPr/>
    </dgm:pt>
    <dgm:pt modelId="{A6EC5CA2-6E64-4F3C-BF8A-BE70570927A0}" type="pres">
      <dgm:prSet presAssocID="{9FC7B94E-30C6-49E6-927C-67911C9132BC}" presName="Name37" presStyleLbl="parChTrans1D2" presStyleIdx="0" presStyleCnt="6"/>
      <dgm:spPr/>
    </dgm:pt>
    <dgm:pt modelId="{C369AD71-6E14-4453-9368-DE6618690D40}" type="pres">
      <dgm:prSet presAssocID="{E53B3F75-1CC8-4D89-A5D4-37C20D67C4E3}" presName="hierRoot2" presStyleCnt="0">
        <dgm:presLayoutVars>
          <dgm:hierBranch val="init"/>
        </dgm:presLayoutVars>
      </dgm:prSet>
      <dgm:spPr/>
    </dgm:pt>
    <dgm:pt modelId="{7F784116-EF3C-4FAC-8C35-FAD4D8420A58}" type="pres">
      <dgm:prSet presAssocID="{E53B3F75-1CC8-4D89-A5D4-37C20D67C4E3}" presName="rootComposite" presStyleCnt="0"/>
      <dgm:spPr/>
    </dgm:pt>
    <dgm:pt modelId="{7C7A519A-349B-4FD9-BF30-16883C14758B}" type="pres">
      <dgm:prSet presAssocID="{E53B3F75-1CC8-4D89-A5D4-37C20D67C4E3}" presName="rootText" presStyleLbl="node2" presStyleIdx="0" presStyleCnt="6">
        <dgm:presLayoutVars>
          <dgm:chPref val="3"/>
        </dgm:presLayoutVars>
      </dgm:prSet>
      <dgm:spPr/>
    </dgm:pt>
    <dgm:pt modelId="{AADF1A49-3814-478C-AB14-D021E5F3FC4D}" type="pres">
      <dgm:prSet presAssocID="{E53B3F75-1CC8-4D89-A5D4-37C20D67C4E3}" presName="rootConnector" presStyleLbl="node2" presStyleIdx="0" presStyleCnt="6"/>
      <dgm:spPr/>
    </dgm:pt>
    <dgm:pt modelId="{C460BE99-405D-4304-AC83-FF8A68AC890D}" type="pres">
      <dgm:prSet presAssocID="{E53B3F75-1CC8-4D89-A5D4-37C20D67C4E3}" presName="hierChild4" presStyleCnt="0"/>
      <dgm:spPr/>
    </dgm:pt>
    <dgm:pt modelId="{6297178A-AD28-429F-8C99-826D06436212}" type="pres">
      <dgm:prSet presAssocID="{E53B3F75-1CC8-4D89-A5D4-37C20D67C4E3}" presName="hierChild5" presStyleCnt="0"/>
      <dgm:spPr/>
    </dgm:pt>
    <dgm:pt modelId="{B18AB44D-AF55-495E-A697-8B22DE351806}" type="pres">
      <dgm:prSet presAssocID="{494BE664-7716-44C0-8C24-3DB1F55F3140}" presName="Name37" presStyleLbl="parChTrans1D2" presStyleIdx="1" presStyleCnt="6"/>
      <dgm:spPr/>
    </dgm:pt>
    <dgm:pt modelId="{80110613-9A4C-4C7C-9484-1D444179C71A}" type="pres">
      <dgm:prSet presAssocID="{6FB4FAE6-D01B-4BA1-8AFF-7A02C5734E44}" presName="hierRoot2" presStyleCnt="0">
        <dgm:presLayoutVars>
          <dgm:hierBranch val="init"/>
        </dgm:presLayoutVars>
      </dgm:prSet>
      <dgm:spPr/>
    </dgm:pt>
    <dgm:pt modelId="{33C64D31-CE01-47A5-899B-AA8D69CA2F10}" type="pres">
      <dgm:prSet presAssocID="{6FB4FAE6-D01B-4BA1-8AFF-7A02C5734E44}" presName="rootComposite" presStyleCnt="0"/>
      <dgm:spPr/>
    </dgm:pt>
    <dgm:pt modelId="{45F7EF86-9C80-44CB-9ED2-A8DF9A5C8908}" type="pres">
      <dgm:prSet presAssocID="{6FB4FAE6-D01B-4BA1-8AFF-7A02C5734E44}" presName="rootText" presStyleLbl="node2" presStyleIdx="1" presStyleCnt="6">
        <dgm:presLayoutVars>
          <dgm:chPref val="3"/>
        </dgm:presLayoutVars>
      </dgm:prSet>
      <dgm:spPr/>
    </dgm:pt>
    <dgm:pt modelId="{C169BB0C-376D-4A06-BF14-037B6D11A564}" type="pres">
      <dgm:prSet presAssocID="{6FB4FAE6-D01B-4BA1-8AFF-7A02C5734E44}" presName="rootConnector" presStyleLbl="node2" presStyleIdx="1" presStyleCnt="6"/>
      <dgm:spPr/>
    </dgm:pt>
    <dgm:pt modelId="{6141A557-751E-4544-B5E1-DE2BB7EBF6C2}" type="pres">
      <dgm:prSet presAssocID="{6FB4FAE6-D01B-4BA1-8AFF-7A02C5734E44}" presName="hierChild4" presStyleCnt="0"/>
      <dgm:spPr/>
    </dgm:pt>
    <dgm:pt modelId="{E08D0390-FB1E-4B09-9DF6-48284AAFCB2A}" type="pres">
      <dgm:prSet presAssocID="{6FB4FAE6-D01B-4BA1-8AFF-7A02C5734E44}" presName="hierChild5" presStyleCnt="0"/>
      <dgm:spPr/>
    </dgm:pt>
    <dgm:pt modelId="{2085026A-30E8-4332-B6EC-D5B2CA00D9AB}" type="pres">
      <dgm:prSet presAssocID="{08716168-1BFE-4D67-8990-2CC0930D705F}" presName="Name37" presStyleLbl="parChTrans1D2" presStyleIdx="2" presStyleCnt="6"/>
      <dgm:spPr/>
    </dgm:pt>
    <dgm:pt modelId="{48DC0760-3D28-4A8E-8EAE-E1F2A13EE914}" type="pres">
      <dgm:prSet presAssocID="{722B6D66-3315-4C24-919F-FDE85FDD73A8}" presName="hierRoot2" presStyleCnt="0">
        <dgm:presLayoutVars>
          <dgm:hierBranch val="init"/>
        </dgm:presLayoutVars>
      </dgm:prSet>
      <dgm:spPr/>
    </dgm:pt>
    <dgm:pt modelId="{E7FE32C1-8ACE-4A21-91F9-4A5E0559DBA4}" type="pres">
      <dgm:prSet presAssocID="{722B6D66-3315-4C24-919F-FDE85FDD73A8}" presName="rootComposite" presStyleCnt="0"/>
      <dgm:spPr/>
    </dgm:pt>
    <dgm:pt modelId="{F7F56B87-A6D6-4A2C-9D8E-0FA226E9246F}" type="pres">
      <dgm:prSet presAssocID="{722B6D66-3315-4C24-919F-FDE85FDD73A8}" presName="rootText" presStyleLbl="node2" presStyleIdx="2" presStyleCnt="6">
        <dgm:presLayoutVars>
          <dgm:chPref val="3"/>
        </dgm:presLayoutVars>
      </dgm:prSet>
      <dgm:spPr/>
    </dgm:pt>
    <dgm:pt modelId="{0FF7F113-E2AA-4AEB-BCAE-2611D54FD94C}" type="pres">
      <dgm:prSet presAssocID="{722B6D66-3315-4C24-919F-FDE85FDD73A8}" presName="rootConnector" presStyleLbl="node2" presStyleIdx="2" presStyleCnt="6"/>
      <dgm:spPr/>
    </dgm:pt>
    <dgm:pt modelId="{9AA9084D-16C3-4EEF-84D9-20468FF28D16}" type="pres">
      <dgm:prSet presAssocID="{722B6D66-3315-4C24-919F-FDE85FDD73A8}" presName="hierChild4" presStyleCnt="0"/>
      <dgm:spPr/>
    </dgm:pt>
    <dgm:pt modelId="{4138EE1F-0E60-4696-9B86-41991A82A2DD}" type="pres">
      <dgm:prSet presAssocID="{722B6D66-3315-4C24-919F-FDE85FDD73A8}" presName="hierChild5" presStyleCnt="0"/>
      <dgm:spPr/>
    </dgm:pt>
    <dgm:pt modelId="{9CF0A8C3-E5A7-4FEA-8D1E-4425C191515E}" type="pres">
      <dgm:prSet presAssocID="{F1DF4749-ACD0-4B5A-A518-7111314E90B6}" presName="Name37" presStyleLbl="parChTrans1D2" presStyleIdx="3" presStyleCnt="6"/>
      <dgm:spPr/>
    </dgm:pt>
    <dgm:pt modelId="{4CC44160-4E6B-4B6E-A7FE-1628F513F89D}" type="pres">
      <dgm:prSet presAssocID="{C1A2F1B7-B558-47B8-8FAD-0061FEC33D79}" presName="hierRoot2" presStyleCnt="0">
        <dgm:presLayoutVars>
          <dgm:hierBranch val="init"/>
        </dgm:presLayoutVars>
      </dgm:prSet>
      <dgm:spPr/>
    </dgm:pt>
    <dgm:pt modelId="{CC38422C-88B8-4025-B319-0A8588F39E4F}" type="pres">
      <dgm:prSet presAssocID="{C1A2F1B7-B558-47B8-8FAD-0061FEC33D79}" presName="rootComposite" presStyleCnt="0"/>
      <dgm:spPr/>
    </dgm:pt>
    <dgm:pt modelId="{2C94091B-7BD4-47AE-9E9C-7D5F7CE0A536}" type="pres">
      <dgm:prSet presAssocID="{C1A2F1B7-B558-47B8-8FAD-0061FEC33D79}" presName="rootText" presStyleLbl="node2" presStyleIdx="3" presStyleCnt="6">
        <dgm:presLayoutVars>
          <dgm:chPref val="3"/>
        </dgm:presLayoutVars>
      </dgm:prSet>
      <dgm:spPr/>
    </dgm:pt>
    <dgm:pt modelId="{2464DCAE-129C-4C28-BC87-8638F7B561A2}" type="pres">
      <dgm:prSet presAssocID="{C1A2F1B7-B558-47B8-8FAD-0061FEC33D79}" presName="rootConnector" presStyleLbl="node2" presStyleIdx="3" presStyleCnt="6"/>
      <dgm:spPr/>
    </dgm:pt>
    <dgm:pt modelId="{D0C2EBEB-38C6-4E53-9CF4-E9DE6E0D4297}" type="pres">
      <dgm:prSet presAssocID="{C1A2F1B7-B558-47B8-8FAD-0061FEC33D79}" presName="hierChild4" presStyleCnt="0"/>
      <dgm:spPr/>
    </dgm:pt>
    <dgm:pt modelId="{F6888F3B-B4EF-4979-B774-45828B6F4C4A}" type="pres">
      <dgm:prSet presAssocID="{C1A2F1B7-B558-47B8-8FAD-0061FEC33D79}" presName="hierChild5" presStyleCnt="0"/>
      <dgm:spPr/>
    </dgm:pt>
    <dgm:pt modelId="{C7A4B06E-9053-48C6-9229-123C761B92E6}" type="pres">
      <dgm:prSet presAssocID="{32FBDA71-955C-4573-A212-B83CF5C94083}" presName="Name37" presStyleLbl="parChTrans1D2" presStyleIdx="4" presStyleCnt="6"/>
      <dgm:spPr/>
    </dgm:pt>
    <dgm:pt modelId="{04FEF9B5-2C55-4AB5-B55F-9CBC28B756E4}" type="pres">
      <dgm:prSet presAssocID="{961E0832-D487-40B7-BBE7-BBCDB92738B4}" presName="hierRoot2" presStyleCnt="0">
        <dgm:presLayoutVars>
          <dgm:hierBranch val="init"/>
        </dgm:presLayoutVars>
      </dgm:prSet>
      <dgm:spPr/>
    </dgm:pt>
    <dgm:pt modelId="{BB0A568C-3AA4-4E29-AB27-85FA85DC501C}" type="pres">
      <dgm:prSet presAssocID="{961E0832-D487-40B7-BBE7-BBCDB92738B4}" presName="rootComposite" presStyleCnt="0"/>
      <dgm:spPr/>
    </dgm:pt>
    <dgm:pt modelId="{205C501D-002D-4655-B968-1A8B5342084B}" type="pres">
      <dgm:prSet presAssocID="{961E0832-D487-40B7-BBE7-BBCDB92738B4}" presName="rootText" presStyleLbl="node2" presStyleIdx="4" presStyleCnt="6">
        <dgm:presLayoutVars>
          <dgm:chPref val="3"/>
        </dgm:presLayoutVars>
      </dgm:prSet>
      <dgm:spPr/>
    </dgm:pt>
    <dgm:pt modelId="{C225ACEE-C4E3-4CEC-9BF0-B5ABC38AF0B2}" type="pres">
      <dgm:prSet presAssocID="{961E0832-D487-40B7-BBE7-BBCDB92738B4}" presName="rootConnector" presStyleLbl="node2" presStyleIdx="4" presStyleCnt="6"/>
      <dgm:spPr/>
    </dgm:pt>
    <dgm:pt modelId="{526564CD-DD2A-4237-B01B-F920A8FD8631}" type="pres">
      <dgm:prSet presAssocID="{961E0832-D487-40B7-BBE7-BBCDB92738B4}" presName="hierChild4" presStyleCnt="0"/>
      <dgm:spPr/>
    </dgm:pt>
    <dgm:pt modelId="{6677A58C-2AE8-490B-AE5A-545020CB0807}" type="pres">
      <dgm:prSet presAssocID="{961E0832-D487-40B7-BBE7-BBCDB92738B4}" presName="hierChild5" presStyleCnt="0"/>
      <dgm:spPr/>
    </dgm:pt>
    <dgm:pt modelId="{D99AE067-450E-4909-A903-30703E94E84E}" type="pres">
      <dgm:prSet presAssocID="{208CED11-E40F-41B1-B9BB-E86C3813AB5E}" presName="Name37" presStyleLbl="parChTrans1D2" presStyleIdx="5" presStyleCnt="6"/>
      <dgm:spPr/>
    </dgm:pt>
    <dgm:pt modelId="{627F21C0-3179-49B6-8176-CC7DC48B5D71}" type="pres">
      <dgm:prSet presAssocID="{81A78831-257A-4499-B802-C804E1F84F7B}" presName="hierRoot2" presStyleCnt="0">
        <dgm:presLayoutVars>
          <dgm:hierBranch val="init"/>
        </dgm:presLayoutVars>
      </dgm:prSet>
      <dgm:spPr/>
    </dgm:pt>
    <dgm:pt modelId="{C36F883E-EAF5-4F23-8682-D70F413469DA}" type="pres">
      <dgm:prSet presAssocID="{81A78831-257A-4499-B802-C804E1F84F7B}" presName="rootComposite" presStyleCnt="0"/>
      <dgm:spPr/>
    </dgm:pt>
    <dgm:pt modelId="{A55D4843-EED4-45E6-8612-A2A740B98E11}" type="pres">
      <dgm:prSet presAssocID="{81A78831-257A-4499-B802-C804E1F84F7B}" presName="rootText" presStyleLbl="node2" presStyleIdx="5" presStyleCnt="6">
        <dgm:presLayoutVars>
          <dgm:chPref val="3"/>
        </dgm:presLayoutVars>
      </dgm:prSet>
      <dgm:spPr/>
    </dgm:pt>
    <dgm:pt modelId="{C76292AD-F2BE-4EAA-9D18-C4FD0321B875}" type="pres">
      <dgm:prSet presAssocID="{81A78831-257A-4499-B802-C804E1F84F7B}" presName="rootConnector" presStyleLbl="node2" presStyleIdx="5" presStyleCnt="6"/>
      <dgm:spPr/>
    </dgm:pt>
    <dgm:pt modelId="{00686AFA-F673-4647-A86C-0CE90C555BEE}" type="pres">
      <dgm:prSet presAssocID="{81A78831-257A-4499-B802-C804E1F84F7B}" presName="hierChild4" presStyleCnt="0"/>
      <dgm:spPr/>
    </dgm:pt>
    <dgm:pt modelId="{E9B3E496-1E7C-4131-910D-6096EA65DF0B}" type="pres">
      <dgm:prSet presAssocID="{81A78831-257A-4499-B802-C804E1F84F7B}" presName="hierChild5" presStyleCnt="0"/>
      <dgm:spPr/>
    </dgm:pt>
    <dgm:pt modelId="{4B829A51-8FC3-4942-97A8-F1C0C3F78E76}" type="pres">
      <dgm:prSet presAssocID="{E133CABC-7B5A-465B-A71D-AE33899B94E5}" presName="hierChild3" presStyleCnt="0"/>
      <dgm:spPr/>
    </dgm:pt>
  </dgm:ptLst>
  <dgm:cxnLst>
    <dgm:cxn modelId="{42386101-72EE-4974-B97F-393354D10E74}" type="presOf" srcId="{32FBDA71-955C-4573-A212-B83CF5C94083}" destId="{C7A4B06E-9053-48C6-9229-123C761B92E6}" srcOrd="0" destOrd="0" presId="urn:microsoft.com/office/officeart/2005/8/layout/orgChart1"/>
    <dgm:cxn modelId="{3D770A03-E213-4080-A13E-359E80CF6BD6}" type="presOf" srcId="{6FB4FAE6-D01B-4BA1-8AFF-7A02C5734E44}" destId="{45F7EF86-9C80-44CB-9ED2-A8DF9A5C8908}" srcOrd="0" destOrd="0" presId="urn:microsoft.com/office/officeart/2005/8/layout/orgChart1"/>
    <dgm:cxn modelId="{9DD73111-C6E7-4AC4-B03B-6FACDD6CC5F1}" srcId="{E133CABC-7B5A-465B-A71D-AE33899B94E5}" destId="{722B6D66-3315-4C24-919F-FDE85FDD73A8}" srcOrd="2" destOrd="0" parTransId="{08716168-1BFE-4D67-8990-2CC0930D705F}" sibTransId="{313C8BB8-74BD-45B8-BF36-FAB5FB70C69B}"/>
    <dgm:cxn modelId="{EFF1CE13-236A-4140-9543-F56F2B6E5E97}" type="presOf" srcId="{C1A2F1B7-B558-47B8-8FAD-0061FEC33D79}" destId="{2C94091B-7BD4-47AE-9E9C-7D5F7CE0A536}" srcOrd="0" destOrd="0" presId="urn:microsoft.com/office/officeart/2005/8/layout/orgChart1"/>
    <dgm:cxn modelId="{501BA33A-DB6D-4CEA-B8BE-70939F131C6B}" type="presOf" srcId="{5CD71008-F7AC-476A-8DC3-18A196F4B139}" destId="{6105FF9B-DC3A-4A1B-B5F3-E0855BC89A65}" srcOrd="0" destOrd="0" presId="urn:microsoft.com/office/officeart/2005/8/layout/orgChart1"/>
    <dgm:cxn modelId="{3D3F453F-DD96-4EA9-A20A-50372D1C50C3}" type="presOf" srcId="{6FB4FAE6-D01B-4BA1-8AFF-7A02C5734E44}" destId="{C169BB0C-376D-4A06-BF14-037B6D11A564}" srcOrd="1" destOrd="0" presId="urn:microsoft.com/office/officeart/2005/8/layout/orgChart1"/>
    <dgm:cxn modelId="{FF0DA561-1642-49F2-A720-DE652C1DF26F}" type="presOf" srcId="{722B6D66-3315-4C24-919F-FDE85FDD73A8}" destId="{F7F56B87-A6D6-4A2C-9D8E-0FA226E9246F}" srcOrd="0" destOrd="0" presId="urn:microsoft.com/office/officeart/2005/8/layout/orgChart1"/>
    <dgm:cxn modelId="{0174A462-7477-4313-82AB-B473765BD3E5}" type="presOf" srcId="{208CED11-E40F-41B1-B9BB-E86C3813AB5E}" destId="{D99AE067-450E-4909-A903-30703E94E84E}" srcOrd="0" destOrd="0" presId="urn:microsoft.com/office/officeart/2005/8/layout/orgChart1"/>
    <dgm:cxn modelId="{984EBA46-B723-4813-AF89-8894F79AD960}" type="presOf" srcId="{E133CABC-7B5A-465B-A71D-AE33899B94E5}" destId="{46F6FA36-6992-472F-A5CB-4D423D3646EB}" srcOrd="1" destOrd="0" presId="urn:microsoft.com/office/officeart/2005/8/layout/orgChart1"/>
    <dgm:cxn modelId="{FD5A816A-5C47-4C52-AFF4-7BEBF5546ED2}" type="presOf" srcId="{494BE664-7716-44C0-8C24-3DB1F55F3140}" destId="{B18AB44D-AF55-495E-A697-8B22DE351806}" srcOrd="0" destOrd="0" presId="urn:microsoft.com/office/officeart/2005/8/layout/orgChart1"/>
    <dgm:cxn modelId="{6A1DDC4E-6567-4417-BF3F-F66131EC1442}" type="presOf" srcId="{E133CABC-7B5A-465B-A71D-AE33899B94E5}" destId="{B43FB30F-EAB1-49CF-8461-72DFFE404139}" srcOrd="0" destOrd="0" presId="urn:microsoft.com/office/officeart/2005/8/layout/orgChart1"/>
    <dgm:cxn modelId="{2E327E57-6773-49B2-BD17-18D32D57BEC6}" srcId="{E133CABC-7B5A-465B-A71D-AE33899B94E5}" destId="{81A78831-257A-4499-B802-C804E1F84F7B}" srcOrd="5" destOrd="0" parTransId="{208CED11-E40F-41B1-B9BB-E86C3813AB5E}" sibTransId="{006C86CE-A754-49F5-8A96-98E52E5B29CE}"/>
    <dgm:cxn modelId="{455D1983-E6DD-4468-B823-73DA73EC2C95}" type="presOf" srcId="{961E0832-D487-40B7-BBE7-BBCDB92738B4}" destId="{205C501D-002D-4655-B968-1A8B5342084B}" srcOrd="0" destOrd="0" presId="urn:microsoft.com/office/officeart/2005/8/layout/orgChart1"/>
    <dgm:cxn modelId="{AF895A85-C50F-4E79-BB7D-A29EFF9CC09F}" type="presOf" srcId="{E53B3F75-1CC8-4D89-A5D4-37C20D67C4E3}" destId="{AADF1A49-3814-478C-AB14-D021E5F3FC4D}" srcOrd="1" destOrd="0" presId="urn:microsoft.com/office/officeart/2005/8/layout/orgChart1"/>
    <dgm:cxn modelId="{AD118187-F580-4939-99D3-EABBF5D4E5C3}" srcId="{E133CABC-7B5A-465B-A71D-AE33899B94E5}" destId="{E53B3F75-1CC8-4D89-A5D4-37C20D67C4E3}" srcOrd="0" destOrd="0" parTransId="{9FC7B94E-30C6-49E6-927C-67911C9132BC}" sibTransId="{DC7B7C60-2527-4592-A83E-2A7638B67AC3}"/>
    <dgm:cxn modelId="{BBD8448B-7142-4430-B303-1BCDEFB3845C}" srcId="{5CD71008-F7AC-476A-8DC3-18A196F4B139}" destId="{E133CABC-7B5A-465B-A71D-AE33899B94E5}" srcOrd="0" destOrd="0" parTransId="{7B9BD484-32EA-4762-A262-DC5C8ABEB505}" sibTransId="{A1BC44BC-9BED-4F72-ADA6-CD0D871531D1}"/>
    <dgm:cxn modelId="{DA507C8E-EBE8-41AF-9525-1240341A3BC7}" type="presOf" srcId="{81A78831-257A-4499-B802-C804E1F84F7B}" destId="{C76292AD-F2BE-4EAA-9D18-C4FD0321B875}" srcOrd="1" destOrd="0" presId="urn:microsoft.com/office/officeart/2005/8/layout/orgChart1"/>
    <dgm:cxn modelId="{A7E11D92-A963-4FB2-B285-3DB9C1601752}" type="presOf" srcId="{08716168-1BFE-4D67-8990-2CC0930D705F}" destId="{2085026A-30E8-4332-B6EC-D5B2CA00D9AB}" srcOrd="0" destOrd="0" presId="urn:microsoft.com/office/officeart/2005/8/layout/orgChart1"/>
    <dgm:cxn modelId="{A6660B9C-E658-4129-835E-09171A7C9B42}" type="presOf" srcId="{81A78831-257A-4499-B802-C804E1F84F7B}" destId="{A55D4843-EED4-45E6-8612-A2A740B98E11}" srcOrd="0" destOrd="0" presId="urn:microsoft.com/office/officeart/2005/8/layout/orgChart1"/>
    <dgm:cxn modelId="{F0C4D5A0-D5F1-4990-85B5-8E1C30B7176B}" type="presOf" srcId="{9FC7B94E-30C6-49E6-927C-67911C9132BC}" destId="{A6EC5CA2-6E64-4F3C-BF8A-BE70570927A0}" srcOrd="0" destOrd="0" presId="urn:microsoft.com/office/officeart/2005/8/layout/orgChart1"/>
    <dgm:cxn modelId="{B56B42A4-3C67-428B-AE9F-DED298F33515}" type="presOf" srcId="{F1DF4749-ACD0-4B5A-A518-7111314E90B6}" destId="{9CF0A8C3-E5A7-4FEA-8D1E-4425C191515E}" srcOrd="0" destOrd="0" presId="urn:microsoft.com/office/officeart/2005/8/layout/orgChart1"/>
    <dgm:cxn modelId="{5CFDADA7-8465-43D9-A52F-4DC52B8702A2}" srcId="{E133CABC-7B5A-465B-A71D-AE33899B94E5}" destId="{C1A2F1B7-B558-47B8-8FAD-0061FEC33D79}" srcOrd="3" destOrd="0" parTransId="{F1DF4749-ACD0-4B5A-A518-7111314E90B6}" sibTransId="{E62851B6-4ED5-4E3B-A6AE-4D69DA54CB25}"/>
    <dgm:cxn modelId="{A43931B3-D193-4C58-ADA5-029CD7D22181}" srcId="{E133CABC-7B5A-465B-A71D-AE33899B94E5}" destId="{961E0832-D487-40B7-BBE7-BBCDB92738B4}" srcOrd="4" destOrd="0" parTransId="{32FBDA71-955C-4573-A212-B83CF5C94083}" sibTransId="{35550343-9ABD-4D94-92AF-27C4F247704B}"/>
    <dgm:cxn modelId="{A46DA1B9-09A7-4E0C-A32D-5D724C5A2359}" type="presOf" srcId="{961E0832-D487-40B7-BBE7-BBCDB92738B4}" destId="{C225ACEE-C4E3-4CEC-9BF0-B5ABC38AF0B2}" srcOrd="1" destOrd="0" presId="urn:microsoft.com/office/officeart/2005/8/layout/orgChart1"/>
    <dgm:cxn modelId="{CD0022C2-67C9-444F-BBBD-6EF4B423AF46}" type="presOf" srcId="{E53B3F75-1CC8-4D89-A5D4-37C20D67C4E3}" destId="{7C7A519A-349B-4FD9-BF30-16883C14758B}" srcOrd="0" destOrd="0" presId="urn:microsoft.com/office/officeart/2005/8/layout/orgChart1"/>
    <dgm:cxn modelId="{B1223BC2-2C7D-4F4E-B31C-3C2D9BBCB693}" srcId="{E133CABC-7B5A-465B-A71D-AE33899B94E5}" destId="{6FB4FAE6-D01B-4BA1-8AFF-7A02C5734E44}" srcOrd="1" destOrd="0" parTransId="{494BE664-7716-44C0-8C24-3DB1F55F3140}" sibTransId="{CDB37C3A-7060-462D-8AE2-6E655BCF6585}"/>
    <dgm:cxn modelId="{822483CB-4F68-492B-A76F-219F957BC123}" type="presOf" srcId="{722B6D66-3315-4C24-919F-FDE85FDD73A8}" destId="{0FF7F113-E2AA-4AEB-BCAE-2611D54FD94C}" srcOrd="1" destOrd="0" presId="urn:microsoft.com/office/officeart/2005/8/layout/orgChart1"/>
    <dgm:cxn modelId="{162D17D7-8A99-431C-81D3-1F391CA578A9}" type="presOf" srcId="{C1A2F1B7-B558-47B8-8FAD-0061FEC33D79}" destId="{2464DCAE-129C-4C28-BC87-8638F7B561A2}" srcOrd="1" destOrd="0" presId="urn:microsoft.com/office/officeart/2005/8/layout/orgChart1"/>
    <dgm:cxn modelId="{25DAF402-66D0-42FD-AC40-4C182A4876E2}" type="presParOf" srcId="{6105FF9B-DC3A-4A1B-B5F3-E0855BC89A65}" destId="{7ACE19FD-1C4A-4127-BF44-F191E3FE33F6}" srcOrd="0" destOrd="0" presId="urn:microsoft.com/office/officeart/2005/8/layout/orgChart1"/>
    <dgm:cxn modelId="{F8D5A164-7DC8-417F-9033-E19B34357B3D}" type="presParOf" srcId="{7ACE19FD-1C4A-4127-BF44-F191E3FE33F6}" destId="{45413166-6B1A-468D-AF69-22D1BD273536}" srcOrd="0" destOrd="0" presId="urn:microsoft.com/office/officeart/2005/8/layout/orgChart1"/>
    <dgm:cxn modelId="{0110B73F-3AC6-44BF-84A5-8871A71B4A15}" type="presParOf" srcId="{45413166-6B1A-468D-AF69-22D1BD273536}" destId="{B43FB30F-EAB1-49CF-8461-72DFFE404139}" srcOrd="0" destOrd="0" presId="urn:microsoft.com/office/officeart/2005/8/layout/orgChart1"/>
    <dgm:cxn modelId="{5B9CEFAB-7C9A-48E5-8950-B8B93C2E969F}" type="presParOf" srcId="{45413166-6B1A-468D-AF69-22D1BD273536}" destId="{46F6FA36-6992-472F-A5CB-4D423D3646EB}" srcOrd="1" destOrd="0" presId="urn:microsoft.com/office/officeart/2005/8/layout/orgChart1"/>
    <dgm:cxn modelId="{BE2E8D71-096C-4B2B-91E3-FAEBB44C3304}" type="presParOf" srcId="{7ACE19FD-1C4A-4127-BF44-F191E3FE33F6}" destId="{11820F0E-29D7-43D5-AA3E-2BE63069C390}" srcOrd="1" destOrd="0" presId="urn:microsoft.com/office/officeart/2005/8/layout/orgChart1"/>
    <dgm:cxn modelId="{14BED272-3B8F-499A-B4AD-41FFF9B6C3E8}" type="presParOf" srcId="{11820F0E-29D7-43D5-AA3E-2BE63069C390}" destId="{A6EC5CA2-6E64-4F3C-BF8A-BE70570927A0}" srcOrd="0" destOrd="0" presId="urn:microsoft.com/office/officeart/2005/8/layout/orgChart1"/>
    <dgm:cxn modelId="{A6A9E37B-C700-48BB-A814-EEC0AB4A902F}" type="presParOf" srcId="{11820F0E-29D7-43D5-AA3E-2BE63069C390}" destId="{C369AD71-6E14-4453-9368-DE6618690D40}" srcOrd="1" destOrd="0" presId="urn:microsoft.com/office/officeart/2005/8/layout/orgChart1"/>
    <dgm:cxn modelId="{FB71A966-7A3D-4092-8A1A-A3F386241E99}" type="presParOf" srcId="{C369AD71-6E14-4453-9368-DE6618690D40}" destId="{7F784116-EF3C-4FAC-8C35-FAD4D8420A58}" srcOrd="0" destOrd="0" presId="urn:microsoft.com/office/officeart/2005/8/layout/orgChart1"/>
    <dgm:cxn modelId="{A8D737AB-F934-4AB7-9E54-26CD49FE6ED4}" type="presParOf" srcId="{7F784116-EF3C-4FAC-8C35-FAD4D8420A58}" destId="{7C7A519A-349B-4FD9-BF30-16883C14758B}" srcOrd="0" destOrd="0" presId="urn:microsoft.com/office/officeart/2005/8/layout/orgChart1"/>
    <dgm:cxn modelId="{80226518-61E1-4E28-AC1D-16D75BD930B1}" type="presParOf" srcId="{7F784116-EF3C-4FAC-8C35-FAD4D8420A58}" destId="{AADF1A49-3814-478C-AB14-D021E5F3FC4D}" srcOrd="1" destOrd="0" presId="urn:microsoft.com/office/officeart/2005/8/layout/orgChart1"/>
    <dgm:cxn modelId="{3F67DC45-5D3B-44F6-B037-E86A6FABB80F}" type="presParOf" srcId="{C369AD71-6E14-4453-9368-DE6618690D40}" destId="{C460BE99-405D-4304-AC83-FF8A68AC890D}" srcOrd="1" destOrd="0" presId="urn:microsoft.com/office/officeart/2005/8/layout/orgChart1"/>
    <dgm:cxn modelId="{CB5DBD21-350B-4F29-96AF-7DEEA1F681FF}" type="presParOf" srcId="{C369AD71-6E14-4453-9368-DE6618690D40}" destId="{6297178A-AD28-429F-8C99-826D06436212}" srcOrd="2" destOrd="0" presId="urn:microsoft.com/office/officeart/2005/8/layout/orgChart1"/>
    <dgm:cxn modelId="{E74A7912-63E7-47EA-B27B-BD4383BE02B2}" type="presParOf" srcId="{11820F0E-29D7-43D5-AA3E-2BE63069C390}" destId="{B18AB44D-AF55-495E-A697-8B22DE351806}" srcOrd="2" destOrd="0" presId="urn:microsoft.com/office/officeart/2005/8/layout/orgChart1"/>
    <dgm:cxn modelId="{C2EDFF3A-C0CC-4EE6-9B1D-01373137D6EA}" type="presParOf" srcId="{11820F0E-29D7-43D5-AA3E-2BE63069C390}" destId="{80110613-9A4C-4C7C-9484-1D444179C71A}" srcOrd="3" destOrd="0" presId="urn:microsoft.com/office/officeart/2005/8/layout/orgChart1"/>
    <dgm:cxn modelId="{D99EA6C2-17C8-4E50-B3F9-6D8CDAC51F88}" type="presParOf" srcId="{80110613-9A4C-4C7C-9484-1D444179C71A}" destId="{33C64D31-CE01-47A5-899B-AA8D69CA2F10}" srcOrd="0" destOrd="0" presId="urn:microsoft.com/office/officeart/2005/8/layout/orgChart1"/>
    <dgm:cxn modelId="{7D136828-B22B-4CE4-BDE7-4350A4A175C5}" type="presParOf" srcId="{33C64D31-CE01-47A5-899B-AA8D69CA2F10}" destId="{45F7EF86-9C80-44CB-9ED2-A8DF9A5C8908}" srcOrd="0" destOrd="0" presId="urn:microsoft.com/office/officeart/2005/8/layout/orgChart1"/>
    <dgm:cxn modelId="{0787C946-F090-4C7F-9DE5-1EF5D2ABCC1B}" type="presParOf" srcId="{33C64D31-CE01-47A5-899B-AA8D69CA2F10}" destId="{C169BB0C-376D-4A06-BF14-037B6D11A564}" srcOrd="1" destOrd="0" presId="urn:microsoft.com/office/officeart/2005/8/layout/orgChart1"/>
    <dgm:cxn modelId="{00BD390C-5DB9-428C-A34B-C3A49590636C}" type="presParOf" srcId="{80110613-9A4C-4C7C-9484-1D444179C71A}" destId="{6141A557-751E-4544-B5E1-DE2BB7EBF6C2}" srcOrd="1" destOrd="0" presId="urn:microsoft.com/office/officeart/2005/8/layout/orgChart1"/>
    <dgm:cxn modelId="{16ADA970-E864-4C1D-BB13-A5138BB64AE5}" type="presParOf" srcId="{80110613-9A4C-4C7C-9484-1D444179C71A}" destId="{E08D0390-FB1E-4B09-9DF6-48284AAFCB2A}" srcOrd="2" destOrd="0" presId="urn:microsoft.com/office/officeart/2005/8/layout/orgChart1"/>
    <dgm:cxn modelId="{48C5BBD2-9598-4B05-AF3D-EACD2FAD3C3E}" type="presParOf" srcId="{11820F0E-29D7-43D5-AA3E-2BE63069C390}" destId="{2085026A-30E8-4332-B6EC-D5B2CA00D9AB}" srcOrd="4" destOrd="0" presId="urn:microsoft.com/office/officeart/2005/8/layout/orgChart1"/>
    <dgm:cxn modelId="{08331F03-0F44-4ED8-8FD2-155DA6960D10}" type="presParOf" srcId="{11820F0E-29D7-43D5-AA3E-2BE63069C390}" destId="{48DC0760-3D28-4A8E-8EAE-E1F2A13EE914}" srcOrd="5" destOrd="0" presId="urn:microsoft.com/office/officeart/2005/8/layout/orgChart1"/>
    <dgm:cxn modelId="{BEFBFD3B-BEF6-46E7-9B44-2BBDDA8F2884}" type="presParOf" srcId="{48DC0760-3D28-4A8E-8EAE-E1F2A13EE914}" destId="{E7FE32C1-8ACE-4A21-91F9-4A5E0559DBA4}" srcOrd="0" destOrd="0" presId="urn:microsoft.com/office/officeart/2005/8/layout/orgChart1"/>
    <dgm:cxn modelId="{52FC1040-146D-4158-8919-89F092F60335}" type="presParOf" srcId="{E7FE32C1-8ACE-4A21-91F9-4A5E0559DBA4}" destId="{F7F56B87-A6D6-4A2C-9D8E-0FA226E9246F}" srcOrd="0" destOrd="0" presId="urn:microsoft.com/office/officeart/2005/8/layout/orgChart1"/>
    <dgm:cxn modelId="{D0A30FA8-650B-4E02-A5E0-75D2CA6B6631}" type="presParOf" srcId="{E7FE32C1-8ACE-4A21-91F9-4A5E0559DBA4}" destId="{0FF7F113-E2AA-4AEB-BCAE-2611D54FD94C}" srcOrd="1" destOrd="0" presId="urn:microsoft.com/office/officeart/2005/8/layout/orgChart1"/>
    <dgm:cxn modelId="{E332AB31-E4E2-4BA1-82AB-0A45EF39DE4A}" type="presParOf" srcId="{48DC0760-3D28-4A8E-8EAE-E1F2A13EE914}" destId="{9AA9084D-16C3-4EEF-84D9-20468FF28D16}" srcOrd="1" destOrd="0" presId="urn:microsoft.com/office/officeart/2005/8/layout/orgChart1"/>
    <dgm:cxn modelId="{40BEC8F7-33D0-42E0-BE6E-34759A89B52F}" type="presParOf" srcId="{48DC0760-3D28-4A8E-8EAE-E1F2A13EE914}" destId="{4138EE1F-0E60-4696-9B86-41991A82A2DD}" srcOrd="2" destOrd="0" presId="urn:microsoft.com/office/officeart/2005/8/layout/orgChart1"/>
    <dgm:cxn modelId="{6FCBF7E5-3AC8-4592-B28D-B74E708373BB}" type="presParOf" srcId="{11820F0E-29D7-43D5-AA3E-2BE63069C390}" destId="{9CF0A8C3-E5A7-4FEA-8D1E-4425C191515E}" srcOrd="6" destOrd="0" presId="urn:microsoft.com/office/officeart/2005/8/layout/orgChart1"/>
    <dgm:cxn modelId="{4A065230-0135-4849-AC37-036408E2DE01}" type="presParOf" srcId="{11820F0E-29D7-43D5-AA3E-2BE63069C390}" destId="{4CC44160-4E6B-4B6E-A7FE-1628F513F89D}" srcOrd="7" destOrd="0" presId="urn:microsoft.com/office/officeart/2005/8/layout/orgChart1"/>
    <dgm:cxn modelId="{C504946E-C1A4-46C3-BF67-E58FFE44B945}" type="presParOf" srcId="{4CC44160-4E6B-4B6E-A7FE-1628F513F89D}" destId="{CC38422C-88B8-4025-B319-0A8588F39E4F}" srcOrd="0" destOrd="0" presId="urn:microsoft.com/office/officeart/2005/8/layout/orgChart1"/>
    <dgm:cxn modelId="{991B1BB8-5DA8-4BEC-8A8E-D844D75528A9}" type="presParOf" srcId="{CC38422C-88B8-4025-B319-0A8588F39E4F}" destId="{2C94091B-7BD4-47AE-9E9C-7D5F7CE0A536}" srcOrd="0" destOrd="0" presId="urn:microsoft.com/office/officeart/2005/8/layout/orgChart1"/>
    <dgm:cxn modelId="{96377327-A7C0-435D-A6FA-A509ECDC5AC6}" type="presParOf" srcId="{CC38422C-88B8-4025-B319-0A8588F39E4F}" destId="{2464DCAE-129C-4C28-BC87-8638F7B561A2}" srcOrd="1" destOrd="0" presId="urn:microsoft.com/office/officeart/2005/8/layout/orgChart1"/>
    <dgm:cxn modelId="{2239888A-3E37-4239-AF72-33626A2CE88A}" type="presParOf" srcId="{4CC44160-4E6B-4B6E-A7FE-1628F513F89D}" destId="{D0C2EBEB-38C6-4E53-9CF4-E9DE6E0D4297}" srcOrd="1" destOrd="0" presId="urn:microsoft.com/office/officeart/2005/8/layout/orgChart1"/>
    <dgm:cxn modelId="{885B9192-4291-4912-8A2E-6F6A4F3A0214}" type="presParOf" srcId="{4CC44160-4E6B-4B6E-A7FE-1628F513F89D}" destId="{F6888F3B-B4EF-4979-B774-45828B6F4C4A}" srcOrd="2" destOrd="0" presId="urn:microsoft.com/office/officeart/2005/8/layout/orgChart1"/>
    <dgm:cxn modelId="{EE27111B-46CC-4B76-9BE7-32F1A1DB68A5}" type="presParOf" srcId="{11820F0E-29D7-43D5-AA3E-2BE63069C390}" destId="{C7A4B06E-9053-48C6-9229-123C761B92E6}" srcOrd="8" destOrd="0" presId="urn:microsoft.com/office/officeart/2005/8/layout/orgChart1"/>
    <dgm:cxn modelId="{8C4819ED-DDBB-490C-AF20-8C8CA7B7A114}" type="presParOf" srcId="{11820F0E-29D7-43D5-AA3E-2BE63069C390}" destId="{04FEF9B5-2C55-4AB5-B55F-9CBC28B756E4}" srcOrd="9" destOrd="0" presId="urn:microsoft.com/office/officeart/2005/8/layout/orgChart1"/>
    <dgm:cxn modelId="{54CF17DF-02F2-4B3D-B7D7-DED6C36D0BC3}" type="presParOf" srcId="{04FEF9B5-2C55-4AB5-B55F-9CBC28B756E4}" destId="{BB0A568C-3AA4-4E29-AB27-85FA85DC501C}" srcOrd="0" destOrd="0" presId="urn:microsoft.com/office/officeart/2005/8/layout/orgChart1"/>
    <dgm:cxn modelId="{4F445348-6520-4E34-B504-EF08176162DB}" type="presParOf" srcId="{BB0A568C-3AA4-4E29-AB27-85FA85DC501C}" destId="{205C501D-002D-4655-B968-1A8B5342084B}" srcOrd="0" destOrd="0" presId="urn:microsoft.com/office/officeart/2005/8/layout/orgChart1"/>
    <dgm:cxn modelId="{22D4AF83-B591-42CB-AC27-9B1DB4A788EB}" type="presParOf" srcId="{BB0A568C-3AA4-4E29-AB27-85FA85DC501C}" destId="{C225ACEE-C4E3-4CEC-9BF0-B5ABC38AF0B2}" srcOrd="1" destOrd="0" presId="urn:microsoft.com/office/officeart/2005/8/layout/orgChart1"/>
    <dgm:cxn modelId="{B7A23FB3-E730-424E-95D4-A7C718F2892D}" type="presParOf" srcId="{04FEF9B5-2C55-4AB5-B55F-9CBC28B756E4}" destId="{526564CD-DD2A-4237-B01B-F920A8FD8631}" srcOrd="1" destOrd="0" presId="urn:microsoft.com/office/officeart/2005/8/layout/orgChart1"/>
    <dgm:cxn modelId="{718BCC4B-FD23-4348-9677-5A9C4E5DCC3A}" type="presParOf" srcId="{04FEF9B5-2C55-4AB5-B55F-9CBC28B756E4}" destId="{6677A58C-2AE8-490B-AE5A-545020CB0807}" srcOrd="2" destOrd="0" presId="urn:microsoft.com/office/officeart/2005/8/layout/orgChart1"/>
    <dgm:cxn modelId="{07B642F3-65CB-44FF-A874-B39B177ECE9A}" type="presParOf" srcId="{11820F0E-29D7-43D5-AA3E-2BE63069C390}" destId="{D99AE067-450E-4909-A903-30703E94E84E}" srcOrd="10" destOrd="0" presId="urn:microsoft.com/office/officeart/2005/8/layout/orgChart1"/>
    <dgm:cxn modelId="{97D8D43D-FD11-48CF-B6AD-3128E89B2930}" type="presParOf" srcId="{11820F0E-29D7-43D5-AA3E-2BE63069C390}" destId="{627F21C0-3179-49B6-8176-CC7DC48B5D71}" srcOrd="11" destOrd="0" presId="urn:microsoft.com/office/officeart/2005/8/layout/orgChart1"/>
    <dgm:cxn modelId="{367990A1-7D4E-4B60-BED7-8C700729285E}" type="presParOf" srcId="{627F21C0-3179-49B6-8176-CC7DC48B5D71}" destId="{C36F883E-EAF5-4F23-8682-D70F413469DA}" srcOrd="0" destOrd="0" presId="urn:microsoft.com/office/officeart/2005/8/layout/orgChart1"/>
    <dgm:cxn modelId="{31FC2AFD-30C1-4F6A-912F-20F09CABC836}" type="presParOf" srcId="{C36F883E-EAF5-4F23-8682-D70F413469DA}" destId="{A55D4843-EED4-45E6-8612-A2A740B98E11}" srcOrd="0" destOrd="0" presId="urn:microsoft.com/office/officeart/2005/8/layout/orgChart1"/>
    <dgm:cxn modelId="{08FAE356-BF55-4076-8F6C-5DF5C46F4688}" type="presParOf" srcId="{C36F883E-EAF5-4F23-8682-D70F413469DA}" destId="{C76292AD-F2BE-4EAA-9D18-C4FD0321B875}" srcOrd="1" destOrd="0" presId="urn:microsoft.com/office/officeart/2005/8/layout/orgChart1"/>
    <dgm:cxn modelId="{5BC4E647-66A3-47E4-8840-7BCDD0C2189B}" type="presParOf" srcId="{627F21C0-3179-49B6-8176-CC7DC48B5D71}" destId="{00686AFA-F673-4647-A86C-0CE90C555BEE}" srcOrd="1" destOrd="0" presId="urn:microsoft.com/office/officeart/2005/8/layout/orgChart1"/>
    <dgm:cxn modelId="{550C3A1D-EC10-4287-96A8-6C559B058321}" type="presParOf" srcId="{627F21C0-3179-49B6-8176-CC7DC48B5D71}" destId="{E9B3E496-1E7C-4131-910D-6096EA65DF0B}" srcOrd="2" destOrd="0" presId="urn:microsoft.com/office/officeart/2005/8/layout/orgChart1"/>
    <dgm:cxn modelId="{4EE8AEF3-7B69-4849-91A4-8F6EAE445CF1}" type="presParOf" srcId="{7ACE19FD-1C4A-4127-BF44-F191E3FE33F6}" destId="{4B829A51-8FC3-4942-97A8-F1C0C3F78E76}"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88796C-84E5-4B6B-9CF7-B61E4C15B5E0}" type="doc">
      <dgm:prSet loTypeId="urn:microsoft.com/office/officeart/2018/2/layout/IconVerticalSolidList" loCatId="icon" qsTypeId="urn:microsoft.com/office/officeart/2005/8/quickstyle/simple1" qsCatId="simple" csTypeId="urn:microsoft.com/office/officeart/2005/8/colors/colorful4" csCatId="colorful" phldr="1"/>
      <dgm:spPr/>
      <dgm:t>
        <a:bodyPr/>
        <a:lstStyle/>
        <a:p>
          <a:endParaRPr lang="en-US"/>
        </a:p>
      </dgm:t>
    </dgm:pt>
    <dgm:pt modelId="{485AC4E0-BF2D-4AD8-8D3B-2D6E3819ABC4}">
      <dgm:prSet custT="1"/>
      <dgm:spPr/>
      <dgm:t>
        <a:bodyPr/>
        <a:lstStyle/>
        <a:p>
          <a:pPr>
            <a:lnSpc>
              <a:spcPct val="100000"/>
            </a:lnSpc>
          </a:pPr>
          <a:r>
            <a:rPr lang="en-US" sz="3200" b="1" dirty="0"/>
            <a:t>Next week: </a:t>
          </a:r>
          <a:r>
            <a:rPr lang="en-US" sz="3200" b="0" u="none" dirty="0"/>
            <a:t> Additional SDM tools regarding uncertainty and risk &amp; </a:t>
          </a:r>
          <a:r>
            <a:rPr lang="en-US" sz="3200" b="1" u="none" dirty="0"/>
            <a:t>few final presentations</a:t>
          </a:r>
          <a:endParaRPr lang="en-US" sz="3200" b="1" u="sng" dirty="0"/>
        </a:p>
      </dgm:t>
    </dgm:pt>
    <dgm:pt modelId="{36C2114D-F4EA-42E7-814C-72914715A2A4}" type="parTrans" cxnId="{6811D09C-7CAC-4829-880E-1C2C940E1881}">
      <dgm:prSet/>
      <dgm:spPr/>
      <dgm:t>
        <a:bodyPr/>
        <a:lstStyle/>
        <a:p>
          <a:endParaRPr lang="en-US"/>
        </a:p>
      </dgm:t>
    </dgm:pt>
    <dgm:pt modelId="{FB2191A4-4516-4618-9786-89D3A73692B0}" type="sibTrans" cxnId="{6811D09C-7CAC-4829-880E-1C2C940E1881}">
      <dgm:prSet/>
      <dgm:spPr/>
      <dgm:t>
        <a:bodyPr/>
        <a:lstStyle/>
        <a:p>
          <a:endParaRPr lang="en-US"/>
        </a:p>
      </dgm:t>
    </dgm:pt>
    <dgm:pt modelId="{0A3C7FC9-664A-4038-A0D3-B06A5E396FBA}">
      <dgm:prSet custT="1"/>
      <dgm:spPr/>
      <dgm:t>
        <a:bodyPr/>
        <a:lstStyle/>
        <a:p>
          <a:pPr>
            <a:lnSpc>
              <a:spcPct val="100000"/>
            </a:lnSpc>
          </a:pPr>
          <a:r>
            <a:rPr lang="en-US" sz="3200" b="1" dirty="0"/>
            <a:t>Weekly: </a:t>
          </a:r>
          <a:r>
            <a:rPr lang="en-US" sz="3200" dirty="0"/>
            <a:t>Work through a step of the </a:t>
          </a:r>
          <a:r>
            <a:rPr lang="en-US" sz="3200" dirty="0" err="1"/>
            <a:t>PrOACT</a:t>
          </a:r>
          <a:r>
            <a:rPr lang="en-US" sz="3200" dirty="0"/>
            <a:t> process/ learn extra tools</a:t>
          </a:r>
        </a:p>
      </dgm:t>
    </dgm:pt>
    <dgm:pt modelId="{82FE7222-0AB0-4379-B7C9-AF298ABCAA86}" type="parTrans" cxnId="{3C8F8CC0-D43F-47FF-B1EE-19524A265068}">
      <dgm:prSet/>
      <dgm:spPr/>
      <dgm:t>
        <a:bodyPr/>
        <a:lstStyle/>
        <a:p>
          <a:endParaRPr lang="en-US"/>
        </a:p>
      </dgm:t>
    </dgm:pt>
    <dgm:pt modelId="{B0939ACD-34C2-4364-ADDE-02ECD203C97D}" type="sibTrans" cxnId="{3C8F8CC0-D43F-47FF-B1EE-19524A265068}">
      <dgm:prSet/>
      <dgm:spPr/>
      <dgm:t>
        <a:bodyPr/>
        <a:lstStyle/>
        <a:p>
          <a:endParaRPr lang="en-US"/>
        </a:p>
      </dgm:t>
    </dgm:pt>
    <dgm:pt modelId="{DA0018A9-3520-4B96-9371-0496D8FEBFC0}">
      <dgm:prSet custT="1"/>
      <dgm:spPr/>
      <dgm:t>
        <a:bodyPr/>
        <a:lstStyle/>
        <a:p>
          <a:pPr>
            <a:lnSpc>
              <a:spcPct val="100000"/>
            </a:lnSpc>
          </a:pPr>
          <a:r>
            <a:rPr lang="en-US" sz="3200" b="1" dirty="0"/>
            <a:t>Last week of class: </a:t>
          </a:r>
        </a:p>
      </dgm:t>
    </dgm:pt>
    <dgm:pt modelId="{B2987A38-1220-4A97-8E35-F999B371BE6D}" type="parTrans" cxnId="{591D11CB-FE98-4C50-B75D-8EB3C81F5D85}">
      <dgm:prSet/>
      <dgm:spPr/>
      <dgm:t>
        <a:bodyPr/>
        <a:lstStyle/>
        <a:p>
          <a:endParaRPr lang="en-US"/>
        </a:p>
      </dgm:t>
    </dgm:pt>
    <dgm:pt modelId="{31CE782F-5FA8-49BE-A4CA-59856909600E}" type="sibTrans" cxnId="{591D11CB-FE98-4C50-B75D-8EB3C81F5D85}">
      <dgm:prSet/>
      <dgm:spPr/>
      <dgm:t>
        <a:bodyPr/>
        <a:lstStyle/>
        <a:p>
          <a:endParaRPr lang="en-US"/>
        </a:p>
      </dgm:t>
    </dgm:pt>
    <dgm:pt modelId="{9F705E52-9093-4C8E-B216-0709DF65E169}">
      <dgm:prSet custT="1"/>
      <dgm:spPr/>
      <dgm:t>
        <a:bodyPr/>
        <a:lstStyle/>
        <a:p>
          <a:pPr>
            <a:lnSpc>
              <a:spcPct val="100000"/>
            </a:lnSpc>
          </a:pPr>
          <a:r>
            <a:rPr lang="en-US" sz="2000" dirty="0"/>
            <a:t>Elevator pitch of your research project in terms of SDM/</a:t>
          </a:r>
          <a:r>
            <a:rPr lang="en-US" sz="2000" dirty="0" err="1"/>
            <a:t>PrOACT</a:t>
          </a:r>
          <a:endParaRPr lang="en-US" sz="2000" dirty="0"/>
        </a:p>
      </dgm:t>
    </dgm:pt>
    <dgm:pt modelId="{7C1C12F0-84DB-4477-9D86-71A9B2690EFC}" type="parTrans" cxnId="{4FFB0D22-5F34-45C8-91BA-560CF9DE4E0C}">
      <dgm:prSet/>
      <dgm:spPr/>
      <dgm:t>
        <a:bodyPr/>
        <a:lstStyle/>
        <a:p>
          <a:endParaRPr lang="en-US"/>
        </a:p>
      </dgm:t>
    </dgm:pt>
    <dgm:pt modelId="{2EE430DF-101F-4D79-B87B-8A92BEA66DB2}" type="sibTrans" cxnId="{4FFB0D22-5F34-45C8-91BA-560CF9DE4E0C}">
      <dgm:prSet/>
      <dgm:spPr/>
      <dgm:t>
        <a:bodyPr/>
        <a:lstStyle/>
        <a:p>
          <a:endParaRPr lang="en-US"/>
        </a:p>
      </dgm:t>
    </dgm:pt>
    <dgm:pt modelId="{A7265913-BBC5-4E62-8EAF-55FE1358B0EA}">
      <dgm:prSet custT="1"/>
      <dgm:spPr/>
      <dgm:t>
        <a:bodyPr/>
        <a:lstStyle/>
        <a:p>
          <a:pPr>
            <a:lnSpc>
              <a:spcPct val="100000"/>
            </a:lnSpc>
          </a:pPr>
          <a:r>
            <a:rPr lang="en-US" sz="1400" dirty="0"/>
            <a:t>Note: Abridged </a:t>
          </a:r>
          <a:r>
            <a:rPr lang="en-US" sz="1400" dirty="0" err="1"/>
            <a:t>PrOACT</a:t>
          </a:r>
          <a:r>
            <a:rPr lang="en-US" sz="1400" dirty="0"/>
            <a:t> story slides with a star on the upper right are good examples to use for your presentation</a:t>
          </a:r>
        </a:p>
      </dgm:t>
    </dgm:pt>
    <dgm:pt modelId="{081163EE-0239-4D9B-945C-74666461A5A8}" type="parTrans" cxnId="{B0BD32DC-C0D9-48B2-BBA2-5C0726DFA2B3}">
      <dgm:prSet/>
      <dgm:spPr/>
      <dgm:t>
        <a:bodyPr/>
        <a:lstStyle/>
        <a:p>
          <a:endParaRPr lang="en-US"/>
        </a:p>
      </dgm:t>
    </dgm:pt>
    <dgm:pt modelId="{A325A3FE-1229-4750-A878-295119C1821A}" type="sibTrans" cxnId="{B0BD32DC-C0D9-48B2-BBA2-5C0726DFA2B3}">
      <dgm:prSet/>
      <dgm:spPr/>
      <dgm:t>
        <a:bodyPr/>
        <a:lstStyle/>
        <a:p>
          <a:endParaRPr lang="en-US"/>
        </a:p>
      </dgm:t>
    </dgm:pt>
    <dgm:pt modelId="{A056BA46-47B7-47AC-9D2C-2F76BB1B8416}" type="pres">
      <dgm:prSet presAssocID="{E388796C-84E5-4B6B-9CF7-B61E4C15B5E0}" presName="root" presStyleCnt="0">
        <dgm:presLayoutVars>
          <dgm:dir/>
          <dgm:resizeHandles val="exact"/>
        </dgm:presLayoutVars>
      </dgm:prSet>
      <dgm:spPr/>
    </dgm:pt>
    <dgm:pt modelId="{90A2CCA3-0102-4E3E-9F59-4F8F7CF06D07}" type="pres">
      <dgm:prSet presAssocID="{485AC4E0-BF2D-4AD8-8D3B-2D6E3819ABC4}" presName="compNode" presStyleCnt="0"/>
      <dgm:spPr/>
    </dgm:pt>
    <dgm:pt modelId="{A886FE22-7F7E-4337-AD20-62FF324B593F}" type="pres">
      <dgm:prSet presAssocID="{485AC4E0-BF2D-4AD8-8D3B-2D6E3819ABC4}" presName="bgRect" presStyleLbl="bgShp" presStyleIdx="0" presStyleCnt="3"/>
      <dgm:spPr/>
    </dgm:pt>
    <dgm:pt modelId="{E5A847E8-FF40-4218-94DC-831EF4B68C67}" type="pres">
      <dgm:prSet presAssocID="{485AC4E0-BF2D-4AD8-8D3B-2D6E3819ABC4}" presName="iconRect" presStyleLbl="node1" presStyleIdx="0" presStyleCnt="3" custScaleX="133760" custScaleY="133760"/>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Fast Forward with solid fill"/>
        </a:ext>
      </dgm:extLst>
    </dgm:pt>
    <dgm:pt modelId="{E5BBB292-B7A2-414E-8522-828D1446F604}" type="pres">
      <dgm:prSet presAssocID="{485AC4E0-BF2D-4AD8-8D3B-2D6E3819ABC4}" presName="spaceRect" presStyleCnt="0"/>
      <dgm:spPr/>
    </dgm:pt>
    <dgm:pt modelId="{DCA50BE1-2C9D-4204-9EB2-5DFDA3ED5B58}" type="pres">
      <dgm:prSet presAssocID="{485AC4E0-BF2D-4AD8-8D3B-2D6E3819ABC4}" presName="parTx" presStyleLbl="revTx" presStyleIdx="0" presStyleCnt="4">
        <dgm:presLayoutVars>
          <dgm:chMax val="0"/>
          <dgm:chPref val="0"/>
        </dgm:presLayoutVars>
      </dgm:prSet>
      <dgm:spPr/>
    </dgm:pt>
    <dgm:pt modelId="{11A8245E-4320-4D39-977C-84693DCEC798}" type="pres">
      <dgm:prSet presAssocID="{FB2191A4-4516-4618-9786-89D3A73692B0}" presName="sibTrans" presStyleCnt="0"/>
      <dgm:spPr/>
    </dgm:pt>
    <dgm:pt modelId="{308B694A-5365-477C-ADF9-06B6473A8748}" type="pres">
      <dgm:prSet presAssocID="{0A3C7FC9-664A-4038-A0D3-B06A5E396FBA}" presName="compNode" presStyleCnt="0"/>
      <dgm:spPr/>
    </dgm:pt>
    <dgm:pt modelId="{29A47B8D-F73E-4C7D-B2AD-8709DC2C5C63}" type="pres">
      <dgm:prSet presAssocID="{0A3C7FC9-664A-4038-A0D3-B06A5E396FBA}" presName="bgRect" presStyleLbl="bgShp" presStyleIdx="1" presStyleCnt="3" custLinFactNeighborY="-8864"/>
      <dgm:spPr/>
    </dgm:pt>
    <dgm:pt modelId="{7F0201AB-0245-435F-9870-2C4E935E607B}" type="pres">
      <dgm:prSet presAssocID="{0A3C7FC9-664A-4038-A0D3-B06A5E396FBA}" presName="iconRect" presStyleLbl="node1" presStyleIdx="1" presStyleCnt="3" custScaleX="133760" custScaleY="133760"/>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lassroom with solid fill"/>
        </a:ext>
      </dgm:extLst>
    </dgm:pt>
    <dgm:pt modelId="{F42501A5-401C-4DFA-B48C-51E7DD340DA5}" type="pres">
      <dgm:prSet presAssocID="{0A3C7FC9-664A-4038-A0D3-B06A5E396FBA}" presName="spaceRect" presStyleCnt="0"/>
      <dgm:spPr/>
    </dgm:pt>
    <dgm:pt modelId="{EB0CAFE2-75BF-4F84-ACB1-CFC9603C0067}" type="pres">
      <dgm:prSet presAssocID="{0A3C7FC9-664A-4038-A0D3-B06A5E396FBA}" presName="parTx" presStyleLbl="revTx" presStyleIdx="1" presStyleCnt="4" custLinFactNeighborX="0" custLinFactNeighborY="-8864">
        <dgm:presLayoutVars>
          <dgm:chMax val="0"/>
          <dgm:chPref val="0"/>
        </dgm:presLayoutVars>
      </dgm:prSet>
      <dgm:spPr/>
    </dgm:pt>
    <dgm:pt modelId="{F26C2E4E-FE27-4565-AD26-5D3B0A87DB12}" type="pres">
      <dgm:prSet presAssocID="{B0939ACD-34C2-4364-ADDE-02ECD203C97D}" presName="sibTrans" presStyleCnt="0"/>
      <dgm:spPr/>
    </dgm:pt>
    <dgm:pt modelId="{ADD5E059-D589-4BD0-AD04-415B6645991C}" type="pres">
      <dgm:prSet presAssocID="{DA0018A9-3520-4B96-9371-0496D8FEBFC0}" presName="compNode" presStyleCnt="0"/>
      <dgm:spPr/>
    </dgm:pt>
    <dgm:pt modelId="{AB7DCEEB-5A1E-47C8-B39D-8FA94337A661}" type="pres">
      <dgm:prSet presAssocID="{DA0018A9-3520-4B96-9371-0496D8FEBFC0}" presName="bgRect" presStyleLbl="bgShp" presStyleIdx="2" presStyleCnt="3"/>
      <dgm:spPr/>
    </dgm:pt>
    <dgm:pt modelId="{4BDBD8EA-A81F-4209-94D3-346420AE14CE}" type="pres">
      <dgm:prSet presAssocID="{DA0018A9-3520-4B96-9371-0496D8FEBFC0}" presName="iconRect" presStyleLbl="node1" presStyleIdx="2" presStyleCnt="3" custScaleX="133760" custScaleY="133760"/>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End with solid fill"/>
        </a:ext>
      </dgm:extLst>
    </dgm:pt>
    <dgm:pt modelId="{9F69214D-A5AD-493D-AD5E-8A08BCBF5068}" type="pres">
      <dgm:prSet presAssocID="{DA0018A9-3520-4B96-9371-0496D8FEBFC0}" presName="spaceRect" presStyleCnt="0"/>
      <dgm:spPr/>
    </dgm:pt>
    <dgm:pt modelId="{A38F464A-1384-4E4D-B65D-0257C7D56658}" type="pres">
      <dgm:prSet presAssocID="{DA0018A9-3520-4B96-9371-0496D8FEBFC0}" presName="parTx" presStyleLbl="revTx" presStyleIdx="2" presStyleCnt="4">
        <dgm:presLayoutVars>
          <dgm:chMax val="0"/>
          <dgm:chPref val="0"/>
        </dgm:presLayoutVars>
      </dgm:prSet>
      <dgm:spPr/>
    </dgm:pt>
    <dgm:pt modelId="{97E6121F-67FE-4485-9EA8-C21F3419F021}" type="pres">
      <dgm:prSet presAssocID="{DA0018A9-3520-4B96-9371-0496D8FEBFC0}" presName="desTx" presStyleLbl="revTx" presStyleIdx="3" presStyleCnt="4" custScaleX="115697" custLinFactNeighborX="-21175" custLinFactNeighborY="0">
        <dgm:presLayoutVars/>
      </dgm:prSet>
      <dgm:spPr/>
    </dgm:pt>
  </dgm:ptLst>
  <dgm:cxnLst>
    <dgm:cxn modelId="{57CD8220-ECA0-42B3-A714-EA9CF38F3144}" type="presOf" srcId="{0A3C7FC9-664A-4038-A0D3-B06A5E396FBA}" destId="{EB0CAFE2-75BF-4F84-ACB1-CFC9603C0067}" srcOrd="0" destOrd="0" presId="urn:microsoft.com/office/officeart/2018/2/layout/IconVerticalSolidList"/>
    <dgm:cxn modelId="{4FFB0D22-5F34-45C8-91BA-560CF9DE4E0C}" srcId="{DA0018A9-3520-4B96-9371-0496D8FEBFC0}" destId="{9F705E52-9093-4C8E-B216-0709DF65E169}" srcOrd="0" destOrd="0" parTransId="{7C1C12F0-84DB-4477-9D86-71A9B2690EFC}" sibTransId="{2EE430DF-101F-4D79-B87B-8A92BEA66DB2}"/>
    <dgm:cxn modelId="{77ED452A-E717-47DF-B421-3C24BF748B0A}" type="presOf" srcId="{9F705E52-9093-4C8E-B216-0709DF65E169}" destId="{97E6121F-67FE-4485-9EA8-C21F3419F021}" srcOrd="0" destOrd="0" presId="urn:microsoft.com/office/officeart/2018/2/layout/IconVerticalSolidList"/>
    <dgm:cxn modelId="{F9084044-A743-4F40-A07C-327386BBB7A5}" type="presOf" srcId="{E388796C-84E5-4B6B-9CF7-B61E4C15B5E0}" destId="{A056BA46-47B7-47AC-9D2C-2F76BB1B8416}" srcOrd="0" destOrd="0" presId="urn:microsoft.com/office/officeart/2018/2/layout/IconVerticalSolidList"/>
    <dgm:cxn modelId="{6811D09C-7CAC-4829-880E-1C2C940E1881}" srcId="{E388796C-84E5-4B6B-9CF7-B61E4C15B5E0}" destId="{485AC4E0-BF2D-4AD8-8D3B-2D6E3819ABC4}" srcOrd="0" destOrd="0" parTransId="{36C2114D-F4EA-42E7-814C-72914715A2A4}" sibTransId="{FB2191A4-4516-4618-9786-89D3A73692B0}"/>
    <dgm:cxn modelId="{F06D97AD-CE68-4F7C-A47F-8197A0C9010A}" type="presOf" srcId="{485AC4E0-BF2D-4AD8-8D3B-2D6E3819ABC4}" destId="{DCA50BE1-2C9D-4204-9EB2-5DFDA3ED5B58}" srcOrd="0" destOrd="0" presId="urn:microsoft.com/office/officeart/2018/2/layout/IconVerticalSolidList"/>
    <dgm:cxn modelId="{BE9541B7-6AC6-4813-BCAA-9CF69E030EF7}" type="presOf" srcId="{DA0018A9-3520-4B96-9371-0496D8FEBFC0}" destId="{A38F464A-1384-4E4D-B65D-0257C7D56658}" srcOrd="0" destOrd="0" presId="urn:microsoft.com/office/officeart/2018/2/layout/IconVerticalSolidList"/>
    <dgm:cxn modelId="{3C8F8CC0-D43F-47FF-B1EE-19524A265068}" srcId="{E388796C-84E5-4B6B-9CF7-B61E4C15B5E0}" destId="{0A3C7FC9-664A-4038-A0D3-B06A5E396FBA}" srcOrd="1" destOrd="0" parTransId="{82FE7222-0AB0-4379-B7C9-AF298ABCAA86}" sibTransId="{B0939ACD-34C2-4364-ADDE-02ECD203C97D}"/>
    <dgm:cxn modelId="{591D11CB-FE98-4C50-B75D-8EB3C81F5D85}" srcId="{E388796C-84E5-4B6B-9CF7-B61E4C15B5E0}" destId="{DA0018A9-3520-4B96-9371-0496D8FEBFC0}" srcOrd="2" destOrd="0" parTransId="{B2987A38-1220-4A97-8E35-F999B371BE6D}" sibTransId="{31CE782F-5FA8-49BE-A4CA-59856909600E}"/>
    <dgm:cxn modelId="{B0BD32DC-C0D9-48B2-BBA2-5C0726DFA2B3}" srcId="{DA0018A9-3520-4B96-9371-0496D8FEBFC0}" destId="{A7265913-BBC5-4E62-8EAF-55FE1358B0EA}" srcOrd="1" destOrd="0" parTransId="{081163EE-0239-4D9B-945C-74666461A5A8}" sibTransId="{A325A3FE-1229-4750-A878-295119C1821A}"/>
    <dgm:cxn modelId="{95C47AFE-5561-4986-A591-17FD5A3F8741}" type="presOf" srcId="{A7265913-BBC5-4E62-8EAF-55FE1358B0EA}" destId="{97E6121F-67FE-4485-9EA8-C21F3419F021}" srcOrd="0" destOrd="1" presId="urn:microsoft.com/office/officeart/2018/2/layout/IconVerticalSolidList"/>
    <dgm:cxn modelId="{ECCD9DDB-694F-4E21-A499-1C410AD8A4A2}" type="presParOf" srcId="{A056BA46-47B7-47AC-9D2C-2F76BB1B8416}" destId="{90A2CCA3-0102-4E3E-9F59-4F8F7CF06D07}" srcOrd="0" destOrd="0" presId="urn:microsoft.com/office/officeart/2018/2/layout/IconVerticalSolidList"/>
    <dgm:cxn modelId="{E6AF1CED-4A7C-44A4-A823-E7906E2413D7}" type="presParOf" srcId="{90A2CCA3-0102-4E3E-9F59-4F8F7CF06D07}" destId="{A886FE22-7F7E-4337-AD20-62FF324B593F}" srcOrd="0" destOrd="0" presId="urn:microsoft.com/office/officeart/2018/2/layout/IconVerticalSolidList"/>
    <dgm:cxn modelId="{57F01B90-0EBF-4F8D-A787-DB8C644D6913}" type="presParOf" srcId="{90A2CCA3-0102-4E3E-9F59-4F8F7CF06D07}" destId="{E5A847E8-FF40-4218-94DC-831EF4B68C67}" srcOrd="1" destOrd="0" presId="urn:microsoft.com/office/officeart/2018/2/layout/IconVerticalSolidList"/>
    <dgm:cxn modelId="{C26B7B3C-322B-42A4-933A-D5773746BEA0}" type="presParOf" srcId="{90A2CCA3-0102-4E3E-9F59-4F8F7CF06D07}" destId="{E5BBB292-B7A2-414E-8522-828D1446F604}" srcOrd="2" destOrd="0" presId="urn:microsoft.com/office/officeart/2018/2/layout/IconVerticalSolidList"/>
    <dgm:cxn modelId="{2640E2C5-CAF6-4AF0-99E9-A1B4FCC65F52}" type="presParOf" srcId="{90A2CCA3-0102-4E3E-9F59-4F8F7CF06D07}" destId="{DCA50BE1-2C9D-4204-9EB2-5DFDA3ED5B58}" srcOrd="3" destOrd="0" presId="urn:microsoft.com/office/officeart/2018/2/layout/IconVerticalSolidList"/>
    <dgm:cxn modelId="{8FDB6974-071C-47F3-83C8-9BAD79B1DB92}" type="presParOf" srcId="{A056BA46-47B7-47AC-9D2C-2F76BB1B8416}" destId="{11A8245E-4320-4D39-977C-84693DCEC798}" srcOrd="1" destOrd="0" presId="urn:microsoft.com/office/officeart/2018/2/layout/IconVerticalSolidList"/>
    <dgm:cxn modelId="{ACAA8309-8ADE-4C92-9F9A-365ED4372369}" type="presParOf" srcId="{A056BA46-47B7-47AC-9D2C-2F76BB1B8416}" destId="{308B694A-5365-477C-ADF9-06B6473A8748}" srcOrd="2" destOrd="0" presId="urn:microsoft.com/office/officeart/2018/2/layout/IconVerticalSolidList"/>
    <dgm:cxn modelId="{669718F3-CDA0-414D-AF5E-764A4037498D}" type="presParOf" srcId="{308B694A-5365-477C-ADF9-06B6473A8748}" destId="{29A47B8D-F73E-4C7D-B2AD-8709DC2C5C63}" srcOrd="0" destOrd="0" presId="urn:microsoft.com/office/officeart/2018/2/layout/IconVerticalSolidList"/>
    <dgm:cxn modelId="{3A115BB2-828D-451A-935B-0B672983D112}" type="presParOf" srcId="{308B694A-5365-477C-ADF9-06B6473A8748}" destId="{7F0201AB-0245-435F-9870-2C4E935E607B}" srcOrd="1" destOrd="0" presId="urn:microsoft.com/office/officeart/2018/2/layout/IconVerticalSolidList"/>
    <dgm:cxn modelId="{06D14E18-8C05-4826-8F5A-BA331B43DD92}" type="presParOf" srcId="{308B694A-5365-477C-ADF9-06B6473A8748}" destId="{F42501A5-401C-4DFA-B48C-51E7DD340DA5}" srcOrd="2" destOrd="0" presId="urn:microsoft.com/office/officeart/2018/2/layout/IconVerticalSolidList"/>
    <dgm:cxn modelId="{290960DB-F10A-4DCE-9860-3E1CCC0134E9}" type="presParOf" srcId="{308B694A-5365-477C-ADF9-06B6473A8748}" destId="{EB0CAFE2-75BF-4F84-ACB1-CFC9603C0067}" srcOrd="3" destOrd="0" presId="urn:microsoft.com/office/officeart/2018/2/layout/IconVerticalSolidList"/>
    <dgm:cxn modelId="{854FCD26-0B59-4E95-9C2E-9CF65E4EAD06}" type="presParOf" srcId="{A056BA46-47B7-47AC-9D2C-2F76BB1B8416}" destId="{F26C2E4E-FE27-4565-AD26-5D3B0A87DB12}" srcOrd="3" destOrd="0" presId="urn:microsoft.com/office/officeart/2018/2/layout/IconVerticalSolidList"/>
    <dgm:cxn modelId="{7F306B44-2FBD-4886-AD4D-33B7BFFB8DD3}" type="presParOf" srcId="{A056BA46-47B7-47AC-9D2C-2F76BB1B8416}" destId="{ADD5E059-D589-4BD0-AD04-415B6645991C}" srcOrd="4" destOrd="0" presId="urn:microsoft.com/office/officeart/2018/2/layout/IconVerticalSolidList"/>
    <dgm:cxn modelId="{EB2AC1F6-3637-456F-8294-3EEA1244AA17}" type="presParOf" srcId="{ADD5E059-D589-4BD0-AD04-415B6645991C}" destId="{AB7DCEEB-5A1E-47C8-B39D-8FA94337A661}" srcOrd="0" destOrd="0" presId="urn:microsoft.com/office/officeart/2018/2/layout/IconVerticalSolidList"/>
    <dgm:cxn modelId="{5611263E-D465-4BC9-BCE1-1043ACAD78BF}" type="presParOf" srcId="{ADD5E059-D589-4BD0-AD04-415B6645991C}" destId="{4BDBD8EA-A81F-4209-94D3-346420AE14CE}" srcOrd="1" destOrd="0" presId="urn:microsoft.com/office/officeart/2018/2/layout/IconVerticalSolidList"/>
    <dgm:cxn modelId="{850B60A8-C317-42DD-944D-97584872C416}" type="presParOf" srcId="{ADD5E059-D589-4BD0-AD04-415B6645991C}" destId="{9F69214D-A5AD-493D-AD5E-8A08BCBF5068}" srcOrd="2" destOrd="0" presId="urn:microsoft.com/office/officeart/2018/2/layout/IconVerticalSolidList"/>
    <dgm:cxn modelId="{BE6A0F8B-2D86-41A5-AC21-35F28F0A2ECC}" type="presParOf" srcId="{ADD5E059-D589-4BD0-AD04-415B6645991C}" destId="{A38F464A-1384-4E4D-B65D-0257C7D56658}" srcOrd="3" destOrd="0" presId="urn:microsoft.com/office/officeart/2018/2/layout/IconVerticalSolidList"/>
    <dgm:cxn modelId="{A9FE102D-AB35-46BD-8065-D847DC56D5FD}" type="presParOf" srcId="{ADD5E059-D589-4BD0-AD04-415B6645991C}" destId="{97E6121F-67FE-4485-9EA8-C21F3419F021}"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9AE067-450E-4909-A903-30703E94E84E}">
      <dsp:nvSpPr>
        <dsp:cNvPr id="0" name=""/>
        <dsp:cNvSpPr/>
      </dsp:nvSpPr>
      <dsp:spPr>
        <a:xfrm>
          <a:off x="5879054" y="2493434"/>
          <a:ext cx="5041950" cy="350019"/>
        </a:xfrm>
        <a:custGeom>
          <a:avLst/>
          <a:gdLst/>
          <a:ahLst/>
          <a:cxnLst/>
          <a:rect l="0" t="0" r="0" b="0"/>
          <a:pathLst>
            <a:path>
              <a:moveTo>
                <a:pt x="0" y="0"/>
              </a:moveTo>
              <a:lnTo>
                <a:pt x="0" y="175009"/>
              </a:lnTo>
              <a:lnTo>
                <a:pt x="5041950" y="175009"/>
              </a:lnTo>
              <a:lnTo>
                <a:pt x="5041950" y="35001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sp>
    <dsp:sp modelId="{C7A4B06E-9053-48C6-9229-123C761B92E6}">
      <dsp:nvSpPr>
        <dsp:cNvPr id="0" name=""/>
        <dsp:cNvSpPr/>
      </dsp:nvSpPr>
      <dsp:spPr>
        <a:xfrm>
          <a:off x="5879054" y="2493434"/>
          <a:ext cx="3025170" cy="350019"/>
        </a:xfrm>
        <a:custGeom>
          <a:avLst/>
          <a:gdLst/>
          <a:ahLst/>
          <a:cxnLst/>
          <a:rect l="0" t="0" r="0" b="0"/>
          <a:pathLst>
            <a:path>
              <a:moveTo>
                <a:pt x="0" y="0"/>
              </a:moveTo>
              <a:lnTo>
                <a:pt x="0" y="175009"/>
              </a:lnTo>
              <a:lnTo>
                <a:pt x="3025170" y="175009"/>
              </a:lnTo>
              <a:lnTo>
                <a:pt x="3025170" y="35001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sp>
    <dsp:sp modelId="{9CF0A8C3-E5A7-4FEA-8D1E-4425C191515E}">
      <dsp:nvSpPr>
        <dsp:cNvPr id="0" name=""/>
        <dsp:cNvSpPr/>
      </dsp:nvSpPr>
      <dsp:spPr>
        <a:xfrm>
          <a:off x="5879054" y="2493434"/>
          <a:ext cx="1008390" cy="350019"/>
        </a:xfrm>
        <a:custGeom>
          <a:avLst/>
          <a:gdLst/>
          <a:ahLst/>
          <a:cxnLst/>
          <a:rect l="0" t="0" r="0" b="0"/>
          <a:pathLst>
            <a:path>
              <a:moveTo>
                <a:pt x="0" y="0"/>
              </a:moveTo>
              <a:lnTo>
                <a:pt x="0" y="175009"/>
              </a:lnTo>
              <a:lnTo>
                <a:pt x="1008390" y="175009"/>
              </a:lnTo>
              <a:lnTo>
                <a:pt x="1008390" y="35001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sp>
    <dsp:sp modelId="{2085026A-30E8-4332-B6EC-D5B2CA00D9AB}">
      <dsp:nvSpPr>
        <dsp:cNvPr id="0" name=""/>
        <dsp:cNvSpPr/>
      </dsp:nvSpPr>
      <dsp:spPr>
        <a:xfrm>
          <a:off x="4870663" y="2493434"/>
          <a:ext cx="1008390" cy="350019"/>
        </a:xfrm>
        <a:custGeom>
          <a:avLst/>
          <a:gdLst/>
          <a:ahLst/>
          <a:cxnLst/>
          <a:rect l="0" t="0" r="0" b="0"/>
          <a:pathLst>
            <a:path>
              <a:moveTo>
                <a:pt x="1008390" y="0"/>
              </a:moveTo>
              <a:lnTo>
                <a:pt x="1008390" y="175009"/>
              </a:lnTo>
              <a:lnTo>
                <a:pt x="0" y="175009"/>
              </a:lnTo>
              <a:lnTo>
                <a:pt x="0" y="3500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18AB44D-AF55-495E-A697-8B22DE351806}">
      <dsp:nvSpPr>
        <dsp:cNvPr id="0" name=""/>
        <dsp:cNvSpPr/>
      </dsp:nvSpPr>
      <dsp:spPr>
        <a:xfrm>
          <a:off x="2853883" y="2493434"/>
          <a:ext cx="3025170" cy="350019"/>
        </a:xfrm>
        <a:custGeom>
          <a:avLst/>
          <a:gdLst/>
          <a:ahLst/>
          <a:cxnLst/>
          <a:rect l="0" t="0" r="0" b="0"/>
          <a:pathLst>
            <a:path>
              <a:moveTo>
                <a:pt x="3025170" y="0"/>
              </a:moveTo>
              <a:lnTo>
                <a:pt x="3025170" y="175009"/>
              </a:lnTo>
              <a:lnTo>
                <a:pt x="0" y="175009"/>
              </a:lnTo>
              <a:lnTo>
                <a:pt x="0" y="3500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6EC5CA2-6E64-4F3C-BF8A-BE70570927A0}">
      <dsp:nvSpPr>
        <dsp:cNvPr id="0" name=""/>
        <dsp:cNvSpPr/>
      </dsp:nvSpPr>
      <dsp:spPr>
        <a:xfrm>
          <a:off x="837103" y="2493434"/>
          <a:ext cx="5041950" cy="350019"/>
        </a:xfrm>
        <a:custGeom>
          <a:avLst/>
          <a:gdLst/>
          <a:ahLst/>
          <a:cxnLst/>
          <a:rect l="0" t="0" r="0" b="0"/>
          <a:pathLst>
            <a:path>
              <a:moveTo>
                <a:pt x="5041950" y="0"/>
              </a:moveTo>
              <a:lnTo>
                <a:pt x="5041950" y="175009"/>
              </a:lnTo>
              <a:lnTo>
                <a:pt x="0" y="175009"/>
              </a:lnTo>
              <a:lnTo>
                <a:pt x="0" y="350019"/>
              </a:lnTo>
            </a:path>
          </a:pathLst>
        </a:custGeom>
        <a:noFill/>
        <a:ln w="12700" cap="flat" cmpd="sng" algn="ctr">
          <a:solidFill>
            <a:schemeClr val="tx1"/>
          </a:solidFill>
          <a:prstDash val="solid"/>
          <a:miter lim="800000"/>
        </a:ln>
        <a:effectLst/>
      </dsp:spPr>
      <dsp:style>
        <a:lnRef idx="2">
          <a:scrgbClr r="0" g="0" b="0"/>
        </a:lnRef>
        <a:fillRef idx="0">
          <a:scrgbClr r="0" g="0" b="0"/>
        </a:fillRef>
        <a:effectRef idx="0">
          <a:scrgbClr r="0" g="0" b="0"/>
        </a:effectRef>
        <a:fontRef idx="minor"/>
      </dsp:style>
    </dsp:sp>
    <dsp:sp modelId="{B43FB30F-EAB1-49CF-8461-72DFFE404139}">
      <dsp:nvSpPr>
        <dsp:cNvPr id="0" name=""/>
        <dsp:cNvSpPr/>
      </dsp:nvSpPr>
      <dsp:spPr>
        <a:xfrm>
          <a:off x="5045673" y="1660053"/>
          <a:ext cx="1666760" cy="833380"/>
        </a:xfrm>
        <a:prstGeom prst="rect">
          <a:avLst/>
        </a:prstGeom>
        <a:solidFill>
          <a:schemeClr val="tx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Epistemic uncertainty</a:t>
          </a:r>
        </a:p>
      </dsp:txBody>
      <dsp:txXfrm>
        <a:off x="5045673" y="1660053"/>
        <a:ext cx="1666760" cy="833380"/>
      </dsp:txXfrm>
    </dsp:sp>
    <dsp:sp modelId="{7C7A519A-349B-4FD9-BF30-16883C14758B}">
      <dsp:nvSpPr>
        <dsp:cNvPr id="0" name=""/>
        <dsp:cNvSpPr/>
      </dsp:nvSpPr>
      <dsp:spPr>
        <a:xfrm>
          <a:off x="3722" y="2843453"/>
          <a:ext cx="1666760" cy="83338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Measurement error</a:t>
          </a:r>
        </a:p>
      </dsp:txBody>
      <dsp:txXfrm>
        <a:off x="3722" y="2843453"/>
        <a:ext cx="1666760" cy="833380"/>
      </dsp:txXfrm>
    </dsp:sp>
    <dsp:sp modelId="{45F7EF86-9C80-44CB-9ED2-A8DF9A5C8908}">
      <dsp:nvSpPr>
        <dsp:cNvPr id="0" name=""/>
        <dsp:cNvSpPr/>
      </dsp:nvSpPr>
      <dsp:spPr>
        <a:xfrm>
          <a:off x="2020503" y="2843453"/>
          <a:ext cx="1666760" cy="833380"/>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Systematic error</a:t>
          </a:r>
        </a:p>
      </dsp:txBody>
      <dsp:txXfrm>
        <a:off x="2020503" y="2843453"/>
        <a:ext cx="1666760" cy="833380"/>
      </dsp:txXfrm>
    </dsp:sp>
    <dsp:sp modelId="{F7F56B87-A6D6-4A2C-9D8E-0FA226E9246F}">
      <dsp:nvSpPr>
        <dsp:cNvPr id="0" name=""/>
        <dsp:cNvSpPr/>
      </dsp:nvSpPr>
      <dsp:spPr>
        <a:xfrm>
          <a:off x="4037283" y="2843453"/>
          <a:ext cx="1666760" cy="833380"/>
        </a:xfrm>
        <a:prstGeom prst="rect">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Natural variation</a:t>
          </a:r>
        </a:p>
      </dsp:txBody>
      <dsp:txXfrm>
        <a:off x="4037283" y="2843453"/>
        <a:ext cx="1666760" cy="833380"/>
      </dsp:txXfrm>
    </dsp:sp>
    <dsp:sp modelId="{2C94091B-7BD4-47AE-9E9C-7D5F7CE0A536}">
      <dsp:nvSpPr>
        <dsp:cNvPr id="0" name=""/>
        <dsp:cNvSpPr/>
      </dsp:nvSpPr>
      <dsp:spPr>
        <a:xfrm>
          <a:off x="6054063" y="2843453"/>
          <a:ext cx="1666760" cy="833380"/>
        </a:xfrm>
        <a:prstGeom prst="rect">
          <a:avLst/>
        </a:prstGeom>
        <a:solidFill>
          <a:schemeClr val="accent3"/>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Inherent randomness</a:t>
          </a:r>
        </a:p>
      </dsp:txBody>
      <dsp:txXfrm>
        <a:off x="6054063" y="2843453"/>
        <a:ext cx="1666760" cy="833380"/>
      </dsp:txXfrm>
    </dsp:sp>
    <dsp:sp modelId="{205C501D-002D-4655-B968-1A8B5342084B}">
      <dsp:nvSpPr>
        <dsp:cNvPr id="0" name=""/>
        <dsp:cNvSpPr/>
      </dsp:nvSpPr>
      <dsp:spPr>
        <a:xfrm>
          <a:off x="8070844" y="2843453"/>
          <a:ext cx="1666760" cy="833380"/>
        </a:xfrm>
        <a:prstGeom prst="rect">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Model uncertainty</a:t>
          </a:r>
        </a:p>
      </dsp:txBody>
      <dsp:txXfrm>
        <a:off x="8070844" y="2843453"/>
        <a:ext cx="1666760" cy="833380"/>
      </dsp:txXfrm>
    </dsp:sp>
    <dsp:sp modelId="{A55D4843-EED4-45E6-8612-A2A740B98E11}">
      <dsp:nvSpPr>
        <dsp:cNvPr id="0" name=""/>
        <dsp:cNvSpPr/>
      </dsp:nvSpPr>
      <dsp:spPr>
        <a:xfrm>
          <a:off x="10087624" y="2843453"/>
          <a:ext cx="1666760" cy="833380"/>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US" sz="2200" kern="1200" dirty="0"/>
            <a:t>Subjective judgement</a:t>
          </a:r>
        </a:p>
      </dsp:txBody>
      <dsp:txXfrm>
        <a:off x="10087624" y="2843453"/>
        <a:ext cx="1666760" cy="83338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86FE22-7F7E-4337-AD20-62FF324B593F}">
      <dsp:nvSpPr>
        <dsp:cNvPr id="0" name=""/>
        <dsp:cNvSpPr/>
      </dsp:nvSpPr>
      <dsp:spPr>
        <a:xfrm>
          <a:off x="-160155" y="6897"/>
          <a:ext cx="10515600" cy="120174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A847E8-FF40-4218-94DC-831EF4B68C67}">
      <dsp:nvSpPr>
        <dsp:cNvPr id="0" name=""/>
        <dsp:cNvSpPr/>
      </dsp:nvSpPr>
      <dsp:spPr>
        <a:xfrm>
          <a:off x="91583" y="165719"/>
          <a:ext cx="885827" cy="884098"/>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A50BE1-2C9D-4204-9EB2-5DFDA3ED5B58}">
      <dsp:nvSpPr>
        <dsp:cNvPr id="0" name=""/>
        <dsp:cNvSpPr/>
      </dsp:nvSpPr>
      <dsp:spPr>
        <a:xfrm>
          <a:off x="1229151" y="6897"/>
          <a:ext cx="9103508" cy="123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59" tIns="131159" rIns="131159" bIns="131159" numCol="1" spcCol="1270" anchor="ctr" anchorCtr="0">
          <a:noAutofit/>
        </a:bodyPr>
        <a:lstStyle/>
        <a:p>
          <a:pPr marL="0" lvl="0" indent="0" algn="l" defTabSz="1422400">
            <a:lnSpc>
              <a:spcPct val="100000"/>
            </a:lnSpc>
            <a:spcBef>
              <a:spcPct val="0"/>
            </a:spcBef>
            <a:spcAft>
              <a:spcPct val="35000"/>
            </a:spcAft>
            <a:buNone/>
          </a:pPr>
          <a:r>
            <a:rPr lang="en-US" sz="3200" b="1" kern="1200" dirty="0"/>
            <a:t>Next week: </a:t>
          </a:r>
          <a:r>
            <a:rPr lang="en-US" sz="3200" b="0" u="none" kern="1200" dirty="0"/>
            <a:t> Additional SDM tools regarding uncertainty and risk &amp; </a:t>
          </a:r>
          <a:r>
            <a:rPr lang="en-US" sz="3200" b="1" u="none" kern="1200" dirty="0"/>
            <a:t>few final presentations</a:t>
          </a:r>
          <a:endParaRPr lang="en-US" sz="3200" b="1" u="sng" kern="1200" dirty="0"/>
        </a:p>
      </dsp:txBody>
      <dsp:txXfrm>
        <a:off x="1229151" y="6897"/>
        <a:ext cx="9103508" cy="1239298"/>
      </dsp:txXfrm>
    </dsp:sp>
    <dsp:sp modelId="{29A47B8D-F73E-4C7D-B2AD-8709DC2C5C63}">
      <dsp:nvSpPr>
        <dsp:cNvPr id="0" name=""/>
        <dsp:cNvSpPr/>
      </dsp:nvSpPr>
      <dsp:spPr>
        <a:xfrm>
          <a:off x="-160155" y="1449497"/>
          <a:ext cx="10515600" cy="120174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0201AB-0245-435F-9870-2C4E935E607B}">
      <dsp:nvSpPr>
        <dsp:cNvPr id="0" name=""/>
        <dsp:cNvSpPr/>
      </dsp:nvSpPr>
      <dsp:spPr>
        <a:xfrm>
          <a:off x="91583" y="1714842"/>
          <a:ext cx="885827" cy="884098"/>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0CAFE2-75BF-4F84-ACB1-CFC9603C0067}">
      <dsp:nvSpPr>
        <dsp:cNvPr id="0" name=""/>
        <dsp:cNvSpPr/>
      </dsp:nvSpPr>
      <dsp:spPr>
        <a:xfrm>
          <a:off x="1229151" y="1446168"/>
          <a:ext cx="9103508" cy="123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59" tIns="131159" rIns="131159" bIns="131159" numCol="1" spcCol="1270" anchor="ctr" anchorCtr="0">
          <a:noAutofit/>
        </a:bodyPr>
        <a:lstStyle/>
        <a:p>
          <a:pPr marL="0" lvl="0" indent="0" algn="l" defTabSz="1422400">
            <a:lnSpc>
              <a:spcPct val="100000"/>
            </a:lnSpc>
            <a:spcBef>
              <a:spcPct val="0"/>
            </a:spcBef>
            <a:spcAft>
              <a:spcPct val="35000"/>
            </a:spcAft>
            <a:buNone/>
          </a:pPr>
          <a:r>
            <a:rPr lang="en-US" sz="3200" b="1" kern="1200" dirty="0"/>
            <a:t>Weekly: </a:t>
          </a:r>
          <a:r>
            <a:rPr lang="en-US" sz="3200" kern="1200" dirty="0"/>
            <a:t>Work through a step of the </a:t>
          </a:r>
          <a:r>
            <a:rPr lang="en-US" sz="3200" kern="1200" dirty="0" err="1"/>
            <a:t>PrOACT</a:t>
          </a:r>
          <a:r>
            <a:rPr lang="en-US" sz="3200" kern="1200" dirty="0"/>
            <a:t> process/ learn extra tools</a:t>
          </a:r>
        </a:p>
      </dsp:txBody>
      <dsp:txXfrm>
        <a:off x="1229151" y="1446168"/>
        <a:ext cx="9103508" cy="1239298"/>
      </dsp:txXfrm>
    </dsp:sp>
    <dsp:sp modelId="{AB7DCEEB-5A1E-47C8-B39D-8FA94337A661}">
      <dsp:nvSpPr>
        <dsp:cNvPr id="0" name=""/>
        <dsp:cNvSpPr/>
      </dsp:nvSpPr>
      <dsp:spPr>
        <a:xfrm>
          <a:off x="-160155" y="3105142"/>
          <a:ext cx="10515600" cy="1201743"/>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BDBD8EA-A81F-4209-94D3-346420AE14CE}">
      <dsp:nvSpPr>
        <dsp:cNvPr id="0" name=""/>
        <dsp:cNvSpPr/>
      </dsp:nvSpPr>
      <dsp:spPr>
        <a:xfrm>
          <a:off x="91583" y="3263964"/>
          <a:ext cx="885827" cy="884098"/>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38F464A-1384-4E4D-B65D-0257C7D56658}">
      <dsp:nvSpPr>
        <dsp:cNvPr id="0" name=""/>
        <dsp:cNvSpPr/>
      </dsp:nvSpPr>
      <dsp:spPr>
        <a:xfrm>
          <a:off x="1229151" y="3105142"/>
          <a:ext cx="4732020" cy="123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59" tIns="131159" rIns="131159" bIns="131159" numCol="1" spcCol="1270" anchor="ctr" anchorCtr="0">
          <a:noAutofit/>
        </a:bodyPr>
        <a:lstStyle/>
        <a:p>
          <a:pPr marL="0" lvl="0" indent="0" algn="l" defTabSz="1422400">
            <a:lnSpc>
              <a:spcPct val="100000"/>
            </a:lnSpc>
            <a:spcBef>
              <a:spcPct val="0"/>
            </a:spcBef>
            <a:spcAft>
              <a:spcPct val="35000"/>
            </a:spcAft>
            <a:buNone/>
          </a:pPr>
          <a:r>
            <a:rPr lang="en-US" sz="3200" b="1" kern="1200" dirty="0"/>
            <a:t>Last week of class: </a:t>
          </a:r>
        </a:p>
      </dsp:txBody>
      <dsp:txXfrm>
        <a:off x="1229151" y="3105142"/>
        <a:ext cx="4732020" cy="1239298"/>
      </dsp:txXfrm>
    </dsp:sp>
    <dsp:sp modelId="{97E6121F-67FE-4485-9EA8-C21F3419F021}">
      <dsp:nvSpPr>
        <dsp:cNvPr id="0" name=""/>
        <dsp:cNvSpPr/>
      </dsp:nvSpPr>
      <dsp:spPr>
        <a:xfrm>
          <a:off x="4692412" y="3105142"/>
          <a:ext cx="5057680" cy="123929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159" tIns="131159" rIns="131159" bIns="131159" numCol="1" spcCol="1270" anchor="ctr" anchorCtr="0">
          <a:noAutofit/>
        </a:bodyPr>
        <a:lstStyle/>
        <a:p>
          <a:pPr marL="0" lvl="0" indent="0" algn="l" defTabSz="889000">
            <a:lnSpc>
              <a:spcPct val="100000"/>
            </a:lnSpc>
            <a:spcBef>
              <a:spcPct val="0"/>
            </a:spcBef>
            <a:spcAft>
              <a:spcPct val="35000"/>
            </a:spcAft>
            <a:buNone/>
          </a:pPr>
          <a:r>
            <a:rPr lang="en-US" sz="2000" kern="1200" dirty="0"/>
            <a:t>Elevator pitch of your research project in terms of SDM/</a:t>
          </a:r>
          <a:r>
            <a:rPr lang="en-US" sz="2000" kern="1200" dirty="0" err="1"/>
            <a:t>PrOACT</a:t>
          </a:r>
          <a:endParaRPr lang="en-US" sz="2000" kern="1200" dirty="0"/>
        </a:p>
        <a:p>
          <a:pPr marL="0" lvl="0" indent="0" algn="l" defTabSz="622300">
            <a:lnSpc>
              <a:spcPct val="100000"/>
            </a:lnSpc>
            <a:spcBef>
              <a:spcPct val="0"/>
            </a:spcBef>
            <a:spcAft>
              <a:spcPct val="35000"/>
            </a:spcAft>
            <a:buNone/>
          </a:pPr>
          <a:r>
            <a:rPr lang="en-US" sz="1400" kern="1200" dirty="0"/>
            <a:t>Note: Abridged </a:t>
          </a:r>
          <a:r>
            <a:rPr lang="en-US" sz="1400" kern="1200" dirty="0" err="1"/>
            <a:t>PrOACT</a:t>
          </a:r>
          <a:r>
            <a:rPr lang="en-US" sz="1400" kern="1200" dirty="0"/>
            <a:t> story slides with a star on the upper right are good examples to use for your presentation</a:t>
          </a:r>
        </a:p>
      </dsp:txBody>
      <dsp:txXfrm>
        <a:off x="4692412" y="3105142"/>
        <a:ext cx="5057680" cy="123929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1T23:50:59.879"/>
    </inkml:context>
    <inkml:brush xml:id="br0">
      <inkml:brushProperty name="width" value="0.21167" units="cm"/>
      <inkml:brushProperty name="height" value="0.21167" units="cm"/>
    </inkml:brush>
  </inkml:definitions>
  <inkml:trace contextRef="#ctx0" brushRef="#br0">1 982 24575,'70'13'0,"-38"-10"0,1-1 0,1-1 0,-1 0 0,0-1 0,0-1 0,53-5 0,-78 5 0,0 0 0,-1 0 0,1 0 0,-1-1 0,0 0 0,0 0 0,0 0 0,0 0 0,-1-1 0,1 1 0,-1-1 0,0 0 0,-1 0 0,7-4 0,-1-2 0,0 0 0,-2 0 0,0-1 0,8-13 0,-8 12 0,2 1 0,0-1 0,2 1 0,0 1 0,18-11 0,-16 10 0,-1 1 0,-1-1 0,0 0 0,18-21 0,-3-4 0,-9 12 0,-2-1 0,-1 1 0,15-45 0,-26 56 0,2-1 0,0 1 0,1 0 0,14-13 0,15-24 0,-23 29 0,2 0 0,22-20 0,18-21 0,-22 21 0,53-46 0,5-5 0,-85 85 0,0 0 0,1 1 0,1-1 0,0 0 0,0 1 0,1 0 0,0 1 0,1-1 0,0 1 0,0 0 0,21-6 0,-11 4 0,2 1 0,0-1 0,0 2 0,0 0 0,42-5 0,-7 6 0,-1 2 0,1 0 0,75 5 0,-118-3 0,-1 0 0,1 0 0,-1 1 0,1-1 0,-1 2 0,0-1 0,-1 1 0,1 0 0,-1 1 0,-1-1 0,1 2 0,21 8 0,-20-6 0,0 0 0,0 1 0,-1 0 0,-1 0 0,-1 1 0,0-1 0,-2 1 0,0 1 0,7 9 0,1 2 0,-1 2 0,-3-1 0,12 32 0,-14-17 0,-1-9 0,4 47 0,-9-38 0,3 1 0,18 37 0,-1-6 0,-20-57 0,1 0 0,1 0 0,1-1 0,22 21 0,11 17 0,-30-32 0,-5-7 0,0-1 0,14 15 0,-17-21 0,1 0 0,-1 0 0,1-1 0,0 1 0,1-1 0,-1 1 0,1-1 0,-1 0 0,2 0 0,-1 0 0,11 3 0,43 9 0,0-2 0,2-1 0,111 13 0,-23 0-1365,-119-20-5461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1T23:56:20.541"/>
    </inkml:context>
    <inkml:brush xml:id="br0">
      <inkml:brushProperty name="width" value="0.21167" units="cm"/>
      <inkml:brushProperty name="height" value="0.21167" units="cm"/>
    </inkml:brush>
  </inkml:definitions>
  <inkml:trace contextRef="#ctx0" brushRef="#br0">0 2073 24575,'33'27'0,"-18"-21"0,1-1 0,-1-3 0,1 0 0,0-2 0,-1-2 0,25-10 0,-36 10 0,-1 0 0,1-1 0,-1 0 0,1-1 0,-1 1 0,1-2 0,-1 1 0,0-1 0,0 0 0,0 0 0,0-1 0,0 0 0,-1 0 0,4-10 0,-1-3 0,0 0 0,-1 0 0,0-1 0,4-29 0,-3 26 0,0 1 0,0 0 0,1 1 0,0 0 0,8-21 0,-7 23 0,0-2 0,-1 1 0,0-2 0,9-43 0,-2-9 0,-4 25 0,-1 0 0,-1-2 0,8-91 0,-13 116 0,1 0 0,1 0 0,-1 1 0,8-29 0,6-49 0,-11 61 0,2 1 0,10-44 0,8-45 0,-10 45 0,25-96 0,2-10 0,-40 178 0,0 1 0,1 0 0,0 0 0,0 0 0,1 1 0,-1 1 0,1 0 0,0 0 0,0 1 0,0 1 0,10-12 0,-5 7 0,1 1 0,-1 1 0,1 2 0,0 0 0,20-9 0,-4 12 0,0 2 0,0 3 0,35 10 0,-55-8 0,0 1 0,-1 1 0,1 0 0,0 1 0,-1 1 0,1 0 0,-1 1 0,1 1 0,-1 0 0,0 1 0,-1 1 0,11 18 0,-9-12 0,0 1 0,-1 0 0,0 1 0,0 0 0,-1 1 0,0 1 0,-1 0 0,1 0 0,2 22 0,1 5 0,-1 0 0,0 2 0,4 66 0,-6-37 0,0-17 0,1 98 0,-3-79 0,1 0 0,8 81 0,-1-15 0,-8-120 0,0 0 0,0-1 0,1 0 0,10 44 0,5 35 0,-14-67 0,-2-15 0,0-1 0,6 30 0,-7-44 0,-1 0 0,1 0 0,0 0 0,0-1 0,0 0 0,0 0 0,0 0 0,0 0 0,0-1 0,1 0 0,5 7 0,19 18 0,1-3 0,0-3 0,53 26 0,-11 3-1365,-56-43-5461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2T00:00:56.120"/>
    </inkml:context>
    <inkml:brush xml:id="br0">
      <inkml:brushProperty name="width" value="0.21167" units="cm"/>
      <inkml:brushProperty name="height" value="0.21167" units="cm"/>
    </inkml:brush>
  </inkml:definitions>
  <inkml:trace contextRef="#ctx0" brushRef="#br0">0 2073 24575,'21'27'0,"-12"-21"0,1-1 0,0-3 0,-1 0 0,1-2 0,0-2 0,15-10 0,-23 10 0,0 0 0,1-1 0,-1 0 0,0-1 0,0 1 0,0-2 0,0 1 0,0-1 0,0 0 0,0 0 0,0-1 0,-1 0 0,1 0 0,2-10 0,-1-3 0,0 0 0,0 0 0,-1-1 0,3-29 0,-2 26 0,0 1 0,0 0 0,1 1 0,0 0 0,5-21 0,-5 23 0,0-2 0,0 1 0,0-2 0,5-43 0,-1-9 0,-2 25 0,-1 0 0,-1-2 0,6-91 0,-9 116 0,1 0 0,0 0 0,1 1 0,3-29 0,5-49 0,-7 61 0,0 1 0,8-44 0,4-45 0,-6 45 0,16-96 0,0-10 0,-24 178 0,1 1 0,-1 0 0,0 0 0,1 0 0,0 1 0,0 1 0,0 0 0,0 0 0,0 1 0,0 1 0,7-12 0,-4 7 0,0 1 0,1 1 0,0 2 0,0 0 0,12-9 0,-2 12 0,0 2 0,-1 3 0,23 10 0,-34-8 0,-1 1 0,0 1 0,0 0 0,1 1 0,-1 1 0,0 0 0,0 1 0,0 1 0,-1 0 0,1 1 0,0 1 0,6 18 0,-6-12 0,0 1 0,0 0 0,0 1 0,-1 0 0,1 1 0,-1 1 0,0 0 0,-1 0 0,3 22 0,0 5 0,-1 0 0,0 2 0,4 66 0,-5-37 0,0-17 0,1 98 0,-3-79 0,2 0 0,4 81 0,1-15 0,-7-120 0,1 0 0,0-1 0,0 0 0,7 44 0,3 35 0,-9-67 0,-1-15 0,0-1 0,4 30 0,-5-44 0,0 0 0,0 0 0,0 0 0,0-1 0,0 0 0,0 0 0,1 0 0,-1 0 0,1-1 0,-1 0 0,4 7 0,12 18 0,1-3 0,-1-3 0,34 26 0,-8 3-1365,-34-43-5461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D0CED7-92F4-4138-87E8-6B85AC39F7FD}" type="datetimeFigureOut">
              <a:rPr lang="en-US" smtClean="0"/>
              <a:t>9/8/2025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2311F2-5776-4B3C-8949-0AB4A691C0EC}" type="slidenum">
              <a:rPr lang="en-US" smtClean="0"/>
              <a:t>‹#›</a:t>
            </a:fld>
            <a:endParaRPr lang="en-US"/>
          </a:p>
        </p:txBody>
      </p:sp>
    </p:spTree>
    <p:extLst>
      <p:ext uri="{BB962C8B-B14F-4D97-AF65-F5344CB8AC3E}">
        <p14:creationId xmlns:p14="http://schemas.microsoft.com/office/powerpoint/2010/main" val="23280095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30 minutes = intro</a:t>
            </a:r>
          </a:p>
          <a:p>
            <a:r>
              <a:rPr lang="en-US" dirty="0"/>
              <a:t>Next 60 = slides</a:t>
            </a:r>
          </a:p>
          <a:p>
            <a:r>
              <a:rPr lang="en-US" dirty="0"/>
              <a:t>Final 30 = activity</a:t>
            </a:r>
          </a:p>
        </p:txBody>
      </p:sp>
      <p:sp>
        <p:nvSpPr>
          <p:cNvPr id="4" name="Slide Number Placeholder 3"/>
          <p:cNvSpPr>
            <a:spLocks noGrp="1"/>
          </p:cNvSpPr>
          <p:nvPr>
            <p:ph type="sldNum" sz="quarter" idx="5"/>
          </p:nvPr>
        </p:nvSpPr>
        <p:spPr/>
        <p:txBody>
          <a:bodyPr/>
          <a:lstStyle/>
          <a:p>
            <a:fld id="{302311F2-5776-4B3C-8949-0AB4A691C0EC}" type="slidenum">
              <a:rPr lang="en-US" smtClean="0"/>
              <a:t>1</a:t>
            </a:fld>
            <a:endParaRPr lang="en-US"/>
          </a:p>
        </p:txBody>
      </p:sp>
    </p:spTree>
    <p:extLst>
      <p:ext uri="{BB962C8B-B14F-4D97-AF65-F5344CB8AC3E}">
        <p14:creationId xmlns:p14="http://schemas.microsoft.com/office/powerpoint/2010/main" val="271189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2</a:t>
            </a:fld>
            <a:endParaRPr lang="en-US"/>
          </a:p>
        </p:txBody>
      </p:sp>
    </p:spTree>
    <p:extLst>
      <p:ext uri="{BB962C8B-B14F-4D97-AF65-F5344CB8AC3E}">
        <p14:creationId xmlns:p14="http://schemas.microsoft.com/office/powerpoint/2010/main" val="2733640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example from Amanda Knox – see you later the police thought that meant an appointment</a:t>
            </a:r>
          </a:p>
        </p:txBody>
      </p:sp>
      <p:sp>
        <p:nvSpPr>
          <p:cNvPr id="4" name="Slide Number Placeholder 3"/>
          <p:cNvSpPr>
            <a:spLocks noGrp="1"/>
          </p:cNvSpPr>
          <p:nvPr>
            <p:ph type="sldNum" sz="quarter" idx="5"/>
          </p:nvPr>
        </p:nvSpPr>
        <p:spPr/>
        <p:txBody>
          <a:bodyPr/>
          <a:lstStyle/>
          <a:p>
            <a:fld id="{302311F2-5776-4B3C-8949-0AB4A691C0EC}" type="slidenum">
              <a:rPr lang="en-US" smtClean="0"/>
              <a:t>7</a:t>
            </a:fld>
            <a:endParaRPr lang="en-US"/>
          </a:p>
        </p:txBody>
      </p:sp>
    </p:spTree>
    <p:extLst>
      <p:ext uri="{BB962C8B-B14F-4D97-AF65-F5344CB8AC3E}">
        <p14:creationId xmlns:p14="http://schemas.microsoft.com/office/powerpoint/2010/main" val="6339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chemeClr val="dk1"/>
                </a:solidFill>
                <a:latin typeface="Arial"/>
                <a:ea typeface="Arial"/>
                <a:cs typeface="Arial"/>
                <a:sym typeface="Arial"/>
              </a:rPr>
              <a:t>The range of numerical probabilities that respondents attached to qualitative probability words in the absence of any specific context are shown. Note the very wide ranges of probability that were associated with some of these words. Figure redrawn from Wallsten et al. (30).</a:t>
            </a:r>
            <a:endParaRPr lang="en-US" dirty="0"/>
          </a:p>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8</a:t>
            </a:fld>
            <a:endParaRPr lang="en-US"/>
          </a:p>
        </p:txBody>
      </p:sp>
    </p:spTree>
    <p:extLst>
      <p:ext uri="{BB962C8B-B14F-4D97-AF65-F5344CB8AC3E}">
        <p14:creationId xmlns:p14="http://schemas.microsoft.com/office/powerpoint/2010/main" val="33533169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9E8AB-1970-0D18-A4F1-57DC2A531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94E52-E1C9-0A4A-5EDF-46B684DCD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A2E7BE-F3CA-3B44-11CD-9A3C021789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chemeClr val="dk1"/>
                </a:solidFill>
                <a:latin typeface="Arial"/>
                <a:ea typeface="Arial"/>
                <a:cs typeface="Arial"/>
                <a:sym typeface="Arial"/>
              </a:rPr>
              <a:t>The range of numerical probabilities that respondents attached to qualitative probability words in the absence of any specific context are shown. Note the very wide ranges of probability that were associated with some of these words. Figure redrawn from Wallsten et al. (30).</a:t>
            </a:r>
            <a:endParaRPr lang="en-US" dirty="0"/>
          </a:p>
          <a:p>
            <a:endParaRPr lang="en-US" dirty="0"/>
          </a:p>
        </p:txBody>
      </p:sp>
      <p:sp>
        <p:nvSpPr>
          <p:cNvPr id="4" name="Slide Number Placeholder 3">
            <a:extLst>
              <a:ext uri="{FF2B5EF4-FFF2-40B4-BE49-F238E27FC236}">
                <a16:creationId xmlns:a16="http://schemas.microsoft.com/office/drawing/2014/main" id="{B5259AC3-8486-6AFA-EECE-178A90B6BE38}"/>
              </a:ext>
            </a:extLst>
          </p:cNvPr>
          <p:cNvSpPr>
            <a:spLocks noGrp="1"/>
          </p:cNvSpPr>
          <p:nvPr>
            <p:ph type="sldNum" sz="quarter" idx="5"/>
          </p:nvPr>
        </p:nvSpPr>
        <p:spPr/>
        <p:txBody>
          <a:bodyPr/>
          <a:lstStyle/>
          <a:p>
            <a:fld id="{302311F2-5776-4B3C-8949-0AB4A691C0EC}" type="slidenum">
              <a:rPr lang="en-US" smtClean="0"/>
              <a:t>9</a:t>
            </a:fld>
            <a:endParaRPr lang="en-US"/>
          </a:p>
        </p:txBody>
      </p:sp>
    </p:spTree>
    <p:extLst>
      <p:ext uri="{BB962C8B-B14F-4D97-AF65-F5344CB8AC3E}">
        <p14:creationId xmlns:p14="http://schemas.microsoft.com/office/powerpoint/2010/main" val="234118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900A1-5708-257E-FBFE-0707FB03B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23E4F0-1090-DACA-4C0F-80042797E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A355E9-15A4-CF6B-5C78-ACB076DB56E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cap="none" dirty="0">
                <a:solidFill>
                  <a:schemeClr val="dk1"/>
                </a:solidFill>
                <a:latin typeface="Arial"/>
                <a:ea typeface="Arial"/>
                <a:cs typeface="Arial"/>
                <a:sym typeface="Arial"/>
              </a:rPr>
              <a:t>The range of numerical probabilities that respondents attached to qualitative probability words in the absence of any specific context are shown. Note the very wide ranges of probability that were associated with some of these words. Figure redrawn from Wallsten et al. (30).</a:t>
            </a:r>
            <a:endParaRPr lang="en-US" dirty="0"/>
          </a:p>
          <a:p>
            <a:endParaRPr lang="en-US" dirty="0"/>
          </a:p>
        </p:txBody>
      </p:sp>
      <p:sp>
        <p:nvSpPr>
          <p:cNvPr id="4" name="Slide Number Placeholder 3">
            <a:extLst>
              <a:ext uri="{FF2B5EF4-FFF2-40B4-BE49-F238E27FC236}">
                <a16:creationId xmlns:a16="http://schemas.microsoft.com/office/drawing/2014/main" id="{8EE3156E-3327-ADCF-DB93-784DB8E98A0D}"/>
              </a:ext>
            </a:extLst>
          </p:cNvPr>
          <p:cNvSpPr>
            <a:spLocks noGrp="1"/>
          </p:cNvSpPr>
          <p:nvPr>
            <p:ph type="sldNum" sz="quarter" idx="5"/>
          </p:nvPr>
        </p:nvSpPr>
        <p:spPr/>
        <p:txBody>
          <a:bodyPr/>
          <a:lstStyle/>
          <a:p>
            <a:fld id="{302311F2-5776-4B3C-8949-0AB4A691C0EC}" type="slidenum">
              <a:rPr lang="en-US" smtClean="0"/>
              <a:t>10</a:t>
            </a:fld>
            <a:endParaRPr lang="en-US"/>
          </a:p>
        </p:txBody>
      </p:sp>
    </p:spTree>
    <p:extLst>
      <p:ext uri="{BB962C8B-B14F-4D97-AF65-F5344CB8AC3E}">
        <p14:creationId xmlns:p14="http://schemas.microsoft.com/office/powerpoint/2010/main" val="743253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 of belief about an event in the form of a subjective probability. For instance, an expert might assign a probability of 0.7 to the event ‘‘population size of the species is .500 individuals.’’</a:t>
            </a:r>
          </a:p>
        </p:txBody>
      </p:sp>
      <p:sp>
        <p:nvSpPr>
          <p:cNvPr id="4" name="Slide Number Placeholder 3"/>
          <p:cNvSpPr>
            <a:spLocks noGrp="1"/>
          </p:cNvSpPr>
          <p:nvPr>
            <p:ph type="sldNum" sz="quarter" idx="5"/>
          </p:nvPr>
        </p:nvSpPr>
        <p:spPr/>
        <p:txBody>
          <a:bodyPr/>
          <a:lstStyle/>
          <a:p>
            <a:fld id="{302311F2-5776-4B3C-8949-0AB4A691C0EC}" type="slidenum">
              <a:rPr lang="en-US" smtClean="0"/>
              <a:t>11</a:t>
            </a:fld>
            <a:endParaRPr lang="en-US"/>
          </a:p>
        </p:txBody>
      </p:sp>
    </p:spTree>
    <p:extLst>
      <p:ext uri="{BB962C8B-B14F-4D97-AF65-F5344CB8AC3E}">
        <p14:creationId xmlns:p14="http://schemas.microsoft.com/office/powerpoint/2010/main" val="3281224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2 is systematic error because </a:t>
            </a:r>
            <a:r>
              <a:rPr lang="en-US" sz="1200" b="0" i="0" kern="1200" dirty="0">
                <a:solidFill>
                  <a:schemeClr val="tx1"/>
                </a:solidFill>
                <a:effectLst/>
                <a:latin typeface="+mn-lt"/>
                <a:ea typeface="+mn-ea"/>
                <a:cs typeface="+mn-cs"/>
              </a:rPr>
              <a:t>Systematic error refers to consistent bias introduced by missing or incorrect assumptions, data, or structure in a model or measurement system.</a:t>
            </a:r>
          </a:p>
          <a:p>
            <a:r>
              <a:rPr lang="en-US" sz="1200" b="0" i="0" kern="1200" dirty="0">
                <a:solidFill>
                  <a:schemeClr val="tx1"/>
                </a:solidFill>
                <a:effectLst/>
                <a:latin typeface="+mn-lt"/>
                <a:ea typeface="+mn-ea"/>
                <a:cs typeface="+mn-cs"/>
              </a:rPr>
              <a:t>In this case, the model omits a key variable (the highway), which leads to predictable and directional bias in the results—likely underestimating the disruption to elk migration.</a:t>
            </a:r>
          </a:p>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12</a:t>
            </a:fld>
            <a:endParaRPr lang="en-US"/>
          </a:p>
        </p:txBody>
      </p:sp>
    </p:spTree>
    <p:extLst>
      <p:ext uri="{BB962C8B-B14F-4D97-AF65-F5344CB8AC3E}">
        <p14:creationId xmlns:p14="http://schemas.microsoft.com/office/powerpoint/2010/main" val="2498528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B7546-46E5-4E01-1F87-F2FB1483B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D01A2-BF41-CA55-7A3D-DAE6ED0971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0C563-C776-57E6-92EA-0FB71F81AEE9}"/>
              </a:ext>
            </a:extLst>
          </p:cNvPr>
          <p:cNvSpPr>
            <a:spLocks noGrp="1"/>
          </p:cNvSpPr>
          <p:nvPr>
            <p:ph type="body" idx="1"/>
          </p:nvPr>
        </p:nvSpPr>
        <p:spPr/>
        <p:txBody>
          <a:bodyPr/>
          <a:lstStyle/>
          <a:p>
            <a:r>
              <a:rPr lang="en-US" b="0" dirty="0"/>
              <a:t>2 is systematic error because </a:t>
            </a:r>
            <a:r>
              <a:rPr lang="en-US" sz="1200" b="0" i="0" kern="1200" dirty="0">
                <a:solidFill>
                  <a:schemeClr val="tx1"/>
                </a:solidFill>
                <a:effectLst/>
                <a:latin typeface="+mn-lt"/>
                <a:ea typeface="+mn-ea"/>
                <a:cs typeface="+mn-cs"/>
              </a:rPr>
              <a:t>Systematic error refers to consistent bias introduced by missing or incorrect assumptions, data, or structure in a model or measurement system.</a:t>
            </a:r>
          </a:p>
          <a:p>
            <a:r>
              <a:rPr lang="en-US" sz="1200" b="0" i="0" kern="1200" dirty="0">
                <a:solidFill>
                  <a:schemeClr val="tx1"/>
                </a:solidFill>
                <a:effectLst/>
                <a:latin typeface="+mn-lt"/>
                <a:ea typeface="+mn-ea"/>
                <a:cs typeface="+mn-cs"/>
              </a:rPr>
              <a:t>In this case, the model omits a key variable (the highway), which leads to predictable and directional bias in the results—likely underestimating the disruption to elk migration.</a:t>
            </a:r>
          </a:p>
          <a:p>
            <a:endParaRPr lang="en-US" dirty="0"/>
          </a:p>
        </p:txBody>
      </p:sp>
      <p:sp>
        <p:nvSpPr>
          <p:cNvPr id="4" name="Slide Number Placeholder 3">
            <a:extLst>
              <a:ext uri="{FF2B5EF4-FFF2-40B4-BE49-F238E27FC236}">
                <a16:creationId xmlns:a16="http://schemas.microsoft.com/office/drawing/2014/main" id="{C027BDFF-95DA-159E-DA85-4294DE785251}"/>
              </a:ext>
            </a:extLst>
          </p:cNvPr>
          <p:cNvSpPr>
            <a:spLocks noGrp="1"/>
          </p:cNvSpPr>
          <p:nvPr>
            <p:ph type="sldNum" sz="quarter" idx="5"/>
          </p:nvPr>
        </p:nvSpPr>
        <p:spPr/>
        <p:txBody>
          <a:bodyPr/>
          <a:lstStyle/>
          <a:p>
            <a:fld id="{302311F2-5776-4B3C-8949-0AB4A691C0EC}" type="slidenum">
              <a:rPr lang="en-US" smtClean="0"/>
              <a:t>13</a:t>
            </a:fld>
            <a:endParaRPr lang="en-US"/>
          </a:p>
        </p:txBody>
      </p:sp>
    </p:spTree>
    <p:extLst>
      <p:ext uri="{BB962C8B-B14F-4D97-AF65-F5344CB8AC3E}">
        <p14:creationId xmlns:p14="http://schemas.microsoft.com/office/powerpoint/2010/main" val="37385686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15</a:t>
            </a:fld>
            <a:endParaRPr lang="en-US"/>
          </a:p>
        </p:txBody>
      </p:sp>
    </p:spTree>
    <p:extLst>
      <p:ext uri="{BB962C8B-B14F-4D97-AF65-F5344CB8AC3E}">
        <p14:creationId xmlns:p14="http://schemas.microsoft.com/office/powerpoint/2010/main" val="16069519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30</a:t>
            </a:fld>
            <a:endParaRPr lang="en-US"/>
          </a:p>
        </p:txBody>
      </p:sp>
    </p:spTree>
    <p:extLst>
      <p:ext uri="{BB962C8B-B14F-4D97-AF65-F5344CB8AC3E}">
        <p14:creationId xmlns:p14="http://schemas.microsoft.com/office/powerpoint/2010/main" val="41774889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C4596-3DC1-DC48-6D4B-143E24D7F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47EDB-4FE9-0D06-12F1-4BD139EBCA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5A9A37-CBCE-B7E5-E244-30EC18D655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DBAB48-47AB-311C-CE89-31F288E6B6CE}"/>
              </a:ext>
            </a:extLst>
          </p:cNvPr>
          <p:cNvSpPr>
            <a:spLocks noGrp="1"/>
          </p:cNvSpPr>
          <p:nvPr>
            <p:ph type="sldNum" sz="quarter" idx="5"/>
          </p:nvPr>
        </p:nvSpPr>
        <p:spPr/>
        <p:txBody>
          <a:bodyPr/>
          <a:lstStyle/>
          <a:p>
            <a:fld id="{302311F2-5776-4B3C-8949-0AB4A691C0EC}" type="slidenum">
              <a:rPr lang="en-US" smtClean="0"/>
              <a:t>31</a:t>
            </a:fld>
            <a:endParaRPr lang="en-US"/>
          </a:p>
        </p:txBody>
      </p:sp>
    </p:spTree>
    <p:extLst>
      <p:ext uri="{BB962C8B-B14F-4D97-AF65-F5344CB8AC3E}">
        <p14:creationId xmlns:p14="http://schemas.microsoft.com/office/powerpoint/2010/main" val="25378447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90D1C-96F9-6574-7DB2-4E02E14692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53C80A-4E3E-FC9B-EC7D-21E6AA1276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4E69A9-F1A8-B97C-EA60-AD2AFDBC2E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D67916-3DBC-72BF-E3F7-61F51BB8A258}"/>
              </a:ext>
            </a:extLst>
          </p:cNvPr>
          <p:cNvSpPr>
            <a:spLocks noGrp="1"/>
          </p:cNvSpPr>
          <p:nvPr>
            <p:ph type="sldNum" sz="quarter" idx="5"/>
          </p:nvPr>
        </p:nvSpPr>
        <p:spPr/>
        <p:txBody>
          <a:bodyPr/>
          <a:lstStyle/>
          <a:p>
            <a:fld id="{302311F2-5776-4B3C-8949-0AB4A691C0EC}" type="slidenum">
              <a:rPr lang="en-US" smtClean="0"/>
              <a:t>32</a:t>
            </a:fld>
            <a:endParaRPr lang="en-US"/>
          </a:p>
        </p:txBody>
      </p:sp>
    </p:spTree>
    <p:extLst>
      <p:ext uri="{BB962C8B-B14F-4D97-AF65-F5344CB8AC3E}">
        <p14:creationId xmlns:p14="http://schemas.microsoft.com/office/powerpoint/2010/main" val="2083761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8ADB5-B360-B947-676B-487127BD1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61B53-6EBC-8C9B-6E54-1826C28903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99AF3-B25B-C24B-E399-457B5FB1BA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9994C1-2B1F-2C71-2591-964BA2B17351}"/>
              </a:ext>
            </a:extLst>
          </p:cNvPr>
          <p:cNvSpPr>
            <a:spLocks noGrp="1"/>
          </p:cNvSpPr>
          <p:nvPr>
            <p:ph type="sldNum" sz="quarter" idx="5"/>
          </p:nvPr>
        </p:nvSpPr>
        <p:spPr/>
        <p:txBody>
          <a:bodyPr/>
          <a:lstStyle/>
          <a:p>
            <a:fld id="{302311F2-5776-4B3C-8949-0AB4A691C0EC}" type="slidenum">
              <a:rPr lang="en-US" smtClean="0"/>
              <a:t>33</a:t>
            </a:fld>
            <a:endParaRPr lang="en-US"/>
          </a:p>
        </p:txBody>
      </p:sp>
    </p:spTree>
    <p:extLst>
      <p:ext uri="{BB962C8B-B14F-4D97-AF65-F5344CB8AC3E}">
        <p14:creationId xmlns:p14="http://schemas.microsoft.com/office/powerpoint/2010/main" val="1898070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C1469-7530-1D30-6416-2F8725D10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4F01A-EF57-A394-1EFE-200CAEEB55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4AEBFD-921A-F96D-D103-77EED142CF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99E823-4458-33CA-C1DE-1985F726F7E3}"/>
              </a:ext>
            </a:extLst>
          </p:cNvPr>
          <p:cNvSpPr>
            <a:spLocks noGrp="1"/>
          </p:cNvSpPr>
          <p:nvPr>
            <p:ph type="sldNum" sz="quarter" idx="5"/>
          </p:nvPr>
        </p:nvSpPr>
        <p:spPr/>
        <p:txBody>
          <a:bodyPr/>
          <a:lstStyle/>
          <a:p>
            <a:fld id="{302311F2-5776-4B3C-8949-0AB4A691C0EC}" type="slidenum">
              <a:rPr lang="en-US" smtClean="0"/>
              <a:t>34</a:t>
            </a:fld>
            <a:endParaRPr lang="en-US"/>
          </a:p>
        </p:txBody>
      </p:sp>
    </p:spTree>
    <p:extLst>
      <p:ext uri="{BB962C8B-B14F-4D97-AF65-F5344CB8AC3E}">
        <p14:creationId xmlns:p14="http://schemas.microsoft.com/office/powerpoint/2010/main" val="452563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73E0-C970-6E69-21DF-05759103B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E1444-F3CE-B4C0-EB03-3F34A8312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E6A600-D706-9763-FF48-79C1984D0D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1BA185-6753-4D78-146E-65A2E55AEF7B}"/>
              </a:ext>
            </a:extLst>
          </p:cNvPr>
          <p:cNvSpPr>
            <a:spLocks noGrp="1"/>
          </p:cNvSpPr>
          <p:nvPr>
            <p:ph type="sldNum" sz="quarter" idx="5"/>
          </p:nvPr>
        </p:nvSpPr>
        <p:spPr/>
        <p:txBody>
          <a:bodyPr/>
          <a:lstStyle/>
          <a:p>
            <a:fld id="{302311F2-5776-4B3C-8949-0AB4A691C0EC}" type="slidenum">
              <a:rPr lang="en-US" smtClean="0"/>
              <a:t>35</a:t>
            </a:fld>
            <a:endParaRPr lang="en-US"/>
          </a:p>
        </p:txBody>
      </p:sp>
    </p:spTree>
    <p:extLst>
      <p:ext uri="{BB962C8B-B14F-4D97-AF65-F5344CB8AC3E}">
        <p14:creationId xmlns:p14="http://schemas.microsoft.com/office/powerpoint/2010/main" val="20577982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1CED8-2D69-8C4E-00BF-19095483E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A97A8-A0CC-7EA6-D3B4-322C19A8D1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4EBF49-7994-4C55-0AF5-879189ED434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1A1FD5-AC0D-549C-51C8-EC4B389CDEB6}"/>
              </a:ext>
            </a:extLst>
          </p:cNvPr>
          <p:cNvSpPr>
            <a:spLocks noGrp="1"/>
          </p:cNvSpPr>
          <p:nvPr>
            <p:ph type="sldNum" sz="quarter" idx="5"/>
          </p:nvPr>
        </p:nvSpPr>
        <p:spPr/>
        <p:txBody>
          <a:bodyPr/>
          <a:lstStyle/>
          <a:p>
            <a:fld id="{302311F2-5776-4B3C-8949-0AB4A691C0EC}" type="slidenum">
              <a:rPr lang="en-US" smtClean="0"/>
              <a:t>36</a:t>
            </a:fld>
            <a:endParaRPr lang="en-US"/>
          </a:p>
        </p:txBody>
      </p:sp>
    </p:spTree>
    <p:extLst>
      <p:ext uri="{BB962C8B-B14F-4D97-AF65-F5344CB8AC3E}">
        <p14:creationId xmlns:p14="http://schemas.microsoft.com/office/powerpoint/2010/main" val="2293849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51B23-183F-76F5-5561-17C1B74EC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FD019-88F6-7542-F4B9-C86BA0BAF9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564158-7629-5138-7946-D3DE5CB80525}"/>
              </a:ext>
            </a:extLst>
          </p:cNvPr>
          <p:cNvSpPr>
            <a:spLocks noGrp="1"/>
          </p:cNvSpPr>
          <p:nvPr>
            <p:ph type="body" idx="1"/>
          </p:nvPr>
        </p:nvSpPr>
        <p:spPr/>
        <p:txBody>
          <a:bodyPr/>
          <a:lstStyle/>
          <a:p>
            <a:r>
              <a:rPr lang="en-US" dirty="0"/>
              <a:t>Ask if they can calculate this bottom one?</a:t>
            </a:r>
          </a:p>
        </p:txBody>
      </p:sp>
      <p:sp>
        <p:nvSpPr>
          <p:cNvPr id="4" name="Slide Number Placeholder 3">
            <a:extLst>
              <a:ext uri="{FF2B5EF4-FFF2-40B4-BE49-F238E27FC236}">
                <a16:creationId xmlns:a16="http://schemas.microsoft.com/office/drawing/2014/main" id="{B5920BCA-D9D6-C7F7-9A3B-DE8EB9D64CFA}"/>
              </a:ext>
            </a:extLst>
          </p:cNvPr>
          <p:cNvSpPr>
            <a:spLocks noGrp="1"/>
          </p:cNvSpPr>
          <p:nvPr>
            <p:ph type="sldNum" sz="quarter" idx="5"/>
          </p:nvPr>
        </p:nvSpPr>
        <p:spPr/>
        <p:txBody>
          <a:bodyPr/>
          <a:lstStyle/>
          <a:p>
            <a:fld id="{302311F2-5776-4B3C-8949-0AB4A691C0EC}" type="slidenum">
              <a:rPr lang="en-US" smtClean="0"/>
              <a:t>37</a:t>
            </a:fld>
            <a:endParaRPr lang="en-US"/>
          </a:p>
        </p:txBody>
      </p:sp>
    </p:spTree>
    <p:extLst>
      <p:ext uri="{BB962C8B-B14F-4D97-AF65-F5344CB8AC3E}">
        <p14:creationId xmlns:p14="http://schemas.microsoft.com/office/powerpoint/2010/main" val="3445947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A3FF1-3A1C-AF4A-20F3-E23D16034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39D80E-3256-D43D-C17A-82FADE070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D956E-A80C-4DCB-6F3D-0C484FCE7193}"/>
              </a:ext>
            </a:extLst>
          </p:cNvPr>
          <p:cNvSpPr>
            <a:spLocks noGrp="1"/>
          </p:cNvSpPr>
          <p:nvPr>
            <p:ph type="body" idx="1"/>
          </p:nvPr>
        </p:nvSpPr>
        <p:spPr/>
        <p:txBody>
          <a:bodyPr/>
          <a:lstStyle/>
          <a:p>
            <a:r>
              <a:rPr lang="en-US" dirty="0"/>
              <a:t>Ask if they can calculate this bottom one?</a:t>
            </a:r>
          </a:p>
        </p:txBody>
      </p:sp>
      <p:sp>
        <p:nvSpPr>
          <p:cNvPr id="4" name="Slide Number Placeholder 3">
            <a:extLst>
              <a:ext uri="{FF2B5EF4-FFF2-40B4-BE49-F238E27FC236}">
                <a16:creationId xmlns:a16="http://schemas.microsoft.com/office/drawing/2014/main" id="{BE46E75E-5DC4-DF5C-8FAD-41A61448BC12}"/>
              </a:ext>
            </a:extLst>
          </p:cNvPr>
          <p:cNvSpPr>
            <a:spLocks noGrp="1"/>
          </p:cNvSpPr>
          <p:nvPr>
            <p:ph type="sldNum" sz="quarter" idx="5"/>
          </p:nvPr>
        </p:nvSpPr>
        <p:spPr/>
        <p:txBody>
          <a:bodyPr/>
          <a:lstStyle/>
          <a:p>
            <a:fld id="{302311F2-5776-4B3C-8949-0AB4A691C0EC}" type="slidenum">
              <a:rPr lang="en-US" smtClean="0"/>
              <a:t>38</a:t>
            </a:fld>
            <a:endParaRPr lang="en-US"/>
          </a:p>
        </p:txBody>
      </p:sp>
    </p:spTree>
    <p:extLst>
      <p:ext uri="{BB962C8B-B14F-4D97-AF65-F5344CB8AC3E}">
        <p14:creationId xmlns:p14="http://schemas.microsoft.com/office/powerpoint/2010/main" val="30090847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38CF1-97EC-88E1-3138-7145CB1D66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A1A71-23BE-25F4-D6E2-C0C6E7B0C2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3FB4A-FEBB-116A-5D33-B53F16255ED1}"/>
              </a:ext>
            </a:extLst>
          </p:cNvPr>
          <p:cNvSpPr>
            <a:spLocks noGrp="1"/>
          </p:cNvSpPr>
          <p:nvPr>
            <p:ph type="body" idx="1"/>
          </p:nvPr>
        </p:nvSpPr>
        <p:spPr/>
        <p:txBody>
          <a:bodyPr/>
          <a:lstStyle/>
          <a:p>
            <a:r>
              <a:rPr lang="en-US" dirty="0"/>
              <a:t>Ask if they can calculate this bottom one?</a:t>
            </a:r>
          </a:p>
        </p:txBody>
      </p:sp>
      <p:sp>
        <p:nvSpPr>
          <p:cNvPr id="4" name="Slide Number Placeholder 3">
            <a:extLst>
              <a:ext uri="{FF2B5EF4-FFF2-40B4-BE49-F238E27FC236}">
                <a16:creationId xmlns:a16="http://schemas.microsoft.com/office/drawing/2014/main" id="{0AC6ABF9-80FF-BD70-D8DF-C052F04D026E}"/>
              </a:ext>
            </a:extLst>
          </p:cNvPr>
          <p:cNvSpPr>
            <a:spLocks noGrp="1"/>
          </p:cNvSpPr>
          <p:nvPr>
            <p:ph type="sldNum" sz="quarter" idx="5"/>
          </p:nvPr>
        </p:nvSpPr>
        <p:spPr/>
        <p:txBody>
          <a:bodyPr/>
          <a:lstStyle/>
          <a:p>
            <a:fld id="{302311F2-5776-4B3C-8949-0AB4A691C0EC}" type="slidenum">
              <a:rPr lang="en-US" smtClean="0"/>
              <a:t>39</a:t>
            </a:fld>
            <a:endParaRPr lang="en-US"/>
          </a:p>
        </p:txBody>
      </p:sp>
    </p:spTree>
    <p:extLst>
      <p:ext uri="{BB962C8B-B14F-4D97-AF65-F5344CB8AC3E}">
        <p14:creationId xmlns:p14="http://schemas.microsoft.com/office/powerpoint/2010/main" val="23474556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B741E-EF7B-3BFE-0887-B855AD6EB4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E38635-49F6-4005-10B5-14A8163693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AF4B1-16D2-7E38-C666-9DA86A1A103B}"/>
              </a:ext>
            </a:extLst>
          </p:cNvPr>
          <p:cNvSpPr>
            <a:spLocks noGrp="1"/>
          </p:cNvSpPr>
          <p:nvPr>
            <p:ph type="body" idx="1"/>
          </p:nvPr>
        </p:nvSpPr>
        <p:spPr/>
        <p:txBody>
          <a:bodyPr/>
          <a:lstStyle/>
          <a:p>
            <a:r>
              <a:rPr lang="en-US" dirty="0"/>
              <a:t>Ask if they can calculate this bottom one?</a:t>
            </a:r>
          </a:p>
        </p:txBody>
      </p:sp>
      <p:sp>
        <p:nvSpPr>
          <p:cNvPr id="4" name="Slide Number Placeholder 3">
            <a:extLst>
              <a:ext uri="{FF2B5EF4-FFF2-40B4-BE49-F238E27FC236}">
                <a16:creationId xmlns:a16="http://schemas.microsoft.com/office/drawing/2014/main" id="{B7702B25-E644-1E89-B049-137078D9F961}"/>
              </a:ext>
            </a:extLst>
          </p:cNvPr>
          <p:cNvSpPr>
            <a:spLocks noGrp="1"/>
          </p:cNvSpPr>
          <p:nvPr>
            <p:ph type="sldNum" sz="quarter" idx="5"/>
          </p:nvPr>
        </p:nvSpPr>
        <p:spPr/>
        <p:txBody>
          <a:bodyPr/>
          <a:lstStyle/>
          <a:p>
            <a:fld id="{302311F2-5776-4B3C-8949-0AB4A691C0EC}" type="slidenum">
              <a:rPr lang="en-US" smtClean="0"/>
              <a:t>40</a:t>
            </a:fld>
            <a:endParaRPr lang="en-US"/>
          </a:p>
        </p:txBody>
      </p:sp>
    </p:spTree>
    <p:extLst>
      <p:ext uri="{BB962C8B-B14F-4D97-AF65-F5344CB8AC3E}">
        <p14:creationId xmlns:p14="http://schemas.microsoft.com/office/powerpoint/2010/main" val="3635747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Aft>
                <a:spcPts val="800"/>
              </a:spcAft>
              <a:buNone/>
            </a:pPr>
            <a:r>
              <a:rPr lang="en-US" sz="1200" dirty="0">
                <a:effectLst/>
                <a:latin typeface="Calibri" panose="020F0502020204030204" pitchFamily="34" charset="0"/>
                <a:ea typeface="Calibri" panose="020F0502020204030204" pitchFamily="34" charset="0"/>
                <a:cs typeface="Calibri" panose="020F0502020204030204" pitchFamily="34" charset="0"/>
              </a:rPr>
              <a:t>EV(Uncertainty) = </a:t>
            </a:r>
            <a:r>
              <a:rPr lang="en-US" sz="1200" dirty="0" err="1">
                <a:effectLst/>
                <a:latin typeface="Calibri" panose="020F0502020204030204" pitchFamily="34" charset="0"/>
                <a:ea typeface="Calibri" panose="020F0502020204030204" pitchFamily="34" charset="0"/>
                <a:cs typeface="Calibri" panose="020F0502020204030204" pitchFamily="34" charset="0"/>
              </a:rPr>
              <a:t>max</a:t>
            </a:r>
            <a:r>
              <a:rPr lang="en-US" sz="1200" baseline="-25000" dirty="0" err="1">
                <a:effectLst/>
                <a:latin typeface="Calibri" panose="020F0502020204030204" pitchFamily="34" charset="0"/>
                <a:ea typeface="Calibri" panose="020F0502020204030204" pitchFamily="34" charset="0"/>
                <a:cs typeface="Calibri" panose="020F0502020204030204" pitchFamily="34" charset="0"/>
              </a:rPr>
              <a:t>A</a:t>
            </a:r>
            <a:r>
              <a:rPr lang="en-US" sz="1200" dirty="0">
                <a:effectLst/>
                <a:latin typeface="Calibri" panose="020F0502020204030204" pitchFamily="34" charset="0"/>
                <a:ea typeface="Calibri" panose="020F0502020204030204" pitchFamily="34" charset="0"/>
                <a:cs typeface="Calibri" panose="020F0502020204030204" pitchFamily="34" charset="0"/>
              </a:rPr>
              <a:t>(EV(A))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Calibri" panose="020F0502020204030204" pitchFamily="34" charset="0"/>
              </a:rPr>
              <a:t>EV(A1) = </a:t>
            </a:r>
            <a:r>
              <a:rPr lang="en-US" sz="1200" dirty="0" err="1">
                <a:effectLst/>
                <a:latin typeface="Calibri" panose="020F0502020204030204" pitchFamily="34" charset="0"/>
                <a:ea typeface="Calibri" panose="020F0502020204030204" pitchFamily="34" charset="0"/>
                <a:cs typeface="Calibri" panose="020F0502020204030204" pitchFamily="34" charset="0"/>
              </a:rPr>
              <a:t>Pr</a:t>
            </a:r>
            <a:r>
              <a:rPr lang="en-US" sz="1200" dirty="0">
                <a:effectLst/>
                <a:latin typeface="Calibri" panose="020F0502020204030204" pitchFamily="34" charset="0"/>
                <a:ea typeface="Calibri" panose="020F0502020204030204" pitchFamily="34" charset="0"/>
                <a:cs typeface="Calibri" panose="020F0502020204030204" pitchFamily="34" charset="0"/>
              </a:rPr>
              <a:t>(H1)*V(A1|H1)+</a:t>
            </a:r>
            <a:r>
              <a:rPr lang="en-US" sz="1200" dirty="0" err="1">
                <a:effectLst/>
                <a:latin typeface="Calibri" panose="020F0502020204030204" pitchFamily="34" charset="0"/>
                <a:ea typeface="Calibri" panose="020F0502020204030204" pitchFamily="34" charset="0"/>
                <a:cs typeface="Calibri" panose="020F0502020204030204" pitchFamily="34" charset="0"/>
              </a:rPr>
              <a:t>Pr</a:t>
            </a:r>
            <a:r>
              <a:rPr lang="en-US" sz="1200" dirty="0">
                <a:effectLst/>
                <a:latin typeface="Calibri" panose="020F0502020204030204" pitchFamily="34" charset="0"/>
                <a:ea typeface="Calibri" panose="020F0502020204030204" pitchFamily="34" charset="0"/>
                <a:cs typeface="Calibri" panose="020F0502020204030204" pitchFamily="34" charset="0"/>
              </a:rPr>
              <a:t>(H2)*V(A1|H2) = 0.4*0.7 + 0.6*0.45 = 0.55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Symbol" panose="05050102010706020507" pitchFamily="18" charset="2"/>
              <a:buChar char=""/>
            </a:pPr>
            <a:r>
              <a:rPr lang="en-US" sz="1200" dirty="0">
                <a:effectLst/>
                <a:latin typeface="Calibri" panose="020F0502020204030204" pitchFamily="34" charset="0"/>
                <a:ea typeface="Calibri" panose="020F0502020204030204" pitchFamily="34" charset="0"/>
                <a:cs typeface="Calibri" panose="020F0502020204030204" pitchFamily="34" charset="0"/>
              </a:rPr>
              <a:t>EV(A2) = </a:t>
            </a:r>
            <a:r>
              <a:rPr lang="en-US" sz="1200" dirty="0" err="1">
                <a:effectLst/>
                <a:latin typeface="Calibri" panose="020F0502020204030204" pitchFamily="34" charset="0"/>
                <a:ea typeface="Calibri" panose="020F0502020204030204" pitchFamily="34" charset="0"/>
                <a:cs typeface="Calibri" panose="020F0502020204030204" pitchFamily="34" charset="0"/>
              </a:rPr>
              <a:t>Pr</a:t>
            </a:r>
            <a:r>
              <a:rPr lang="en-US" sz="1200" dirty="0">
                <a:effectLst/>
                <a:latin typeface="Calibri" panose="020F0502020204030204" pitchFamily="34" charset="0"/>
                <a:ea typeface="Calibri" panose="020F0502020204030204" pitchFamily="34" charset="0"/>
                <a:cs typeface="Calibri" panose="020F0502020204030204" pitchFamily="34" charset="0"/>
              </a:rPr>
              <a:t>(H1)*V(A2|H1)+</a:t>
            </a:r>
            <a:r>
              <a:rPr lang="en-US" sz="1200" dirty="0" err="1">
                <a:effectLst/>
                <a:latin typeface="Calibri" panose="020F0502020204030204" pitchFamily="34" charset="0"/>
                <a:ea typeface="Calibri" panose="020F0502020204030204" pitchFamily="34" charset="0"/>
                <a:cs typeface="Calibri" panose="020F0502020204030204" pitchFamily="34" charset="0"/>
              </a:rPr>
              <a:t>Pr</a:t>
            </a:r>
            <a:r>
              <a:rPr lang="en-US" sz="1200" dirty="0">
                <a:effectLst/>
                <a:latin typeface="Calibri" panose="020F0502020204030204" pitchFamily="34" charset="0"/>
                <a:ea typeface="Calibri" panose="020F0502020204030204" pitchFamily="34" charset="0"/>
                <a:cs typeface="Calibri" panose="020F0502020204030204" pitchFamily="34" charset="0"/>
              </a:rPr>
              <a:t>(H2)*V(A2|H2) = 0.4*0.3 + 0.6*0.65 = 0.51</a:t>
            </a:r>
          </a:p>
          <a:p>
            <a:pPr marL="0" marR="0" lvl="0" indent="0">
              <a:lnSpc>
                <a:spcPct val="107000"/>
              </a:lnSpc>
              <a:spcAft>
                <a:spcPts val="800"/>
              </a:spcAft>
              <a:buFont typeface="Symbol" panose="05050102010706020507" pitchFamily="18" charset="2"/>
              <a:buNone/>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Calibri" panose="020F0502020204030204" pitchFamily="34" charset="0"/>
                <a:cs typeface="Calibri" panose="020F0502020204030204" pitchFamily="34" charset="0"/>
              </a:rPr>
              <a:t>EV(Uncertainty) = 0.55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Calibri" panose="020F0502020204030204" pitchFamily="34" charset="0"/>
                <a:cs typeface="Calibri" panose="020F0502020204030204" pitchFamily="34" charset="0"/>
              </a:rPr>
              <a:t>EV(Certainty) = </a:t>
            </a:r>
            <a:r>
              <a:rPr lang="en-US" sz="1200" dirty="0" err="1">
                <a:effectLst/>
                <a:latin typeface="Calibri" panose="020F0502020204030204" pitchFamily="34" charset="0"/>
                <a:ea typeface="Calibri" panose="020F0502020204030204" pitchFamily="34" charset="0"/>
                <a:cs typeface="Calibri" panose="020F0502020204030204" pitchFamily="34" charset="0"/>
              </a:rPr>
              <a:t>Pr</a:t>
            </a:r>
            <a:r>
              <a:rPr lang="en-US" sz="1200" dirty="0">
                <a:effectLst/>
                <a:latin typeface="Calibri" panose="020F0502020204030204" pitchFamily="34" charset="0"/>
                <a:ea typeface="Calibri" panose="020F0502020204030204" pitchFamily="34" charset="0"/>
                <a:cs typeface="Calibri" panose="020F0502020204030204" pitchFamily="34" charset="0"/>
              </a:rPr>
              <a:t>(H1)*</a:t>
            </a:r>
            <a:r>
              <a:rPr lang="en-US" sz="1200" dirty="0" err="1">
                <a:effectLst/>
                <a:latin typeface="Calibri" panose="020F0502020204030204" pitchFamily="34" charset="0"/>
                <a:ea typeface="Calibri" panose="020F0502020204030204" pitchFamily="34" charset="0"/>
                <a:cs typeface="Calibri" panose="020F0502020204030204" pitchFamily="34" charset="0"/>
              </a:rPr>
              <a:t>max</a:t>
            </a:r>
            <a:r>
              <a:rPr lang="en-US" sz="1200" baseline="-25000" dirty="0" err="1">
                <a:effectLst/>
                <a:latin typeface="Calibri" panose="020F0502020204030204" pitchFamily="34" charset="0"/>
                <a:ea typeface="Calibri" panose="020F0502020204030204" pitchFamily="34" charset="0"/>
                <a:cs typeface="Calibri" panose="020F0502020204030204" pitchFamily="34" charset="0"/>
              </a:rPr>
              <a:t>A</a:t>
            </a:r>
            <a:r>
              <a:rPr lang="en-US" sz="1200" dirty="0" err="1">
                <a:effectLst/>
                <a:latin typeface="Calibri" panose="020F0502020204030204" pitchFamily="34" charset="0"/>
                <a:ea typeface="Calibri" panose="020F0502020204030204" pitchFamily="34" charset="0"/>
                <a:cs typeface="Calibri" panose="020F0502020204030204" pitchFamily="34" charset="0"/>
              </a:rPr>
              <a:t>V</a:t>
            </a:r>
            <a:r>
              <a:rPr lang="en-US" sz="1200" dirty="0">
                <a:effectLst/>
                <a:latin typeface="Calibri" panose="020F0502020204030204" pitchFamily="34" charset="0"/>
                <a:ea typeface="Calibri" panose="020F0502020204030204" pitchFamily="34" charset="0"/>
                <a:cs typeface="Calibri" panose="020F0502020204030204" pitchFamily="34" charset="0"/>
              </a:rPr>
              <a:t>(A|H1)+</a:t>
            </a:r>
            <a:r>
              <a:rPr lang="en-US" sz="1200" dirty="0" err="1">
                <a:effectLst/>
                <a:latin typeface="Calibri" panose="020F0502020204030204" pitchFamily="34" charset="0"/>
                <a:ea typeface="Calibri" panose="020F0502020204030204" pitchFamily="34" charset="0"/>
                <a:cs typeface="Calibri" panose="020F0502020204030204" pitchFamily="34" charset="0"/>
              </a:rPr>
              <a:t>Pr</a:t>
            </a:r>
            <a:r>
              <a:rPr lang="en-US" sz="1200" dirty="0">
                <a:effectLst/>
                <a:latin typeface="Calibri" panose="020F0502020204030204" pitchFamily="34" charset="0"/>
                <a:ea typeface="Calibri" panose="020F0502020204030204" pitchFamily="34" charset="0"/>
                <a:cs typeface="Calibri" panose="020F0502020204030204" pitchFamily="34" charset="0"/>
              </a:rPr>
              <a:t>(H2)*</a:t>
            </a:r>
            <a:r>
              <a:rPr lang="en-US" sz="1200" dirty="0" err="1">
                <a:effectLst/>
                <a:latin typeface="Calibri" panose="020F0502020204030204" pitchFamily="34" charset="0"/>
                <a:ea typeface="Calibri" panose="020F0502020204030204" pitchFamily="34" charset="0"/>
                <a:cs typeface="Calibri" panose="020F0502020204030204" pitchFamily="34" charset="0"/>
              </a:rPr>
              <a:t>max</a:t>
            </a:r>
            <a:r>
              <a:rPr lang="en-US" sz="1200" baseline="-25000" dirty="0" err="1">
                <a:effectLst/>
                <a:latin typeface="Calibri" panose="020F0502020204030204" pitchFamily="34" charset="0"/>
                <a:ea typeface="Calibri" panose="020F0502020204030204" pitchFamily="34" charset="0"/>
                <a:cs typeface="Calibri" panose="020F0502020204030204" pitchFamily="34" charset="0"/>
              </a:rPr>
              <a:t>A</a:t>
            </a:r>
            <a:r>
              <a:rPr lang="en-US" sz="1200" dirty="0" err="1">
                <a:effectLst/>
                <a:latin typeface="Calibri" panose="020F0502020204030204" pitchFamily="34" charset="0"/>
                <a:ea typeface="Calibri" panose="020F0502020204030204" pitchFamily="34" charset="0"/>
                <a:cs typeface="Calibri" panose="020F0502020204030204" pitchFamily="34" charset="0"/>
              </a:rPr>
              <a:t>V</a:t>
            </a:r>
            <a:r>
              <a:rPr lang="en-US" sz="1200" dirty="0">
                <a:effectLst/>
                <a:latin typeface="Calibri" panose="020F0502020204030204" pitchFamily="34" charset="0"/>
                <a:ea typeface="Calibri" panose="020F0502020204030204" pitchFamily="34" charset="0"/>
                <a:cs typeface="Calibri" panose="020F0502020204030204" pitchFamily="34" charset="0"/>
              </a:rPr>
              <a:t>(A|H2) = 0.4*0.7 + 0.6*0.65 = 0.67</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200" dirty="0">
                <a:effectLst/>
                <a:latin typeface="Calibri" panose="020F0502020204030204" pitchFamily="34" charset="0"/>
                <a:ea typeface="Calibri" panose="020F0502020204030204" pitchFamily="34" charset="0"/>
                <a:cs typeface="Calibri" panose="020F0502020204030204" pitchFamily="34" charset="0"/>
              </a:rPr>
              <a:t>EVPI = 0.67 – 0.55 = 0.12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302311F2-5776-4B3C-8949-0AB4A691C0EC}" type="slidenum">
              <a:rPr lang="en-US" smtClean="0"/>
              <a:t>41</a:t>
            </a:fld>
            <a:endParaRPr lang="en-US"/>
          </a:p>
        </p:txBody>
      </p:sp>
    </p:spTree>
    <p:extLst>
      <p:ext uri="{BB962C8B-B14F-4D97-AF65-F5344CB8AC3E}">
        <p14:creationId xmlns:p14="http://schemas.microsoft.com/office/powerpoint/2010/main" val="415285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hlink"/>
                </a:solidFill>
                <a:latin typeface="Arial" pitchFamily="34" charset="0"/>
              </a:defRPr>
            </a:lvl1pPr>
            <a:lvl2pPr marL="742862" indent="-285716">
              <a:defRPr sz="1600">
                <a:solidFill>
                  <a:schemeClr val="hlink"/>
                </a:solidFill>
                <a:latin typeface="Arial" pitchFamily="34" charset="0"/>
              </a:defRPr>
            </a:lvl2pPr>
            <a:lvl3pPr marL="1142865" indent="-228573">
              <a:defRPr sz="1600">
                <a:solidFill>
                  <a:schemeClr val="hlink"/>
                </a:solidFill>
                <a:latin typeface="Arial" pitchFamily="34" charset="0"/>
              </a:defRPr>
            </a:lvl3pPr>
            <a:lvl4pPr marL="1600011" indent="-228573">
              <a:defRPr sz="1600">
                <a:solidFill>
                  <a:schemeClr val="hlink"/>
                </a:solidFill>
                <a:latin typeface="Arial" pitchFamily="34" charset="0"/>
              </a:defRPr>
            </a:lvl4pPr>
            <a:lvl5pPr marL="2057156" indent="-228573">
              <a:defRPr sz="1600">
                <a:solidFill>
                  <a:schemeClr val="hlink"/>
                </a:solidFill>
                <a:latin typeface="Arial" pitchFamily="34" charset="0"/>
              </a:defRPr>
            </a:lvl5pPr>
            <a:lvl6pPr marL="2514303" indent="-228573" eaLnBrk="0" fontAlgn="base" hangingPunct="0">
              <a:spcBef>
                <a:spcPct val="0"/>
              </a:spcBef>
              <a:spcAft>
                <a:spcPct val="0"/>
              </a:spcAft>
              <a:defRPr sz="1600">
                <a:solidFill>
                  <a:schemeClr val="hlink"/>
                </a:solidFill>
                <a:latin typeface="Arial" pitchFamily="34" charset="0"/>
              </a:defRPr>
            </a:lvl6pPr>
            <a:lvl7pPr marL="2971449" indent="-228573" eaLnBrk="0" fontAlgn="base" hangingPunct="0">
              <a:spcBef>
                <a:spcPct val="0"/>
              </a:spcBef>
              <a:spcAft>
                <a:spcPct val="0"/>
              </a:spcAft>
              <a:defRPr sz="1600">
                <a:solidFill>
                  <a:schemeClr val="hlink"/>
                </a:solidFill>
                <a:latin typeface="Arial" pitchFamily="34" charset="0"/>
              </a:defRPr>
            </a:lvl7pPr>
            <a:lvl8pPr marL="3428594" indent="-228573" eaLnBrk="0" fontAlgn="base" hangingPunct="0">
              <a:spcBef>
                <a:spcPct val="0"/>
              </a:spcBef>
              <a:spcAft>
                <a:spcPct val="0"/>
              </a:spcAft>
              <a:defRPr sz="1600">
                <a:solidFill>
                  <a:schemeClr val="hlink"/>
                </a:solidFill>
                <a:latin typeface="Arial" pitchFamily="34" charset="0"/>
              </a:defRPr>
            </a:lvl8pPr>
            <a:lvl9pPr marL="3885741" indent="-228573" eaLnBrk="0" fontAlgn="base" hangingPunct="0">
              <a:spcBef>
                <a:spcPct val="0"/>
              </a:spcBef>
              <a:spcAft>
                <a:spcPct val="0"/>
              </a:spcAft>
              <a:defRPr sz="1600">
                <a:solidFill>
                  <a:schemeClr val="hlink"/>
                </a:solidFill>
                <a:latin typeface="Arial" pitchFamily="34" charset="0"/>
              </a:defRPr>
            </a:lvl9pPr>
          </a:lstStyle>
          <a:p>
            <a:r>
              <a:rPr lang="en-US" altLang="en-US" sz="1200">
                <a:solidFill>
                  <a:schemeClr val="tx1"/>
                </a:solidFill>
                <a:latin typeface="Times New Roman" pitchFamily="18" charset="0"/>
              </a:rPr>
              <a:t>NCTC Course CSP3171 Introduction to Structured Decision Making</a:t>
            </a:r>
          </a:p>
        </p:txBody>
      </p:sp>
      <p:sp>
        <p:nvSpPr>
          <p:cNvPr id="593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hlink"/>
                </a:solidFill>
                <a:latin typeface="Arial" pitchFamily="34" charset="0"/>
              </a:defRPr>
            </a:lvl1pPr>
            <a:lvl2pPr marL="742862" indent="-285716">
              <a:defRPr sz="1600">
                <a:solidFill>
                  <a:schemeClr val="hlink"/>
                </a:solidFill>
                <a:latin typeface="Arial" pitchFamily="34" charset="0"/>
              </a:defRPr>
            </a:lvl2pPr>
            <a:lvl3pPr marL="1142865" indent="-228573">
              <a:defRPr sz="1600">
                <a:solidFill>
                  <a:schemeClr val="hlink"/>
                </a:solidFill>
                <a:latin typeface="Arial" pitchFamily="34" charset="0"/>
              </a:defRPr>
            </a:lvl3pPr>
            <a:lvl4pPr marL="1600011" indent="-228573">
              <a:defRPr sz="1600">
                <a:solidFill>
                  <a:schemeClr val="hlink"/>
                </a:solidFill>
                <a:latin typeface="Arial" pitchFamily="34" charset="0"/>
              </a:defRPr>
            </a:lvl4pPr>
            <a:lvl5pPr marL="2057156" indent="-228573">
              <a:defRPr sz="1600">
                <a:solidFill>
                  <a:schemeClr val="hlink"/>
                </a:solidFill>
                <a:latin typeface="Arial" pitchFamily="34" charset="0"/>
              </a:defRPr>
            </a:lvl5pPr>
            <a:lvl6pPr marL="2514303" indent="-228573" eaLnBrk="0" fontAlgn="base" hangingPunct="0">
              <a:spcBef>
                <a:spcPct val="0"/>
              </a:spcBef>
              <a:spcAft>
                <a:spcPct val="0"/>
              </a:spcAft>
              <a:defRPr sz="1600">
                <a:solidFill>
                  <a:schemeClr val="hlink"/>
                </a:solidFill>
                <a:latin typeface="Arial" pitchFamily="34" charset="0"/>
              </a:defRPr>
            </a:lvl6pPr>
            <a:lvl7pPr marL="2971449" indent="-228573" eaLnBrk="0" fontAlgn="base" hangingPunct="0">
              <a:spcBef>
                <a:spcPct val="0"/>
              </a:spcBef>
              <a:spcAft>
                <a:spcPct val="0"/>
              </a:spcAft>
              <a:defRPr sz="1600">
                <a:solidFill>
                  <a:schemeClr val="hlink"/>
                </a:solidFill>
                <a:latin typeface="Arial" pitchFamily="34" charset="0"/>
              </a:defRPr>
            </a:lvl7pPr>
            <a:lvl8pPr marL="3428594" indent="-228573" eaLnBrk="0" fontAlgn="base" hangingPunct="0">
              <a:spcBef>
                <a:spcPct val="0"/>
              </a:spcBef>
              <a:spcAft>
                <a:spcPct val="0"/>
              </a:spcAft>
              <a:defRPr sz="1600">
                <a:solidFill>
                  <a:schemeClr val="hlink"/>
                </a:solidFill>
                <a:latin typeface="Arial" pitchFamily="34" charset="0"/>
              </a:defRPr>
            </a:lvl8pPr>
            <a:lvl9pPr marL="3885741" indent="-228573" eaLnBrk="0" fontAlgn="base" hangingPunct="0">
              <a:spcBef>
                <a:spcPct val="0"/>
              </a:spcBef>
              <a:spcAft>
                <a:spcPct val="0"/>
              </a:spcAft>
              <a:defRPr sz="1600">
                <a:solidFill>
                  <a:schemeClr val="hlink"/>
                </a:solidFill>
                <a:latin typeface="Arial" pitchFamily="34" charset="0"/>
              </a:defRPr>
            </a:lvl9pPr>
          </a:lstStyle>
          <a:p>
            <a:r>
              <a:rPr lang="en-US" altLang="en-US" sz="1200">
                <a:solidFill>
                  <a:schemeClr val="tx1"/>
                </a:solidFill>
                <a:latin typeface="Times New Roman" pitchFamily="18" charset="0"/>
              </a:rPr>
              <a:t>Module 17, March 2009</a:t>
            </a:r>
          </a:p>
        </p:txBody>
      </p:sp>
      <p:sp>
        <p:nvSpPr>
          <p:cNvPr id="593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hlink"/>
                </a:solidFill>
                <a:latin typeface="Arial" pitchFamily="34" charset="0"/>
              </a:defRPr>
            </a:lvl1pPr>
            <a:lvl2pPr marL="742862" indent="-285716">
              <a:defRPr sz="1600">
                <a:solidFill>
                  <a:schemeClr val="hlink"/>
                </a:solidFill>
                <a:latin typeface="Arial" pitchFamily="34" charset="0"/>
              </a:defRPr>
            </a:lvl2pPr>
            <a:lvl3pPr marL="1142865" indent="-228573">
              <a:defRPr sz="1600">
                <a:solidFill>
                  <a:schemeClr val="hlink"/>
                </a:solidFill>
                <a:latin typeface="Arial" pitchFamily="34" charset="0"/>
              </a:defRPr>
            </a:lvl3pPr>
            <a:lvl4pPr marL="1600011" indent="-228573">
              <a:defRPr sz="1600">
                <a:solidFill>
                  <a:schemeClr val="hlink"/>
                </a:solidFill>
                <a:latin typeface="Arial" pitchFamily="34" charset="0"/>
              </a:defRPr>
            </a:lvl4pPr>
            <a:lvl5pPr marL="2057156" indent="-228573">
              <a:defRPr sz="1600">
                <a:solidFill>
                  <a:schemeClr val="hlink"/>
                </a:solidFill>
                <a:latin typeface="Arial" pitchFamily="34" charset="0"/>
              </a:defRPr>
            </a:lvl5pPr>
            <a:lvl6pPr marL="2514303" indent="-228573" eaLnBrk="0" fontAlgn="base" hangingPunct="0">
              <a:spcBef>
                <a:spcPct val="0"/>
              </a:spcBef>
              <a:spcAft>
                <a:spcPct val="0"/>
              </a:spcAft>
              <a:defRPr sz="1600">
                <a:solidFill>
                  <a:schemeClr val="hlink"/>
                </a:solidFill>
                <a:latin typeface="Arial" pitchFamily="34" charset="0"/>
              </a:defRPr>
            </a:lvl6pPr>
            <a:lvl7pPr marL="2971449" indent="-228573" eaLnBrk="0" fontAlgn="base" hangingPunct="0">
              <a:spcBef>
                <a:spcPct val="0"/>
              </a:spcBef>
              <a:spcAft>
                <a:spcPct val="0"/>
              </a:spcAft>
              <a:defRPr sz="1600">
                <a:solidFill>
                  <a:schemeClr val="hlink"/>
                </a:solidFill>
                <a:latin typeface="Arial" pitchFamily="34" charset="0"/>
              </a:defRPr>
            </a:lvl7pPr>
            <a:lvl8pPr marL="3428594" indent="-228573" eaLnBrk="0" fontAlgn="base" hangingPunct="0">
              <a:spcBef>
                <a:spcPct val="0"/>
              </a:spcBef>
              <a:spcAft>
                <a:spcPct val="0"/>
              </a:spcAft>
              <a:defRPr sz="1600">
                <a:solidFill>
                  <a:schemeClr val="hlink"/>
                </a:solidFill>
                <a:latin typeface="Arial" pitchFamily="34" charset="0"/>
              </a:defRPr>
            </a:lvl8pPr>
            <a:lvl9pPr marL="3885741" indent="-228573" eaLnBrk="0" fontAlgn="base" hangingPunct="0">
              <a:spcBef>
                <a:spcPct val="0"/>
              </a:spcBef>
              <a:spcAft>
                <a:spcPct val="0"/>
              </a:spcAft>
              <a:defRPr sz="1600">
                <a:solidFill>
                  <a:schemeClr val="hlink"/>
                </a:solidFill>
                <a:latin typeface="Arial" pitchFamily="34" charset="0"/>
              </a:defRPr>
            </a:lvl9pPr>
          </a:lstStyle>
          <a:p>
            <a:fld id="{3CE235A9-2283-4B0D-B746-5699AC323BB3}" type="slidenum">
              <a:rPr lang="en-US" altLang="en-US" sz="1200">
                <a:solidFill>
                  <a:schemeClr val="tx1"/>
                </a:solidFill>
                <a:latin typeface="Times New Roman" pitchFamily="18" charset="0"/>
              </a:rPr>
              <a:pPr/>
              <a:t>51</a:t>
            </a:fld>
            <a:endParaRPr lang="en-US" altLang="en-US" sz="1200">
              <a:solidFill>
                <a:schemeClr val="tx1"/>
              </a:solidFill>
              <a:latin typeface="Times New Roman" pitchFamily="18" charset="0"/>
            </a:endParaRPr>
          </a:p>
        </p:txBody>
      </p:sp>
      <p:sp>
        <p:nvSpPr>
          <p:cNvPr id="59397"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hlink"/>
                </a:solidFill>
                <a:latin typeface="Arial" pitchFamily="34" charset="0"/>
              </a:defRPr>
            </a:lvl1pPr>
            <a:lvl2pPr marL="742862" indent="-285716">
              <a:defRPr sz="1600">
                <a:solidFill>
                  <a:schemeClr val="hlink"/>
                </a:solidFill>
                <a:latin typeface="Arial" pitchFamily="34" charset="0"/>
              </a:defRPr>
            </a:lvl2pPr>
            <a:lvl3pPr marL="1142865" indent="-228573">
              <a:defRPr sz="1600">
                <a:solidFill>
                  <a:schemeClr val="hlink"/>
                </a:solidFill>
                <a:latin typeface="Arial" pitchFamily="34" charset="0"/>
              </a:defRPr>
            </a:lvl3pPr>
            <a:lvl4pPr marL="1600011" indent="-228573">
              <a:defRPr sz="1600">
                <a:solidFill>
                  <a:schemeClr val="hlink"/>
                </a:solidFill>
                <a:latin typeface="Arial" pitchFamily="34" charset="0"/>
              </a:defRPr>
            </a:lvl4pPr>
            <a:lvl5pPr marL="2057156" indent="-228573">
              <a:defRPr sz="1600">
                <a:solidFill>
                  <a:schemeClr val="hlink"/>
                </a:solidFill>
                <a:latin typeface="Arial" pitchFamily="34" charset="0"/>
              </a:defRPr>
            </a:lvl5pPr>
            <a:lvl6pPr marL="2514303" indent="-228573" eaLnBrk="0" fontAlgn="base" hangingPunct="0">
              <a:spcBef>
                <a:spcPct val="0"/>
              </a:spcBef>
              <a:spcAft>
                <a:spcPct val="0"/>
              </a:spcAft>
              <a:defRPr sz="1600">
                <a:solidFill>
                  <a:schemeClr val="hlink"/>
                </a:solidFill>
                <a:latin typeface="Arial" pitchFamily="34" charset="0"/>
              </a:defRPr>
            </a:lvl6pPr>
            <a:lvl7pPr marL="2971449" indent="-228573" eaLnBrk="0" fontAlgn="base" hangingPunct="0">
              <a:spcBef>
                <a:spcPct val="0"/>
              </a:spcBef>
              <a:spcAft>
                <a:spcPct val="0"/>
              </a:spcAft>
              <a:defRPr sz="1600">
                <a:solidFill>
                  <a:schemeClr val="hlink"/>
                </a:solidFill>
                <a:latin typeface="Arial" pitchFamily="34" charset="0"/>
              </a:defRPr>
            </a:lvl7pPr>
            <a:lvl8pPr marL="3428594" indent="-228573" eaLnBrk="0" fontAlgn="base" hangingPunct="0">
              <a:spcBef>
                <a:spcPct val="0"/>
              </a:spcBef>
              <a:spcAft>
                <a:spcPct val="0"/>
              </a:spcAft>
              <a:defRPr sz="1600">
                <a:solidFill>
                  <a:schemeClr val="hlink"/>
                </a:solidFill>
                <a:latin typeface="Arial" pitchFamily="34" charset="0"/>
              </a:defRPr>
            </a:lvl8pPr>
            <a:lvl9pPr marL="3885741" indent="-228573" eaLnBrk="0" fontAlgn="base" hangingPunct="0">
              <a:spcBef>
                <a:spcPct val="0"/>
              </a:spcBef>
              <a:spcAft>
                <a:spcPct val="0"/>
              </a:spcAft>
              <a:defRPr sz="1600">
                <a:solidFill>
                  <a:schemeClr val="hlink"/>
                </a:solidFill>
                <a:latin typeface="Arial" pitchFamily="34" charset="0"/>
              </a:defRPr>
            </a:lvl9pPr>
          </a:lstStyle>
          <a:p>
            <a:r>
              <a:rPr lang="en-US" altLang="en-US" sz="1200">
                <a:solidFill>
                  <a:schemeClr val="tx1"/>
                </a:solidFill>
                <a:latin typeface="Times New Roman" pitchFamily="18" charset="0"/>
              </a:rPr>
              <a:t>NCTC Course CSP3171 Introduction to Structured Decision Making</a:t>
            </a:r>
          </a:p>
        </p:txBody>
      </p:sp>
      <p:sp>
        <p:nvSpPr>
          <p:cNvPr id="59395" name="Rectangle 6"/>
          <p:cNvSpPr>
            <a:spLocks noGrp="1" noChangeArrowheads="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hlink"/>
                </a:solidFill>
                <a:latin typeface="Arial" pitchFamily="34" charset="0"/>
              </a:defRPr>
            </a:lvl1pPr>
            <a:lvl2pPr marL="742862" indent="-285716">
              <a:defRPr sz="1600">
                <a:solidFill>
                  <a:schemeClr val="hlink"/>
                </a:solidFill>
                <a:latin typeface="Arial" pitchFamily="34" charset="0"/>
              </a:defRPr>
            </a:lvl2pPr>
            <a:lvl3pPr marL="1142865" indent="-228573">
              <a:defRPr sz="1600">
                <a:solidFill>
                  <a:schemeClr val="hlink"/>
                </a:solidFill>
                <a:latin typeface="Arial" pitchFamily="34" charset="0"/>
              </a:defRPr>
            </a:lvl3pPr>
            <a:lvl4pPr marL="1600011" indent="-228573">
              <a:defRPr sz="1600">
                <a:solidFill>
                  <a:schemeClr val="hlink"/>
                </a:solidFill>
                <a:latin typeface="Arial" pitchFamily="34" charset="0"/>
              </a:defRPr>
            </a:lvl4pPr>
            <a:lvl5pPr marL="2057156" indent="-228573">
              <a:defRPr sz="1600">
                <a:solidFill>
                  <a:schemeClr val="hlink"/>
                </a:solidFill>
                <a:latin typeface="Arial" pitchFamily="34" charset="0"/>
              </a:defRPr>
            </a:lvl5pPr>
            <a:lvl6pPr marL="2514303" indent="-228573" eaLnBrk="0" fontAlgn="base" hangingPunct="0">
              <a:spcBef>
                <a:spcPct val="0"/>
              </a:spcBef>
              <a:spcAft>
                <a:spcPct val="0"/>
              </a:spcAft>
              <a:defRPr sz="1600">
                <a:solidFill>
                  <a:schemeClr val="hlink"/>
                </a:solidFill>
                <a:latin typeface="Arial" pitchFamily="34" charset="0"/>
              </a:defRPr>
            </a:lvl6pPr>
            <a:lvl7pPr marL="2971449" indent="-228573" eaLnBrk="0" fontAlgn="base" hangingPunct="0">
              <a:spcBef>
                <a:spcPct val="0"/>
              </a:spcBef>
              <a:spcAft>
                <a:spcPct val="0"/>
              </a:spcAft>
              <a:defRPr sz="1600">
                <a:solidFill>
                  <a:schemeClr val="hlink"/>
                </a:solidFill>
                <a:latin typeface="Arial" pitchFamily="34" charset="0"/>
              </a:defRPr>
            </a:lvl7pPr>
            <a:lvl8pPr marL="3428594" indent="-228573" eaLnBrk="0" fontAlgn="base" hangingPunct="0">
              <a:spcBef>
                <a:spcPct val="0"/>
              </a:spcBef>
              <a:spcAft>
                <a:spcPct val="0"/>
              </a:spcAft>
              <a:defRPr sz="1600">
                <a:solidFill>
                  <a:schemeClr val="hlink"/>
                </a:solidFill>
                <a:latin typeface="Arial" pitchFamily="34" charset="0"/>
              </a:defRPr>
            </a:lvl8pPr>
            <a:lvl9pPr marL="3885741" indent="-228573" eaLnBrk="0" fontAlgn="base" hangingPunct="0">
              <a:spcBef>
                <a:spcPct val="0"/>
              </a:spcBef>
              <a:spcAft>
                <a:spcPct val="0"/>
              </a:spcAft>
              <a:defRPr sz="1600">
                <a:solidFill>
                  <a:schemeClr val="hlink"/>
                </a:solidFill>
                <a:latin typeface="Arial" pitchFamily="34" charset="0"/>
              </a:defRPr>
            </a:lvl9pPr>
          </a:lstStyle>
          <a:p>
            <a:r>
              <a:rPr lang="en-US" altLang="en-US" sz="1200">
                <a:solidFill>
                  <a:schemeClr val="tx1"/>
                </a:solidFill>
                <a:latin typeface="Times New Roman" pitchFamily="18" charset="0"/>
              </a:rPr>
              <a:t>Module 17, March 2009</a:t>
            </a:r>
          </a:p>
        </p:txBody>
      </p:sp>
      <p:sp>
        <p:nvSpPr>
          <p:cNvPr id="5939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hlink"/>
                </a:solidFill>
                <a:latin typeface="Arial" pitchFamily="34" charset="0"/>
              </a:defRPr>
            </a:lvl1pPr>
            <a:lvl2pPr marL="742862" indent="-285716">
              <a:defRPr sz="1600">
                <a:solidFill>
                  <a:schemeClr val="hlink"/>
                </a:solidFill>
                <a:latin typeface="Arial" pitchFamily="34" charset="0"/>
              </a:defRPr>
            </a:lvl2pPr>
            <a:lvl3pPr marL="1142865" indent="-228573">
              <a:defRPr sz="1600">
                <a:solidFill>
                  <a:schemeClr val="hlink"/>
                </a:solidFill>
                <a:latin typeface="Arial" pitchFamily="34" charset="0"/>
              </a:defRPr>
            </a:lvl3pPr>
            <a:lvl4pPr marL="1600011" indent="-228573">
              <a:defRPr sz="1600">
                <a:solidFill>
                  <a:schemeClr val="hlink"/>
                </a:solidFill>
                <a:latin typeface="Arial" pitchFamily="34" charset="0"/>
              </a:defRPr>
            </a:lvl4pPr>
            <a:lvl5pPr marL="2057156" indent="-228573">
              <a:defRPr sz="1600">
                <a:solidFill>
                  <a:schemeClr val="hlink"/>
                </a:solidFill>
                <a:latin typeface="Arial" pitchFamily="34" charset="0"/>
              </a:defRPr>
            </a:lvl5pPr>
            <a:lvl6pPr marL="2514303" indent="-228573" eaLnBrk="0" fontAlgn="base" hangingPunct="0">
              <a:spcBef>
                <a:spcPct val="0"/>
              </a:spcBef>
              <a:spcAft>
                <a:spcPct val="0"/>
              </a:spcAft>
              <a:defRPr sz="1600">
                <a:solidFill>
                  <a:schemeClr val="hlink"/>
                </a:solidFill>
                <a:latin typeface="Arial" pitchFamily="34" charset="0"/>
              </a:defRPr>
            </a:lvl6pPr>
            <a:lvl7pPr marL="2971449" indent="-228573" eaLnBrk="0" fontAlgn="base" hangingPunct="0">
              <a:spcBef>
                <a:spcPct val="0"/>
              </a:spcBef>
              <a:spcAft>
                <a:spcPct val="0"/>
              </a:spcAft>
              <a:defRPr sz="1600">
                <a:solidFill>
                  <a:schemeClr val="hlink"/>
                </a:solidFill>
                <a:latin typeface="Arial" pitchFamily="34" charset="0"/>
              </a:defRPr>
            </a:lvl7pPr>
            <a:lvl8pPr marL="3428594" indent="-228573" eaLnBrk="0" fontAlgn="base" hangingPunct="0">
              <a:spcBef>
                <a:spcPct val="0"/>
              </a:spcBef>
              <a:spcAft>
                <a:spcPct val="0"/>
              </a:spcAft>
              <a:defRPr sz="1600">
                <a:solidFill>
                  <a:schemeClr val="hlink"/>
                </a:solidFill>
                <a:latin typeface="Arial" pitchFamily="34" charset="0"/>
              </a:defRPr>
            </a:lvl8pPr>
            <a:lvl9pPr marL="3885741" indent="-228573" eaLnBrk="0" fontAlgn="base" hangingPunct="0">
              <a:spcBef>
                <a:spcPct val="0"/>
              </a:spcBef>
              <a:spcAft>
                <a:spcPct val="0"/>
              </a:spcAft>
              <a:defRPr sz="1600">
                <a:solidFill>
                  <a:schemeClr val="hlink"/>
                </a:solidFill>
                <a:latin typeface="Arial" pitchFamily="34" charset="0"/>
              </a:defRPr>
            </a:lvl9pPr>
          </a:lstStyle>
          <a:p>
            <a:fld id="{3CE235A9-2283-4B0D-B746-5699AC323BB3}" type="slidenum">
              <a:rPr lang="en-US" altLang="en-US" sz="1200">
                <a:solidFill>
                  <a:schemeClr val="tx1"/>
                </a:solidFill>
                <a:latin typeface="Times New Roman" pitchFamily="18" charset="0"/>
              </a:rPr>
              <a:pPr/>
              <a:t>52</a:t>
            </a:fld>
            <a:endParaRPr lang="en-US" altLang="en-US" sz="1200">
              <a:solidFill>
                <a:schemeClr val="tx1"/>
              </a:solidFill>
              <a:latin typeface="Times New Roman" pitchFamily="18" charset="0"/>
            </a:endParaRPr>
          </a:p>
        </p:txBody>
      </p:sp>
      <p:sp>
        <p:nvSpPr>
          <p:cNvPr id="59397" name="Rectangle 2"/>
          <p:cNvSpPr>
            <a:spLocks noGrp="1" noRot="1" noChangeAspect="1" noChangeArrowheads="1" noTextEdit="1"/>
          </p:cNvSpPr>
          <p:nvPr>
            <p:ph type="sldImg"/>
          </p:nvPr>
        </p:nvSpPr>
        <p:spPr>
          <a:ln/>
        </p:spPr>
      </p:sp>
      <p:sp>
        <p:nvSpPr>
          <p:cNvPr id="5939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53</a:t>
            </a:fld>
            <a:endParaRPr lang="en-US"/>
          </a:p>
        </p:txBody>
      </p:sp>
    </p:spTree>
    <p:extLst>
      <p:ext uri="{BB962C8B-B14F-4D97-AF65-F5344CB8AC3E}">
        <p14:creationId xmlns:p14="http://schemas.microsoft.com/office/powerpoint/2010/main" val="20713015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2311F2-5776-4B3C-8949-0AB4A691C0EC}" type="slidenum">
              <a:rPr lang="en-US" smtClean="0"/>
              <a:t>62</a:t>
            </a:fld>
            <a:endParaRPr lang="en-US"/>
          </a:p>
        </p:txBody>
      </p:sp>
    </p:spTree>
    <p:extLst>
      <p:ext uri="{BB962C8B-B14F-4D97-AF65-F5344CB8AC3E}">
        <p14:creationId xmlns:p14="http://schemas.microsoft.com/office/powerpoint/2010/main" val="3647799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0212475-7CF0-408A-B5B8-3330C0C1244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72165791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12475-7CF0-408A-B5B8-3330C0C1244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pic>
        <p:nvPicPr>
          <p:cNvPr id="8" name="Picture 7" descr="A black background with a black square&#10;&#10;Description automatically generated with medium confidence">
            <a:extLst>
              <a:ext uri="{FF2B5EF4-FFF2-40B4-BE49-F238E27FC236}">
                <a16:creationId xmlns:a16="http://schemas.microsoft.com/office/drawing/2014/main" id="{72FD9346-AA22-5D16-331E-DA6EB867F85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891973" y="6205403"/>
            <a:ext cx="3185154" cy="626047"/>
          </a:xfrm>
          <a:prstGeom prst="rect">
            <a:avLst/>
          </a:prstGeom>
        </p:spPr>
      </p:pic>
    </p:spTree>
    <p:extLst>
      <p:ext uri="{BB962C8B-B14F-4D97-AF65-F5344CB8AC3E}">
        <p14:creationId xmlns:p14="http://schemas.microsoft.com/office/powerpoint/2010/main" val="226382483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12475-7CF0-408A-B5B8-3330C0C1244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3646608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0212475-7CF0-408A-B5B8-3330C0C12443}"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4115076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0212475-7CF0-408A-B5B8-3330C0C12443}" type="datetimeFigureOut">
              <a:rPr lang="en-US" smtClean="0"/>
              <a:t>9/8/2025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8524019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0212475-7CF0-408A-B5B8-3330C0C12443}" type="datetimeFigureOut">
              <a:rPr lang="en-US" smtClean="0"/>
              <a:t>9/8/2025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39516963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0212475-7CF0-408A-B5B8-3330C0C12443}" type="datetimeFigureOut">
              <a:rPr lang="en-US" smtClean="0"/>
              <a:t>9/8/2025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5412929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212475-7CF0-408A-B5B8-3330C0C12443}"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1941339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212475-7CF0-408A-B5B8-3330C0C12443}" type="datetimeFigureOut">
              <a:rPr lang="en-US" smtClean="0"/>
              <a:t>9/8/2025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6430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12475-7CF0-408A-B5B8-3330C0C1244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20128351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0212475-7CF0-408A-B5B8-3330C0C12443}" type="datetimeFigureOut">
              <a:rPr lang="en-US" smtClean="0"/>
              <a:t>9/8/2025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8C6AA1-F993-436E-99FC-63F28720B9C1}" type="slidenum">
              <a:rPr lang="en-US" smtClean="0"/>
              <a:t>‹#›</a:t>
            </a:fld>
            <a:endParaRPr lang="en-US"/>
          </a:p>
        </p:txBody>
      </p:sp>
    </p:spTree>
    <p:extLst>
      <p:ext uri="{BB962C8B-B14F-4D97-AF65-F5344CB8AC3E}">
        <p14:creationId xmlns:p14="http://schemas.microsoft.com/office/powerpoint/2010/main" val="3867437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212475-7CF0-408A-B5B8-3330C0C12443}" type="datetimeFigureOut">
              <a:rPr lang="en-US" smtClean="0"/>
              <a:t>9/8/2025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8C6AA1-F993-436E-99FC-63F28720B9C1}" type="slidenum">
              <a:rPr lang="en-US" smtClean="0"/>
              <a:t>‹#›</a:t>
            </a:fld>
            <a:endParaRPr lang="en-US"/>
          </a:p>
        </p:txBody>
      </p:sp>
    </p:spTree>
    <p:extLst>
      <p:ext uri="{BB962C8B-B14F-4D97-AF65-F5344CB8AC3E}">
        <p14:creationId xmlns:p14="http://schemas.microsoft.com/office/powerpoint/2010/main" val="362308399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18" Type="http://schemas.openxmlformats.org/officeDocument/2006/relationships/image" Target="../media/image19.pn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17" Type="http://schemas.openxmlformats.org/officeDocument/2006/relationships/image" Target="../media/image18.svg"/><Relationship Id="rId2" Type="http://schemas.openxmlformats.org/officeDocument/2006/relationships/image" Target="../media/image3.png"/><Relationship Id="rId16"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png"/><Relationship Id="rId19" Type="http://schemas.openxmlformats.org/officeDocument/2006/relationships/image" Target="../media/image20.svg"/><Relationship Id="rId4" Type="http://schemas.openxmlformats.org/officeDocument/2006/relationships/image" Target="../media/image5.png"/><Relationship Id="rId9" Type="http://schemas.openxmlformats.org/officeDocument/2006/relationships/image" Target="../media/image10.svg"/><Relationship Id="rId1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7.sv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sv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brielle-kwarta.shinyapps.io/LMR_ARW_August2025_CarpApp/" TargetMode="External"/><Relationship Id="rId2" Type="http://schemas.openxmlformats.org/officeDocument/2006/relationships/image" Target="../media/image34.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8" Type="http://schemas.openxmlformats.org/officeDocument/2006/relationships/image" Target="../media/image43.svg"/><Relationship Id="rId13" Type="http://schemas.openxmlformats.org/officeDocument/2006/relationships/customXml" Target="../ink/ink3.xml"/><Relationship Id="rId3" Type="http://schemas.openxmlformats.org/officeDocument/2006/relationships/customXml" Target="../ink/ink1.xml"/><Relationship Id="rId7" Type="http://schemas.openxmlformats.org/officeDocument/2006/relationships/image" Target="../media/image42.png"/><Relationship Id="rId12" Type="http://schemas.openxmlformats.org/officeDocument/2006/relationships/image" Target="../media/image47.svg"/><Relationship Id="rId2" Type="http://schemas.openxmlformats.org/officeDocument/2006/relationships/notesSlide" Target="../notesSlides/notesSlide25.xml"/><Relationship Id="rId16" Type="http://schemas.openxmlformats.org/officeDocument/2006/relationships/image" Target="../media/image50.svg"/><Relationship Id="rId1" Type="http://schemas.openxmlformats.org/officeDocument/2006/relationships/slideLayout" Target="../slideLayouts/slideLayout6.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customXml" Target="../ink/ink2.xml"/><Relationship Id="rId15" Type="http://schemas.openxmlformats.org/officeDocument/2006/relationships/image" Target="../media/image49.png"/><Relationship Id="rId10" Type="http://schemas.openxmlformats.org/officeDocument/2006/relationships/image" Target="../media/image45.svg"/><Relationship Id="rId4" Type="http://schemas.openxmlformats.org/officeDocument/2006/relationships/image" Target="../media/image40.png"/><Relationship Id="rId9" Type="http://schemas.openxmlformats.org/officeDocument/2006/relationships/image" Target="../media/image44.png"/><Relationship Id="rId14" Type="http://schemas.openxmlformats.org/officeDocument/2006/relationships/image" Target="../media/image48.png"/></Relationships>
</file>

<file path=ppt/slides/_rels/slide54.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hyperlink" Target="https://www.usbr.gov/uc/progact/amp/index.html" TargetMode="External"/><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64.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23848-0866-067B-5C85-225EDB126BA1}"/>
              </a:ext>
            </a:extLst>
          </p:cNvPr>
          <p:cNvSpPr>
            <a:spLocks noGrp="1"/>
          </p:cNvSpPr>
          <p:nvPr>
            <p:ph type="ctrTitle"/>
          </p:nvPr>
        </p:nvSpPr>
        <p:spPr>
          <a:xfrm>
            <a:off x="1366554" y="1481908"/>
            <a:ext cx="9718260" cy="2516776"/>
          </a:xfrm>
        </p:spPr>
        <p:txBody>
          <a:bodyPr anchor="ctr">
            <a:normAutofit/>
          </a:bodyPr>
          <a:lstStyle/>
          <a:p>
            <a:r>
              <a:rPr lang="en-US" sz="7200" b="1" dirty="0"/>
              <a:t>Week 6: </a:t>
            </a:r>
            <a:br>
              <a:rPr lang="en-US" sz="7200" b="1" dirty="0"/>
            </a:br>
            <a:r>
              <a:rPr lang="en-US" sz="4700" dirty="0">
                <a:solidFill>
                  <a:srgbClr val="ED7D31"/>
                </a:solidFill>
                <a:latin typeface="+mn-lt"/>
              </a:rPr>
              <a:t>Decisions under uncertainty part 1</a:t>
            </a:r>
          </a:p>
        </p:txBody>
      </p:sp>
      <p:pic>
        <p:nvPicPr>
          <p:cNvPr id="11" name="Picture 10" descr="A black background with a black square&#10;&#10;Description automatically generated with medium confidence">
            <a:extLst>
              <a:ext uri="{FF2B5EF4-FFF2-40B4-BE49-F238E27FC236}">
                <a16:creationId xmlns:a16="http://schemas.microsoft.com/office/drawing/2014/main" id="{7A4DEB4C-A3E6-F636-2C42-D54CB20DD3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005" y="451522"/>
            <a:ext cx="4832857" cy="949906"/>
          </a:xfrm>
          <a:prstGeom prst="rect">
            <a:avLst/>
          </a:prstGeom>
        </p:spPr>
      </p:pic>
      <p:sp>
        <p:nvSpPr>
          <p:cNvPr id="16" name="TextBox 15">
            <a:extLst>
              <a:ext uri="{FF2B5EF4-FFF2-40B4-BE49-F238E27FC236}">
                <a16:creationId xmlns:a16="http://schemas.microsoft.com/office/drawing/2014/main" id="{86D1B4F1-CD55-C0FF-1797-AD87F89108F7}"/>
              </a:ext>
            </a:extLst>
          </p:cNvPr>
          <p:cNvSpPr txBox="1"/>
          <p:nvPr/>
        </p:nvSpPr>
        <p:spPr>
          <a:xfrm>
            <a:off x="2383104" y="4111882"/>
            <a:ext cx="7425791" cy="1384995"/>
          </a:xfrm>
          <a:prstGeom prst="rect">
            <a:avLst/>
          </a:prstGeom>
          <a:noFill/>
        </p:spPr>
        <p:txBody>
          <a:bodyPr wrap="square">
            <a:spAutoFit/>
          </a:bodyPr>
          <a:lstStyle/>
          <a:p>
            <a:pPr algn="ctr"/>
            <a:r>
              <a:rPr lang="en-US" sz="2400" b="1" dirty="0"/>
              <a:t>Instructor: </a:t>
            </a:r>
            <a:r>
              <a:rPr lang="en-US" sz="2400" dirty="0"/>
              <a:t>Brielle K Thompson</a:t>
            </a:r>
          </a:p>
          <a:p>
            <a:pPr algn="ctr"/>
            <a:endParaRPr lang="en-US" sz="1200" dirty="0"/>
          </a:p>
          <a:p>
            <a:pPr algn="ctr"/>
            <a:r>
              <a:rPr lang="en-US" sz="2400" b="1" dirty="0"/>
              <a:t>Course: </a:t>
            </a:r>
            <a:r>
              <a:rPr lang="en-US" sz="2400" dirty="0"/>
              <a:t>NAT_R 8001 Decision Analysis for Research and Management of Natural Resources</a:t>
            </a:r>
          </a:p>
        </p:txBody>
      </p:sp>
    </p:spTree>
    <p:extLst>
      <p:ext uri="{BB962C8B-B14F-4D97-AF65-F5344CB8AC3E}">
        <p14:creationId xmlns:p14="http://schemas.microsoft.com/office/powerpoint/2010/main" val="2472309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0EB"/>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0B144-4F84-4904-5069-E111693C7CAA}"/>
              </a:ext>
            </a:extLst>
          </p:cNvPr>
          <p:cNvSpPr>
            <a:spLocks noGrp="1"/>
          </p:cNvSpPr>
          <p:nvPr>
            <p:ph type="title"/>
          </p:nvPr>
        </p:nvSpPr>
        <p:spPr>
          <a:xfrm>
            <a:off x="623047" y="182245"/>
            <a:ext cx="10515600" cy="1173219"/>
          </a:xfrm>
          <a:prstGeom prst="leftArrow">
            <a:avLst/>
          </a:prstGeom>
          <a:solidFill>
            <a:srgbClr val="E79C8F"/>
          </a:solidFill>
          <a:ln w="38100">
            <a:solidFill>
              <a:schemeClr val="tx1"/>
            </a:solidFill>
          </a:ln>
        </p:spPr>
        <p:txBody>
          <a:bodyPr>
            <a:normAutofit fontScale="90000"/>
          </a:bodyPr>
          <a:lstStyle/>
          <a:p>
            <a:pPr algn="ctr"/>
            <a:r>
              <a:rPr lang="en-US" b="1" u="sng" dirty="0"/>
              <a:t>Review of last week</a:t>
            </a:r>
          </a:p>
        </p:txBody>
      </p:sp>
      <p:sp>
        <p:nvSpPr>
          <p:cNvPr id="3" name="Content Placeholder 2">
            <a:extLst>
              <a:ext uri="{FF2B5EF4-FFF2-40B4-BE49-F238E27FC236}">
                <a16:creationId xmlns:a16="http://schemas.microsoft.com/office/drawing/2014/main" id="{835A3ACB-323F-C124-5084-39A44120C243}"/>
              </a:ext>
            </a:extLst>
          </p:cNvPr>
          <p:cNvSpPr>
            <a:spLocks noGrp="1"/>
          </p:cNvSpPr>
          <p:nvPr>
            <p:ph idx="1"/>
          </p:nvPr>
        </p:nvSpPr>
        <p:spPr>
          <a:xfrm>
            <a:off x="1408086" y="1355464"/>
            <a:ext cx="6412723" cy="5193494"/>
          </a:xfrm>
        </p:spPr>
        <p:txBody>
          <a:bodyPr>
            <a:normAutofit/>
          </a:bodyPr>
          <a:lstStyle/>
          <a:p>
            <a:r>
              <a:rPr lang="en-US" dirty="0"/>
              <a:t>Discussed the Tradeoffs step of SDM</a:t>
            </a:r>
          </a:p>
          <a:p>
            <a:r>
              <a:rPr lang="en-US" dirty="0"/>
              <a:t>Identified tools to solve multiple objectives:</a:t>
            </a:r>
          </a:p>
          <a:p>
            <a:pPr lvl="1"/>
            <a:r>
              <a:rPr lang="en-US" dirty="0"/>
              <a:t>Simplify the problem (remove dominated alternatives, irrelevant objectives, make even swaps)</a:t>
            </a:r>
          </a:p>
          <a:p>
            <a:pPr lvl="1"/>
            <a:r>
              <a:rPr lang="en-US" dirty="0"/>
              <a:t>Reduce to single objective problem if possible</a:t>
            </a:r>
          </a:p>
          <a:p>
            <a:pPr lvl="1"/>
            <a:r>
              <a:rPr lang="en-US" dirty="0"/>
              <a:t>Negotiate a solution from a set of best compromises</a:t>
            </a:r>
          </a:p>
          <a:p>
            <a:pPr lvl="1"/>
            <a:r>
              <a:rPr lang="en-US" dirty="0"/>
              <a:t>Evaluate trade-offs explicitly</a:t>
            </a:r>
          </a:p>
          <a:p>
            <a:pPr lvl="2"/>
            <a:r>
              <a:rPr lang="en-US" dirty="0"/>
              <a:t>Tools from multi-criteria decision analysis (MCDA): SMART, swing weighting</a:t>
            </a:r>
          </a:p>
        </p:txBody>
      </p:sp>
      <p:pic>
        <p:nvPicPr>
          <p:cNvPr id="5" name="Picture 4" descr="Pastel spheres on seesaw">
            <a:extLst>
              <a:ext uri="{FF2B5EF4-FFF2-40B4-BE49-F238E27FC236}">
                <a16:creationId xmlns:a16="http://schemas.microsoft.com/office/drawing/2014/main" id="{CB51E32C-3C5D-C729-0BA2-468B48291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73383" y="1744345"/>
            <a:ext cx="4354927" cy="2903103"/>
          </a:xfrm>
          <a:prstGeom prst="rect">
            <a:avLst/>
          </a:prstGeom>
        </p:spPr>
      </p:pic>
    </p:spTree>
    <p:extLst>
      <p:ext uri="{BB962C8B-B14F-4D97-AF65-F5344CB8AC3E}">
        <p14:creationId xmlns:p14="http://schemas.microsoft.com/office/powerpoint/2010/main" val="271634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Oval 24">
            <a:extLst>
              <a:ext uri="{FF2B5EF4-FFF2-40B4-BE49-F238E27FC236}">
                <a16:creationId xmlns:a16="http://schemas.microsoft.com/office/drawing/2014/main" id="{8B58AE55-5759-2820-7824-B3BB17D1A99B}"/>
              </a:ext>
            </a:extLst>
          </p:cNvPr>
          <p:cNvSpPr/>
          <p:nvPr/>
        </p:nvSpPr>
        <p:spPr>
          <a:xfrm>
            <a:off x="3372989" y="3546338"/>
            <a:ext cx="2441749" cy="107517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j-lt"/>
              <a:ea typeface="+mn-ea"/>
              <a:cs typeface="Calibri" panose="020F0502020204030204" pitchFamily="34" charset="0"/>
            </a:endParaRPr>
          </a:p>
        </p:txBody>
      </p:sp>
      <p:sp>
        <p:nvSpPr>
          <p:cNvPr id="54" name="TextBox 53">
            <a:extLst>
              <a:ext uri="{FF2B5EF4-FFF2-40B4-BE49-F238E27FC236}">
                <a16:creationId xmlns:a16="http://schemas.microsoft.com/office/drawing/2014/main" id="{4FFBEC39-CEF6-94F0-1A81-9911455CAFEE}"/>
              </a:ext>
            </a:extLst>
          </p:cNvPr>
          <p:cNvSpPr txBox="1"/>
          <p:nvPr/>
        </p:nvSpPr>
        <p:spPr>
          <a:xfrm>
            <a:off x="3836400" y="3546338"/>
            <a:ext cx="1774455" cy="1015663"/>
          </a:xfrm>
          <a:prstGeom prst="rect">
            <a:avLst/>
          </a:prstGeom>
          <a:noFill/>
          <a:ln w="28575">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effectLst/>
                <a:uLnTx/>
                <a:uFillTx/>
                <a:cs typeface="Calibri" panose="020F0502020204030204" pitchFamily="34" charset="0"/>
              </a:rPr>
              <a:t>Conduct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cs typeface="Calibri" panose="020F0502020204030204" pitchFamily="34" charset="0"/>
              </a:rPr>
              <a:t>   </a:t>
            </a:r>
            <a:r>
              <a:rPr kumimoji="0" lang="en-US" sz="2000" b="0" i="0" u="none" strike="noStrike" kern="1200" cap="none" spc="0" normalizeH="0" baseline="0" noProof="0" dirty="0">
                <a:ln>
                  <a:noFill/>
                </a:ln>
                <a:effectLst/>
                <a:uLnTx/>
                <a:uFillTx/>
                <a:cs typeface="Calibri" panose="020F0502020204030204" pitchFamily="34" charset="0"/>
              </a:rPr>
              <a:t>Tradeoffs &amp; Optimization</a:t>
            </a:r>
          </a:p>
        </p:txBody>
      </p:sp>
      <p:sp>
        <p:nvSpPr>
          <p:cNvPr id="2" name="TextBox 1">
            <a:extLst>
              <a:ext uri="{FF2B5EF4-FFF2-40B4-BE49-F238E27FC236}">
                <a16:creationId xmlns:a16="http://schemas.microsoft.com/office/drawing/2014/main" id="{AEBA3CD8-CA34-4107-9135-D7743BC16846}"/>
              </a:ext>
            </a:extLst>
          </p:cNvPr>
          <p:cNvSpPr txBox="1"/>
          <p:nvPr/>
        </p:nvSpPr>
        <p:spPr>
          <a:xfrm>
            <a:off x="422995" y="450734"/>
            <a:ext cx="2528091" cy="3046988"/>
          </a:xfrm>
          <a:prstGeom prst="rect">
            <a:avLst/>
          </a:prstGeom>
          <a:solidFill>
            <a:schemeClr val="accent4">
              <a:lumMod val="40000"/>
              <a:lumOff val="60000"/>
            </a:schemeClr>
          </a:solidFill>
          <a:ln w="76200">
            <a:solidFill>
              <a:schemeClr val="tx1"/>
            </a:solidFill>
          </a:ln>
        </p:spPr>
        <p:txBody>
          <a:bodyPr wrap="square" rtlCol="0">
            <a:spAutoFit/>
          </a:bodyPr>
          <a:lstStyle/>
          <a:p>
            <a:pPr algn="ctr"/>
            <a:r>
              <a:rPr lang="en-US" sz="3200" dirty="0"/>
              <a:t>Today: </a:t>
            </a:r>
          </a:p>
          <a:p>
            <a:pPr algn="ctr"/>
            <a:r>
              <a:rPr lang="en-US" sz="3200" dirty="0"/>
              <a:t>How do we make decisions under uncertainty?</a:t>
            </a:r>
          </a:p>
        </p:txBody>
      </p:sp>
      <p:sp>
        <p:nvSpPr>
          <p:cNvPr id="24" name="Oval 23">
            <a:extLst>
              <a:ext uri="{FF2B5EF4-FFF2-40B4-BE49-F238E27FC236}">
                <a16:creationId xmlns:a16="http://schemas.microsoft.com/office/drawing/2014/main" id="{B3094ED5-90D8-A61C-92FA-D7D26026B1F0}"/>
              </a:ext>
            </a:extLst>
          </p:cNvPr>
          <p:cNvSpPr/>
          <p:nvPr/>
        </p:nvSpPr>
        <p:spPr>
          <a:xfrm>
            <a:off x="6513765" y="4804292"/>
            <a:ext cx="2936738" cy="1036505"/>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j-lt"/>
              <a:ea typeface="+mn-ea"/>
              <a:cs typeface="Calibri" panose="020F0502020204030204" pitchFamily="34" charset="0"/>
            </a:endParaRPr>
          </a:p>
        </p:txBody>
      </p:sp>
      <p:sp>
        <p:nvSpPr>
          <p:cNvPr id="26" name="Oval 25">
            <a:extLst>
              <a:ext uri="{FF2B5EF4-FFF2-40B4-BE49-F238E27FC236}">
                <a16:creationId xmlns:a16="http://schemas.microsoft.com/office/drawing/2014/main" id="{9BDB59F8-E8BF-F37B-0E49-2BFAF94A177D}"/>
              </a:ext>
            </a:extLst>
          </p:cNvPr>
          <p:cNvSpPr/>
          <p:nvPr/>
        </p:nvSpPr>
        <p:spPr>
          <a:xfrm>
            <a:off x="6757712" y="435275"/>
            <a:ext cx="2441749" cy="107517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j-lt"/>
              <a:ea typeface="+mn-ea"/>
              <a:cs typeface="Calibri" panose="020F0502020204030204" pitchFamily="34" charset="0"/>
            </a:endParaRPr>
          </a:p>
        </p:txBody>
      </p:sp>
      <p:sp>
        <p:nvSpPr>
          <p:cNvPr id="27" name="Oval 26">
            <a:extLst>
              <a:ext uri="{FF2B5EF4-FFF2-40B4-BE49-F238E27FC236}">
                <a16:creationId xmlns:a16="http://schemas.microsoft.com/office/drawing/2014/main" id="{48302008-56CD-7554-3104-0B9BB87060FF}"/>
              </a:ext>
            </a:extLst>
          </p:cNvPr>
          <p:cNvSpPr/>
          <p:nvPr/>
        </p:nvSpPr>
        <p:spPr>
          <a:xfrm>
            <a:off x="9393003" y="3546339"/>
            <a:ext cx="2441749" cy="107517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j-lt"/>
              <a:ea typeface="+mn-ea"/>
              <a:cs typeface="Calibri" panose="020F0502020204030204" pitchFamily="34" charset="0"/>
            </a:endParaRPr>
          </a:p>
        </p:txBody>
      </p:sp>
      <p:sp>
        <p:nvSpPr>
          <p:cNvPr id="28" name="Oval 27">
            <a:extLst>
              <a:ext uri="{FF2B5EF4-FFF2-40B4-BE49-F238E27FC236}">
                <a16:creationId xmlns:a16="http://schemas.microsoft.com/office/drawing/2014/main" id="{133B7290-C856-FB16-F32E-984D1A4077DC}"/>
              </a:ext>
            </a:extLst>
          </p:cNvPr>
          <p:cNvSpPr/>
          <p:nvPr/>
        </p:nvSpPr>
        <p:spPr>
          <a:xfrm>
            <a:off x="3372988" y="1578414"/>
            <a:ext cx="2441749" cy="107517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j-lt"/>
              <a:ea typeface="+mn-ea"/>
              <a:cs typeface="Calibri" panose="020F0502020204030204" pitchFamily="34" charset="0"/>
            </a:endParaRPr>
          </a:p>
        </p:txBody>
      </p:sp>
      <p:sp>
        <p:nvSpPr>
          <p:cNvPr id="29" name="Oval 28">
            <a:extLst>
              <a:ext uri="{FF2B5EF4-FFF2-40B4-BE49-F238E27FC236}">
                <a16:creationId xmlns:a16="http://schemas.microsoft.com/office/drawing/2014/main" id="{32B289BB-89E4-54DC-C407-727828AAFAF9}"/>
              </a:ext>
            </a:extLst>
          </p:cNvPr>
          <p:cNvSpPr/>
          <p:nvPr/>
        </p:nvSpPr>
        <p:spPr>
          <a:xfrm>
            <a:off x="9393002" y="1583788"/>
            <a:ext cx="2441750" cy="1075173"/>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chemeClr val="tx1"/>
              </a:solidFill>
              <a:effectLst/>
              <a:uLnTx/>
              <a:uFillTx/>
              <a:latin typeface="+mj-lt"/>
              <a:ea typeface="+mn-ea"/>
              <a:cs typeface="Calibri" panose="020F0502020204030204" pitchFamily="34" charset="0"/>
            </a:endParaRPr>
          </a:p>
        </p:txBody>
      </p:sp>
      <p:cxnSp>
        <p:nvCxnSpPr>
          <p:cNvPr id="30" name="Straight Arrow Connector 29">
            <a:extLst>
              <a:ext uri="{FF2B5EF4-FFF2-40B4-BE49-F238E27FC236}">
                <a16:creationId xmlns:a16="http://schemas.microsoft.com/office/drawing/2014/main" id="{72F5DC63-A437-3CAF-1D48-50F329EE80A5}"/>
              </a:ext>
            </a:extLst>
          </p:cNvPr>
          <p:cNvCxnSpPr>
            <a:cxnSpLocks/>
            <a:stCxn id="26" idx="5"/>
            <a:endCxn id="29" idx="1"/>
          </p:cNvCxnSpPr>
          <p:nvPr/>
        </p:nvCxnSpPr>
        <p:spPr>
          <a:xfrm>
            <a:off x="8841875" y="1352993"/>
            <a:ext cx="908713" cy="3882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37958E87-5C6E-9994-6794-65303C1EB8F3}"/>
              </a:ext>
            </a:extLst>
          </p:cNvPr>
          <p:cNvCxnSpPr>
            <a:cxnSpLocks/>
            <a:stCxn id="29" idx="4"/>
            <a:endCxn id="27" idx="0"/>
          </p:cNvCxnSpPr>
          <p:nvPr/>
        </p:nvCxnSpPr>
        <p:spPr>
          <a:xfrm>
            <a:off x="10613877" y="2658961"/>
            <a:ext cx="1" cy="88737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0B898DF-BFA1-2D0C-3DF5-752B4D2BBFBA}"/>
              </a:ext>
            </a:extLst>
          </p:cNvPr>
          <p:cNvCxnSpPr>
            <a:cxnSpLocks/>
            <a:stCxn id="24" idx="2"/>
            <a:endCxn id="25" idx="5"/>
          </p:cNvCxnSpPr>
          <p:nvPr/>
        </p:nvCxnSpPr>
        <p:spPr>
          <a:xfrm flipH="1" flipV="1">
            <a:off x="5457152" y="4464056"/>
            <a:ext cx="1056613" cy="85848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9FAA425-E365-9AED-D58D-018C2C34CBFA}"/>
              </a:ext>
            </a:extLst>
          </p:cNvPr>
          <p:cNvCxnSpPr>
            <a:cxnSpLocks/>
            <a:stCxn id="25" idx="0"/>
            <a:endCxn id="28" idx="4"/>
          </p:cNvCxnSpPr>
          <p:nvPr/>
        </p:nvCxnSpPr>
        <p:spPr>
          <a:xfrm flipH="1" flipV="1">
            <a:off x="4593863" y="2653587"/>
            <a:ext cx="1" cy="8927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1039C5E0-DEBC-E6BD-FB3F-06B94FC3CBD2}"/>
              </a:ext>
            </a:extLst>
          </p:cNvPr>
          <p:cNvSpPr txBox="1"/>
          <p:nvPr/>
        </p:nvSpPr>
        <p:spPr>
          <a:xfrm>
            <a:off x="5457152" y="6240263"/>
            <a:ext cx="2791932" cy="523220"/>
          </a:xfrm>
          <a:prstGeom prst="rect">
            <a:avLst/>
          </a:prstGeom>
          <a:solidFill>
            <a:schemeClr val="bg1"/>
          </a:solidFill>
          <a:ln w="28575">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effectLst/>
                <a:uLnTx/>
                <a:uFillTx/>
                <a:latin typeface="+mj-lt"/>
                <a:ea typeface="Calibri"/>
                <a:cs typeface="Calibri" panose="020F0502020204030204" pitchFamily="34" charset="0"/>
                <a:sym typeface="Calibri"/>
              </a:rPr>
              <a:t>Figure Adapted from Converse et al. 2013 and Runge 2011</a:t>
            </a:r>
            <a:endParaRPr kumimoji="0" lang="en-US" sz="1400" b="0" i="0" u="none" strike="noStrike" kern="1200" cap="none" spc="0" normalizeH="0" baseline="0" noProof="0" dirty="0">
              <a:ln>
                <a:noFill/>
              </a:ln>
              <a:effectLst/>
              <a:uLnTx/>
              <a:uFillTx/>
              <a:latin typeface="+mj-lt"/>
              <a:cs typeface="Calibri" panose="020F0502020204030204" pitchFamily="34" charset="0"/>
            </a:endParaRPr>
          </a:p>
        </p:txBody>
      </p:sp>
      <p:cxnSp>
        <p:nvCxnSpPr>
          <p:cNvPr id="35" name="Straight Arrow Connector 34">
            <a:extLst>
              <a:ext uri="{FF2B5EF4-FFF2-40B4-BE49-F238E27FC236}">
                <a16:creationId xmlns:a16="http://schemas.microsoft.com/office/drawing/2014/main" id="{FB30E0FA-8C1F-C193-493B-A2221936959C}"/>
              </a:ext>
            </a:extLst>
          </p:cNvPr>
          <p:cNvCxnSpPr>
            <a:cxnSpLocks/>
            <a:stCxn id="27" idx="4"/>
            <a:endCxn id="24" idx="6"/>
          </p:cNvCxnSpPr>
          <p:nvPr/>
        </p:nvCxnSpPr>
        <p:spPr>
          <a:xfrm flipH="1">
            <a:off x="9450503" y="4621512"/>
            <a:ext cx="1163375" cy="70103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Rectangle: Rounded Corners 35">
            <a:extLst>
              <a:ext uri="{FF2B5EF4-FFF2-40B4-BE49-F238E27FC236}">
                <a16:creationId xmlns:a16="http://schemas.microsoft.com/office/drawing/2014/main" id="{906EB558-F8D0-85F8-92B9-0C55F3A86D89}"/>
              </a:ext>
            </a:extLst>
          </p:cNvPr>
          <p:cNvSpPr/>
          <p:nvPr/>
        </p:nvSpPr>
        <p:spPr>
          <a:xfrm>
            <a:off x="6623265" y="1999983"/>
            <a:ext cx="2679297" cy="2422952"/>
          </a:xfrm>
          <a:prstGeom prst="roundRect">
            <a:avLst/>
          </a:prstGeom>
          <a:solidFill>
            <a:schemeClr val="accent4">
              <a:lumMod val="60000"/>
              <a:lumOff val="40000"/>
            </a:schemeClr>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US" dirty="0">
                <a:solidFill>
                  <a:schemeClr val="tx1"/>
                </a:solidFill>
              </a:rPr>
              <a:t>Specific to Adaptive Management</a:t>
            </a:r>
          </a:p>
        </p:txBody>
      </p:sp>
      <p:sp>
        <p:nvSpPr>
          <p:cNvPr id="37" name="Rectangle: Rounded Corners 36">
            <a:extLst>
              <a:ext uri="{FF2B5EF4-FFF2-40B4-BE49-F238E27FC236}">
                <a16:creationId xmlns:a16="http://schemas.microsoft.com/office/drawing/2014/main" id="{7F00B90B-F639-1BAE-52CA-AB447703DDD5}"/>
              </a:ext>
            </a:extLst>
          </p:cNvPr>
          <p:cNvSpPr/>
          <p:nvPr/>
        </p:nvSpPr>
        <p:spPr>
          <a:xfrm>
            <a:off x="6998524" y="2715555"/>
            <a:ext cx="1960124" cy="567781"/>
          </a:xfrm>
          <a:prstGeom prst="roundRect">
            <a:avLst/>
          </a:prstGeom>
          <a:solidFill>
            <a:schemeClr val="accent4">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ea typeface="+mn-ea"/>
                <a:cs typeface="Calibri" panose="020F0502020204030204" pitchFamily="34" charset="0"/>
              </a:rPr>
              <a:t>     Monitor</a:t>
            </a:r>
          </a:p>
        </p:txBody>
      </p:sp>
      <p:sp>
        <p:nvSpPr>
          <p:cNvPr id="38" name="Rectangle: Rounded Corners 37">
            <a:extLst>
              <a:ext uri="{FF2B5EF4-FFF2-40B4-BE49-F238E27FC236}">
                <a16:creationId xmlns:a16="http://schemas.microsoft.com/office/drawing/2014/main" id="{AC9A28FC-CCAD-58F8-097D-808B59D91B46}"/>
              </a:ext>
            </a:extLst>
          </p:cNvPr>
          <p:cNvSpPr/>
          <p:nvPr/>
        </p:nvSpPr>
        <p:spPr>
          <a:xfrm>
            <a:off x="6841254" y="3663935"/>
            <a:ext cx="2261284" cy="567781"/>
          </a:xfrm>
          <a:prstGeom prst="roundRect">
            <a:avLst/>
          </a:prstGeom>
          <a:solidFill>
            <a:schemeClr val="accent4">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cs typeface="Calibri" panose="020F0502020204030204" pitchFamily="34" charset="0"/>
              </a:rPr>
              <a:t>Update Models  </a:t>
            </a:r>
            <a:endParaRPr kumimoji="0" lang="en-US" sz="2000" b="0" i="0" u="none" strike="noStrike" kern="1200" cap="none" spc="0" normalizeH="0" baseline="0" noProof="0" dirty="0">
              <a:ln>
                <a:noFill/>
              </a:ln>
              <a:solidFill>
                <a:schemeClr val="tx1"/>
              </a:solidFill>
              <a:effectLst/>
              <a:uLnTx/>
              <a:uFillTx/>
              <a:cs typeface="Calibri" panose="020F0502020204030204" pitchFamily="34" charset="0"/>
            </a:endParaRPr>
          </a:p>
        </p:txBody>
      </p:sp>
      <p:cxnSp>
        <p:nvCxnSpPr>
          <p:cNvPr id="39" name="Straight Arrow Connector 38">
            <a:extLst>
              <a:ext uri="{FF2B5EF4-FFF2-40B4-BE49-F238E27FC236}">
                <a16:creationId xmlns:a16="http://schemas.microsoft.com/office/drawing/2014/main" id="{91B1C8D5-6646-05D5-0C08-C233F0D0AC91}"/>
              </a:ext>
            </a:extLst>
          </p:cNvPr>
          <p:cNvCxnSpPr>
            <a:cxnSpLocks/>
            <a:stCxn id="37" idx="2"/>
            <a:endCxn id="38" idx="0"/>
          </p:cNvCxnSpPr>
          <p:nvPr/>
        </p:nvCxnSpPr>
        <p:spPr>
          <a:xfrm flipH="1">
            <a:off x="7971896" y="3283336"/>
            <a:ext cx="6690" cy="38059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903F36F-E807-229C-8548-88789C9B423A}"/>
              </a:ext>
            </a:extLst>
          </p:cNvPr>
          <p:cNvCxnSpPr>
            <a:cxnSpLocks/>
            <a:stCxn id="38" idx="2"/>
            <a:endCxn id="24" idx="0"/>
          </p:cNvCxnSpPr>
          <p:nvPr/>
        </p:nvCxnSpPr>
        <p:spPr>
          <a:xfrm>
            <a:off x="7971896" y="4231716"/>
            <a:ext cx="10238" cy="5725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B1D03D3-D314-E2AA-CDF9-E669142094D0}"/>
              </a:ext>
            </a:extLst>
          </p:cNvPr>
          <p:cNvCxnSpPr>
            <a:cxnSpLocks/>
            <a:stCxn id="28" idx="6"/>
            <a:endCxn id="37" idx="1"/>
          </p:cNvCxnSpPr>
          <p:nvPr/>
        </p:nvCxnSpPr>
        <p:spPr>
          <a:xfrm>
            <a:off x="5814737" y="2116001"/>
            <a:ext cx="1183787" cy="8834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2" name="Graphic 41" descr="Question Mark with solid fill">
            <a:extLst>
              <a:ext uri="{FF2B5EF4-FFF2-40B4-BE49-F238E27FC236}">
                <a16:creationId xmlns:a16="http://schemas.microsoft.com/office/drawing/2014/main" id="{BEBA7F53-BF8B-7ED6-6145-44D7FA99CDE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3896" y="652839"/>
            <a:ext cx="548640" cy="548640"/>
          </a:xfrm>
          <a:prstGeom prst="rect">
            <a:avLst/>
          </a:prstGeom>
        </p:spPr>
      </p:pic>
      <p:pic>
        <p:nvPicPr>
          <p:cNvPr id="43" name="Graphic 42" descr="Heart with solid fill">
            <a:extLst>
              <a:ext uri="{FF2B5EF4-FFF2-40B4-BE49-F238E27FC236}">
                <a16:creationId xmlns:a16="http://schemas.microsoft.com/office/drawing/2014/main" id="{FC1DF7A4-3B3E-6028-5B03-540EA23C83E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80543" y="1841680"/>
            <a:ext cx="548640" cy="548640"/>
          </a:xfrm>
          <a:prstGeom prst="rect">
            <a:avLst/>
          </a:prstGeom>
        </p:spPr>
      </p:pic>
      <p:pic>
        <p:nvPicPr>
          <p:cNvPr id="44" name="Graphic 43" descr="Scales of justice outline">
            <a:extLst>
              <a:ext uri="{FF2B5EF4-FFF2-40B4-BE49-F238E27FC236}">
                <a16:creationId xmlns:a16="http://schemas.microsoft.com/office/drawing/2014/main" id="{2AAA6D08-DD44-B0D5-9F55-EC5E57AA0A6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470526" y="3743971"/>
            <a:ext cx="640080" cy="640080"/>
          </a:xfrm>
          <a:prstGeom prst="rect">
            <a:avLst/>
          </a:prstGeom>
        </p:spPr>
      </p:pic>
      <p:pic>
        <p:nvPicPr>
          <p:cNvPr id="45" name="Graphic 44" descr="Magnifying glass with solid fill">
            <a:extLst>
              <a:ext uri="{FF2B5EF4-FFF2-40B4-BE49-F238E27FC236}">
                <a16:creationId xmlns:a16="http://schemas.microsoft.com/office/drawing/2014/main" id="{5A4448F5-8809-5E12-39A1-FD8AC6A6B73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8353845" y="2715555"/>
            <a:ext cx="588876" cy="588876"/>
          </a:xfrm>
          <a:prstGeom prst="rect">
            <a:avLst/>
          </a:prstGeom>
        </p:spPr>
      </p:pic>
      <p:pic>
        <p:nvPicPr>
          <p:cNvPr id="47" name="Graphic 46" descr="Programmer female outline">
            <a:extLst>
              <a:ext uri="{FF2B5EF4-FFF2-40B4-BE49-F238E27FC236}">
                <a16:creationId xmlns:a16="http://schemas.microsoft.com/office/drawing/2014/main" id="{393FCB88-A37E-FC7F-E289-4299898D447F}"/>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599922" y="3672183"/>
            <a:ext cx="508653" cy="508653"/>
          </a:xfrm>
          <a:prstGeom prst="rect">
            <a:avLst/>
          </a:prstGeom>
        </p:spPr>
      </p:pic>
      <p:pic>
        <p:nvPicPr>
          <p:cNvPr id="48" name="Graphic 47" descr="Checkbox Checked with solid fill">
            <a:extLst>
              <a:ext uri="{FF2B5EF4-FFF2-40B4-BE49-F238E27FC236}">
                <a16:creationId xmlns:a16="http://schemas.microsoft.com/office/drawing/2014/main" id="{567FD88B-05AA-9C7C-4B7E-DFFA4A8FA3B5}"/>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488853" y="1761777"/>
            <a:ext cx="731520" cy="731520"/>
          </a:xfrm>
          <a:prstGeom prst="rect">
            <a:avLst/>
          </a:prstGeom>
        </p:spPr>
      </p:pic>
      <p:pic>
        <p:nvPicPr>
          <p:cNvPr id="49" name="Graphic 48" descr="Fishing outline">
            <a:extLst>
              <a:ext uri="{FF2B5EF4-FFF2-40B4-BE49-F238E27FC236}">
                <a16:creationId xmlns:a16="http://schemas.microsoft.com/office/drawing/2014/main" id="{7E8132AE-BADD-8ED4-1CFC-1461B3F063B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989743" y="3772546"/>
            <a:ext cx="640080" cy="640080"/>
          </a:xfrm>
          <a:prstGeom prst="rect">
            <a:avLst/>
          </a:prstGeom>
        </p:spPr>
      </p:pic>
      <p:sp>
        <p:nvSpPr>
          <p:cNvPr id="50" name="TextBox 49">
            <a:extLst>
              <a:ext uri="{FF2B5EF4-FFF2-40B4-BE49-F238E27FC236}">
                <a16:creationId xmlns:a16="http://schemas.microsoft.com/office/drawing/2014/main" id="{1B02DFDF-12C7-9D21-7D7A-F4D1F591052A}"/>
              </a:ext>
            </a:extLst>
          </p:cNvPr>
          <p:cNvSpPr txBox="1"/>
          <p:nvPr/>
        </p:nvSpPr>
        <p:spPr>
          <a:xfrm>
            <a:off x="7091991" y="595847"/>
            <a:ext cx="1370557" cy="707886"/>
          </a:xfrm>
          <a:prstGeom prst="rect">
            <a:avLst/>
          </a:prstGeom>
          <a:noFill/>
          <a:ln w="28575">
            <a:noFill/>
          </a:ln>
        </p:spPr>
        <p:txBody>
          <a:bodyPr wrap="square" rtlCol="0">
            <a:spAutoFit/>
          </a:bodyPr>
          <a:lstStyle/>
          <a:p>
            <a:pPr algn="ctr"/>
            <a:r>
              <a:rPr lang="en-US" sz="2000" dirty="0"/>
              <a:t>Problem Framing</a:t>
            </a:r>
          </a:p>
        </p:txBody>
      </p:sp>
      <p:sp>
        <p:nvSpPr>
          <p:cNvPr id="51" name="TextBox 50">
            <a:extLst>
              <a:ext uri="{FF2B5EF4-FFF2-40B4-BE49-F238E27FC236}">
                <a16:creationId xmlns:a16="http://schemas.microsoft.com/office/drawing/2014/main" id="{3CEDD9A8-ACF9-9522-AF0E-E214323BCEA4}"/>
              </a:ext>
            </a:extLst>
          </p:cNvPr>
          <p:cNvSpPr txBox="1"/>
          <p:nvPr/>
        </p:nvSpPr>
        <p:spPr>
          <a:xfrm>
            <a:off x="9699475" y="1773594"/>
            <a:ext cx="1370557" cy="707886"/>
          </a:xfrm>
          <a:prstGeom prst="rect">
            <a:avLst/>
          </a:prstGeom>
          <a:noFill/>
          <a:ln w="28575">
            <a:noFill/>
          </a:ln>
        </p:spPr>
        <p:txBody>
          <a:bodyPr wrap="square" rtlCol="0">
            <a:spAutoFit/>
          </a:bodyPr>
          <a:lstStyle/>
          <a:p>
            <a:pPr algn="ctr"/>
            <a:r>
              <a:rPr lang="en-US" sz="2000" dirty="0"/>
              <a:t>Articulate Objectives</a:t>
            </a:r>
          </a:p>
        </p:txBody>
      </p:sp>
      <p:sp>
        <p:nvSpPr>
          <p:cNvPr id="52" name="TextBox 51">
            <a:extLst>
              <a:ext uri="{FF2B5EF4-FFF2-40B4-BE49-F238E27FC236}">
                <a16:creationId xmlns:a16="http://schemas.microsoft.com/office/drawing/2014/main" id="{82B0EEA0-24EF-0F46-AE17-0630C86E73E5}"/>
              </a:ext>
            </a:extLst>
          </p:cNvPr>
          <p:cNvSpPr txBox="1"/>
          <p:nvPr/>
        </p:nvSpPr>
        <p:spPr>
          <a:xfrm>
            <a:off x="9456375" y="3715049"/>
            <a:ext cx="1633430" cy="707886"/>
          </a:xfrm>
          <a:prstGeom prst="rect">
            <a:avLst/>
          </a:prstGeom>
          <a:noFill/>
          <a:ln w="28575">
            <a:noFill/>
          </a:ln>
        </p:spPr>
        <p:txBody>
          <a:bodyPr wrap="square" rtlCol="0">
            <a:spAutoFit/>
          </a:bodyPr>
          <a:lstStyle/>
          <a:p>
            <a:pPr algn="ctr"/>
            <a:r>
              <a:rPr lang="en-US" sz="2000" dirty="0"/>
              <a:t>Develop</a:t>
            </a:r>
          </a:p>
          <a:p>
            <a:pPr algn="ctr"/>
            <a:r>
              <a:rPr lang="en-US" sz="2000" dirty="0"/>
              <a:t>Alternatives</a:t>
            </a:r>
          </a:p>
        </p:txBody>
      </p:sp>
      <p:sp>
        <p:nvSpPr>
          <p:cNvPr id="53" name="TextBox 52">
            <a:extLst>
              <a:ext uri="{FF2B5EF4-FFF2-40B4-BE49-F238E27FC236}">
                <a16:creationId xmlns:a16="http://schemas.microsoft.com/office/drawing/2014/main" id="{B6C7CD64-343E-041E-22A3-068CA3467483}"/>
              </a:ext>
            </a:extLst>
          </p:cNvPr>
          <p:cNvSpPr txBox="1"/>
          <p:nvPr/>
        </p:nvSpPr>
        <p:spPr>
          <a:xfrm>
            <a:off x="6533765" y="4928019"/>
            <a:ext cx="2064163" cy="707886"/>
          </a:xfrm>
          <a:prstGeom prst="rect">
            <a:avLst/>
          </a:prstGeom>
          <a:noFill/>
          <a:ln w="28575">
            <a:noFill/>
          </a:ln>
        </p:spPr>
        <p:txBody>
          <a:bodyPr wrap="square" rtlCol="0">
            <a:spAutoFit/>
          </a:bodyPr>
          <a:lstStyle/>
          <a:p>
            <a:pPr algn="ctr"/>
            <a:r>
              <a:rPr lang="en-US" sz="2000" dirty="0"/>
              <a:t>Predict Consequences</a:t>
            </a:r>
          </a:p>
        </p:txBody>
      </p:sp>
      <p:sp>
        <p:nvSpPr>
          <p:cNvPr id="55" name="TextBox 54">
            <a:extLst>
              <a:ext uri="{FF2B5EF4-FFF2-40B4-BE49-F238E27FC236}">
                <a16:creationId xmlns:a16="http://schemas.microsoft.com/office/drawing/2014/main" id="{87E96F51-47B7-4FDD-15D3-599207BE8A8C}"/>
              </a:ext>
            </a:extLst>
          </p:cNvPr>
          <p:cNvSpPr txBox="1"/>
          <p:nvPr/>
        </p:nvSpPr>
        <p:spPr>
          <a:xfrm>
            <a:off x="4054015" y="1764688"/>
            <a:ext cx="1519844" cy="707886"/>
          </a:xfrm>
          <a:prstGeom prst="rect">
            <a:avLst/>
          </a:prstGeom>
          <a:noFill/>
          <a:ln w="28575">
            <a:noFill/>
          </a:ln>
        </p:spPr>
        <p:txBody>
          <a:bodyPr wrap="square" rtlCol="0">
            <a:spAutoFit/>
          </a:bodyPr>
          <a:lstStyle/>
          <a:p>
            <a:pPr algn="ctr"/>
            <a:r>
              <a:rPr lang="en-US" sz="2000" dirty="0"/>
              <a:t>Decide &amp; Take Action</a:t>
            </a:r>
          </a:p>
        </p:txBody>
      </p:sp>
      <p:pic>
        <p:nvPicPr>
          <p:cNvPr id="56" name="Graphic 55" descr="Upward trend outline">
            <a:extLst>
              <a:ext uri="{FF2B5EF4-FFF2-40B4-BE49-F238E27FC236}">
                <a16:creationId xmlns:a16="http://schemas.microsoft.com/office/drawing/2014/main" id="{782BBFA4-F895-33DD-F178-1BA309D575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361882" y="4928019"/>
            <a:ext cx="906457" cy="731520"/>
          </a:xfrm>
          <a:prstGeom prst="rect">
            <a:avLst/>
          </a:prstGeom>
        </p:spPr>
      </p:pic>
      <p:pic>
        <p:nvPicPr>
          <p:cNvPr id="57" name="Graphic 56" descr="Fish with solid fill">
            <a:extLst>
              <a:ext uri="{FF2B5EF4-FFF2-40B4-BE49-F238E27FC236}">
                <a16:creationId xmlns:a16="http://schemas.microsoft.com/office/drawing/2014/main" id="{19D4F8F9-4258-13DE-FF19-F01F9287CCFE}"/>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548600" y="4990390"/>
            <a:ext cx="365760" cy="365760"/>
          </a:xfrm>
          <a:prstGeom prst="rect">
            <a:avLst/>
          </a:prstGeom>
        </p:spPr>
      </p:pic>
      <p:sp>
        <p:nvSpPr>
          <p:cNvPr id="68" name="TextBox 67">
            <a:extLst>
              <a:ext uri="{FF2B5EF4-FFF2-40B4-BE49-F238E27FC236}">
                <a16:creationId xmlns:a16="http://schemas.microsoft.com/office/drawing/2014/main" id="{01BE9C06-8C30-BF47-ABD2-CF0FE1B71AE4}"/>
              </a:ext>
            </a:extLst>
          </p:cNvPr>
          <p:cNvSpPr txBox="1"/>
          <p:nvPr/>
        </p:nvSpPr>
        <p:spPr>
          <a:xfrm>
            <a:off x="357248" y="3606461"/>
            <a:ext cx="2834549" cy="1477328"/>
          </a:xfrm>
          <a:prstGeom prst="rect">
            <a:avLst/>
          </a:prstGeom>
          <a:noFill/>
        </p:spPr>
        <p:txBody>
          <a:bodyPr wrap="square" rtlCol="0">
            <a:spAutoFit/>
          </a:bodyPr>
          <a:lstStyle/>
          <a:p>
            <a:pPr marL="285750" indent="-285750">
              <a:buFont typeface="Arial" panose="020B0604020202020204" pitchFamily="34" charset="0"/>
              <a:buChar char="•"/>
            </a:pPr>
            <a:r>
              <a:rPr lang="en-US" dirty="0"/>
              <a:t>Learn about uncertainty</a:t>
            </a:r>
          </a:p>
          <a:p>
            <a:pPr marL="285750" indent="-285750">
              <a:buFont typeface="Arial" panose="020B0604020202020204" pitchFamily="34" charset="0"/>
              <a:buChar char="•"/>
            </a:pPr>
            <a:r>
              <a:rPr lang="en-US" dirty="0"/>
              <a:t>Methods: adaptive management, decision trees, value of information </a:t>
            </a:r>
          </a:p>
        </p:txBody>
      </p:sp>
    </p:spTree>
    <p:extLst>
      <p:ext uri="{BB962C8B-B14F-4D97-AF65-F5344CB8AC3E}">
        <p14:creationId xmlns:p14="http://schemas.microsoft.com/office/powerpoint/2010/main" val="234277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4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3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39"/>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3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47"/>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54" grpId="0" animBg="1"/>
      <p:bldP spid="24" grpId="0" animBg="1"/>
      <p:bldP spid="26" grpId="0" animBg="1"/>
      <p:bldP spid="27" grpId="0" animBg="1"/>
      <p:bldP spid="28" grpId="0" animBg="1"/>
      <p:bldP spid="29" grpId="0" animBg="1"/>
      <p:bldP spid="36" grpId="0" animBg="1"/>
      <p:bldP spid="37" grpId="0" animBg="1"/>
      <p:bldP spid="38" grpId="0" animBg="1"/>
      <p:bldP spid="50" grpId="0" animBg="1"/>
      <p:bldP spid="51" grpId="0" animBg="1"/>
      <p:bldP spid="52" grpId="0" animBg="1"/>
      <p:bldP spid="53" grpId="0" animBg="1"/>
      <p:bldP spid="5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2B0A2-822B-CB03-01BD-145FB37FEE81}"/>
              </a:ext>
            </a:extLst>
          </p:cNvPr>
          <p:cNvSpPr>
            <a:spLocks noGrp="1"/>
          </p:cNvSpPr>
          <p:nvPr>
            <p:ph type="title"/>
          </p:nvPr>
        </p:nvSpPr>
        <p:spPr/>
        <p:txBody>
          <a:bodyPr/>
          <a:lstStyle/>
          <a:p>
            <a:r>
              <a:rPr lang="en-US" dirty="0"/>
              <a:t>Uncertainty in decision making</a:t>
            </a:r>
          </a:p>
        </p:txBody>
      </p:sp>
      <p:sp>
        <p:nvSpPr>
          <p:cNvPr id="3" name="Content Placeholder 2">
            <a:extLst>
              <a:ext uri="{FF2B5EF4-FFF2-40B4-BE49-F238E27FC236}">
                <a16:creationId xmlns:a16="http://schemas.microsoft.com/office/drawing/2014/main" id="{0A8E64F6-FB99-E260-EB43-0B58735A790D}"/>
              </a:ext>
            </a:extLst>
          </p:cNvPr>
          <p:cNvSpPr>
            <a:spLocks noGrp="1"/>
          </p:cNvSpPr>
          <p:nvPr>
            <p:ph idx="1"/>
          </p:nvPr>
        </p:nvSpPr>
        <p:spPr>
          <a:xfrm>
            <a:off x="838200" y="1825625"/>
            <a:ext cx="5863814" cy="4351338"/>
          </a:xfrm>
        </p:spPr>
        <p:txBody>
          <a:bodyPr/>
          <a:lstStyle/>
          <a:p>
            <a:r>
              <a:rPr lang="en-US" dirty="0"/>
              <a:t>Desired outcomes cannot be guaranteed</a:t>
            </a:r>
          </a:p>
          <a:p>
            <a:r>
              <a:rPr lang="en-US" dirty="0"/>
              <a:t>Decisions under uncertainty should be judged by the quality of decision making, not by the quality of the consequences (Hammond et al. 1999)</a:t>
            </a:r>
          </a:p>
          <a:p>
            <a:endParaRPr lang="en-US" dirty="0"/>
          </a:p>
        </p:txBody>
      </p:sp>
      <p:sp>
        <p:nvSpPr>
          <p:cNvPr id="4" name="TextBox 3">
            <a:extLst>
              <a:ext uri="{FF2B5EF4-FFF2-40B4-BE49-F238E27FC236}">
                <a16:creationId xmlns:a16="http://schemas.microsoft.com/office/drawing/2014/main" id="{F7CE0C66-D7E6-5E95-8DB5-878FD1D15D4C}"/>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grpSp>
        <p:nvGrpSpPr>
          <p:cNvPr id="5" name="Google Shape;109;p14">
            <a:extLst>
              <a:ext uri="{FF2B5EF4-FFF2-40B4-BE49-F238E27FC236}">
                <a16:creationId xmlns:a16="http://schemas.microsoft.com/office/drawing/2014/main" id="{9621B933-89CE-2F47-FFA2-C9E370DCC531}"/>
              </a:ext>
            </a:extLst>
          </p:cNvPr>
          <p:cNvGrpSpPr/>
          <p:nvPr/>
        </p:nvGrpSpPr>
        <p:grpSpPr>
          <a:xfrm>
            <a:off x="6987575" y="1825625"/>
            <a:ext cx="4602893" cy="3856405"/>
            <a:chOff x="4428497" y="2727186"/>
            <a:chExt cx="4602893" cy="3856405"/>
          </a:xfrm>
        </p:grpSpPr>
        <p:sp>
          <p:nvSpPr>
            <p:cNvPr id="6" name="Google Shape;110;p14">
              <a:extLst>
                <a:ext uri="{FF2B5EF4-FFF2-40B4-BE49-F238E27FC236}">
                  <a16:creationId xmlns:a16="http://schemas.microsoft.com/office/drawing/2014/main" id="{605B2C13-FDBD-7C07-4EC5-E77771A8214C}"/>
                </a:ext>
              </a:extLst>
            </p:cNvPr>
            <p:cNvSpPr/>
            <p:nvPr/>
          </p:nvSpPr>
          <p:spPr>
            <a:xfrm>
              <a:off x="4428497" y="4491226"/>
              <a:ext cx="1163241" cy="907336"/>
            </a:xfrm>
            <a:prstGeom prst="rect">
              <a:avLst/>
            </a:prstGeom>
            <a:noFill/>
            <a:ln w="25400" cap="flat" cmpd="sng">
              <a:solidFill>
                <a:srgbClr val="3366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66FF"/>
                </a:buClr>
                <a:buSzPts val="1800"/>
                <a:buFont typeface="Palatino Linotype"/>
                <a:buNone/>
              </a:pPr>
              <a:r>
                <a:rPr lang="en-US" sz="2000" b="1" i="0" u="none" strike="noStrike" cap="none" dirty="0">
                  <a:solidFill>
                    <a:srgbClr val="3366FF"/>
                  </a:solidFill>
                  <a:latin typeface="+mj-lt"/>
                  <a:ea typeface="Palatino Linotype"/>
                  <a:cs typeface="Palatino Linotype"/>
                  <a:sym typeface="Palatino Linotype"/>
                </a:rPr>
                <a:t>Decision</a:t>
              </a:r>
              <a:endParaRPr sz="2000" dirty="0">
                <a:latin typeface="+mj-lt"/>
              </a:endParaRPr>
            </a:p>
          </p:txBody>
        </p:sp>
        <p:sp>
          <p:nvSpPr>
            <p:cNvPr id="7" name="Google Shape;111;p14">
              <a:extLst>
                <a:ext uri="{FF2B5EF4-FFF2-40B4-BE49-F238E27FC236}">
                  <a16:creationId xmlns:a16="http://schemas.microsoft.com/office/drawing/2014/main" id="{98993FC8-7325-BB46-308B-58C0700642DF}"/>
                </a:ext>
              </a:extLst>
            </p:cNvPr>
            <p:cNvSpPr/>
            <p:nvPr/>
          </p:nvSpPr>
          <p:spPr>
            <a:xfrm>
              <a:off x="6198847" y="3598532"/>
              <a:ext cx="716852" cy="776190"/>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2000" b="0" i="0" u="none" strike="noStrike" cap="none">
                <a:solidFill>
                  <a:schemeClr val="hlink"/>
                </a:solidFill>
                <a:latin typeface="+mj-lt"/>
                <a:ea typeface="Arial"/>
                <a:cs typeface="Arial"/>
                <a:sym typeface="Arial"/>
              </a:endParaRPr>
            </a:p>
          </p:txBody>
        </p:sp>
        <p:sp>
          <p:nvSpPr>
            <p:cNvPr id="8" name="Google Shape;112;p14">
              <a:extLst>
                <a:ext uri="{FF2B5EF4-FFF2-40B4-BE49-F238E27FC236}">
                  <a16:creationId xmlns:a16="http://schemas.microsoft.com/office/drawing/2014/main" id="{E22AEE68-25C1-2D36-D032-FADC82DDFA93}"/>
                </a:ext>
              </a:extLst>
            </p:cNvPr>
            <p:cNvSpPr/>
            <p:nvPr/>
          </p:nvSpPr>
          <p:spPr>
            <a:xfrm>
              <a:off x="6198847" y="5389075"/>
              <a:ext cx="716852" cy="776190"/>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2000" b="0" i="0" u="none" strike="noStrike" cap="none">
                <a:solidFill>
                  <a:schemeClr val="hlink"/>
                </a:solidFill>
                <a:latin typeface="+mj-lt"/>
                <a:ea typeface="Arial"/>
                <a:cs typeface="Arial"/>
                <a:sym typeface="Arial"/>
              </a:endParaRPr>
            </a:p>
          </p:txBody>
        </p:sp>
        <p:sp>
          <p:nvSpPr>
            <p:cNvPr id="9" name="Google Shape;113;p14">
              <a:extLst>
                <a:ext uri="{FF2B5EF4-FFF2-40B4-BE49-F238E27FC236}">
                  <a16:creationId xmlns:a16="http://schemas.microsoft.com/office/drawing/2014/main" id="{2A39B840-30F5-A9FE-8BC3-7F772B31207C}"/>
                </a:ext>
              </a:extLst>
            </p:cNvPr>
            <p:cNvSpPr/>
            <p:nvPr/>
          </p:nvSpPr>
          <p:spPr>
            <a:xfrm>
              <a:off x="7808943" y="3189894"/>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0" tIns="0" rIns="0" bIns="0" anchor="ctr" anchorCtr="1">
              <a:noAutofit/>
            </a:bodyPr>
            <a:lstStyle/>
            <a:p>
              <a:pPr marL="0" marR="0" lvl="0" indent="0" algn="l" rtl="0">
                <a:lnSpc>
                  <a:spcPct val="100000"/>
                </a:lnSpc>
                <a:spcBef>
                  <a:spcPts val="0"/>
                </a:spcBef>
                <a:spcAft>
                  <a:spcPts val="0"/>
                </a:spcAft>
                <a:buClr>
                  <a:schemeClr val="hlink"/>
                </a:buClr>
                <a:buSzPts val="1600"/>
                <a:buFont typeface="Palatino Linotype"/>
                <a:buNone/>
              </a:pPr>
              <a:r>
                <a:rPr lang="en-US" sz="2000" b="0" i="0" u="none" strike="noStrike" cap="none" dirty="0">
                  <a:solidFill>
                    <a:schemeClr val="hlink"/>
                  </a:solidFill>
                  <a:latin typeface="+mj-lt"/>
                  <a:ea typeface="Palatino Linotype"/>
                  <a:cs typeface="Palatino Linotype"/>
                  <a:sym typeface="Palatino Linotype"/>
                </a:rPr>
                <a:t>Good</a:t>
              </a:r>
              <a:endParaRPr sz="2400" dirty="0">
                <a:latin typeface="+mj-lt"/>
              </a:endParaRPr>
            </a:p>
          </p:txBody>
        </p:sp>
        <p:sp>
          <p:nvSpPr>
            <p:cNvPr id="10" name="Google Shape;114;p14">
              <a:extLst>
                <a:ext uri="{FF2B5EF4-FFF2-40B4-BE49-F238E27FC236}">
                  <a16:creationId xmlns:a16="http://schemas.microsoft.com/office/drawing/2014/main" id="{5837139F-933C-2A67-90F3-7D4D4B55651E}"/>
                </a:ext>
              </a:extLst>
            </p:cNvPr>
            <p:cNvSpPr/>
            <p:nvPr/>
          </p:nvSpPr>
          <p:spPr>
            <a:xfrm>
              <a:off x="7808943" y="4068367"/>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0" tIns="0" rIns="0" bIns="0" anchor="ctr" anchorCtr="1">
              <a:noAutofit/>
            </a:bodyPr>
            <a:lstStyle/>
            <a:p>
              <a:pPr marL="0" marR="0" lvl="0" indent="0" algn="l" rtl="0">
                <a:lnSpc>
                  <a:spcPct val="100000"/>
                </a:lnSpc>
                <a:spcBef>
                  <a:spcPts val="0"/>
                </a:spcBef>
                <a:spcAft>
                  <a:spcPts val="0"/>
                </a:spcAft>
                <a:buClr>
                  <a:schemeClr val="hlink"/>
                </a:buClr>
                <a:buSzPts val="1600"/>
                <a:buFont typeface="Palatino Linotype"/>
                <a:buNone/>
              </a:pPr>
              <a:r>
                <a:rPr lang="en-US" sz="2000" b="0" i="0" u="none" strike="noStrike" cap="none">
                  <a:solidFill>
                    <a:schemeClr val="hlink"/>
                  </a:solidFill>
                  <a:latin typeface="+mj-lt"/>
                  <a:ea typeface="Palatino Linotype"/>
                  <a:cs typeface="Palatino Linotype"/>
                  <a:sym typeface="Palatino Linotype"/>
                </a:rPr>
                <a:t>Bad</a:t>
              </a:r>
              <a:endParaRPr sz="2400">
                <a:latin typeface="+mj-lt"/>
              </a:endParaRPr>
            </a:p>
          </p:txBody>
        </p:sp>
        <p:sp>
          <p:nvSpPr>
            <p:cNvPr id="11" name="Google Shape;115;p14">
              <a:extLst>
                <a:ext uri="{FF2B5EF4-FFF2-40B4-BE49-F238E27FC236}">
                  <a16:creationId xmlns:a16="http://schemas.microsoft.com/office/drawing/2014/main" id="{06D2A71A-0563-B267-35E2-5583665AD322}"/>
                </a:ext>
              </a:extLst>
            </p:cNvPr>
            <p:cNvSpPr/>
            <p:nvPr/>
          </p:nvSpPr>
          <p:spPr>
            <a:xfrm>
              <a:off x="7808943" y="5028257"/>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0" tIns="0" rIns="0" bIns="0" anchor="ctr" anchorCtr="1">
              <a:noAutofit/>
            </a:bodyPr>
            <a:lstStyle/>
            <a:p>
              <a:pPr marL="0" marR="0" lvl="0" indent="0" algn="l" rtl="0">
                <a:spcBef>
                  <a:spcPts val="0"/>
                </a:spcBef>
                <a:spcAft>
                  <a:spcPts val="0"/>
                </a:spcAft>
                <a:buNone/>
              </a:pPr>
              <a:r>
                <a:rPr lang="en-US" sz="2000" b="0" i="0" u="none" strike="noStrike" cap="none">
                  <a:solidFill>
                    <a:schemeClr val="hlink"/>
                  </a:solidFill>
                  <a:latin typeface="+mj-lt"/>
                  <a:ea typeface="Palatino Linotype"/>
                  <a:cs typeface="Palatino Linotype"/>
                  <a:sym typeface="Palatino Linotype"/>
                </a:rPr>
                <a:t>Good</a:t>
              </a:r>
              <a:endParaRPr sz="2400">
                <a:latin typeface="+mj-lt"/>
              </a:endParaRPr>
            </a:p>
          </p:txBody>
        </p:sp>
        <p:sp>
          <p:nvSpPr>
            <p:cNvPr id="12" name="Google Shape;116;p14">
              <a:extLst>
                <a:ext uri="{FF2B5EF4-FFF2-40B4-BE49-F238E27FC236}">
                  <a16:creationId xmlns:a16="http://schemas.microsoft.com/office/drawing/2014/main" id="{6A1BE184-85D7-31A2-96D4-5965E2BAE9DA}"/>
                </a:ext>
              </a:extLst>
            </p:cNvPr>
            <p:cNvSpPr/>
            <p:nvPr/>
          </p:nvSpPr>
          <p:spPr>
            <a:xfrm>
              <a:off x="7808943" y="5861955"/>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0" tIns="0" rIns="0" bIns="0" anchor="ctr" anchorCtr="1">
              <a:noAutofit/>
            </a:bodyPr>
            <a:lstStyle/>
            <a:p>
              <a:pPr marL="0" marR="0" lvl="0" indent="0" algn="l" rtl="0">
                <a:lnSpc>
                  <a:spcPct val="100000"/>
                </a:lnSpc>
                <a:spcBef>
                  <a:spcPts val="0"/>
                </a:spcBef>
                <a:spcAft>
                  <a:spcPts val="0"/>
                </a:spcAft>
                <a:buClr>
                  <a:schemeClr val="hlink"/>
                </a:buClr>
                <a:buSzPts val="1600"/>
                <a:buFont typeface="Palatino Linotype"/>
                <a:buNone/>
              </a:pPr>
              <a:r>
                <a:rPr lang="en-US" sz="2000" b="0" i="0" u="none" strike="noStrike" cap="none">
                  <a:solidFill>
                    <a:schemeClr val="hlink"/>
                  </a:solidFill>
                  <a:latin typeface="+mj-lt"/>
                  <a:ea typeface="Palatino Linotype"/>
                  <a:cs typeface="Palatino Linotype"/>
                  <a:sym typeface="Palatino Linotype"/>
                </a:rPr>
                <a:t>Bad</a:t>
              </a:r>
              <a:endParaRPr sz="2400">
                <a:latin typeface="+mj-lt"/>
              </a:endParaRPr>
            </a:p>
          </p:txBody>
        </p:sp>
        <p:cxnSp>
          <p:nvCxnSpPr>
            <p:cNvPr id="13" name="Google Shape;117;p14">
              <a:extLst>
                <a:ext uri="{FF2B5EF4-FFF2-40B4-BE49-F238E27FC236}">
                  <a16:creationId xmlns:a16="http://schemas.microsoft.com/office/drawing/2014/main" id="{6497CDEA-F0A5-C7B8-29D0-A5EAFF369ED0}"/>
                </a:ext>
              </a:extLst>
            </p:cNvPr>
            <p:cNvCxnSpPr>
              <a:stCxn id="6" idx="3"/>
              <a:endCxn id="7" idx="2"/>
            </p:cNvCxnSpPr>
            <p:nvPr/>
          </p:nvCxnSpPr>
          <p:spPr>
            <a:xfrm rot="10800000" flipH="1">
              <a:off x="5591738" y="3986694"/>
              <a:ext cx="607200" cy="958200"/>
            </a:xfrm>
            <a:prstGeom prst="straightConnector1">
              <a:avLst/>
            </a:prstGeom>
            <a:solidFill>
              <a:schemeClr val="accent1"/>
            </a:solidFill>
            <a:ln w="25400" cap="flat" cmpd="sng">
              <a:solidFill>
                <a:srgbClr val="3366FF"/>
              </a:solidFill>
              <a:prstDash val="solid"/>
              <a:round/>
              <a:headEnd type="none" w="sm" len="sm"/>
              <a:tailEnd type="stealth" w="med" len="med"/>
            </a:ln>
          </p:spPr>
        </p:cxnSp>
        <p:cxnSp>
          <p:nvCxnSpPr>
            <p:cNvPr id="14" name="Google Shape;118;p14">
              <a:extLst>
                <a:ext uri="{FF2B5EF4-FFF2-40B4-BE49-F238E27FC236}">
                  <a16:creationId xmlns:a16="http://schemas.microsoft.com/office/drawing/2014/main" id="{48C3BEFA-799B-1034-A286-F568B0F040CD}"/>
                </a:ext>
              </a:extLst>
            </p:cNvPr>
            <p:cNvCxnSpPr>
              <a:stCxn id="6" idx="3"/>
              <a:endCxn id="8" idx="2"/>
            </p:cNvCxnSpPr>
            <p:nvPr/>
          </p:nvCxnSpPr>
          <p:spPr>
            <a:xfrm>
              <a:off x="5591738" y="4944894"/>
              <a:ext cx="607200" cy="832200"/>
            </a:xfrm>
            <a:prstGeom prst="straightConnector1">
              <a:avLst/>
            </a:prstGeom>
            <a:solidFill>
              <a:schemeClr val="accent1"/>
            </a:solidFill>
            <a:ln w="25400" cap="flat" cmpd="sng">
              <a:solidFill>
                <a:srgbClr val="3366FF"/>
              </a:solidFill>
              <a:prstDash val="solid"/>
              <a:round/>
              <a:headEnd type="none" w="sm" len="sm"/>
              <a:tailEnd type="stealth" w="med" len="med"/>
            </a:ln>
          </p:spPr>
        </p:cxnSp>
        <p:cxnSp>
          <p:nvCxnSpPr>
            <p:cNvPr id="15" name="Google Shape;119;p14">
              <a:extLst>
                <a:ext uri="{FF2B5EF4-FFF2-40B4-BE49-F238E27FC236}">
                  <a16:creationId xmlns:a16="http://schemas.microsoft.com/office/drawing/2014/main" id="{1044DCF9-F13F-8E3B-4771-5543386351EA}"/>
                </a:ext>
              </a:extLst>
            </p:cNvPr>
            <p:cNvCxnSpPr>
              <a:stCxn id="7" idx="6"/>
              <a:endCxn id="9" idx="3"/>
            </p:cNvCxnSpPr>
            <p:nvPr/>
          </p:nvCxnSpPr>
          <p:spPr>
            <a:xfrm rot="10800000" flipH="1">
              <a:off x="6915699" y="3550727"/>
              <a:ext cx="893100" cy="435900"/>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6" name="Google Shape;120;p14">
              <a:extLst>
                <a:ext uri="{FF2B5EF4-FFF2-40B4-BE49-F238E27FC236}">
                  <a16:creationId xmlns:a16="http://schemas.microsoft.com/office/drawing/2014/main" id="{FCACB76E-2641-5463-302B-19C4C1D5EB81}"/>
                </a:ext>
              </a:extLst>
            </p:cNvPr>
            <p:cNvCxnSpPr>
              <a:stCxn id="7" idx="6"/>
              <a:endCxn id="10" idx="3"/>
            </p:cNvCxnSpPr>
            <p:nvPr/>
          </p:nvCxnSpPr>
          <p:spPr>
            <a:xfrm>
              <a:off x="6915699" y="3986627"/>
              <a:ext cx="893100" cy="442500"/>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7" name="Google Shape;121;p14">
              <a:extLst>
                <a:ext uri="{FF2B5EF4-FFF2-40B4-BE49-F238E27FC236}">
                  <a16:creationId xmlns:a16="http://schemas.microsoft.com/office/drawing/2014/main" id="{AA46879B-7573-0D39-5CF2-12395DD280D4}"/>
                </a:ext>
              </a:extLst>
            </p:cNvPr>
            <p:cNvCxnSpPr>
              <a:stCxn id="8" idx="6"/>
            </p:cNvCxnSpPr>
            <p:nvPr/>
          </p:nvCxnSpPr>
          <p:spPr>
            <a:xfrm rot="10800000" flipH="1">
              <a:off x="6915699" y="5388970"/>
              <a:ext cx="893100" cy="388200"/>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8" name="Google Shape;122;p14">
              <a:extLst>
                <a:ext uri="{FF2B5EF4-FFF2-40B4-BE49-F238E27FC236}">
                  <a16:creationId xmlns:a16="http://schemas.microsoft.com/office/drawing/2014/main" id="{99A6CF6D-793D-2C84-C306-AE156A86759F}"/>
                </a:ext>
              </a:extLst>
            </p:cNvPr>
            <p:cNvCxnSpPr>
              <a:stCxn id="8" idx="6"/>
              <a:endCxn id="12" idx="3"/>
            </p:cNvCxnSpPr>
            <p:nvPr/>
          </p:nvCxnSpPr>
          <p:spPr>
            <a:xfrm>
              <a:off x="6915699" y="5777170"/>
              <a:ext cx="893100" cy="445500"/>
            </a:xfrm>
            <a:prstGeom prst="straightConnector1">
              <a:avLst/>
            </a:prstGeom>
            <a:solidFill>
              <a:schemeClr val="accent1"/>
            </a:solidFill>
            <a:ln w="25400" cap="flat" cmpd="sng">
              <a:solidFill>
                <a:srgbClr val="FF0000"/>
              </a:solidFill>
              <a:prstDash val="solid"/>
              <a:round/>
              <a:headEnd type="none" w="sm" len="sm"/>
              <a:tailEnd type="stealth" w="med" len="med"/>
            </a:ln>
          </p:spPr>
        </p:cxnSp>
        <p:sp>
          <p:nvSpPr>
            <p:cNvPr id="19" name="Google Shape;123;p14">
              <a:extLst>
                <a:ext uri="{FF2B5EF4-FFF2-40B4-BE49-F238E27FC236}">
                  <a16:creationId xmlns:a16="http://schemas.microsoft.com/office/drawing/2014/main" id="{4E58608E-26E5-8A05-2067-577CAC22C1AE}"/>
                </a:ext>
              </a:extLst>
            </p:cNvPr>
            <p:cNvSpPr txBox="1"/>
            <p:nvPr/>
          </p:nvSpPr>
          <p:spPr>
            <a:xfrm>
              <a:off x="5778241" y="3096518"/>
              <a:ext cx="1428321"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000" b="1" i="0" u="none" strike="noStrike" cap="none" dirty="0">
                  <a:solidFill>
                    <a:srgbClr val="FF0000"/>
                  </a:solidFill>
                  <a:latin typeface="+mj-lt"/>
                  <a:ea typeface="Palatino Linotype"/>
                  <a:cs typeface="Palatino Linotype"/>
                  <a:sym typeface="Palatino Linotype"/>
                </a:rPr>
                <a:t>Uncertainty</a:t>
              </a:r>
              <a:endParaRPr sz="2000" b="1" i="0" u="none" strike="noStrike" cap="none" dirty="0">
                <a:solidFill>
                  <a:srgbClr val="FF0000"/>
                </a:solidFill>
                <a:latin typeface="+mj-lt"/>
                <a:ea typeface="Palatino Linotype"/>
                <a:cs typeface="Palatino Linotype"/>
                <a:sym typeface="Palatino Linotype"/>
              </a:endParaRPr>
            </a:p>
          </p:txBody>
        </p:sp>
        <p:sp>
          <p:nvSpPr>
            <p:cNvPr id="20" name="Google Shape;124;p14">
              <a:extLst>
                <a:ext uri="{FF2B5EF4-FFF2-40B4-BE49-F238E27FC236}">
                  <a16:creationId xmlns:a16="http://schemas.microsoft.com/office/drawing/2014/main" id="{D196F8A5-E690-D88A-3AC5-BD20A01B04D2}"/>
                </a:ext>
              </a:extLst>
            </p:cNvPr>
            <p:cNvSpPr txBox="1"/>
            <p:nvPr/>
          </p:nvSpPr>
          <p:spPr>
            <a:xfrm>
              <a:off x="7436482" y="2727186"/>
              <a:ext cx="159490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b="1" i="0" u="none" strike="noStrike" cap="none" dirty="0">
                  <a:solidFill>
                    <a:schemeClr val="dk1"/>
                  </a:solidFill>
                  <a:latin typeface="+mj-lt"/>
                  <a:ea typeface="Palatino Linotype"/>
                  <a:cs typeface="Palatino Linotype"/>
                  <a:sym typeface="Palatino Linotype"/>
                </a:rPr>
                <a:t>Consequence</a:t>
              </a:r>
              <a:endParaRPr sz="2000" b="1" dirty="0">
                <a:solidFill>
                  <a:schemeClr val="dk1"/>
                </a:solidFill>
                <a:latin typeface="+mj-lt"/>
                <a:ea typeface="Palatino Linotype"/>
                <a:cs typeface="Palatino Linotype"/>
                <a:sym typeface="Palatino Linotype"/>
              </a:endParaRPr>
            </a:p>
          </p:txBody>
        </p:sp>
      </p:grpSp>
    </p:spTree>
    <p:extLst>
      <p:ext uri="{BB962C8B-B14F-4D97-AF65-F5344CB8AC3E}">
        <p14:creationId xmlns:p14="http://schemas.microsoft.com/office/powerpoint/2010/main" val="859459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5B4FB-1788-97A8-1CCE-0700200EB6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EDF14-7B18-8BF5-18A9-6B2AF8BA1814}"/>
              </a:ext>
            </a:extLst>
          </p:cNvPr>
          <p:cNvSpPr>
            <a:spLocks noGrp="1"/>
          </p:cNvSpPr>
          <p:nvPr>
            <p:ph type="title"/>
          </p:nvPr>
        </p:nvSpPr>
        <p:spPr/>
        <p:txBody>
          <a:bodyPr/>
          <a:lstStyle/>
          <a:p>
            <a:r>
              <a:rPr lang="en-US" dirty="0"/>
              <a:t>Uncertainty in decision making @ all stages</a:t>
            </a:r>
          </a:p>
        </p:txBody>
      </p:sp>
      <p:sp>
        <p:nvSpPr>
          <p:cNvPr id="3" name="Content Placeholder 2">
            <a:extLst>
              <a:ext uri="{FF2B5EF4-FFF2-40B4-BE49-F238E27FC236}">
                <a16:creationId xmlns:a16="http://schemas.microsoft.com/office/drawing/2014/main" id="{371CC093-30B2-6185-5095-721027F80C9B}"/>
              </a:ext>
            </a:extLst>
          </p:cNvPr>
          <p:cNvSpPr>
            <a:spLocks noGrp="1"/>
          </p:cNvSpPr>
          <p:nvPr>
            <p:ph idx="1"/>
          </p:nvPr>
        </p:nvSpPr>
        <p:spPr>
          <a:xfrm>
            <a:off x="838200" y="1825625"/>
            <a:ext cx="5863814" cy="4351338"/>
          </a:xfrm>
        </p:spPr>
        <p:txBody>
          <a:bodyPr/>
          <a:lstStyle/>
          <a:p>
            <a:pPr marL="342900" lvl="0" indent="-342900">
              <a:spcBef>
                <a:spcPts val="0"/>
              </a:spcBef>
              <a:buClr>
                <a:srgbClr val="7F7F7F"/>
              </a:buClr>
              <a:buSzPts val="2800"/>
              <a:buFont typeface="Arial"/>
              <a:buChar char="•"/>
            </a:pPr>
            <a:r>
              <a:rPr lang="en-US" dirty="0">
                <a:ea typeface="Century Gothic"/>
                <a:cs typeface="Century Gothic"/>
                <a:sym typeface="Century Gothic"/>
              </a:rPr>
              <a:t>Problem</a:t>
            </a:r>
            <a:endParaRPr lang="en-US" dirty="0"/>
          </a:p>
          <a:p>
            <a:pPr marL="342900" lvl="0" indent="-342900">
              <a:spcBef>
                <a:spcPts val="560"/>
              </a:spcBef>
              <a:buClr>
                <a:srgbClr val="7F7F7F"/>
              </a:buClr>
              <a:buSzPts val="2800"/>
              <a:buFont typeface="Arial"/>
              <a:buChar char="•"/>
            </a:pPr>
            <a:r>
              <a:rPr lang="en-US" dirty="0">
                <a:ea typeface="Century Gothic"/>
                <a:cs typeface="Century Gothic"/>
                <a:sym typeface="Century Gothic"/>
              </a:rPr>
              <a:t>Objectives</a:t>
            </a:r>
            <a:endParaRPr lang="en-US" dirty="0"/>
          </a:p>
          <a:p>
            <a:pPr marL="342900" lvl="0" indent="-342900">
              <a:spcBef>
                <a:spcPts val="560"/>
              </a:spcBef>
              <a:buClr>
                <a:srgbClr val="7F7F7F"/>
              </a:buClr>
              <a:buSzPts val="2800"/>
              <a:buFont typeface="Arial"/>
              <a:buChar char="•"/>
            </a:pPr>
            <a:r>
              <a:rPr lang="en-US" dirty="0">
                <a:ea typeface="Century Gothic"/>
                <a:cs typeface="Century Gothic"/>
                <a:sym typeface="Century Gothic"/>
              </a:rPr>
              <a:t>Alternatives</a:t>
            </a:r>
            <a:endParaRPr lang="en-US" dirty="0"/>
          </a:p>
          <a:p>
            <a:pPr marL="0" lvl="0" indent="0">
              <a:spcBef>
                <a:spcPts val="560"/>
              </a:spcBef>
              <a:buClr>
                <a:srgbClr val="7F7F7F"/>
              </a:buClr>
              <a:buSzPts val="2800"/>
              <a:buNone/>
            </a:pPr>
            <a:endParaRPr lang="en-US" dirty="0">
              <a:ea typeface="Century Gothic"/>
              <a:cs typeface="Century Gothic"/>
              <a:sym typeface="Century Gothic"/>
            </a:endParaRPr>
          </a:p>
          <a:p>
            <a:pPr marL="342900" lvl="0" indent="-342900">
              <a:spcBef>
                <a:spcPts val="560"/>
              </a:spcBef>
              <a:buClr>
                <a:srgbClr val="7F7F7F"/>
              </a:buClr>
              <a:buSzPts val="2800"/>
              <a:buFont typeface="Arial"/>
              <a:buChar char="•"/>
            </a:pPr>
            <a:r>
              <a:rPr lang="en-US" dirty="0">
                <a:ea typeface="Century Gothic"/>
                <a:cs typeface="Century Gothic"/>
                <a:sym typeface="Century Gothic"/>
              </a:rPr>
              <a:t>Consequences</a:t>
            </a:r>
            <a:endParaRPr lang="en-US" dirty="0"/>
          </a:p>
          <a:p>
            <a:pPr marL="342900" lvl="0" indent="-165100">
              <a:spcBef>
                <a:spcPts val="560"/>
              </a:spcBef>
              <a:buClr>
                <a:srgbClr val="7F7F7F"/>
              </a:buClr>
              <a:buSzPts val="2800"/>
              <a:buNone/>
            </a:pPr>
            <a:endParaRPr lang="en-US" dirty="0">
              <a:ea typeface="Century Gothic"/>
              <a:cs typeface="Century Gothic"/>
              <a:sym typeface="Century Gothic"/>
            </a:endParaRPr>
          </a:p>
          <a:p>
            <a:pPr marL="342900" lvl="0" indent="-165100">
              <a:spcBef>
                <a:spcPts val="560"/>
              </a:spcBef>
              <a:buClr>
                <a:srgbClr val="7F7F7F"/>
              </a:buClr>
              <a:buSzPts val="2800"/>
              <a:buNone/>
            </a:pPr>
            <a:endParaRPr lang="en-US" dirty="0">
              <a:ea typeface="Century Gothic"/>
              <a:cs typeface="Century Gothic"/>
              <a:sym typeface="Century Gothic"/>
            </a:endParaRPr>
          </a:p>
          <a:p>
            <a:pPr marL="342900" lvl="0" indent="-165100">
              <a:spcBef>
                <a:spcPts val="560"/>
              </a:spcBef>
              <a:buClr>
                <a:srgbClr val="7F7F7F"/>
              </a:buClr>
              <a:buSzPts val="2800"/>
              <a:buNone/>
            </a:pPr>
            <a:endParaRPr lang="en-US" dirty="0">
              <a:ea typeface="Century Gothic"/>
              <a:cs typeface="Century Gothic"/>
              <a:sym typeface="Century Gothic"/>
            </a:endParaRPr>
          </a:p>
          <a:p>
            <a:pPr marL="342900" lvl="0" indent="-342900">
              <a:spcBef>
                <a:spcPts val="560"/>
              </a:spcBef>
              <a:buClr>
                <a:srgbClr val="7F7F7F"/>
              </a:buClr>
              <a:buSzPts val="2800"/>
              <a:buFont typeface="Arial"/>
              <a:buChar char="•"/>
            </a:pPr>
            <a:r>
              <a:rPr lang="en-US" dirty="0">
                <a:ea typeface="Century Gothic"/>
                <a:cs typeface="Century Gothic"/>
                <a:sym typeface="Century Gothic"/>
              </a:rPr>
              <a:t>Tradeoffs</a:t>
            </a:r>
            <a:endParaRPr lang="en-US" dirty="0"/>
          </a:p>
          <a:p>
            <a:endParaRPr lang="en-US" dirty="0"/>
          </a:p>
        </p:txBody>
      </p:sp>
      <p:sp>
        <p:nvSpPr>
          <p:cNvPr id="4" name="TextBox 3">
            <a:extLst>
              <a:ext uri="{FF2B5EF4-FFF2-40B4-BE49-F238E27FC236}">
                <a16:creationId xmlns:a16="http://schemas.microsoft.com/office/drawing/2014/main" id="{23310A2A-66CC-0A6A-F297-6C5D25BB5678}"/>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
        <p:nvSpPr>
          <p:cNvPr id="21" name="Google Shape;135;p15">
            <a:extLst>
              <a:ext uri="{FF2B5EF4-FFF2-40B4-BE49-F238E27FC236}">
                <a16:creationId xmlns:a16="http://schemas.microsoft.com/office/drawing/2014/main" id="{55A25D2B-6780-05DB-6A4F-736AF443F5D3}"/>
              </a:ext>
            </a:extLst>
          </p:cNvPr>
          <p:cNvSpPr txBox="1">
            <a:spLocks/>
          </p:cNvSpPr>
          <p:nvPr/>
        </p:nvSpPr>
        <p:spPr>
          <a:xfrm>
            <a:off x="3916665" y="1897148"/>
            <a:ext cx="4721710" cy="4724376"/>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rgbClr val="7F7F7F"/>
              </a:buClr>
              <a:buSzPts val="2800"/>
              <a:buFont typeface="Arial"/>
              <a:buNone/>
            </a:pPr>
            <a:r>
              <a:rPr lang="en-US" dirty="0">
                <a:latin typeface="+mj-lt"/>
                <a:ea typeface="Century Gothic"/>
                <a:cs typeface="Century Gothic"/>
                <a:sym typeface="Century Gothic"/>
              </a:rPr>
              <a:t>Clarify ambiguities as much as possible here</a:t>
            </a:r>
            <a:endParaRPr lang="en-US" dirty="0">
              <a:latin typeface="+mj-lt"/>
            </a:endParaRPr>
          </a:p>
          <a:p>
            <a:pPr marL="0" indent="0">
              <a:spcBef>
                <a:spcPts val="560"/>
              </a:spcBef>
              <a:buClr>
                <a:srgbClr val="7F7F7F"/>
              </a:buClr>
              <a:buSzPts val="2800"/>
              <a:buFont typeface="Arial"/>
              <a:buNone/>
            </a:pPr>
            <a:endParaRPr lang="en-US" dirty="0">
              <a:latin typeface="+mj-lt"/>
              <a:ea typeface="Century Gothic"/>
              <a:cs typeface="Century Gothic"/>
              <a:sym typeface="Century Gothic"/>
            </a:endParaRPr>
          </a:p>
          <a:p>
            <a:pPr marL="0" indent="0">
              <a:spcBef>
                <a:spcPts val="560"/>
              </a:spcBef>
              <a:buClr>
                <a:srgbClr val="7F7F7F"/>
              </a:buClr>
              <a:buSzPts val="2800"/>
              <a:buFont typeface="Arial"/>
              <a:buNone/>
            </a:pPr>
            <a:endParaRPr lang="en-US" dirty="0">
              <a:latin typeface="+mj-lt"/>
              <a:ea typeface="Century Gothic"/>
              <a:cs typeface="Century Gothic"/>
              <a:sym typeface="Century Gothic"/>
            </a:endParaRPr>
          </a:p>
          <a:p>
            <a:pPr marL="0" indent="0">
              <a:spcBef>
                <a:spcPts val="560"/>
              </a:spcBef>
              <a:buClr>
                <a:srgbClr val="7F7F7F"/>
              </a:buClr>
              <a:buSzPts val="2800"/>
              <a:buFont typeface="Arial"/>
              <a:buNone/>
            </a:pPr>
            <a:r>
              <a:rPr lang="en-US" i="1" dirty="0">
                <a:latin typeface="+mj-lt"/>
                <a:ea typeface="Century Gothic"/>
                <a:cs typeface="Century Gothic"/>
                <a:sym typeface="Century Gothic"/>
              </a:rPr>
              <a:t>Then</a:t>
            </a:r>
            <a:r>
              <a:rPr lang="en-US" dirty="0">
                <a:latin typeface="+mj-lt"/>
                <a:ea typeface="Century Gothic"/>
                <a:cs typeface="Century Gothic"/>
                <a:sym typeface="Century Gothic"/>
              </a:rPr>
              <a:t> identify relevant knowledge gaps </a:t>
            </a:r>
            <a:endParaRPr lang="en-US" dirty="0">
              <a:latin typeface="+mj-lt"/>
            </a:endParaRPr>
          </a:p>
          <a:p>
            <a:pPr marL="0" indent="0">
              <a:spcBef>
                <a:spcPts val="560"/>
              </a:spcBef>
              <a:buClr>
                <a:srgbClr val="7F7F7F"/>
              </a:buClr>
              <a:buSzPts val="2800"/>
              <a:buFont typeface="Arial"/>
              <a:buNone/>
            </a:pPr>
            <a:endParaRPr lang="en-US" dirty="0">
              <a:latin typeface="+mj-lt"/>
              <a:ea typeface="Century Gothic"/>
              <a:cs typeface="Century Gothic"/>
              <a:sym typeface="Century Gothic"/>
            </a:endParaRPr>
          </a:p>
          <a:p>
            <a:pPr marL="0" indent="0">
              <a:spcBef>
                <a:spcPts val="560"/>
              </a:spcBef>
              <a:buClr>
                <a:srgbClr val="7F7F7F"/>
              </a:buClr>
              <a:buSzPts val="2800"/>
              <a:buFont typeface="Arial"/>
              <a:buNone/>
            </a:pPr>
            <a:endParaRPr lang="en-US" dirty="0">
              <a:latin typeface="+mj-lt"/>
              <a:ea typeface="Century Gothic"/>
              <a:cs typeface="Century Gothic"/>
              <a:sym typeface="Century Gothic"/>
            </a:endParaRPr>
          </a:p>
          <a:p>
            <a:pPr marL="0" indent="0">
              <a:spcBef>
                <a:spcPts val="560"/>
              </a:spcBef>
              <a:buClr>
                <a:srgbClr val="7F7F7F"/>
              </a:buClr>
              <a:buSzPts val="2800"/>
              <a:buFont typeface="Arial"/>
              <a:buNone/>
            </a:pPr>
            <a:r>
              <a:rPr lang="en-US" dirty="0">
                <a:latin typeface="+mj-lt"/>
                <a:ea typeface="Century Gothic"/>
                <a:cs typeface="Century Gothic"/>
                <a:sym typeface="Century Gothic"/>
              </a:rPr>
              <a:t>At the end, test the sensitivity of your decision to inputs</a:t>
            </a:r>
          </a:p>
        </p:txBody>
      </p:sp>
      <p:sp>
        <p:nvSpPr>
          <p:cNvPr id="22" name="Google Shape;137;p15">
            <a:extLst>
              <a:ext uri="{FF2B5EF4-FFF2-40B4-BE49-F238E27FC236}">
                <a16:creationId xmlns:a16="http://schemas.microsoft.com/office/drawing/2014/main" id="{3316FCD5-DCEF-F79F-5C19-21DC21C58C00}"/>
              </a:ext>
            </a:extLst>
          </p:cNvPr>
          <p:cNvSpPr/>
          <p:nvPr/>
        </p:nvSpPr>
        <p:spPr>
          <a:xfrm>
            <a:off x="3457255" y="1897148"/>
            <a:ext cx="443722" cy="1198577"/>
          </a:xfrm>
          <a:prstGeom prst="rightBrace">
            <a:avLst>
              <a:gd name="adj1" fmla="val 8333"/>
              <a:gd name="adj2" fmla="val 19484"/>
            </a:avLst>
          </a:prstGeom>
          <a:noFill/>
          <a:ln w="28575" cap="flat" cmpd="sng">
            <a:solidFill>
              <a:srgbClr val="7030A0"/>
            </a:solid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n w="0"/>
              <a:effectLst>
                <a:outerShdw blurRad="38100" dist="19050" dir="2700000" algn="tl" rotWithShape="0">
                  <a:schemeClr val="dk1">
                    <a:alpha val="40000"/>
                  </a:schemeClr>
                </a:outerShdw>
              </a:effectLst>
              <a:latin typeface="+mj-lt"/>
              <a:ea typeface="Palatino Linotype"/>
              <a:cs typeface="Palatino Linotype"/>
              <a:sym typeface="Palatino Linotype"/>
            </a:endParaRPr>
          </a:p>
        </p:txBody>
      </p:sp>
      <p:sp>
        <p:nvSpPr>
          <p:cNvPr id="23" name="Google Shape;138;p15">
            <a:extLst>
              <a:ext uri="{FF2B5EF4-FFF2-40B4-BE49-F238E27FC236}">
                <a16:creationId xmlns:a16="http://schemas.microsoft.com/office/drawing/2014/main" id="{97411EAD-DC83-8092-AA6B-807295E2479E}"/>
              </a:ext>
            </a:extLst>
          </p:cNvPr>
          <p:cNvSpPr/>
          <p:nvPr/>
        </p:nvSpPr>
        <p:spPr>
          <a:xfrm>
            <a:off x="3457255" y="3706454"/>
            <a:ext cx="443722" cy="449652"/>
          </a:xfrm>
          <a:prstGeom prst="rightBrace">
            <a:avLst>
              <a:gd name="adj1" fmla="val 8333"/>
              <a:gd name="adj2" fmla="val 50000"/>
            </a:avLst>
          </a:prstGeom>
          <a:noFill/>
          <a:ln w="28575" cap="flat" cmpd="sng">
            <a:solidFill>
              <a:srgbClr val="7030A0"/>
            </a:solid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n w="0"/>
              <a:effectLst>
                <a:outerShdw blurRad="38100" dist="19050" dir="2700000" algn="tl" rotWithShape="0">
                  <a:schemeClr val="dk1">
                    <a:alpha val="40000"/>
                  </a:schemeClr>
                </a:outerShdw>
              </a:effectLst>
              <a:latin typeface="+mj-lt"/>
              <a:ea typeface="Palatino Linotype"/>
              <a:cs typeface="Palatino Linotype"/>
              <a:sym typeface="Palatino Linotype"/>
            </a:endParaRPr>
          </a:p>
        </p:txBody>
      </p:sp>
      <p:sp>
        <p:nvSpPr>
          <p:cNvPr id="24" name="Google Shape;139;p15">
            <a:extLst>
              <a:ext uri="{FF2B5EF4-FFF2-40B4-BE49-F238E27FC236}">
                <a16:creationId xmlns:a16="http://schemas.microsoft.com/office/drawing/2014/main" id="{528BF25F-624E-294B-2127-AE1D7DFB4A5C}"/>
              </a:ext>
            </a:extLst>
          </p:cNvPr>
          <p:cNvSpPr/>
          <p:nvPr/>
        </p:nvSpPr>
        <p:spPr>
          <a:xfrm>
            <a:off x="3457255" y="5449514"/>
            <a:ext cx="443722" cy="449652"/>
          </a:xfrm>
          <a:prstGeom prst="rightBrace">
            <a:avLst>
              <a:gd name="adj1" fmla="val 8333"/>
              <a:gd name="adj2" fmla="val 50000"/>
            </a:avLst>
          </a:prstGeom>
          <a:noFill/>
          <a:ln w="28575" cap="flat" cmpd="sng">
            <a:solidFill>
              <a:srgbClr val="7030A0"/>
            </a:solidFill>
            <a:prstDash val="solid"/>
            <a:round/>
            <a:headEnd type="none" w="sm" len="sm"/>
            <a:tailEnd type="none" w="sm" len="sm"/>
          </a:ln>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ln w="0"/>
              <a:effectLst>
                <a:outerShdw blurRad="38100" dist="19050" dir="2700000" algn="tl" rotWithShape="0">
                  <a:schemeClr val="dk1">
                    <a:alpha val="40000"/>
                  </a:schemeClr>
                </a:outerShdw>
              </a:effectLst>
              <a:latin typeface="+mj-lt"/>
              <a:ea typeface="Palatino Linotype"/>
              <a:cs typeface="Palatino Linotype"/>
              <a:sym typeface="Palatino Linotype"/>
            </a:endParaRPr>
          </a:p>
        </p:txBody>
      </p:sp>
    </p:spTree>
    <p:extLst>
      <p:ext uri="{BB962C8B-B14F-4D97-AF65-F5344CB8AC3E}">
        <p14:creationId xmlns:p14="http://schemas.microsoft.com/office/powerpoint/2010/main" val="38922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A67D3-22B8-D301-9C0E-75FBBAF3E6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E42035-55AE-5F09-1C7A-FE90D2CD8E95}"/>
              </a:ext>
            </a:extLst>
          </p:cNvPr>
          <p:cNvSpPr>
            <a:spLocks noGrp="1"/>
          </p:cNvSpPr>
          <p:nvPr>
            <p:ph type="title"/>
          </p:nvPr>
        </p:nvSpPr>
        <p:spPr/>
        <p:txBody>
          <a:bodyPr/>
          <a:lstStyle/>
          <a:p>
            <a:r>
              <a:rPr lang="en-US" dirty="0"/>
              <a:t>Types of Uncertainty</a:t>
            </a:r>
          </a:p>
        </p:txBody>
      </p:sp>
      <p:sp>
        <p:nvSpPr>
          <p:cNvPr id="4" name="TextBox 3">
            <a:extLst>
              <a:ext uri="{FF2B5EF4-FFF2-40B4-BE49-F238E27FC236}">
                <a16:creationId xmlns:a16="http://schemas.microsoft.com/office/drawing/2014/main" id="{D83092D0-8F0D-EC91-792E-81F4B050448D}"/>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sp>
        <p:nvSpPr>
          <p:cNvPr id="6" name="Content Placeholder 5">
            <a:extLst>
              <a:ext uri="{FF2B5EF4-FFF2-40B4-BE49-F238E27FC236}">
                <a16:creationId xmlns:a16="http://schemas.microsoft.com/office/drawing/2014/main" id="{04D8CDB5-1D85-1591-432A-545A63A5D282}"/>
              </a:ext>
            </a:extLst>
          </p:cNvPr>
          <p:cNvSpPr>
            <a:spLocks noGrp="1"/>
          </p:cNvSpPr>
          <p:nvPr>
            <p:ph idx="1"/>
          </p:nvPr>
        </p:nvSpPr>
        <p:spPr>
          <a:xfrm>
            <a:off x="838200" y="1690688"/>
            <a:ext cx="10403541" cy="4351338"/>
          </a:xfrm>
        </p:spPr>
        <p:txBody>
          <a:bodyPr/>
          <a:lstStyle/>
          <a:p>
            <a:r>
              <a:rPr lang="en-US" b="1" dirty="0"/>
              <a:t>Linguistic</a:t>
            </a:r>
            <a:r>
              <a:rPr lang="en-US" dirty="0"/>
              <a:t> – uncertainty arising from our communication (can be reduced with effort) </a:t>
            </a:r>
          </a:p>
          <a:p>
            <a:pPr marL="0" indent="0">
              <a:buNone/>
            </a:pPr>
            <a:endParaRPr lang="en-US" dirty="0"/>
          </a:p>
          <a:p>
            <a:pPr marL="0" indent="0">
              <a:buNone/>
            </a:pPr>
            <a:endParaRPr lang="en-US" dirty="0"/>
          </a:p>
          <a:p>
            <a:r>
              <a:rPr lang="en-US" b="1" dirty="0"/>
              <a:t>Epistemic</a:t>
            </a:r>
            <a:r>
              <a:rPr lang="en-US" dirty="0"/>
              <a:t> – uncertainty about how the world works (some types can be reduced with effort) </a:t>
            </a:r>
          </a:p>
          <a:p>
            <a:endParaRPr lang="en-US" dirty="0"/>
          </a:p>
          <a:p>
            <a:endParaRPr lang="en-US" dirty="0"/>
          </a:p>
        </p:txBody>
      </p:sp>
      <p:sp>
        <p:nvSpPr>
          <p:cNvPr id="8" name="TextBox 7">
            <a:extLst>
              <a:ext uri="{FF2B5EF4-FFF2-40B4-BE49-F238E27FC236}">
                <a16:creationId xmlns:a16="http://schemas.microsoft.com/office/drawing/2014/main" id="{C099C818-FB4C-54E7-35E3-C2F329E395A3}"/>
              </a:ext>
            </a:extLst>
          </p:cNvPr>
          <p:cNvSpPr txBox="1"/>
          <p:nvPr/>
        </p:nvSpPr>
        <p:spPr>
          <a:xfrm>
            <a:off x="6468035" y="118486"/>
            <a:ext cx="5612803" cy="923330"/>
          </a:xfrm>
          <a:prstGeom prst="rect">
            <a:avLst/>
          </a:prstGeom>
          <a:noFill/>
        </p:spPr>
        <p:txBody>
          <a:bodyPr wrap="square">
            <a:spAutoFit/>
          </a:bodyPr>
          <a:lstStyle/>
          <a:p>
            <a:pPr marL="0" marR="0" lvl="0" indent="0" algn="just" rtl="0">
              <a:spcBef>
                <a:spcPts val="0"/>
              </a:spcBef>
              <a:spcAft>
                <a:spcPts val="0"/>
              </a:spcAft>
              <a:buClr>
                <a:schemeClr val="dk2"/>
              </a:buClr>
              <a:buSzPts val="2800"/>
              <a:buNone/>
            </a:pPr>
            <a:r>
              <a:rPr lang="en-US" sz="1800" dirty="0">
                <a:solidFill>
                  <a:schemeClr val="bg2">
                    <a:lumMod val="50000"/>
                  </a:schemeClr>
                </a:solidFill>
                <a:sym typeface="Century Gothic"/>
              </a:rPr>
              <a:t>Regan HM, M </a:t>
            </a:r>
            <a:r>
              <a:rPr lang="en-US" sz="1800" dirty="0" err="1">
                <a:solidFill>
                  <a:schemeClr val="bg2">
                    <a:lumMod val="50000"/>
                  </a:schemeClr>
                </a:solidFill>
                <a:sym typeface="Century Gothic"/>
              </a:rPr>
              <a:t>Colyvan</a:t>
            </a:r>
            <a:r>
              <a:rPr lang="en-US" sz="1800" dirty="0">
                <a:solidFill>
                  <a:schemeClr val="bg2">
                    <a:lumMod val="50000"/>
                  </a:schemeClr>
                </a:solidFill>
                <a:sym typeface="Century Gothic"/>
              </a:rPr>
              <a:t>, and MA Burgman. 2002. A taxonomy and treatment of uncertainty for ecology and conservation biology. Ecological Applications 12: 618-628. </a:t>
            </a:r>
            <a:endParaRPr lang="en-US" sz="1800" dirty="0">
              <a:solidFill>
                <a:schemeClr val="bg2">
                  <a:lumMod val="50000"/>
                </a:schemeClr>
              </a:solidFill>
            </a:endParaRPr>
          </a:p>
        </p:txBody>
      </p:sp>
    </p:spTree>
    <p:extLst>
      <p:ext uri="{BB962C8B-B14F-4D97-AF65-F5344CB8AC3E}">
        <p14:creationId xmlns:p14="http://schemas.microsoft.com/office/powerpoint/2010/main" val="4169140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6FAEF-08CC-B673-6E7C-AEA12E1181A3}"/>
              </a:ext>
            </a:extLst>
          </p:cNvPr>
          <p:cNvSpPr>
            <a:spLocks noGrp="1"/>
          </p:cNvSpPr>
          <p:nvPr>
            <p:ph type="title"/>
          </p:nvPr>
        </p:nvSpPr>
        <p:spPr/>
        <p:txBody>
          <a:bodyPr/>
          <a:lstStyle/>
          <a:p>
            <a:r>
              <a:rPr lang="en-US" dirty="0"/>
              <a:t>Linguistic uncertainty</a:t>
            </a:r>
          </a:p>
        </p:txBody>
      </p:sp>
      <p:sp>
        <p:nvSpPr>
          <p:cNvPr id="3" name="Content Placeholder 2">
            <a:extLst>
              <a:ext uri="{FF2B5EF4-FFF2-40B4-BE49-F238E27FC236}">
                <a16:creationId xmlns:a16="http://schemas.microsoft.com/office/drawing/2014/main" id="{F2537EAF-1E9C-DEA1-367F-C56E83A153E0}"/>
              </a:ext>
            </a:extLst>
          </p:cNvPr>
          <p:cNvSpPr>
            <a:spLocks noGrp="1"/>
          </p:cNvSpPr>
          <p:nvPr>
            <p:ph idx="1"/>
          </p:nvPr>
        </p:nvSpPr>
        <p:spPr>
          <a:xfrm>
            <a:off x="838200" y="1522252"/>
            <a:ext cx="10898393" cy="2687674"/>
          </a:xfrm>
        </p:spPr>
        <p:txBody>
          <a:bodyPr>
            <a:normAutofit fontScale="92500"/>
          </a:bodyPr>
          <a:lstStyle/>
          <a:p>
            <a:r>
              <a:rPr lang="en-US" dirty="0"/>
              <a:t>Uncertainty arising from our communication (can be reduced with effort) </a:t>
            </a:r>
          </a:p>
          <a:p>
            <a:pPr lvl="1"/>
            <a:r>
              <a:rPr lang="en-US" dirty="0"/>
              <a:t>Arises because of our natural language &amp; our scientific vocabulary, is under specific, ambiguous, vague, context dependent, or exhibits theoretical indeterminacies</a:t>
            </a:r>
          </a:p>
          <a:p>
            <a:r>
              <a:rPr lang="en-US" dirty="0">
                <a:solidFill>
                  <a:schemeClr val="accent1"/>
                </a:solidFill>
              </a:rPr>
              <a:t>Example: consider estimating the number of endangered species in a region. Uncertainty arises because of what constitutes an endangered species. Before we can even attempt to count the number of endangered species, it is necessary to decide what we mean by the term ‘‘endangered species’’</a:t>
            </a:r>
          </a:p>
        </p:txBody>
      </p:sp>
      <p:sp>
        <p:nvSpPr>
          <p:cNvPr id="5" name="TextBox 4">
            <a:extLst>
              <a:ext uri="{FF2B5EF4-FFF2-40B4-BE49-F238E27FC236}">
                <a16:creationId xmlns:a16="http://schemas.microsoft.com/office/drawing/2014/main" id="{2D35D6AB-7392-17BE-7DB1-49664A5E3A86}"/>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pic>
        <p:nvPicPr>
          <p:cNvPr id="7" name="Picture 6">
            <a:extLst>
              <a:ext uri="{FF2B5EF4-FFF2-40B4-BE49-F238E27FC236}">
                <a16:creationId xmlns:a16="http://schemas.microsoft.com/office/drawing/2014/main" id="{88D3DBDB-9EE4-83B7-B6ED-BD2F4098272A}"/>
              </a:ext>
            </a:extLst>
          </p:cNvPr>
          <p:cNvPicPr>
            <a:picLocks noChangeAspect="1"/>
          </p:cNvPicPr>
          <p:nvPr/>
        </p:nvPicPr>
        <p:blipFill>
          <a:blip r:embed="rId3"/>
          <a:stretch>
            <a:fillRect/>
          </a:stretch>
        </p:blipFill>
        <p:spPr>
          <a:xfrm>
            <a:off x="2667952" y="4378362"/>
            <a:ext cx="6856095" cy="1906289"/>
          </a:xfrm>
          <a:prstGeom prst="rect">
            <a:avLst/>
          </a:prstGeom>
        </p:spPr>
      </p:pic>
    </p:spTree>
    <p:extLst>
      <p:ext uri="{BB962C8B-B14F-4D97-AF65-F5344CB8AC3E}">
        <p14:creationId xmlns:p14="http://schemas.microsoft.com/office/powerpoint/2010/main" val="329238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E7CFB-86BD-98E1-C23F-5178FDEAC89D}"/>
              </a:ext>
            </a:extLst>
          </p:cNvPr>
          <p:cNvSpPr>
            <a:spLocks noGrp="1"/>
          </p:cNvSpPr>
          <p:nvPr>
            <p:ph type="title"/>
          </p:nvPr>
        </p:nvSpPr>
        <p:spPr/>
        <p:txBody>
          <a:bodyPr/>
          <a:lstStyle/>
          <a:p>
            <a:r>
              <a:rPr lang="en-US" dirty="0"/>
              <a:t>Linguistic uncertainty</a:t>
            </a:r>
          </a:p>
        </p:txBody>
      </p:sp>
      <p:sp>
        <p:nvSpPr>
          <p:cNvPr id="4" name="Google Shape;148;p16">
            <a:extLst>
              <a:ext uri="{FF2B5EF4-FFF2-40B4-BE49-F238E27FC236}">
                <a16:creationId xmlns:a16="http://schemas.microsoft.com/office/drawing/2014/main" id="{395847C8-4507-54B6-7987-7FFD5053464B}"/>
              </a:ext>
            </a:extLst>
          </p:cNvPr>
          <p:cNvSpPr txBox="1">
            <a:spLocks/>
          </p:cNvSpPr>
          <p:nvPr/>
        </p:nvSpPr>
        <p:spPr>
          <a:xfrm>
            <a:off x="7639070" y="20386"/>
            <a:ext cx="4445354" cy="6894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rtl="0">
              <a:spcBef>
                <a:spcPts val="0"/>
              </a:spcBef>
              <a:spcAft>
                <a:spcPts val="0"/>
              </a:spcAft>
              <a:buNone/>
            </a:pPr>
            <a:r>
              <a:rPr lang="en-US" sz="1600" dirty="0">
                <a:solidFill>
                  <a:schemeClr val="bg2">
                    <a:lumMod val="50000"/>
                  </a:schemeClr>
                </a:solidFill>
                <a:latin typeface="Arial"/>
                <a:ea typeface="Arial"/>
                <a:cs typeface="Arial"/>
                <a:sym typeface="Arial"/>
              </a:rPr>
              <a:t>Morgan MG. 2014. Use (and abuse) of expert elicitation in support of decision making for public policy. PNAS 111:7176-7184.</a:t>
            </a:r>
          </a:p>
        </p:txBody>
      </p:sp>
      <p:sp>
        <p:nvSpPr>
          <p:cNvPr id="5" name="TextBox 4">
            <a:extLst>
              <a:ext uri="{FF2B5EF4-FFF2-40B4-BE49-F238E27FC236}">
                <a16:creationId xmlns:a16="http://schemas.microsoft.com/office/drawing/2014/main" id="{476D2875-9FBC-7D4E-0204-92D203C52959}"/>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pic>
        <p:nvPicPr>
          <p:cNvPr id="6" name="Google Shape;159;p17">
            <a:extLst>
              <a:ext uri="{FF2B5EF4-FFF2-40B4-BE49-F238E27FC236}">
                <a16:creationId xmlns:a16="http://schemas.microsoft.com/office/drawing/2014/main" id="{AFD3FC9D-31EF-B2A8-3EC8-81409A818359}"/>
              </a:ext>
            </a:extLst>
          </p:cNvPr>
          <p:cNvPicPr preferRelativeResize="0"/>
          <p:nvPr/>
        </p:nvPicPr>
        <p:blipFill rotWithShape="1">
          <a:blip r:embed="rId3">
            <a:alphaModFix/>
          </a:blip>
          <a:srcRect/>
          <a:stretch/>
        </p:blipFill>
        <p:spPr>
          <a:xfrm>
            <a:off x="2363210" y="1436834"/>
            <a:ext cx="5016536" cy="5184690"/>
          </a:xfrm>
          <a:prstGeom prst="rect">
            <a:avLst/>
          </a:prstGeom>
          <a:noFill/>
          <a:ln>
            <a:noFill/>
          </a:ln>
        </p:spPr>
      </p:pic>
      <p:grpSp>
        <p:nvGrpSpPr>
          <p:cNvPr id="7" name="Group 6">
            <a:extLst>
              <a:ext uri="{FF2B5EF4-FFF2-40B4-BE49-F238E27FC236}">
                <a16:creationId xmlns:a16="http://schemas.microsoft.com/office/drawing/2014/main" id="{BA2BEA6E-37D3-DF1D-79F9-986634E8088A}"/>
              </a:ext>
            </a:extLst>
          </p:cNvPr>
          <p:cNvGrpSpPr/>
          <p:nvPr/>
        </p:nvGrpSpPr>
        <p:grpSpPr>
          <a:xfrm>
            <a:off x="3859061" y="2376556"/>
            <a:ext cx="3520686" cy="3305245"/>
            <a:chOff x="3557847" y="2660074"/>
            <a:chExt cx="3095105" cy="2652932"/>
          </a:xfrm>
        </p:grpSpPr>
        <p:sp>
          <p:nvSpPr>
            <p:cNvPr id="8" name="Rectangle 7">
              <a:extLst>
                <a:ext uri="{FF2B5EF4-FFF2-40B4-BE49-F238E27FC236}">
                  <a16:creationId xmlns:a16="http://schemas.microsoft.com/office/drawing/2014/main" id="{15FCA641-660E-FC03-F1C4-9D5F8930D748}"/>
                </a:ext>
              </a:extLst>
            </p:cNvPr>
            <p:cNvSpPr/>
            <p:nvPr/>
          </p:nvSpPr>
          <p:spPr>
            <a:xfrm>
              <a:off x="3557847" y="2660074"/>
              <a:ext cx="2793076" cy="24439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7810379-E58E-B28C-88D3-959026F7E743}"/>
                </a:ext>
              </a:extLst>
            </p:cNvPr>
            <p:cNvSpPr/>
            <p:nvPr/>
          </p:nvSpPr>
          <p:spPr>
            <a:xfrm>
              <a:off x="3859876" y="2869064"/>
              <a:ext cx="2793076" cy="24439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556198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3F7AE-AAFA-F28C-61E6-5F90FC5FE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1A4AD0-DADD-D565-ED7D-5C4C2C276FCF}"/>
              </a:ext>
            </a:extLst>
          </p:cNvPr>
          <p:cNvSpPr>
            <a:spLocks noGrp="1"/>
          </p:cNvSpPr>
          <p:nvPr>
            <p:ph type="title"/>
          </p:nvPr>
        </p:nvSpPr>
        <p:spPr/>
        <p:txBody>
          <a:bodyPr/>
          <a:lstStyle/>
          <a:p>
            <a:r>
              <a:rPr lang="en-US" dirty="0"/>
              <a:t>Linguistic uncertainty</a:t>
            </a:r>
          </a:p>
        </p:txBody>
      </p:sp>
      <p:sp>
        <p:nvSpPr>
          <p:cNvPr id="4" name="Google Shape;148;p16">
            <a:extLst>
              <a:ext uri="{FF2B5EF4-FFF2-40B4-BE49-F238E27FC236}">
                <a16:creationId xmlns:a16="http://schemas.microsoft.com/office/drawing/2014/main" id="{14B95549-52DF-0116-03F5-D95A06723E7D}"/>
              </a:ext>
            </a:extLst>
          </p:cNvPr>
          <p:cNvSpPr txBox="1">
            <a:spLocks/>
          </p:cNvSpPr>
          <p:nvPr/>
        </p:nvSpPr>
        <p:spPr>
          <a:xfrm>
            <a:off x="7639070" y="20386"/>
            <a:ext cx="4445354" cy="68947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just" rtl="0">
              <a:spcBef>
                <a:spcPts val="0"/>
              </a:spcBef>
              <a:spcAft>
                <a:spcPts val="0"/>
              </a:spcAft>
              <a:buNone/>
            </a:pPr>
            <a:r>
              <a:rPr lang="en-US" sz="1600" dirty="0">
                <a:solidFill>
                  <a:schemeClr val="bg2">
                    <a:lumMod val="50000"/>
                  </a:schemeClr>
                </a:solidFill>
                <a:latin typeface="Arial"/>
                <a:ea typeface="Arial"/>
                <a:cs typeface="Arial"/>
                <a:sym typeface="Arial"/>
              </a:rPr>
              <a:t>Morgan MG. 2014. Use (and abuse) of expert elicitation in support of decision making for public policy. PNAS 111:7176-7184.</a:t>
            </a:r>
          </a:p>
        </p:txBody>
      </p:sp>
      <p:sp>
        <p:nvSpPr>
          <p:cNvPr id="5" name="TextBox 4">
            <a:extLst>
              <a:ext uri="{FF2B5EF4-FFF2-40B4-BE49-F238E27FC236}">
                <a16:creationId xmlns:a16="http://schemas.microsoft.com/office/drawing/2014/main" id="{57B41C3C-0116-1FC5-C7BC-485343480387}"/>
              </a:ext>
            </a:extLst>
          </p:cNvPr>
          <p:cNvSpPr txBox="1"/>
          <p:nvPr/>
        </p:nvSpPr>
        <p:spPr>
          <a:xfrm>
            <a:off x="0" y="6621524"/>
            <a:ext cx="6097554" cy="276999"/>
          </a:xfrm>
          <a:prstGeom prst="rect">
            <a:avLst/>
          </a:prstGeom>
          <a:noFill/>
        </p:spPr>
        <p:txBody>
          <a:bodyPr wrap="square">
            <a:spAutoFit/>
          </a:bodyPr>
          <a:lstStyle/>
          <a:p>
            <a:r>
              <a:rPr lang="en-US" sz="1200" dirty="0"/>
              <a:t>Developed by Sarah Converse</a:t>
            </a:r>
          </a:p>
        </p:txBody>
      </p:sp>
      <p:pic>
        <p:nvPicPr>
          <p:cNvPr id="6" name="Google Shape;159;p17">
            <a:extLst>
              <a:ext uri="{FF2B5EF4-FFF2-40B4-BE49-F238E27FC236}">
                <a16:creationId xmlns:a16="http://schemas.microsoft.com/office/drawing/2014/main" id="{38042B89-1E77-B5E8-7F80-4BF0790DBAC1}"/>
              </a:ext>
            </a:extLst>
          </p:cNvPr>
          <p:cNvPicPr preferRelativeResize="0"/>
          <p:nvPr/>
        </p:nvPicPr>
        <p:blipFill rotWithShape="1">
          <a:blip r:embed="rId3">
            <a:alphaModFix/>
          </a:blip>
          <a:srcRect/>
          <a:stretch/>
        </p:blipFill>
        <p:spPr>
          <a:xfrm>
            <a:off x="2363210" y="1436834"/>
            <a:ext cx="5016536" cy="5184690"/>
          </a:xfrm>
          <a:prstGeom prst="rect">
            <a:avLst/>
          </a:prstGeom>
          <a:noFill/>
          <a:ln>
            <a:noFill/>
          </a:ln>
        </p:spPr>
      </p:pic>
      <p:sp>
        <p:nvSpPr>
          <p:cNvPr id="3" name="Rectangle 2">
            <a:extLst>
              <a:ext uri="{FF2B5EF4-FFF2-40B4-BE49-F238E27FC236}">
                <a16:creationId xmlns:a16="http://schemas.microsoft.com/office/drawing/2014/main" id="{795FD562-E032-D894-B820-17F47057E8E7}"/>
              </a:ext>
            </a:extLst>
          </p:cNvPr>
          <p:cNvSpPr/>
          <p:nvPr/>
        </p:nvSpPr>
        <p:spPr>
          <a:xfrm>
            <a:off x="3754419" y="3948055"/>
            <a:ext cx="3625327" cy="27699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0425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A619F-EBDE-70FB-ED56-F9B6B62111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7FB520-F8D5-94C2-6283-41F8F079868D}"/>
              </a:ext>
            </a:extLst>
          </p:cNvPr>
          <p:cNvSpPr>
            <a:spLocks noGrp="1"/>
          </p:cNvSpPr>
          <p:nvPr>
            <p:ph type="title"/>
          </p:nvPr>
        </p:nvSpPr>
        <p:spPr/>
        <p:txBody>
          <a:bodyPr/>
          <a:lstStyle/>
          <a:p>
            <a:r>
              <a:rPr lang="en-US" dirty="0"/>
              <a:t>Linguistic uncertainty</a:t>
            </a:r>
          </a:p>
        </p:txBody>
      </p:sp>
      <p:sp>
        <p:nvSpPr>
          <p:cNvPr id="5" name="TextBox 4">
            <a:extLst>
              <a:ext uri="{FF2B5EF4-FFF2-40B4-BE49-F238E27FC236}">
                <a16:creationId xmlns:a16="http://schemas.microsoft.com/office/drawing/2014/main" id="{0F36DE95-1017-1AB3-99E6-5AB94D5069DB}"/>
              </a:ext>
            </a:extLst>
          </p:cNvPr>
          <p:cNvSpPr txBox="1"/>
          <p:nvPr/>
        </p:nvSpPr>
        <p:spPr>
          <a:xfrm>
            <a:off x="0" y="6621524"/>
            <a:ext cx="6097554" cy="276999"/>
          </a:xfrm>
          <a:prstGeom prst="rect">
            <a:avLst/>
          </a:prstGeom>
          <a:noFill/>
        </p:spPr>
        <p:txBody>
          <a:bodyPr wrap="square">
            <a:spAutoFit/>
          </a:bodyPr>
          <a:lstStyle/>
          <a:p>
            <a:r>
              <a:rPr lang="en-US" sz="1200" dirty="0"/>
              <a:t>Developed by Brielle Thompson</a:t>
            </a:r>
          </a:p>
        </p:txBody>
      </p:sp>
      <p:pic>
        <p:nvPicPr>
          <p:cNvPr id="1026" name="Picture 2" descr="Meh: Midwest translation guide">
            <a:extLst>
              <a:ext uri="{FF2B5EF4-FFF2-40B4-BE49-F238E27FC236}">
                <a16:creationId xmlns:a16="http://schemas.microsoft.com/office/drawing/2014/main" id="{08FB2747-CD37-4E87-E36B-E88E9DD3335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853"/>
          <a:stretch>
            <a:fillRect/>
          </a:stretch>
        </p:blipFill>
        <p:spPr bwMode="auto">
          <a:xfrm>
            <a:off x="3334085" y="1414462"/>
            <a:ext cx="4658846" cy="5281013"/>
          </a:xfrm>
          <a:prstGeom prst="rect">
            <a:avLst/>
          </a:prstGeom>
          <a:noFill/>
          <a:ln w="57150">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76160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1B586722-30DD-2A49-B1B8-96F65906F017}"/>
              </a:ext>
            </a:extLst>
          </p:cNvPr>
          <p:cNvGraphicFramePr/>
          <p:nvPr>
            <p:extLst>
              <p:ext uri="{D42A27DB-BD31-4B8C-83A1-F6EECF244321}">
                <p14:modId xmlns:p14="http://schemas.microsoft.com/office/powerpoint/2010/main" val="1058385111"/>
              </p:ext>
            </p:extLst>
          </p:nvPr>
        </p:nvGraphicFramePr>
        <p:xfrm>
          <a:off x="215152" y="-84460"/>
          <a:ext cx="11758108" cy="53368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a:extLst>
              <a:ext uri="{FF2B5EF4-FFF2-40B4-BE49-F238E27FC236}">
                <a16:creationId xmlns:a16="http://schemas.microsoft.com/office/drawing/2014/main" id="{FCD426FE-4B69-6A07-C772-998E8A25DDBD}"/>
              </a:ext>
            </a:extLst>
          </p:cNvPr>
          <p:cNvSpPr>
            <a:spLocks noGrp="1"/>
          </p:cNvSpPr>
          <p:nvPr>
            <p:ph type="title"/>
          </p:nvPr>
        </p:nvSpPr>
        <p:spPr>
          <a:xfrm>
            <a:off x="515471" y="51952"/>
            <a:ext cx="10515600" cy="1325563"/>
          </a:xfrm>
        </p:spPr>
        <p:txBody>
          <a:bodyPr/>
          <a:lstStyle/>
          <a:p>
            <a:r>
              <a:rPr lang="en-US" dirty="0"/>
              <a:t>Epistemic uncertainty</a:t>
            </a:r>
          </a:p>
        </p:txBody>
      </p:sp>
      <p:sp>
        <p:nvSpPr>
          <p:cNvPr id="3" name="Content Placeholder 2">
            <a:extLst>
              <a:ext uri="{FF2B5EF4-FFF2-40B4-BE49-F238E27FC236}">
                <a16:creationId xmlns:a16="http://schemas.microsoft.com/office/drawing/2014/main" id="{5863DECE-CCB3-CC3A-423A-54C71A019BED}"/>
              </a:ext>
            </a:extLst>
          </p:cNvPr>
          <p:cNvSpPr>
            <a:spLocks noGrp="1"/>
          </p:cNvSpPr>
          <p:nvPr>
            <p:ph idx="1"/>
          </p:nvPr>
        </p:nvSpPr>
        <p:spPr>
          <a:xfrm>
            <a:off x="741381" y="1008041"/>
            <a:ext cx="10515600" cy="530300"/>
          </a:xfrm>
        </p:spPr>
        <p:txBody>
          <a:bodyPr>
            <a:normAutofit fontScale="85000" lnSpcReduction="10000"/>
          </a:bodyPr>
          <a:lstStyle/>
          <a:p>
            <a:r>
              <a:rPr lang="en-US" dirty="0"/>
              <a:t>Uncertainty about how the world works (some types can be reduced with effort) </a:t>
            </a:r>
          </a:p>
          <a:p>
            <a:pPr marL="0" indent="0">
              <a:buNone/>
            </a:pPr>
            <a:endParaRPr lang="en-US" dirty="0"/>
          </a:p>
        </p:txBody>
      </p:sp>
      <p:sp>
        <p:nvSpPr>
          <p:cNvPr id="4" name="TextBox 3">
            <a:extLst>
              <a:ext uri="{FF2B5EF4-FFF2-40B4-BE49-F238E27FC236}">
                <a16:creationId xmlns:a16="http://schemas.microsoft.com/office/drawing/2014/main" id="{033D3D0B-59D4-F701-DE33-9EC96083BB22}"/>
              </a:ext>
            </a:extLst>
          </p:cNvPr>
          <p:cNvSpPr txBox="1"/>
          <p:nvPr/>
        </p:nvSpPr>
        <p:spPr>
          <a:xfrm>
            <a:off x="0" y="6396335"/>
            <a:ext cx="2325443" cy="461665"/>
          </a:xfrm>
          <a:prstGeom prst="rect">
            <a:avLst/>
          </a:prstGeom>
          <a:noFill/>
        </p:spPr>
        <p:txBody>
          <a:bodyPr wrap="square">
            <a:spAutoFit/>
          </a:bodyPr>
          <a:lstStyle/>
          <a:p>
            <a:r>
              <a:rPr lang="en-US" sz="1200" dirty="0"/>
              <a:t>Developed by Brielle Thompson </a:t>
            </a:r>
          </a:p>
          <a:p>
            <a:r>
              <a:rPr lang="en-US" sz="1200" dirty="0"/>
              <a:t>(see Regan et al. 2002) </a:t>
            </a:r>
          </a:p>
        </p:txBody>
      </p:sp>
      <p:sp>
        <p:nvSpPr>
          <p:cNvPr id="7" name="TextBox 6">
            <a:extLst>
              <a:ext uri="{FF2B5EF4-FFF2-40B4-BE49-F238E27FC236}">
                <a16:creationId xmlns:a16="http://schemas.microsoft.com/office/drawing/2014/main" id="{95008B7B-55A1-1134-0B88-F42156658DCC}"/>
              </a:ext>
            </a:extLst>
          </p:cNvPr>
          <p:cNvSpPr txBox="1"/>
          <p:nvPr/>
        </p:nvSpPr>
        <p:spPr>
          <a:xfrm>
            <a:off x="215152" y="3647572"/>
            <a:ext cx="1699709" cy="2585323"/>
          </a:xfrm>
          <a:prstGeom prst="rect">
            <a:avLst/>
          </a:prstGeom>
          <a:solidFill>
            <a:schemeClr val="accent5">
              <a:lumMod val="20000"/>
              <a:lumOff val="80000"/>
            </a:schemeClr>
          </a:solidFill>
        </p:spPr>
        <p:txBody>
          <a:bodyPr wrap="square" rtlCol="0">
            <a:spAutoFit/>
          </a:bodyPr>
          <a:lstStyle/>
          <a:p>
            <a:r>
              <a:rPr lang="en-US" dirty="0"/>
              <a:t>Random error in equipment or operator</a:t>
            </a:r>
          </a:p>
          <a:p>
            <a:endParaRPr lang="en-US" dirty="0"/>
          </a:p>
          <a:p>
            <a:r>
              <a:rPr lang="en-US" b="1" dirty="0"/>
              <a:t>Resolution: </a:t>
            </a:r>
            <a:r>
              <a:rPr lang="en-US" dirty="0"/>
              <a:t>apply statistical techniques to repeated measurements</a:t>
            </a:r>
          </a:p>
        </p:txBody>
      </p:sp>
      <p:sp>
        <p:nvSpPr>
          <p:cNvPr id="8" name="TextBox 7">
            <a:extLst>
              <a:ext uri="{FF2B5EF4-FFF2-40B4-BE49-F238E27FC236}">
                <a16:creationId xmlns:a16="http://schemas.microsoft.com/office/drawing/2014/main" id="{0DCD0BFB-C7A3-EE7F-C149-45AEE9666751}"/>
              </a:ext>
            </a:extLst>
          </p:cNvPr>
          <p:cNvSpPr txBox="1"/>
          <p:nvPr/>
        </p:nvSpPr>
        <p:spPr>
          <a:xfrm>
            <a:off x="2228624" y="3647571"/>
            <a:ext cx="1699709" cy="2031325"/>
          </a:xfrm>
          <a:prstGeom prst="rect">
            <a:avLst/>
          </a:prstGeom>
          <a:solidFill>
            <a:schemeClr val="accent2">
              <a:lumMod val="20000"/>
              <a:lumOff val="80000"/>
            </a:schemeClr>
          </a:solidFill>
        </p:spPr>
        <p:txBody>
          <a:bodyPr wrap="square" rtlCol="0">
            <a:spAutoFit/>
          </a:bodyPr>
          <a:lstStyle/>
          <a:p>
            <a:r>
              <a:rPr lang="en-US" dirty="0"/>
              <a:t>Bias in equipment or operator</a:t>
            </a:r>
          </a:p>
          <a:p>
            <a:endParaRPr lang="en-US" dirty="0"/>
          </a:p>
          <a:p>
            <a:r>
              <a:rPr lang="en-US" b="1" dirty="0"/>
              <a:t>Resolution: </a:t>
            </a:r>
            <a:r>
              <a:rPr lang="en-US" dirty="0"/>
              <a:t>Recognize bias, double sample</a:t>
            </a:r>
          </a:p>
        </p:txBody>
      </p:sp>
      <p:sp>
        <p:nvSpPr>
          <p:cNvPr id="9" name="TextBox 8">
            <a:extLst>
              <a:ext uri="{FF2B5EF4-FFF2-40B4-BE49-F238E27FC236}">
                <a16:creationId xmlns:a16="http://schemas.microsoft.com/office/drawing/2014/main" id="{7462B316-22BF-3B06-45D8-472551D15BF7}"/>
              </a:ext>
            </a:extLst>
          </p:cNvPr>
          <p:cNvSpPr txBox="1"/>
          <p:nvPr/>
        </p:nvSpPr>
        <p:spPr>
          <a:xfrm>
            <a:off x="4237615" y="3671016"/>
            <a:ext cx="1699709" cy="2031325"/>
          </a:xfrm>
          <a:prstGeom prst="rect">
            <a:avLst/>
          </a:prstGeom>
          <a:solidFill>
            <a:schemeClr val="accent6">
              <a:lumMod val="20000"/>
              <a:lumOff val="80000"/>
            </a:schemeClr>
          </a:solidFill>
        </p:spPr>
        <p:txBody>
          <a:bodyPr wrap="square" rtlCol="0">
            <a:spAutoFit/>
          </a:bodyPr>
          <a:lstStyle/>
          <a:p>
            <a:r>
              <a:rPr lang="en-US" dirty="0"/>
              <a:t>Fluctuations that naturally occur</a:t>
            </a:r>
          </a:p>
          <a:p>
            <a:endParaRPr lang="en-US" dirty="0"/>
          </a:p>
          <a:p>
            <a:r>
              <a:rPr lang="en-US" b="1" dirty="0"/>
              <a:t>Resolution: </a:t>
            </a:r>
            <a:r>
              <a:rPr lang="en-US" dirty="0"/>
              <a:t>Probability distributions</a:t>
            </a:r>
          </a:p>
        </p:txBody>
      </p:sp>
      <p:sp>
        <p:nvSpPr>
          <p:cNvPr id="10" name="TextBox 9">
            <a:extLst>
              <a:ext uri="{FF2B5EF4-FFF2-40B4-BE49-F238E27FC236}">
                <a16:creationId xmlns:a16="http://schemas.microsoft.com/office/drawing/2014/main" id="{F4B8C730-FF31-9413-EBEF-55CE171A9481}"/>
              </a:ext>
            </a:extLst>
          </p:cNvPr>
          <p:cNvSpPr txBox="1"/>
          <p:nvPr/>
        </p:nvSpPr>
        <p:spPr>
          <a:xfrm>
            <a:off x="6283361" y="3671016"/>
            <a:ext cx="1699709" cy="2031325"/>
          </a:xfrm>
          <a:prstGeom prst="rect">
            <a:avLst/>
          </a:prstGeom>
          <a:solidFill>
            <a:schemeClr val="accent3">
              <a:lumMod val="20000"/>
              <a:lumOff val="80000"/>
            </a:schemeClr>
          </a:solidFill>
        </p:spPr>
        <p:txBody>
          <a:bodyPr wrap="square" rtlCol="0">
            <a:spAutoFit/>
          </a:bodyPr>
          <a:lstStyle/>
          <a:p>
            <a:r>
              <a:rPr lang="en-US" dirty="0"/>
              <a:t>Unpredictable events, chaotic systems</a:t>
            </a:r>
          </a:p>
          <a:p>
            <a:endParaRPr lang="en-US" dirty="0"/>
          </a:p>
          <a:p>
            <a:r>
              <a:rPr lang="en-US" b="1" dirty="0"/>
              <a:t>Resolution: </a:t>
            </a:r>
            <a:r>
              <a:rPr lang="en-US" dirty="0"/>
              <a:t>Probability distributions</a:t>
            </a:r>
          </a:p>
        </p:txBody>
      </p:sp>
      <p:sp>
        <p:nvSpPr>
          <p:cNvPr id="11" name="TextBox 10">
            <a:extLst>
              <a:ext uri="{FF2B5EF4-FFF2-40B4-BE49-F238E27FC236}">
                <a16:creationId xmlns:a16="http://schemas.microsoft.com/office/drawing/2014/main" id="{1370D57A-34BC-203C-A815-0518121EEF9F}"/>
              </a:ext>
            </a:extLst>
          </p:cNvPr>
          <p:cNvSpPr txBox="1"/>
          <p:nvPr/>
        </p:nvSpPr>
        <p:spPr>
          <a:xfrm>
            <a:off x="8079176" y="3666226"/>
            <a:ext cx="2098531" cy="2585323"/>
          </a:xfrm>
          <a:prstGeom prst="rect">
            <a:avLst/>
          </a:prstGeom>
          <a:solidFill>
            <a:schemeClr val="accent4">
              <a:lumMod val="20000"/>
              <a:lumOff val="80000"/>
            </a:schemeClr>
          </a:solidFill>
        </p:spPr>
        <p:txBody>
          <a:bodyPr wrap="square" rtlCol="0">
            <a:spAutoFit/>
          </a:bodyPr>
          <a:lstStyle/>
          <a:p>
            <a:r>
              <a:rPr lang="en-US" dirty="0"/>
              <a:t>Error representing systems (mathematically/statistically, e.g., different growth models)</a:t>
            </a:r>
          </a:p>
          <a:p>
            <a:endParaRPr lang="en-US" dirty="0"/>
          </a:p>
          <a:p>
            <a:r>
              <a:rPr lang="en-US" b="1" dirty="0"/>
              <a:t>Resolution: </a:t>
            </a:r>
            <a:r>
              <a:rPr lang="en-US" dirty="0"/>
              <a:t>model validation, research</a:t>
            </a:r>
          </a:p>
        </p:txBody>
      </p:sp>
      <p:sp>
        <p:nvSpPr>
          <p:cNvPr id="12" name="TextBox 11">
            <a:extLst>
              <a:ext uri="{FF2B5EF4-FFF2-40B4-BE49-F238E27FC236}">
                <a16:creationId xmlns:a16="http://schemas.microsoft.com/office/drawing/2014/main" id="{4E5051BD-9B88-4C6C-7F17-1B5ACD6AE45A}"/>
              </a:ext>
            </a:extLst>
          </p:cNvPr>
          <p:cNvSpPr txBox="1"/>
          <p:nvPr/>
        </p:nvSpPr>
        <p:spPr>
          <a:xfrm>
            <a:off x="10271548" y="3671016"/>
            <a:ext cx="1699709" cy="2308324"/>
          </a:xfrm>
          <a:prstGeom prst="rect">
            <a:avLst/>
          </a:prstGeom>
          <a:solidFill>
            <a:srgbClr val="E6D5F3"/>
          </a:solidFill>
        </p:spPr>
        <p:txBody>
          <a:bodyPr wrap="square" rtlCol="0">
            <a:spAutoFit/>
          </a:bodyPr>
          <a:lstStyle/>
          <a:p>
            <a:r>
              <a:rPr lang="en-US" dirty="0"/>
              <a:t>How data is interpreted</a:t>
            </a:r>
          </a:p>
          <a:p>
            <a:endParaRPr lang="en-US" dirty="0"/>
          </a:p>
          <a:p>
            <a:r>
              <a:rPr lang="en-US" dirty="0"/>
              <a:t>Resolution: Degrees of belief in form of subjective probability</a:t>
            </a:r>
          </a:p>
        </p:txBody>
      </p:sp>
      <p:sp>
        <p:nvSpPr>
          <p:cNvPr id="13" name="Right Brace 12">
            <a:extLst>
              <a:ext uri="{FF2B5EF4-FFF2-40B4-BE49-F238E27FC236}">
                <a16:creationId xmlns:a16="http://schemas.microsoft.com/office/drawing/2014/main" id="{2065C572-CC80-1CC6-64E0-2AFF16035892}"/>
              </a:ext>
            </a:extLst>
          </p:cNvPr>
          <p:cNvSpPr/>
          <p:nvPr/>
        </p:nvSpPr>
        <p:spPr>
          <a:xfrm rot="5400000">
            <a:off x="5969317" y="3999776"/>
            <a:ext cx="311186" cy="3716320"/>
          </a:xfrm>
          <a:prstGeom prst="rightBrace">
            <a:avLst>
              <a:gd name="adj1" fmla="val 8333"/>
              <a:gd name="adj2" fmla="val 4929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E6E126A6-2F8D-D67D-2490-B2CBDC1E64EA}"/>
              </a:ext>
            </a:extLst>
          </p:cNvPr>
          <p:cNvSpPr txBox="1"/>
          <p:nvPr/>
        </p:nvSpPr>
        <p:spPr>
          <a:xfrm>
            <a:off x="4237615" y="6013530"/>
            <a:ext cx="3716320" cy="646331"/>
          </a:xfrm>
          <a:prstGeom prst="rect">
            <a:avLst/>
          </a:prstGeom>
          <a:noFill/>
        </p:spPr>
        <p:txBody>
          <a:bodyPr wrap="square" rtlCol="0">
            <a:spAutoFit/>
          </a:bodyPr>
          <a:lstStyle/>
          <a:p>
            <a:r>
              <a:rPr lang="en-US" u="sng" dirty="0">
                <a:latin typeface="+mj-lt"/>
              </a:rPr>
              <a:t>Aleatoric uncertainty </a:t>
            </a:r>
            <a:r>
              <a:rPr lang="en-US" dirty="0">
                <a:latin typeface="+mj-lt"/>
              </a:rPr>
              <a:t>= unpredictable variability (</a:t>
            </a:r>
            <a:r>
              <a:rPr lang="en-US" i="1" dirty="0" err="1">
                <a:latin typeface="+mj-lt"/>
              </a:rPr>
              <a:t>alea</a:t>
            </a:r>
            <a:r>
              <a:rPr lang="en-US" i="1" dirty="0">
                <a:latin typeface="+mj-lt"/>
              </a:rPr>
              <a:t> = </a:t>
            </a:r>
            <a:r>
              <a:rPr lang="en-US" dirty="0">
                <a:latin typeface="+mj-lt"/>
              </a:rPr>
              <a:t>Latin for dice)</a:t>
            </a:r>
          </a:p>
        </p:txBody>
      </p:sp>
    </p:spTree>
    <p:extLst>
      <p:ext uri="{BB962C8B-B14F-4D97-AF65-F5344CB8AC3E}">
        <p14:creationId xmlns:p14="http://schemas.microsoft.com/office/powerpoint/2010/main" val="391811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38540D0-20F7-DCB0-6101-CBFD0A2D83B0}"/>
              </a:ext>
            </a:extLst>
          </p:cNvPr>
          <p:cNvSpPr>
            <a:spLocks noGrp="1"/>
          </p:cNvSpPr>
          <p:nvPr>
            <p:ph type="title"/>
          </p:nvPr>
        </p:nvSpPr>
        <p:spPr>
          <a:xfrm>
            <a:off x="0" y="222549"/>
            <a:ext cx="12192000" cy="605790"/>
          </a:xfrm>
          <a:solidFill>
            <a:schemeClr val="accent6">
              <a:lumMod val="20000"/>
              <a:lumOff val="80000"/>
            </a:schemeClr>
          </a:solidFill>
        </p:spPr>
        <p:txBody>
          <a:bodyPr>
            <a:normAutofit fontScale="90000"/>
          </a:bodyPr>
          <a:lstStyle/>
          <a:p>
            <a:pPr algn="ctr"/>
            <a:r>
              <a:rPr lang="en-US" dirty="0"/>
              <a:t>Activity: what uncertainty?</a:t>
            </a:r>
          </a:p>
        </p:txBody>
      </p:sp>
      <p:graphicFrame>
        <p:nvGraphicFramePr>
          <p:cNvPr id="5" name="Table 4">
            <a:extLst>
              <a:ext uri="{FF2B5EF4-FFF2-40B4-BE49-F238E27FC236}">
                <a16:creationId xmlns:a16="http://schemas.microsoft.com/office/drawing/2014/main" id="{4EEA6FA4-F823-8F30-9A0C-531878A93AC8}"/>
              </a:ext>
            </a:extLst>
          </p:cNvPr>
          <p:cNvGraphicFramePr>
            <a:graphicFrameLocks noGrp="1"/>
          </p:cNvGraphicFramePr>
          <p:nvPr>
            <p:extLst>
              <p:ext uri="{D42A27DB-BD31-4B8C-83A1-F6EECF244321}">
                <p14:modId xmlns:p14="http://schemas.microsoft.com/office/powerpoint/2010/main" val="3284941036"/>
              </p:ext>
            </p:extLst>
          </p:nvPr>
        </p:nvGraphicFramePr>
        <p:xfrm>
          <a:off x="418353" y="984554"/>
          <a:ext cx="8536790" cy="5650897"/>
        </p:xfrm>
        <a:graphic>
          <a:graphicData uri="http://schemas.openxmlformats.org/drawingml/2006/table">
            <a:tbl>
              <a:tblPr firstRow="1" bandRow="1">
                <a:tableStyleId>{5940675A-B579-460E-94D1-54222C63F5DA}</a:tableStyleId>
              </a:tblPr>
              <a:tblGrid>
                <a:gridCol w="6215537">
                  <a:extLst>
                    <a:ext uri="{9D8B030D-6E8A-4147-A177-3AD203B41FA5}">
                      <a16:colId xmlns:a16="http://schemas.microsoft.com/office/drawing/2014/main" val="3786896346"/>
                    </a:ext>
                  </a:extLst>
                </a:gridCol>
                <a:gridCol w="2321253">
                  <a:extLst>
                    <a:ext uri="{9D8B030D-6E8A-4147-A177-3AD203B41FA5}">
                      <a16:colId xmlns:a16="http://schemas.microsoft.com/office/drawing/2014/main" val="2583559332"/>
                    </a:ext>
                  </a:extLst>
                </a:gridCol>
              </a:tblGrid>
              <a:tr h="530257">
                <a:tc>
                  <a:txBody>
                    <a:bodyPr/>
                    <a:lstStyle/>
                    <a:p>
                      <a:pPr algn="ctr"/>
                      <a:r>
                        <a:rPr lang="en-US" b="1" dirty="0">
                          <a:solidFill>
                            <a:schemeClr val="bg1"/>
                          </a:solidFill>
                        </a:rPr>
                        <a:t>Uncertainty</a:t>
                      </a:r>
                    </a:p>
                  </a:txBody>
                  <a:tcPr anchor="ctr">
                    <a:solidFill>
                      <a:schemeClr val="tx1"/>
                    </a:solidFill>
                  </a:tcPr>
                </a:tc>
                <a:tc>
                  <a:txBody>
                    <a:bodyPr/>
                    <a:lstStyle/>
                    <a:p>
                      <a:pPr algn="ctr"/>
                      <a:r>
                        <a:rPr lang="en-US" b="1" dirty="0">
                          <a:solidFill>
                            <a:schemeClr val="bg1"/>
                          </a:solidFill>
                        </a:rPr>
                        <a:t>Type</a:t>
                      </a:r>
                    </a:p>
                  </a:txBody>
                  <a:tcPr anchor="ctr">
                    <a:solidFill>
                      <a:schemeClr val="tx1"/>
                    </a:solidFill>
                  </a:tcPr>
                </a:tc>
                <a:extLst>
                  <a:ext uri="{0D108BD9-81ED-4DB2-BD59-A6C34878D82A}">
                    <a16:rowId xmlns:a16="http://schemas.microsoft.com/office/drawing/2014/main" val="3108642988"/>
                  </a:ext>
                </a:extLst>
              </a:tr>
              <a:tr h="600392">
                <a:tc>
                  <a:txBody>
                    <a:bodyPr/>
                    <a:lstStyle/>
                    <a:p>
                      <a:pPr algn="ctr"/>
                      <a:r>
                        <a:rPr lang="en-US" sz="1800" b="0" i="0" kern="1200" dirty="0">
                          <a:solidFill>
                            <a:schemeClr val="tx1"/>
                          </a:solidFill>
                          <a:effectLst/>
                          <a:latin typeface="+mn-lt"/>
                          <a:ea typeface="+mn-ea"/>
                          <a:cs typeface="+mn-cs"/>
                        </a:rPr>
                        <a:t>A field technician records fish lengths using a ruler, but the measurements vary slightly due to inconsistent technique</a:t>
                      </a:r>
                      <a:endParaRPr lang="en-US" b="0" dirty="0"/>
                    </a:p>
                  </a:txBody>
                  <a:tcPr anchor="ctr"/>
                </a:tc>
                <a:tc>
                  <a:txBody>
                    <a:bodyPr/>
                    <a:lstStyle/>
                    <a:p>
                      <a:pPr algn="ctr"/>
                      <a:endParaRPr lang="en-US" dirty="0"/>
                    </a:p>
                  </a:txBody>
                  <a:tcPr anchor="ctr"/>
                </a:tc>
                <a:extLst>
                  <a:ext uri="{0D108BD9-81ED-4DB2-BD59-A6C34878D82A}">
                    <a16:rowId xmlns:a16="http://schemas.microsoft.com/office/drawing/2014/main" val="489008932"/>
                  </a:ext>
                </a:extLst>
              </a:tr>
              <a:tr h="4786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population model for elk migration fails to account for a newly constructed highway that disrupts movement</a:t>
                      </a:r>
                    </a:p>
                  </a:txBody>
                  <a:tcPr anchor="ctr"/>
                </a:tc>
                <a:tc>
                  <a:txBody>
                    <a:bodyPr/>
                    <a:lstStyle/>
                    <a:p>
                      <a:pPr algn="ctr"/>
                      <a:endParaRPr lang="en-US" dirty="0"/>
                    </a:p>
                  </a:txBody>
                  <a:tcPr anchor="ctr"/>
                </a:tc>
                <a:extLst>
                  <a:ext uri="{0D108BD9-81ED-4DB2-BD59-A6C34878D82A}">
                    <a16:rowId xmlns:a16="http://schemas.microsoft.com/office/drawing/2014/main" val="913066865"/>
                  </a:ext>
                </a:extLst>
              </a:tr>
              <a:tr h="291763">
                <a:tc>
                  <a:txBody>
                    <a:bodyPr/>
                    <a:lstStyle/>
                    <a:p>
                      <a:pPr algn="ctr"/>
                      <a:r>
                        <a:rPr lang="en-US" sz="1800" b="0" i="0" kern="1200" dirty="0">
                          <a:solidFill>
                            <a:schemeClr val="tx1"/>
                          </a:solidFill>
                          <a:effectLst/>
                          <a:latin typeface="+mn-lt"/>
                          <a:ea typeface="+mn-ea"/>
                          <a:cs typeface="+mn-cs"/>
                        </a:rPr>
                        <a:t>A stakeholder group disagrees on what “sustainable harvest” means in a forest management plan</a:t>
                      </a:r>
                    </a:p>
                  </a:txBody>
                  <a:tcPr anchor="ctr"/>
                </a:tc>
                <a:tc>
                  <a:txBody>
                    <a:bodyPr/>
                    <a:lstStyle/>
                    <a:p>
                      <a:pPr algn="ctr"/>
                      <a:endParaRPr lang="en-US" dirty="0"/>
                    </a:p>
                  </a:txBody>
                  <a:tcPr anchor="ctr"/>
                </a:tc>
                <a:extLst>
                  <a:ext uri="{0D108BD9-81ED-4DB2-BD59-A6C34878D82A}">
                    <a16:rowId xmlns:a16="http://schemas.microsoft.com/office/drawing/2014/main" val="48760461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Annual rainfall in a watershed fluctuates unpredictably, affecting streamflow and fish habitat</a:t>
                      </a:r>
                    </a:p>
                  </a:txBody>
                  <a:tcPr anchor="ctr"/>
                </a:tc>
                <a:tc>
                  <a:txBody>
                    <a:bodyPr/>
                    <a:lstStyle/>
                    <a:p>
                      <a:pPr algn="ctr"/>
                      <a:endParaRPr lang="en-US" dirty="0"/>
                    </a:p>
                  </a:txBody>
                  <a:tcPr anchor="ctr"/>
                </a:tc>
                <a:extLst>
                  <a:ext uri="{0D108BD9-81ED-4DB2-BD59-A6C34878D82A}">
                    <a16:rowId xmlns:a16="http://schemas.microsoft.com/office/drawing/2014/main" val="1718578454"/>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researcher estimates the impact of a proposed dam on fish populations based on expert opinion</a:t>
                      </a:r>
                    </a:p>
                  </a:txBody>
                  <a:tcPr anchor="ctr"/>
                </a:tc>
                <a:tc>
                  <a:txBody>
                    <a:bodyPr/>
                    <a:lstStyle/>
                    <a:p>
                      <a:pPr algn="ctr"/>
                      <a:endParaRPr lang="en-US" dirty="0"/>
                    </a:p>
                  </a:txBody>
                  <a:tcPr anchor="ctr"/>
                </a:tc>
                <a:extLst>
                  <a:ext uri="{0D108BD9-81ED-4DB2-BD59-A6C34878D82A}">
                    <a16:rowId xmlns:a16="http://schemas.microsoft.com/office/drawing/2014/main" val="3953761333"/>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sensor used to monitor water temperature consistently reads 1°C too high due to calibration issues</a:t>
                      </a:r>
                    </a:p>
                  </a:txBody>
                  <a:tcPr anchor="ctr"/>
                </a:tc>
                <a:tc>
                  <a:txBody>
                    <a:bodyPr/>
                    <a:lstStyle/>
                    <a:p>
                      <a:pPr algn="ctr"/>
                      <a:endParaRPr lang="en-US" dirty="0"/>
                    </a:p>
                  </a:txBody>
                  <a:tcPr anchor="ctr"/>
                </a:tc>
                <a:extLst>
                  <a:ext uri="{0D108BD9-81ED-4DB2-BD59-A6C34878D82A}">
                    <a16:rowId xmlns:a16="http://schemas.microsoft.com/office/drawing/2014/main" val="3482650588"/>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climate model predicts future temperature changes, but results vary depending on the structure of the model</a:t>
                      </a:r>
                    </a:p>
                  </a:txBody>
                  <a:tcPr anchor="ctr"/>
                </a:tc>
                <a:tc>
                  <a:txBody>
                    <a:bodyPr/>
                    <a:lstStyle/>
                    <a:p>
                      <a:pPr algn="ctr"/>
                      <a:endParaRPr lang="en-US" dirty="0"/>
                    </a:p>
                  </a:txBody>
                  <a:tcPr anchor="ctr"/>
                </a:tc>
                <a:extLst>
                  <a:ext uri="{0D108BD9-81ED-4DB2-BD59-A6C34878D82A}">
                    <a16:rowId xmlns:a16="http://schemas.microsoft.com/office/drawing/2014/main" val="1385905044"/>
                  </a:ext>
                </a:extLst>
              </a:tr>
              <a:tr h="326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The number of deer born last year varied due to 1000-year flood that </a:t>
                      </a:r>
                      <a:r>
                        <a:rPr lang="en-US" sz="1800" b="0" i="0" kern="1200" dirty="0" err="1">
                          <a:solidFill>
                            <a:schemeClr val="tx1"/>
                          </a:solidFill>
                          <a:effectLst/>
                          <a:latin typeface="+mn-lt"/>
                          <a:ea typeface="+mn-ea"/>
                          <a:cs typeface="+mn-cs"/>
                        </a:rPr>
                        <a:t>occured</a:t>
                      </a:r>
                      <a:endParaRPr lang="en-US" sz="1800" b="0" i="0" kern="1200" dirty="0">
                        <a:solidFill>
                          <a:schemeClr val="tx1"/>
                        </a:solidFill>
                        <a:effectLst/>
                        <a:latin typeface="+mn-lt"/>
                        <a:ea typeface="+mn-ea"/>
                        <a:cs typeface="+mn-cs"/>
                      </a:endParaRPr>
                    </a:p>
                  </a:txBody>
                  <a:tcPr anchor="ctr"/>
                </a:tc>
                <a:tc>
                  <a:txBody>
                    <a:bodyPr/>
                    <a:lstStyle/>
                    <a:p>
                      <a:pPr algn="ctr"/>
                      <a:endParaRPr lang="en-US" dirty="0"/>
                    </a:p>
                  </a:txBody>
                  <a:tcPr anchor="ctr"/>
                </a:tc>
                <a:extLst>
                  <a:ext uri="{0D108BD9-81ED-4DB2-BD59-A6C34878D82A}">
                    <a16:rowId xmlns:a16="http://schemas.microsoft.com/office/drawing/2014/main" val="2225166538"/>
                  </a:ext>
                </a:extLst>
              </a:tr>
            </a:tbl>
          </a:graphicData>
        </a:graphic>
      </p:graphicFrame>
      <p:sp>
        <p:nvSpPr>
          <p:cNvPr id="6" name="TextBox 5">
            <a:extLst>
              <a:ext uri="{FF2B5EF4-FFF2-40B4-BE49-F238E27FC236}">
                <a16:creationId xmlns:a16="http://schemas.microsoft.com/office/drawing/2014/main" id="{BBE1C995-2201-9F53-109A-273AFBB6BDD6}"/>
              </a:ext>
            </a:extLst>
          </p:cNvPr>
          <p:cNvSpPr txBox="1"/>
          <p:nvPr/>
        </p:nvSpPr>
        <p:spPr>
          <a:xfrm>
            <a:off x="8955143" y="1418914"/>
            <a:ext cx="2818504" cy="2585323"/>
          </a:xfrm>
          <a:prstGeom prst="rect">
            <a:avLst/>
          </a:prstGeom>
          <a:noFill/>
        </p:spPr>
        <p:txBody>
          <a:bodyPr wrap="square" rtlCol="0">
            <a:spAutoFit/>
          </a:bodyPr>
          <a:lstStyle/>
          <a:p>
            <a:r>
              <a:rPr lang="en-US" b="1" dirty="0"/>
              <a:t>Uncertainty types:</a:t>
            </a:r>
          </a:p>
          <a:p>
            <a:pPr marL="285750" indent="-285750">
              <a:buFont typeface="Arial" panose="020B0604020202020204" pitchFamily="34" charset="0"/>
              <a:buChar char="•"/>
            </a:pPr>
            <a:r>
              <a:rPr lang="en-US" dirty="0"/>
              <a:t>Linguistic uncertainty</a:t>
            </a:r>
          </a:p>
          <a:p>
            <a:pPr marL="285750" indent="-285750">
              <a:buFont typeface="Arial" panose="020B0604020202020204" pitchFamily="34" charset="0"/>
              <a:buChar char="•"/>
            </a:pPr>
            <a:r>
              <a:rPr lang="en-US" dirty="0"/>
              <a:t>Measurement error</a:t>
            </a:r>
          </a:p>
          <a:p>
            <a:pPr marL="285750" indent="-285750">
              <a:buFont typeface="Arial" panose="020B0604020202020204" pitchFamily="34" charset="0"/>
              <a:buChar char="•"/>
            </a:pPr>
            <a:r>
              <a:rPr lang="en-US" dirty="0"/>
              <a:t>Systematic error</a:t>
            </a:r>
          </a:p>
          <a:p>
            <a:pPr marL="285750" indent="-285750">
              <a:buFont typeface="Arial" panose="020B0604020202020204" pitchFamily="34" charset="0"/>
              <a:buChar char="•"/>
            </a:pPr>
            <a:r>
              <a:rPr lang="en-US" dirty="0"/>
              <a:t>Natural variation</a:t>
            </a:r>
          </a:p>
          <a:p>
            <a:pPr marL="285750" indent="-285750">
              <a:buFont typeface="Arial" panose="020B0604020202020204" pitchFamily="34" charset="0"/>
              <a:buChar char="•"/>
            </a:pPr>
            <a:r>
              <a:rPr lang="en-US" dirty="0"/>
              <a:t>Inherent randomness</a:t>
            </a:r>
          </a:p>
          <a:p>
            <a:pPr marL="285750" indent="-285750">
              <a:buFont typeface="Arial" panose="020B0604020202020204" pitchFamily="34" charset="0"/>
              <a:buChar char="•"/>
            </a:pPr>
            <a:r>
              <a:rPr lang="en-US" dirty="0"/>
              <a:t>Model uncertainty</a:t>
            </a:r>
          </a:p>
          <a:p>
            <a:pPr marL="285750" indent="-285750">
              <a:buFont typeface="Arial" panose="020B0604020202020204" pitchFamily="34" charset="0"/>
              <a:buChar char="•"/>
            </a:pPr>
            <a:r>
              <a:rPr lang="en-US" dirty="0"/>
              <a:t>Subjective judgement</a:t>
            </a:r>
          </a:p>
          <a:p>
            <a:endParaRPr lang="en-US" dirty="0"/>
          </a:p>
        </p:txBody>
      </p:sp>
      <p:sp>
        <p:nvSpPr>
          <p:cNvPr id="8" name="TextBox 7">
            <a:extLst>
              <a:ext uri="{FF2B5EF4-FFF2-40B4-BE49-F238E27FC236}">
                <a16:creationId xmlns:a16="http://schemas.microsoft.com/office/drawing/2014/main" id="{25EF91DE-D1DD-56F4-EC72-6691B952F32A}"/>
              </a:ext>
            </a:extLst>
          </p:cNvPr>
          <p:cNvSpPr txBox="1"/>
          <p:nvPr/>
        </p:nvSpPr>
        <p:spPr>
          <a:xfrm>
            <a:off x="-11953" y="6635451"/>
            <a:ext cx="2325443" cy="276999"/>
          </a:xfrm>
          <a:prstGeom prst="rect">
            <a:avLst/>
          </a:prstGeom>
          <a:noFill/>
        </p:spPr>
        <p:txBody>
          <a:bodyPr wrap="square">
            <a:spAutoFit/>
          </a:bodyPr>
          <a:lstStyle/>
          <a:p>
            <a:r>
              <a:rPr lang="en-US" sz="1200" dirty="0"/>
              <a:t>Developed by Brielle Thompson </a:t>
            </a:r>
          </a:p>
        </p:txBody>
      </p:sp>
    </p:spTree>
    <p:extLst>
      <p:ext uri="{BB962C8B-B14F-4D97-AF65-F5344CB8AC3E}">
        <p14:creationId xmlns:p14="http://schemas.microsoft.com/office/powerpoint/2010/main" val="1085235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D860A-54FD-18B0-CC6D-04B87A3E0AB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E50A62BD-470E-E774-5574-EE742FD161F1}"/>
              </a:ext>
            </a:extLst>
          </p:cNvPr>
          <p:cNvSpPr>
            <a:spLocks noGrp="1"/>
          </p:cNvSpPr>
          <p:nvPr>
            <p:ph type="title"/>
          </p:nvPr>
        </p:nvSpPr>
        <p:spPr>
          <a:xfrm>
            <a:off x="0" y="222549"/>
            <a:ext cx="12192000" cy="605790"/>
          </a:xfrm>
          <a:solidFill>
            <a:schemeClr val="accent6">
              <a:lumMod val="20000"/>
              <a:lumOff val="80000"/>
            </a:schemeClr>
          </a:solidFill>
        </p:spPr>
        <p:txBody>
          <a:bodyPr>
            <a:normAutofit fontScale="90000"/>
          </a:bodyPr>
          <a:lstStyle/>
          <a:p>
            <a:pPr algn="ctr"/>
            <a:r>
              <a:rPr lang="en-US" dirty="0"/>
              <a:t>Activity: what uncertainty?</a:t>
            </a:r>
          </a:p>
        </p:txBody>
      </p:sp>
      <p:graphicFrame>
        <p:nvGraphicFramePr>
          <p:cNvPr id="5" name="Table 4">
            <a:extLst>
              <a:ext uri="{FF2B5EF4-FFF2-40B4-BE49-F238E27FC236}">
                <a16:creationId xmlns:a16="http://schemas.microsoft.com/office/drawing/2014/main" id="{210FFBB0-E852-E572-2D43-A9B2708CEB1C}"/>
              </a:ext>
            </a:extLst>
          </p:cNvPr>
          <p:cNvGraphicFramePr>
            <a:graphicFrameLocks noGrp="1"/>
          </p:cNvGraphicFramePr>
          <p:nvPr/>
        </p:nvGraphicFramePr>
        <p:xfrm>
          <a:off x="418353" y="984554"/>
          <a:ext cx="8536790" cy="5650897"/>
        </p:xfrm>
        <a:graphic>
          <a:graphicData uri="http://schemas.openxmlformats.org/drawingml/2006/table">
            <a:tbl>
              <a:tblPr firstRow="1" bandRow="1">
                <a:tableStyleId>{5940675A-B579-460E-94D1-54222C63F5DA}</a:tableStyleId>
              </a:tblPr>
              <a:tblGrid>
                <a:gridCol w="6215537">
                  <a:extLst>
                    <a:ext uri="{9D8B030D-6E8A-4147-A177-3AD203B41FA5}">
                      <a16:colId xmlns:a16="http://schemas.microsoft.com/office/drawing/2014/main" val="3786896346"/>
                    </a:ext>
                  </a:extLst>
                </a:gridCol>
                <a:gridCol w="2321253">
                  <a:extLst>
                    <a:ext uri="{9D8B030D-6E8A-4147-A177-3AD203B41FA5}">
                      <a16:colId xmlns:a16="http://schemas.microsoft.com/office/drawing/2014/main" val="2583559332"/>
                    </a:ext>
                  </a:extLst>
                </a:gridCol>
              </a:tblGrid>
              <a:tr h="530257">
                <a:tc>
                  <a:txBody>
                    <a:bodyPr/>
                    <a:lstStyle/>
                    <a:p>
                      <a:pPr algn="ctr"/>
                      <a:r>
                        <a:rPr lang="en-US" b="1" dirty="0">
                          <a:solidFill>
                            <a:schemeClr val="bg1"/>
                          </a:solidFill>
                        </a:rPr>
                        <a:t>Uncertainty</a:t>
                      </a:r>
                    </a:p>
                  </a:txBody>
                  <a:tcPr anchor="ctr">
                    <a:solidFill>
                      <a:schemeClr val="tx1"/>
                    </a:solidFill>
                  </a:tcPr>
                </a:tc>
                <a:tc>
                  <a:txBody>
                    <a:bodyPr/>
                    <a:lstStyle/>
                    <a:p>
                      <a:pPr algn="ctr"/>
                      <a:r>
                        <a:rPr lang="en-US" b="1" dirty="0">
                          <a:solidFill>
                            <a:schemeClr val="bg1"/>
                          </a:solidFill>
                        </a:rPr>
                        <a:t>Type</a:t>
                      </a:r>
                    </a:p>
                  </a:txBody>
                  <a:tcPr anchor="ctr">
                    <a:solidFill>
                      <a:schemeClr val="tx1"/>
                    </a:solidFill>
                  </a:tcPr>
                </a:tc>
                <a:extLst>
                  <a:ext uri="{0D108BD9-81ED-4DB2-BD59-A6C34878D82A}">
                    <a16:rowId xmlns:a16="http://schemas.microsoft.com/office/drawing/2014/main" val="3108642988"/>
                  </a:ext>
                </a:extLst>
              </a:tr>
              <a:tr h="600392">
                <a:tc>
                  <a:txBody>
                    <a:bodyPr/>
                    <a:lstStyle/>
                    <a:p>
                      <a:pPr algn="ctr"/>
                      <a:r>
                        <a:rPr lang="en-US" sz="1800" b="0" i="0" kern="1200" dirty="0">
                          <a:solidFill>
                            <a:schemeClr val="tx1"/>
                          </a:solidFill>
                          <a:effectLst/>
                          <a:latin typeface="+mn-lt"/>
                          <a:ea typeface="+mn-ea"/>
                          <a:cs typeface="+mn-cs"/>
                        </a:rPr>
                        <a:t>A field technician records fish lengths using a ruler, but the measurements vary slightly due to inconsistent technique</a:t>
                      </a:r>
                      <a:endParaRPr lang="en-US" b="0" dirty="0"/>
                    </a:p>
                  </a:txBody>
                  <a:tcPr anchor="ctr"/>
                </a:tc>
                <a:tc>
                  <a:txBody>
                    <a:bodyPr/>
                    <a:lstStyle/>
                    <a:p>
                      <a:pPr algn="ctr"/>
                      <a:r>
                        <a:rPr lang="en-US" dirty="0"/>
                        <a:t>Measurement error</a:t>
                      </a:r>
                    </a:p>
                  </a:txBody>
                  <a:tcPr anchor="ctr"/>
                </a:tc>
                <a:extLst>
                  <a:ext uri="{0D108BD9-81ED-4DB2-BD59-A6C34878D82A}">
                    <a16:rowId xmlns:a16="http://schemas.microsoft.com/office/drawing/2014/main" val="489008932"/>
                  </a:ext>
                </a:extLst>
              </a:tr>
              <a:tr h="4786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population model for elk migration fails to account for a newly constructed highway that disrupts movement</a:t>
                      </a:r>
                    </a:p>
                  </a:txBody>
                  <a:tcPr anchor="ctr"/>
                </a:tc>
                <a:tc>
                  <a:txBody>
                    <a:bodyPr/>
                    <a:lstStyle/>
                    <a:p>
                      <a:pPr algn="ctr"/>
                      <a:r>
                        <a:rPr lang="en-US" dirty="0"/>
                        <a:t>Systematic error</a:t>
                      </a:r>
                    </a:p>
                  </a:txBody>
                  <a:tcPr anchor="ctr"/>
                </a:tc>
                <a:extLst>
                  <a:ext uri="{0D108BD9-81ED-4DB2-BD59-A6C34878D82A}">
                    <a16:rowId xmlns:a16="http://schemas.microsoft.com/office/drawing/2014/main" val="913066865"/>
                  </a:ext>
                </a:extLst>
              </a:tr>
              <a:tr h="291763">
                <a:tc>
                  <a:txBody>
                    <a:bodyPr/>
                    <a:lstStyle/>
                    <a:p>
                      <a:pPr algn="ctr"/>
                      <a:r>
                        <a:rPr lang="en-US" sz="1800" b="0" i="0" kern="1200" dirty="0">
                          <a:solidFill>
                            <a:schemeClr val="tx1"/>
                          </a:solidFill>
                          <a:effectLst/>
                          <a:latin typeface="+mn-lt"/>
                          <a:ea typeface="+mn-ea"/>
                          <a:cs typeface="+mn-cs"/>
                        </a:rPr>
                        <a:t>A stakeholder group disagrees on what “sustainable harvest” means in a forest management plan</a:t>
                      </a:r>
                    </a:p>
                  </a:txBody>
                  <a:tcPr anchor="ctr"/>
                </a:tc>
                <a:tc>
                  <a:txBody>
                    <a:bodyPr/>
                    <a:lstStyle/>
                    <a:p>
                      <a:pPr algn="ctr"/>
                      <a:r>
                        <a:rPr lang="en-US" dirty="0"/>
                        <a:t>Linguistic uncertainty</a:t>
                      </a:r>
                    </a:p>
                  </a:txBody>
                  <a:tcPr anchor="ctr"/>
                </a:tc>
                <a:extLst>
                  <a:ext uri="{0D108BD9-81ED-4DB2-BD59-A6C34878D82A}">
                    <a16:rowId xmlns:a16="http://schemas.microsoft.com/office/drawing/2014/main" val="487604615"/>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Annual rainfall in a watershed fluctuates unpredictably, affecting streamflow and fish habitat</a:t>
                      </a:r>
                    </a:p>
                  </a:txBody>
                  <a:tcPr anchor="ctr"/>
                </a:tc>
                <a:tc>
                  <a:txBody>
                    <a:bodyPr/>
                    <a:lstStyle/>
                    <a:p>
                      <a:pPr algn="ctr"/>
                      <a:r>
                        <a:rPr lang="en-US" dirty="0"/>
                        <a:t>Natural variation</a:t>
                      </a:r>
                    </a:p>
                  </a:txBody>
                  <a:tcPr anchor="ctr"/>
                </a:tc>
                <a:extLst>
                  <a:ext uri="{0D108BD9-81ED-4DB2-BD59-A6C34878D82A}">
                    <a16:rowId xmlns:a16="http://schemas.microsoft.com/office/drawing/2014/main" val="1718578454"/>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researcher estimates the impact of a proposed dam on fish populations based on expert opinion</a:t>
                      </a:r>
                    </a:p>
                  </a:txBody>
                  <a:tcPr anchor="ctr"/>
                </a:tc>
                <a:tc>
                  <a:txBody>
                    <a:bodyPr/>
                    <a:lstStyle/>
                    <a:p>
                      <a:pPr algn="ctr"/>
                      <a:r>
                        <a:rPr lang="en-US" dirty="0"/>
                        <a:t>Subjective judgement</a:t>
                      </a:r>
                    </a:p>
                  </a:txBody>
                  <a:tcPr anchor="ctr"/>
                </a:tc>
                <a:extLst>
                  <a:ext uri="{0D108BD9-81ED-4DB2-BD59-A6C34878D82A}">
                    <a16:rowId xmlns:a16="http://schemas.microsoft.com/office/drawing/2014/main" val="3953761333"/>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sensor used to monitor water temperature consistently reads 1°C too high due to calibration issues</a:t>
                      </a:r>
                    </a:p>
                  </a:txBody>
                  <a:tcPr anchor="ctr"/>
                </a:tc>
                <a:tc>
                  <a:txBody>
                    <a:bodyPr/>
                    <a:lstStyle/>
                    <a:p>
                      <a:pPr algn="ctr"/>
                      <a:r>
                        <a:rPr lang="en-US" dirty="0"/>
                        <a:t>Systematic error</a:t>
                      </a:r>
                    </a:p>
                  </a:txBody>
                  <a:tcPr anchor="ctr"/>
                </a:tc>
                <a:extLst>
                  <a:ext uri="{0D108BD9-81ED-4DB2-BD59-A6C34878D82A}">
                    <a16:rowId xmlns:a16="http://schemas.microsoft.com/office/drawing/2014/main" val="3482650588"/>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A climate model predicts future temperature changes, but results vary depending on the structure of the model</a:t>
                      </a:r>
                    </a:p>
                  </a:txBody>
                  <a:tcPr anchor="ctr"/>
                </a:tc>
                <a:tc>
                  <a:txBody>
                    <a:bodyPr/>
                    <a:lstStyle/>
                    <a:p>
                      <a:pPr algn="ctr"/>
                      <a:r>
                        <a:rPr lang="en-US" dirty="0"/>
                        <a:t>Model uncertainty</a:t>
                      </a:r>
                    </a:p>
                  </a:txBody>
                  <a:tcPr anchor="ctr"/>
                </a:tc>
                <a:extLst>
                  <a:ext uri="{0D108BD9-81ED-4DB2-BD59-A6C34878D82A}">
                    <a16:rowId xmlns:a16="http://schemas.microsoft.com/office/drawing/2014/main" val="1385905044"/>
                  </a:ext>
                </a:extLst>
              </a:tr>
              <a:tr h="3260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The number of deer born last year varied due to 1000-year flood that </a:t>
                      </a:r>
                      <a:r>
                        <a:rPr lang="en-US" sz="1800" b="0" i="0" kern="1200" dirty="0" err="1">
                          <a:solidFill>
                            <a:schemeClr val="tx1"/>
                          </a:solidFill>
                          <a:effectLst/>
                          <a:latin typeface="+mn-lt"/>
                          <a:ea typeface="+mn-ea"/>
                          <a:cs typeface="+mn-cs"/>
                        </a:rPr>
                        <a:t>occured</a:t>
                      </a:r>
                      <a:endParaRPr lang="en-US" sz="1800" b="0" i="0" kern="1200" dirty="0">
                        <a:solidFill>
                          <a:schemeClr val="tx1"/>
                        </a:solidFill>
                        <a:effectLst/>
                        <a:latin typeface="+mn-lt"/>
                        <a:ea typeface="+mn-ea"/>
                        <a:cs typeface="+mn-cs"/>
                      </a:endParaRPr>
                    </a:p>
                  </a:txBody>
                  <a:tcPr anchor="ctr"/>
                </a:tc>
                <a:tc>
                  <a:txBody>
                    <a:bodyPr/>
                    <a:lstStyle/>
                    <a:p>
                      <a:pPr algn="ctr"/>
                      <a:r>
                        <a:rPr lang="en-US" dirty="0"/>
                        <a:t>Inherent randomness</a:t>
                      </a:r>
                    </a:p>
                  </a:txBody>
                  <a:tcPr anchor="ctr"/>
                </a:tc>
                <a:extLst>
                  <a:ext uri="{0D108BD9-81ED-4DB2-BD59-A6C34878D82A}">
                    <a16:rowId xmlns:a16="http://schemas.microsoft.com/office/drawing/2014/main" val="2225166538"/>
                  </a:ext>
                </a:extLst>
              </a:tr>
            </a:tbl>
          </a:graphicData>
        </a:graphic>
      </p:graphicFrame>
      <p:sp>
        <p:nvSpPr>
          <p:cNvPr id="6" name="TextBox 5">
            <a:extLst>
              <a:ext uri="{FF2B5EF4-FFF2-40B4-BE49-F238E27FC236}">
                <a16:creationId xmlns:a16="http://schemas.microsoft.com/office/drawing/2014/main" id="{9701262B-47A9-AB4F-39AE-D368C3904C21}"/>
              </a:ext>
            </a:extLst>
          </p:cNvPr>
          <p:cNvSpPr txBox="1"/>
          <p:nvPr/>
        </p:nvSpPr>
        <p:spPr>
          <a:xfrm>
            <a:off x="8955143" y="1418914"/>
            <a:ext cx="2818504" cy="2585323"/>
          </a:xfrm>
          <a:prstGeom prst="rect">
            <a:avLst/>
          </a:prstGeom>
          <a:noFill/>
        </p:spPr>
        <p:txBody>
          <a:bodyPr wrap="square" rtlCol="0">
            <a:spAutoFit/>
          </a:bodyPr>
          <a:lstStyle/>
          <a:p>
            <a:r>
              <a:rPr lang="en-US" b="1" dirty="0"/>
              <a:t>Uncertainty types:</a:t>
            </a:r>
          </a:p>
          <a:p>
            <a:pPr marL="285750" indent="-285750">
              <a:buFont typeface="Arial" panose="020B0604020202020204" pitchFamily="34" charset="0"/>
              <a:buChar char="•"/>
            </a:pPr>
            <a:r>
              <a:rPr lang="en-US" dirty="0"/>
              <a:t>Linguistic uncertainty</a:t>
            </a:r>
          </a:p>
          <a:p>
            <a:pPr marL="285750" indent="-285750">
              <a:buFont typeface="Arial" panose="020B0604020202020204" pitchFamily="34" charset="0"/>
              <a:buChar char="•"/>
            </a:pPr>
            <a:r>
              <a:rPr lang="en-US" dirty="0"/>
              <a:t>Measurement error</a:t>
            </a:r>
          </a:p>
          <a:p>
            <a:pPr marL="285750" indent="-285750">
              <a:buFont typeface="Arial" panose="020B0604020202020204" pitchFamily="34" charset="0"/>
              <a:buChar char="•"/>
            </a:pPr>
            <a:r>
              <a:rPr lang="en-US" dirty="0"/>
              <a:t>Systematic error</a:t>
            </a:r>
          </a:p>
          <a:p>
            <a:pPr marL="285750" indent="-285750">
              <a:buFont typeface="Arial" panose="020B0604020202020204" pitchFamily="34" charset="0"/>
              <a:buChar char="•"/>
            </a:pPr>
            <a:r>
              <a:rPr lang="en-US" dirty="0"/>
              <a:t>Natural variation</a:t>
            </a:r>
          </a:p>
          <a:p>
            <a:pPr marL="285750" indent="-285750">
              <a:buFont typeface="Arial" panose="020B0604020202020204" pitchFamily="34" charset="0"/>
              <a:buChar char="•"/>
            </a:pPr>
            <a:r>
              <a:rPr lang="en-US" dirty="0"/>
              <a:t>Inherent randomness</a:t>
            </a:r>
          </a:p>
          <a:p>
            <a:pPr marL="285750" indent="-285750">
              <a:buFont typeface="Arial" panose="020B0604020202020204" pitchFamily="34" charset="0"/>
              <a:buChar char="•"/>
            </a:pPr>
            <a:r>
              <a:rPr lang="en-US" dirty="0"/>
              <a:t>Model uncertainty</a:t>
            </a:r>
          </a:p>
          <a:p>
            <a:pPr marL="285750" indent="-285750">
              <a:buFont typeface="Arial" panose="020B0604020202020204" pitchFamily="34" charset="0"/>
              <a:buChar char="•"/>
            </a:pPr>
            <a:r>
              <a:rPr lang="en-US" dirty="0"/>
              <a:t>Subjective judgement</a:t>
            </a:r>
          </a:p>
          <a:p>
            <a:endParaRPr lang="en-US" dirty="0"/>
          </a:p>
        </p:txBody>
      </p:sp>
      <p:sp>
        <p:nvSpPr>
          <p:cNvPr id="3" name="TextBox 2">
            <a:extLst>
              <a:ext uri="{FF2B5EF4-FFF2-40B4-BE49-F238E27FC236}">
                <a16:creationId xmlns:a16="http://schemas.microsoft.com/office/drawing/2014/main" id="{CD12D153-1831-D6F8-C14E-CD0D95161951}"/>
              </a:ext>
            </a:extLst>
          </p:cNvPr>
          <p:cNvSpPr txBox="1"/>
          <p:nvPr/>
        </p:nvSpPr>
        <p:spPr>
          <a:xfrm>
            <a:off x="-11953" y="6635451"/>
            <a:ext cx="2325443" cy="276999"/>
          </a:xfrm>
          <a:prstGeom prst="rect">
            <a:avLst/>
          </a:prstGeom>
          <a:noFill/>
        </p:spPr>
        <p:txBody>
          <a:bodyPr wrap="square">
            <a:spAutoFit/>
          </a:bodyPr>
          <a:lstStyle/>
          <a:p>
            <a:r>
              <a:rPr lang="en-US" sz="1200" dirty="0"/>
              <a:t>Developed by Brielle Thompson </a:t>
            </a:r>
          </a:p>
        </p:txBody>
      </p:sp>
    </p:spTree>
    <p:extLst>
      <p:ext uri="{BB962C8B-B14F-4D97-AF65-F5344CB8AC3E}">
        <p14:creationId xmlns:p14="http://schemas.microsoft.com/office/powerpoint/2010/main" val="16147255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F4AE5-CCB3-0345-EDCD-AF761D09ED7F}"/>
              </a:ext>
            </a:extLst>
          </p:cNvPr>
          <p:cNvSpPr>
            <a:spLocks noGrp="1"/>
          </p:cNvSpPr>
          <p:nvPr>
            <p:ph type="title"/>
          </p:nvPr>
        </p:nvSpPr>
        <p:spPr/>
        <p:txBody>
          <a:bodyPr/>
          <a:lstStyle/>
          <a:p>
            <a:r>
              <a:rPr lang="en-US" dirty="0"/>
              <a:t>Aside: model uncertainty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41DBEE-ACA8-19C4-F214-6DD229E10002}"/>
                  </a:ext>
                </a:extLst>
              </p:cNvPr>
              <p:cNvSpPr>
                <a:spLocks noGrp="1"/>
              </p:cNvSpPr>
              <p:nvPr>
                <p:ph idx="1"/>
              </p:nvPr>
            </p:nvSpPr>
            <p:spPr>
              <a:xfrm>
                <a:off x="838200" y="1441525"/>
                <a:ext cx="10866120" cy="4735438"/>
              </a:xfrm>
            </p:spPr>
            <p:txBody>
              <a:bodyPr/>
              <a:lstStyle/>
              <a:p>
                <a:pPr lvl="1"/>
                <a:r>
                  <a:rPr lang="en-US" sz="2800" dirty="0"/>
                  <a:t>Structural uncertainty – what is the overall structure of our model? </a:t>
                </a:r>
              </a:p>
              <a:p>
                <a:pPr lvl="2"/>
                <a:r>
                  <a:rPr lang="en-US" sz="2400" dirty="0"/>
                  <a:t>Example: what is the correct hypothesis regarding fish survival? </a:t>
                </a:r>
              </a:p>
              <a:p>
                <a:pPr lvl="3"/>
                <a:r>
                  <a:rPr lang="en-US" sz="2000" dirty="0"/>
                  <a:t>H1: </a:t>
                </a:r>
                <a14:m>
                  <m:oMath xmlns:m="http://schemas.openxmlformats.org/officeDocument/2006/math">
                    <m:r>
                      <a:rPr lang="en-US" sz="2000" i="1">
                        <a:latin typeface="Cambria Math" panose="02040503050406030204" pitchFamily="18" charset="0"/>
                      </a:rPr>
                      <m:t>𝑙𝑜𝑔𝑖𝑡</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b="0" i="1" smtClean="0">
                            <a:latin typeface="Cambria Math" panose="02040503050406030204" pitchFamily="18" charset="0"/>
                          </a:rPr>
                          <m:t>𝑡𝑒𝑚𝑝</m:t>
                        </m:r>
                      </m:e>
                      <m:sub>
                        <m:r>
                          <a:rPr lang="en-US" sz="2000" i="1">
                            <a:latin typeface="Cambria Math" panose="02040503050406030204" pitchFamily="18" charset="0"/>
                          </a:rPr>
                          <m:t>𝑡</m:t>
                        </m:r>
                      </m:sub>
                    </m:sSub>
                  </m:oMath>
                </a14:m>
                <a:endParaRPr lang="en-US" sz="2000" dirty="0"/>
              </a:p>
              <a:p>
                <a:pPr lvl="3"/>
                <a:r>
                  <a:rPr lang="en-US" sz="2000" dirty="0"/>
                  <a:t>H2: </a:t>
                </a:r>
                <a14:m>
                  <m:oMath xmlns:m="http://schemas.openxmlformats.org/officeDocument/2006/math">
                    <m:r>
                      <a:rPr lang="en-US" sz="2000" i="1">
                        <a:latin typeface="Cambria Math" panose="02040503050406030204" pitchFamily="18" charset="0"/>
                      </a:rPr>
                      <m:t>𝑙𝑜𝑔𝑖𝑡</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i="1">
                        <a:latin typeface="Cambria Math" panose="02040503050406030204" pitchFamily="18" charset="0"/>
                      </a:rPr>
                      <m:t>𝐷</m:t>
                    </m:r>
                    <m:sSub>
                      <m:sSubPr>
                        <m:ctrlPr>
                          <a:rPr lang="en-US" sz="2000" i="1">
                            <a:latin typeface="Cambria Math" panose="02040503050406030204" pitchFamily="18" charset="0"/>
                          </a:rPr>
                        </m:ctrlPr>
                      </m:sSubPr>
                      <m:e>
                        <m:r>
                          <a:rPr lang="en-US" sz="2000" i="1">
                            <a:latin typeface="Cambria Math" panose="02040503050406030204" pitchFamily="18" charset="0"/>
                          </a:rPr>
                          <m:t>𝑂</m:t>
                        </m:r>
                      </m:e>
                      <m:sub>
                        <m:r>
                          <a:rPr lang="en-US" sz="2000" i="1">
                            <a:latin typeface="Cambria Math" panose="02040503050406030204" pitchFamily="18" charset="0"/>
                          </a:rPr>
                          <m:t>𝑡</m:t>
                        </m:r>
                      </m:sub>
                    </m:sSub>
                  </m:oMath>
                </a14:m>
                <a:endParaRPr lang="en-US" sz="2000" dirty="0"/>
              </a:p>
              <a:p>
                <a:pPr lvl="3"/>
                <a:r>
                  <a:rPr lang="en-US" sz="2000" dirty="0"/>
                  <a:t>H3: </a:t>
                </a:r>
                <a14:m>
                  <m:oMath xmlns:m="http://schemas.openxmlformats.org/officeDocument/2006/math">
                    <m:r>
                      <a:rPr lang="en-US" sz="2000" i="1">
                        <a:latin typeface="Cambria Math" panose="02040503050406030204" pitchFamily="18" charset="0"/>
                      </a:rPr>
                      <m:t>𝑙𝑜𝑔𝑖𝑡</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b="0" i="1" smtClean="0">
                        <a:latin typeface="Cambria Math" panose="02040503050406030204" pitchFamily="18" charset="0"/>
                      </a:rPr>
                      <m:t>𝑡𝑒𝑚</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𝐷</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𝑂</m:t>
                        </m:r>
                      </m:e>
                      <m:sub>
                        <m:r>
                          <a:rPr lang="en-US" sz="2000" b="0" i="1" smtClean="0">
                            <a:latin typeface="Cambria Math" panose="02040503050406030204" pitchFamily="18" charset="0"/>
                          </a:rPr>
                          <m:t>𝑡</m:t>
                        </m:r>
                      </m:sub>
                    </m:sSub>
                  </m:oMath>
                </a14:m>
                <a:endParaRPr lang="en-US" sz="2000" dirty="0"/>
              </a:p>
              <a:p>
                <a:pPr marL="1371600" lvl="3" indent="0">
                  <a:buNone/>
                </a:pPr>
                <a:endParaRPr lang="en-US" sz="2000" dirty="0"/>
              </a:p>
              <a:p>
                <a:pPr lvl="2"/>
                <a:r>
                  <a:rPr lang="en-US" sz="2400" dirty="0"/>
                  <a:t>Example: do we model logistic growth or exponential growth?</a:t>
                </a:r>
              </a:p>
              <a:p>
                <a:pPr lvl="2"/>
                <a:endParaRPr lang="en-US" sz="2400" dirty="0"/>
              </a:p>
              <a:p>
                <a:pPr lvl="1"/>
                <a:r>
                  <a:rPr lang="en-US" sz="2800" dirty="0"/>
                  <a:t>Parametric uncertainty – what is the value of a parameter within a single model?</a:t>
                </a:r>
              </a:p>
              <a:p>
                <a:pPr lvl="2"/>
                <a:r>
                  <a:rPr lang="en-US" sz="2400" dirty="0"/>
                  <a:t>Example: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0</m:t>
                        </m:r>
                      </m:sub>
                    </m:sSub>
                    <m:r>
                      <a:rPr lang="en-US" sz="2400" i="1">
                        <a:latin typeface="Cambria Math" panose="02040503050406030204" pitchFamily="18" charset="0"/>
                      </a:rPr>
                      <m:t> </m:t>
                    </m:r>
                    <m:r>
                      <a:rPr lang="en-US" sz="2400">
                        <a:latin typeface="Cambria Math" panose="02040503050406030204" pitchFamily="18" charset="0"/>
                      </a:rPr>
                      <m:t>~</m:t>
                    </m:r>
                    <m:r>
                      <a:rPr lang="en-US" sz="2400" i="1">
                        <a:latin typeface="Cambria Math" panose="02040503050406030204" pitchFamily="18" charset="0"/>
                      </a:rPr>
                      <m:t> </m:t>
                    </m:r>
                    <m:r>
                      <m:rPr>
                        <m:sty m:val="p"/>
                      </m:rPr>
                      <a:rPr lang="en-US" sz="2400">
                        <a:latin typeface="Cambria Math" panose="02040503050406030204" pitchFamily="18" charset="0"/>
                      </a:rPr>
                      <m:t>Normal</m:t>
                    </m:r>
                    <m:r>
                      <a:rPr lang="en-US" sz="2400">
                        <a:latin typeface="Cambria Math" panose="02040503050406030204" pitchFamily="18" charset="0"/>
                      </a:rPr>
                      <m:t>(0.5,0.25)</m:t>
                    </m:r>
                  </m:oMath>
                </a14:m>
                <a:endParaRPr lang="en-US" sz="2400" dirty="0"/>
              </a:p>
              <a:p>
                <a:endParaRPr lang="en-US" dirty="0"/>
              </a:p>
            </p:txBody>
          </p:sp>
        </mc:Choice>
        <mc:Fallback xmlns="">
          <p:sp>
            <p:nvSpPr>
              <p:cNvPr id="3" name="Content Placeholder 2">
                <a:extLst>
                  <a:ext uri="{FF2B5EF4-FFF2-40B4-BE49-F238E27FC236}">
                    <a16:creationId xmlns:a16="http://schemas.microsoft.com/office/drawing/2014/main" id="{0141DBEE-ACA8-19C4-F214-6DD229E10002}"/>
                  </a:ext>
                </a:extLst>
              </p:cNvPr>
              <p:cNvSpPr>
                <a:spLocks noGrp="1" noRot="1" noChangeAspect="1" noMove="1" noResize="1" noEditPoints="1" noAdjustHandles="1" noChangeArrowheads="1" noChangeShapeType="1" noTextEdit="1"/>
              </p:cNvSpPr>
              <p:nvPr>
                <p:ph idx="1"/>
              </p:nvPr>
            </p:nvSpPr>
            <p:spPr>
              <a:xfrm>
                <a:off x="838200" y="1441525"/>
                <a:ext cx="10866120" cy="4735438"/>
              </a:xfrm>
              <a:blipFill>
                <a:blip r:embed="rId2"/>
                <a:stretch>
                  <a:fillRect t="-2059"/>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6881A15-DF81-8E75-6D10-F03B49D3D755}"/>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4143272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376C-B9AB-B727-6E2D-FC557D4BBB6A}"/>
              </a:ext>
            </a:extLst>
          </p:cNvPr>
          <p:cNvSpPr>
            <a:spLocks noGrp="1"/>
          </p:cNvSpPr>
          <p:nvPr>
            <p:ph type="title"/>
          </p:nvPr>
        </p:nvSpPr>
        <p:spPr>
          <a:xfrm>
            <a:off x="0" y="336776"/>
            <a:ext cx="12192000" cy="818216"/>
          </a:xfrm>
          <a:solidFill>
            <a:schemeClr val="accent5">
              <a:lumMod val="20000"/>
              <a:lumOff val="80000"/>
            </a:schemeClr>
          </a:solidFill>
        </p:spPr>
        <p:txBody>
          <a:bodyPr/>
          <a:lstStyle/>
          <a:p>
            <a:pPr algn="ctr"/>
            <a:r>
              <a:rPr lang="en-US" dirty="0"/>
              <a:t>Skills Check Task 1 – Identify uncertainty type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EB50EB-1906-C19D-BF33-8417AF42164C}"/>
                  </a:ext>
                </a:extLst>
              </p:cNvPr>
              <p:cNvSpPr>
                <a:spLocks noGrp="1"/>
              </p:cNvSpPr>
              <p:nvPr>
                <p:ph idx="1"/>
              </p:nvPr>
            </p:nvSpPr>
            <p:spPr>
              <a:xfrm>
                <a:off x="711797" y="2821978"/>
                <a:ext cx="10768405" cy="1481081"/>
              </a:xfrm>
            </p:spPr>
            <p:txBody>
              <a:bodyPr>
                <a:normAutofit fontScale="92500" lnSpcReduction="10000"/>
              </a:bodyPr>
              <a:lstStyle/>
              <a:p>
                <a:pPr marL="0" indent="0">
                  <a:buNone/>
                </a:pPr>
                <a:r>
                  <a:rPr lang="en-US" b="1" dirty="0"/>
                  <a:t>- Uncertainty #1: </a:t>
                </a:r>
                <a:r>
                  <a:rPr lang="en-US" dirty="0"/>
                  <a:t>What is the correct hypothesis regarding how grassland bird nest success varies with extent of prescribed burn within territories? </a:t>
                </a:r>
              </a:p>
              <a:p>
                <a:pPr lvl="1"/>
                <a:r>
                  <a:rPr lang="en-US" dirty="0"/>
                  <a:t>H1: </a:t>
                </a:r>
                <a14:m>
                  <m:oMath xmlns:m="http://schemas.openxmlformats.org/officeDocument/2006/math">
                    <m:r>
                      <a:rPr lang="en-US" i="1">
                        <a:latin typeface="Cambria Math" panose="02040503050406030204" pitchFamily="18" charset="0"/>
                      </a:rPr>
                      <m:t>𝑙𝑜𝑔𝑖𝑡</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𝑏𝑢𝑟𝑛</m:t>
                        </m:r>
                        <m:r>
                          <a:rPr lang="en-US" i="1">
                            <a:latin typeface="Cambria Math" panose="02040503050406030204" pitchFamily="18" charset="0"/>
                          </a:rPr>
                          <m:t>_</m:t>
                        </m:r>
                        <m:r>
                          <a:rPr lang="en-US" i="1">
                            <a:latin typeface="Cambria Math" panose="02040503050406030204" pitchFamily="18" charset="0"/>
                          </a:rPr>
                          <m:t>𝑒𝑥</m:t>
                        </m:r>
                      </m:e>
                      <m:sub>
                        <m:r>
                          <a:rPr lang="en-US" i="1">
                            <a:latin typeface="Cambria Math" panose="02040503050406030204" pitchFamily="18" charset="0"/>
                          </a:rPr>
                          <m:t>𝑡</m:t>
                        </m:r>
                      </m:sub>
                    </m:sSub>
                  </m:oMath>
                </a14:m>
                <a:endParaRPr lang="en-US" dirty="0"/>
              </a:p>
              <a:p>
                <a:pPr lvl="1"/>
                <a:r>
                  <a:rPr lang="en-US" dirty="0"/>
                  <a:t>H2: </a:t>
                </a:r>
                <a14:m>
                  <m:oMath xmlns:m="http://schemas.openxmlformats.org/officeDocument/2006/math">
                    <m:r>
                      <a:rPr lang="en-US" i="1">
                        <a:latin typeface="Cambria Math" panose="02040503050406030204" pitchFamily="18" charset="0"/>
                      </a:rPr>
                      <m:t>𝑙𝑜𝑔𝑖𝑡</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𝑡</m:t>
                            </m:r>
                          </m:sub>
                        </m:sSub>
                      </m:e>
                    </m:d>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0</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𝑏𝑢𝑟</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𝑒𝑥</m:t>
                            </m:r>
                          </m:sub>
                        </m:sSub>
                      </m:e>
                      <m:sub>
                        <m:r>
                          <a:rPr lang="en-US" i="1">
                            <a:latin typeface="Cambria Math" panose="02040503050406030204" pitchFamily="18" charset="0"/>
                          </a:rPr>
                          <m:t>𝑡</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2</m:t>
                        </m:r>
                      </m:sub>
                    </m:sSub>
                    <m:r>
                      <a:rPr lang="en-US" i="1">
                        <a:latin typeface="Cambria Math" panose="02040503050406030204" pitchFamily="18" charset="0"/>
                      </a:rPr>
                      <m:t>∗</m:t>
                    </m:r>
                    <m:sSup>
                      <m:sSupPr>
                        <m:ctrlPr>
                          <a:rPr lang="en-US" i="1">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𝑏𝑢𝑟</m:t>
                            </m:r>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i="1">
                                    <a:latin typeface="Cambria Math" panose="02040503050406030204" pitchFamily="18" charset="0"/>
                                  </a:rPr>
                                  <m:t>𝑒𝑥</m:t>
                                </m:r>
                              </m:sub>
                            </m:sSub>
                          </m:e>
                          <m:sub>
                            <m:r>
                              <a:rPr lang="en-US" i="1">
                                <a:latin typeface="Cambria Math" panose="02040503050406030204" pitchFamily="18" charset="0"/>
                              </a:rPr>
                              <m:t>𝑡</m:t>
                            </m:r>
                          </m:sub>
                        </m:sSub>
                      </m:e>
                      <m:sup>
                        <m:r>
                          <a:rPr lang="en-US" i="1">
                            <a:latin typeface="Cambria Math" panose="02040503050406030204" pitchFamily="18" charset="0"/>
                          </a:rPr>
                          <m:t>2</m:t>
                        </m:r>
                      </m:sup>
                    </m:sSup>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5FEB50EB-1906-C19D-BF33-8417AF42164C}"/>
                  </a:ext>
                </a:extLst>
              </p:cNvPr>
              <p:cNvSpPr>
                <a:spLocks noGrp="1" noRot="1" noChangeAspect="1" noMove="1" noResize="1" noEditPoints="1" noAdjustHandles="1" noChangeArrowheads="1" noChangeShapeType="1" noTextEdit="1"/>
              </p:cNvSpPr>
              <p:nvPr>
                <p:ph idx="1"/>
              </p:nvPr>
            </p:nvSpPr>
            <p:spPr>
              <a:xfrm>
                <a:off x="711797" y="2821978"/>
                <a:ext cx="10768405" cy="1481081"/>
              </a:xfrm>
              <a:blipFill>
                <a:blip r:embed="rId3"/>
                <a:stretch>
                  <a:fillRect l="-1019" t="-8230" b="-4938"/>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18C361FA-FCD3-EAFE-8172-C6899611BB61}"/>
              </a:ext>
            </a:extLst>
          </p:cNvPr>
          <p:cNvSpPr txBox="1"/>
          <p:nvPr/>
        </p:nvSpPr>
        <p:spPr>
          <a:xfrm>
            <a:off x="711797" y="1979344"/>
            <a:ext cx="10768405" cy="769441"/>
          </a:xfrm>
          <a:prstGeom prst="rect">
            <a:avLst/>
          </a:prstGeom>
          <a:solidFill>
            <a:schemeClr val="accent5">
              <a:lumMod val="50000"/>
            </a:schemeClr>
          </a:solidFill>
        </p:spPr>
        <p:txBody>
          <a:bodyPr wrap="square" rtlCol="0">
            <a:spAutoFit/>
          </a:bodyPr>
          <a:lstStyle/>
          <a:p>
            <a:pPr algn="ctr"/>
            <a:r>
              <a:rPr lang="en-US" sz="2200" dirty="0">
                <a:solidFill>
                  <a:schemeClr val="bg1"/>
                </a:solidFill>
              </a:rPr>
              <a:t>TASK 1#: For the three following uncertainties…</a:t>
            </a:r>
          </a:p>
          <a:p>
            <a:pPr algn="ctr"/>
            <a:r>
              <a:rPr lang="en-US" sz="2200" dirty="0">
                <a:solidFill>
                  <a:schemeClr val="bg1"/>
                </a:solidFill>
              </a:rPr>
              <a:t>1) Identify the type of uncertainty 2) Suggest a way that it could be resolved</a:t>
            </a:r>
          </a:p>
        </p:txBody>
      </p:sp>
      <p:sp>
        <p:nvSpPr>
          <p:cNvPr id="5" name="Content Placeholder 2">
            <a:extLst>
              <a:ext uri="{FF2B5EF4-FFF2-40B4-BE49-F238E27FC236}">
                <a16:creationId xmlns:a16="http://schemas.microsoft.com/office/drawing/2014/main" id="{0561534F-5D5F-2427-717F-E8D8EE586187}"/>
              </a:ext>
            </a:extLst>
          </p:cNvPr>
          <p:cNvSpPr txBox="1">
            <a:spLocks/>
          </p:cNvSpPr>
          <p:nvPr/>
        </p:nvSpPr>
        <p:spPr>
          <a:xfrm>
            <a:off x="711797" y="4456206"/>
            <a:ext cx="10768405" cy="17186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sz="2600" b="1" dirty="0"/>
              <a:t>Uncertainty #2: </a:t>
            </a:r>
            <a:r>
              <a:rPr lang="en-US" sz="2600" dirty="0"/>
              <a:t>Expert A believes that a heavy burn would be the best alternative, and Expert  B believes a moderate burn would be the best choice</a:t>
            </a:r>
          </a:p>
          <a:p>
            <a:pPr>
              <a:buFontTx/>
              <a:buChar char="-"/>
            </a:pPr>
            <a:r>
              <a:rPr lang="en-US" sz="2600" b="1" dirty="0"/>
              <a:t>Uncertainty #3: </a:t>
            </a:r>
            <a:r>
              <a:rPr lang="en-US" sz="2600" dirty="0"/>
              <a:t>In a nest count survey there is variation in the number of eggs found in a nest</a:t>
            </a:r>
          </a:p>
          <a:p>
            <a:endParaRPr lang="en-US" sz="2400" dirty="0"/>
          </a:p>
        </p:txBody>
      </p:sp>
      <p:sp>
        <p:nvSpPr>
          <p:cNvPr id="7" name="TextBox 6">
            <a:extLst>
              <a:ext uri="{FF2B5EF4-FFF2-40B4-BE49-F238E27FC236}">
                <a16:creationId xmlns:a16="http://schemas.microsoft.com/office/drawing/2014/main" id="{A2F09D7E-4B40-F2FF-DFA7-5D9EAF23622D}"/>
              </a:ext>
            </a:extLst>
          </p:cNvPr>
          <p:cNvSpPr txBox="1"/>
          <p:nvPr/>
        </p:nvSpPr>
        <p:spPr>
          <a:xfrm>
            <a:off x="711797" y="1133812"/>
            <a:ext cx="9594029" cy="830997"/>
          </a:xfrm>
          <a:prstGeom prst="rect">
            <a:avLst/>
          </a:prstGeom>
          <a:noFill/>
        </p:spPr>
        <p:txBody>
          <a:bodyPr wrap="square">
            <a:spAutoFit/>
          </a:bodyPr>
          <a:lstStyle/>
          <a:p>
            <a:r>
              <a:rPr lang="en-US" sz="2400" dirty="0"/>
              <a:t>You are a wildlife manager in a refuge who is designing a prescribed burn management plan for a grassland bird </a:t>
            </a:r>
          </a:p>
        </p:txBody>
      </p:sp>
      <p:pic>
        <p:nvPicPr>
          <p:cNvPr id="9" name="Graphic 8" descr="Sparrow outline">
            <a:extLst>
              <a:ext uri="{FF2B5EF4-FFF2-40B4-BE49-F238E27FC236}">
                <a16:creationId xmlns:a16="http://schemas.microsoft.com/office/drawing/2014/main" id="{36C1280A-7A70-D07C-D71D-A4C169D164E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69127" y="288684"/>
            <a:ext cx="914400" cy="914400"/>
          </a:xfrm>
          <a:prstGeom prst="rect">
            <a:avLst/>
          </a:prstGeom>
        </p:spPr>
      </p:pic>
    </p:spTree>
    <p:extLst>
      <p:ext uri="{BB962C8B-B14F-4D97-AF65-F5344CB8AC3E}">
        <p14:creationId xmlns:p14="http://schemas.microsoft.com/office/powerpoint/2010/main" val="32622348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42E0-1C82-D8C3-445B-FE0B3DF4809F}"/>
              </a:ext>
            </a:extLst>
          </p:cNvPr>
          <p:cNvSpPr>
            <a:spLocks noGrp="1"/>
          </p:cNvSpPr>
          <p:nvPr>
            <p:ph type="title"/>
          </p:nvPr>
        </p:nvSpPr>
        <p:spPr>
          <a:xfrm>
            <a:off x="838200" y="365125"/>
            <a:ext cx="10515600" cy="1325563"/>
          </a:xfrm>
        </p:spPr>
        <p:txBody>
          <a:bodyPr anchor="ctr">
            <a:normAutofit/>
          </a:bodyPr>
          <a:lstStyle/>
          <a:p>
            <a:r>
              <a:rPr lang="en-US" dirty="0"/>
              <a:t>Working with uncertainty</a:t>
            </a:r>
          </a:p>
        </p:txBody>
      </p:sp>
      <p:sp>
        <p:nvSpPr>
          <p:cNvPr id="3" name="Content Placeholder 2">
            <a:extLst>
              <a:ext uri="{FF2B5EF4-FFF2-40B4-BE49-F238E27FC236}">
                <a16:creationId xmlns:a16="http://schemas.microsoft.com/office/drawing/2014/main" id="{C9CB354E-2E4E-9C12-C146-07E1FA31323F}"/>
              </a:ext>
            </a:extLst>
          </p:cNvPr>
          <p:cNvSpPr>
            <a:spLocks noGrp="1"/>
          </p:cNvSpPr>
          <p:nvPr>
            <p:ph sz="half" idx="1"/>
          </p:nvPr>
        </p:nvSpPr>
        <p:spPr>
          <a:xfrm>
            <a:off x="838200" y="1825625"/>
            <a:ext cx="5181600" cy="4351338"/>
          </a:xfrm>
        </p:spPr>
        <p:txBody>
          <a:bodyPr>
            <a:normAutofit/>
          </a:bodyPr>
          <a:lstStyle/>
          <a:p>
            <a:pPr marL="0" indent="0">
              <a:buNone/>
            </a:pPr>
            <a:r>
              <a:rPr lang="en-US" sz="2600" dirty="0"/>
              <a:t>First step is to acknowledge it:</a:t>
            </a:r>
          </a:p>
          <a:p>
            <a:r>
              <a:rPr lang="en-US" sz="2600" dirty="0"/>
              <a:t>We are surrounded by uncertainty</a:t>
            </a:r>
          </a:p>
          <a:p>
            <a:r>
              <a:rPr lang="en-US" sz="2600" dirty="0"/>
              <a:t>Simply reducing uncertainty will not guarantee a desired outcome</a:t>
            </a:r>
          </a:p>
          <a:p>
            <a:pPr lvl="1"/>
            <a:r>
              <a:rPr lang="en-US" sz="2600" dirty="0"/>
              <a:t>We often seek information to reduce uncertainty</a:t>
            </a:r>
          </a:p>
          <a:p>
            <a:pPr lvl="1"/>
            <a:r>
              <a:rPr lang="en-US" sz="2600" dirty="0"/>
              <a:t>But we should ask first: 	</a:t>
            </a:r>
          </a:p>
          <a:p>
            <a:pPr lvl="1"/>
            <a:r>
              <a:rPr lang="en-US" sz="2600" dirty="0"/>
              <a:t>Will that information change our decision and how much will it enhance our performance?</a:t>
            </a:r>
          </a:p>
          <a:p>
            <a:endParaRPr lang="en-US" sz="2600" dirty="0"/>
          </a:p>
        </p:txBody>
      </p:sp>
      <p:pic>
        <p:nvPicPr>
          <p:cNvPr id="5" name="Picture 4" descr="Different colored question marks">
            <a:extLst>
              <a:ext uri="{FF2B5EF4-FFF2-40B4-BE49-F238E27FC236}">
                <a16:creationId xmlns:a16="http://schemas.microsoft.com/office/drawing/2014/main" id="{79C2AADB-84D9-B7BE-2270-04AF144EA2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9800" y="1904104"/>
            <a:ext cx="5898395" cy="3317847"/>
          </a:xfrm>
          <a:prstGeom prst="rect">
            <a:avLst/>
          </a:prstGeom>
          <a:noFill/>
        </p:spPr>
      </p:pic>
      <p:sp>
        <p:nvSpPr>
          <p:cNvPr id="6" name="TextBox 5">
            <a:extLst>
              <a:ext uri="{FF2B5EF4-FFF2-40B4-BE49-F238E27FC236}">
                <a16:creationId xmlns:a16="http://schemas.microsoft.com/office/drawing/2014/main" id="{83A2DAEB-1AE8-E076-A9B6-F25A7F5CC44E}"/>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35214940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2F382-5636-5F20-2D8A-463A6F1FF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A5149-0FC8-2C5A-DAB5-B068870EDB33}"/>
              </a:ext>
            </a:extLst>
          </p:cNvPr>
          <p:cNvSpPr>
            <a:spLocks noGrp="1"/>
          </p:cNvSpPr>
          <p:nvPr>
            <p:ph type="title"/>
          </p:nvPr>
        </p:nvSpPr>
        <p:spPr>
          <a:xfrm>
            <a:off x="838200" y="365125"/>
            <a:ext cx="10515600" cy="1325563"/>
          </a:xfrm>
        </p:spPr>
        <p:txBody>
          <a:bodyPr anchor="ctr">
            <a:normAutofit/>
          </a:bodyPr>
          <a:lstStyle/>
          <a:p>
            <a:r>
              <a:rPr lang="en-US" dirty="0"/>
              <a:t>Working with uncertainty</a:t>
            </a:r>
          </a:p>
        </p:txBody>
      </p:sp>
      <p:sp>
        <p:nvSpPr>
          <p:cNvPr id="3" name="Content Placeholder 2">
            <a:extLst>
              <a:ext uri="{FF2B5EF4-FFF2-40B4-BE49-F238E27FC236}">
                <a16:creationId xmlns:a16="http://schemas.microsoft.com/office/drawing/2014/main" id="{797C9881-62AE-E3AA-ADF6-8B9452B65042}"/>
              </a:ext>
            </a:extLst>
          </p:cNvPr>
          <p:cNvSpPr>
            <a:spLocks noGrp="1"/>
          </p:cNvSpPr>
          <p:nvPr>
            <p:ph sz="half" idx="1"/>
          </p:nvPr>
        </p:nvSpPr>
        <p:spPr>
          <a:xfrm>
            <a:off x="1010322" y="1690688"/>
            <a:ext cx="7983071" cy="4381537"/>
          </a:xfrm>
        </p:spPr>
        <p:txBody>
          <a:bodyPr>
            <a:normAutofit/>
          </a:bodyPr>
          <a:lstStyle/>
          <a:p>
            <a:pPr marL="0" indent="0">
              <a:buNone/>
            </a:pPr>
            <a:r>
              <a:rPr lang="en-US" sz="3200" dirty="0"/>
              <a:t>Three Options:</a:t>
            </a:r>
          </a:p>
          <a:p>
            <a:pPr marL="514350" indent="-514350">
              <a:buFont typeface="+mj-lt"/>
              <a:buAutoNum type="arabicPeriod"/>
            </a:pPr>
            <a:r>
              <a:rPr lang="en-US" sz="3200" dirty="0"/>
              <a:t>Make decisions anyway</a:t>
            </a:r>
          </a:p>
          <a:p>
            <a:pPr marL="457200" lvl="1" indent="0">
              <a:buNone/>
            </a:pPr>
            <a:r>
              <a:rPr lang="en-US" sz="2800" dirty="0"/>
              <a:t>Risk tools: e.g., Decision Trees, Utility Theory </a:t>
            </a:r>
          </a:p>
          <a:p>
            <a:pPr marL="514350" indent="-514350">
              <a:buFont typeface="+mj-lt"/>
              <a:buAutoNum type="arabicPeriod"/>
            </a:pPr>
            <a:r>
              <a:rPr lang="en-US" sz="3200" dirty="0"/>
              <a:t>Conduct research to reduce uncertainty</a:t>
            </a:r>
          </a:p>
          <a:p>
            <a:pPr marL="457200" lvl="1" indent="0">
              <a:buNone/>
            </a:pPr>
            <a:r>
              <a:rPr lang="en-US" sz="2800" dirty="0"/>
              <a:t>Value of Information</a:t>
            </a:r>
          </a:p>
          <a:p>
            <a:pPr marL="514350" indent="-514350">
              <a:buFont typeface="+mj-lt"/>
              <a:buAutoNum type="arabicPeriod"/>
            </a:pPr>
            <a:r>
              <a:rPr lang="en-US" sz="3200" dirty="0"/>
              <a:t>Learn while managing</a:t>
            </a:r>
          </a:p>
          <a:p>
            <a:pPr marL="457200" lvl="1" indent="0">
              <a:buNone/>
            </a:pPr>
            <a:r>
              <a:rPr lang="en-US" sz="2800" dirty="0"/>
              <a:t>Adaptive management</a:t>
            </a:r>
          </a:p>
          <a:p>
            <a:endParaRPr lang="en-US" sz="3200" dirty="0"/>
          </a:p>
        </p:txBody>
      </p:sp>
      <p:sp>
        <p:nvSpPr>
          <p:cNvPr id="6" name="TextBox 5">
            <a:extLst>
              <a:ext uri="{FF2B5EF4-FFF2-40B4-BE49-F238E27FC236}">
                <a16:creationId xmlns:a16="http://schemas.microsoft.com/office/drawing/2014/main" id="{30750A2F-BD0F-3590-4CB4-D617C3A5DB12}"/>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
        <p:nvSpPr>
          <p:cNvPr id="4" name="Rectangle 3">
            <a:extLst>
              <a:ext uri="{FF2B5EF4-FFF2-40B4-BE49-F238E27FC236}">
                <a16:creationId xmlns:a16="http://schemas.microsoft.com/office/drawing/2014/main" id="{56288E9C-A06D-A24F-D9AA-4C6A3A6B29AE}"/>
              </a:ext>
            </a:extLst>
          </p:cNvPr>
          <p:cNvSpPr/>
          <p:nvPr/>
        </p:nvSpPr>
        <p:spPr>
          <a:xfrm>
            <a:off x="1010323" y="2248348"/>
            <a:ext cx="7273066" cy="96818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D02BCF60-A0E6-5187-DCFC-53BBDDF0BAB3}"/>
              </a:ext>
            </a:extLst>
          </p:cNvPr>
          <p:cNvSpPr txBox="1"/>
          <p:nvPr/>
        </p:nvSpPr>
        <p:spPr>
          <a:xfrm>
            <a:off x="8283388" y="2248348"/>
            <a:ext cx="2554045" cy="830997"/>
          </a:xfrm>
          <a:prstGeom prst="rect">
            <a:avLst/>
          </a:prstGeom>
          <a:noFill/>
        </p:spPr>
        <p:txBody>
          <a:bodyPr wrap="square" rtlCol="0">
            <a:spAutoFit/>
          </a:bodyPr>
          <a:lstStyle/>
          <a:p>
            <a:pPr algn="ctr"/>
            <a:r>
              <a:rPr lang="en-US" sz="2400" b="1" dirty="0">
                <a:solidFill>
                  <a:srgbClr val="FF0000"/>
                </a:solidFill>
              </a:rPr>
              <a:t>Risk = topic for next week!</a:t>
            </a:r>
          </a:p>
        </p:txBody>
      </p:sp>
      <p:sp>
        <p:nvSpPr>
          <p:cNvPr id="8" name="Rectangle 7">
            <a:extLst>
              <a:ext uri="{FF2B5EF4-FFF2-40B4-BE49-F238E27FC236}">
                <a16:creationId xmlns:a16="http://schemas.microsoft.com/office/drawing/2014/main" id="{65C30783-AAAE-219A-7F7B-1ACD832C007C}"/>
              </a:ext>
            </a:extLst>
          </p:cNvPr>
          <p:cNvSpPr/>
          <p:nvPr/>
        </p:nvSpPr>
        <p:spPr>
          <a:xfrm>
            <a:off x="1010321" y="3292865"/>
            <a:ext cx="7273066" cy="195686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E517D97-4992-C773-146C-9194FD15E0F8}"/>
              </a:ext>
            </a:extLst>
          </p:cNvPr>
          <p:cNvSpPr txBox="1"/>
          <p:nvPr/>
        </p:nvSpPr>
        <p:spPr>
          <a:xfrm>
            <a:off x="8283388" y="3784953"/>
            <a:ext cx="2554045" cy="461665"/>
          </a:xfrm>
          <a:prstGeom prst="rect">
            <a:avLst/>
          </a:prstGeom>
          <a:noFill/>
        </p:spPr>
        <p:txBody>
          <a:bodyPr wrap="square" rtlCol="0">
            <a:spAutoFit/>
          </a:bodyPr>
          <a:lstStyle/>
          <a:p>
            <a:pPr algn="ctr"/>
            <a:r>
              <a:rPr lang="en-US" sz="2400" b="1" dirty="0">
                <a:solidFill>
                  <a:srgbClr val="00B0F0"/>
                </a:solidFill>
              </a:rPr>
              <a:t>Topic for today</a:t>
            </a:r>
          </a:p>
        </p:txBody>
      </p:sp>
    </p:spTree>
    <p:extLst>
      <p:ext uri="{BB962C8B-B14F-4D97-AF65-F5344CB8AC3E}">
        <p14:creationId xmlns:p14="http://schemas.microsoft.com/office/powerpoint/2010/main" val="1470797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animBg="1"/>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1DD6-69BE-E75D-3D5F-B2F8ECAFB2ED}"/>
              </a:ext>
            </a:extLst>
          </p:cNvPr>
          <p:cNvSpPr>
            <a:spLocks noGrp="1"/>
          </p:cNvSpPr>
          <p:nvPr>
            <p:ph type="title"/>
          </p:nvPr>
        </p:nvSpPr>
        <p:spPr/>
        <p:txBody>
          <a:bodyPr/>
          <a:lstStyle/>
          <a:p>
            <a:r>
              <a:rPr lang="en-US" dirty="0"/>
              <a:t>2. Conducting research to reduce uncertainty</a:t>
            </a:r>
          </a:p>
        </p:txBody>
      </p:sp>
      <p:sp>
        <p:nvSpPr>
          <p:cNvPr id="3" name="Content Placeholder 2">
            <a:extLst>
              <a:ext uri="{FF2B5EF4-FFF2-40B4-BE49-F238E27FC236}">
                <a16:creationId xmlns:a16="http://schemas.microsoft.com/office/drawing/2014/main" id="{A0CAA520-013E-0199-D432-E0ED314EACC1}"/>
              </a:ext>
            </a:extLst>
          </p:cNvPr>
          <p:cNvSpPr>
            <a:spLocks noGrp="1"/>
          </p:cNvSpPr>
          <p:nvPr>
            <p:ph idx="1"/>
          </p:nvPr>
        </p:nvSpPr>
        <p:spPr>
          <a:xfrm>
            <a:off x="838200" y="1481848"/>
            <a:ext cx="10515600" cy="939090"/>
          </a:xfrm>
        </p:spPr>
        <p:txBody>
          <a:bodyPr/>
          <a:lstStyle/>
          <a:p>
            <a:r>
              <a:rPr lang="en-US" dirty="0"/>
              <a:t>Reducing uncertainty does not guarantee a desired outcome, but it can increase your chances</a:t>
            </a:r>
          </a:p>
          <a:p>
            <a:endParaRPr lang="en-US" dirty="0"/>
          </a:p>
        </p:txBody>
      </p:sp>
      <p:grpSp>
        <p:nvGrpSpPr>
          <p:cNvPr id="4" name="Google Shape;547;p41">
            <a:extLst>
              <a:ext uri="{FF2B5EF4-FFF2-40B4-BE49-F238E27FC236}">
                <a16:creationId xmlns:a16="http://schemas.microsoft.com/office/drawing/2014/main" id="{E9482EB9-46BA-3C85-93DF-0F95D96FE5FA}"/>
              </a:ext>
            </a:extLst>
          </p:cNvPr>
          <p:cNvGrpSpPr/>
          <p:nvPr/>
        </p:nvGrpSpPr>
        <p:grpSpPr>
          <a:xfrm>
            <a:off x="1361160" y="2420938"/>
            <a:ext cx="8783065" cy="3765523"/>
            <a:chOff x="1177083" y="2976318"/>
            <a:chExt cx="7734299" cy="3765523"/>
          </a:xfrm>
        </p:grpSpPr>
        <p:sp>
          <p:nvSpPr>
            <p:cNvPr id="5" name="Google Shape;548;p41">
              <a:extLst>
                <a:ext uri="{FF2B5EF4-FFF2-40B4-BE49-F238E27FC236}">
                  <a16:creationId xmlns:a16="http://schemas.microsoft.com/office/drawing/2014/main" id="{D109085A-63CC-5F10-3B6D-F99A565C4B00}"/>
                </a:ext>
              </a:extLst>
            </p:cNvPr>
            <p:cNvSpPr/>
            <p:nvPr/>
          </p:nvSpPr>
          <p:spPr>
            <a:xfrm>
              <a:off x="1177083" y="4347918"/>
              <a:ext cx="1219200" cy="838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dk1"/>
                  </a:solidFill>
                  <a:latin typeface="+mj-lt"/>
                  <a:ea typeface="Palatino Linotype"/>
                  <a:cs typeface="Palatino Linotype"/>
                  <a:sym typeface="Palatino Linotype"/>
                </a:rPr>
                <a:t>Decision</a:t>
              </a:r>
              <a:endParaRPr sz="2400">
                <a:latin typeface="+mj-lt"/>
              </a:endParaRPr>
            </a:p>
          </p:txBody>
        </p:sp>
        <p:sp>
          <p:nvSpPr>
            <p:cNvPr id="6" name="Google Shape;549;p41">
              <a:extLst>
                <a:ext uri="{FF2B5EF4-FFF2-40B4-BE49-F238E27FC236}">
                  <a16:creationId xmlns:a16="http://schemas.microsoft.com/office/drawing/2014/main" id="{48DE1139-6704-41CD-84B4-BCBB265B8256}"/>
                </a:ext>
              </a:extLst>
            </p:cNvPr>
            <p:cNvSpPr/>
            <p:nvPr/>
          </p:nvSpPr>
          <p:spPr>
            <a:xfrm>
              <a:off x="4148883" y="3204918"/>
              <a:ext cx="1752600" cy="8382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mj-lt"/>
                  <a:ea typeface="Palatino Linotype"/>
                  <a:cs typeface="Palatino Linotype"/>
                  <a:sym typeface="Palatino Linotype"/>
                </a:rPr>
                <a:t>Chance Events</a:t>
              </a:r>
              <a:endParaRPr sz="2400" dirty="0">
                <a:latin typeface="+mj-lt"/>
              </a:endParaRPr>
            </a:p>
          </p:txBody>
        </p:sp>
        <p:sp>
          <p:nvSpPr>
            <p:cNvPr id="7" name="Google Shape;550;p41">
              <a:extLst>
                <a:ext uri="{FF2B5EF4-FFF2-40B4-BE49-F238E27FC236}">
                  <a16:creationId xmlns:a16="http://schemas.microsoft.com/office/drawing/2014/main" id="{8D5ACAE2-AF07-7C02-EA8E-D45B10DC8595}"/>
                </a:ext>
              </a:extLst>
            </p:cNvPr>
            <p:cNvSpPr txBox="1"/>
            <p:nvPr/>
          </p:nvSpPr>
          <p:spPr>
            <a:xfrm>
              <a:off x="6663483" y="2976318"/>
              <a:ext cx="2057400" cy="336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Palatino Linotype"/>
                  <a:cs typeface="Palatino Linotype"/>
                  <a:sym typeface="Palatino Linotype"/>
                </a:rPr>
                <a:t>Favorable Outcome</a:t>
              </a:r>
              <a:endParaRPr sz="2400">
                <a:latin typeface="+mj-lt"/>
              </a:endParaRPr>
            </a:p>
          </p:txBody>
        </p:sp>
        <p:sp>
          <p:nvSpPr>
            <p:cNvPr id="8" name="Google Shape;551;p41">
              <a:extLst>
                <a:ext uri="{FF2B5EF4-FFF2-40B4-BE49-F238E27FC236}">
                  <a16:creationId xmlns:a16="http://schemas.microsoft.com/office/drawing/2014/main" id="{7CA27944-AC07-6E7D-7529-77CC55DCEAC4}"/>
                </a:ext>
              </a:extLst>
            </p:cNvPr>
            <p:cNvSpPr txBox="1"/>
            <p:nvPr/>
          </p:nvSpPr>
          <p:spPr>
            <a:xfrm>
              <a:off x="6663483" y="3966918"/>
              <a:ext cx="2209800" cy="336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Palatino Linotype"/>
                  <a:cs typeface="Palatino Linotype"/>
                  <a:sym typeface="Palatino Linotype"/>
                </a:rPr>
                <a:t>Unfavorable Outcome</a:t>
              </a:r>
              <a:endParaRPr sz="2400">
                <a:latin typeface="+mj-lt"/>
              </a:endParaRPr>
            </a:p>
          </p:txBody>
        </p:sp>
        <p:sp>
          <p:nvSpPr>
            <p:cNvPr id="9" name="Google Shape;552;p41">
              <a:extLst>
                <a:ext uri="{FF2B5EF4-FFF2-40B4-BE49-F238E27FC236}">
                  <a16:creationId xmlns:a16="http://schemas.microsoft.com/office/drawing/2014/main" id="{F61C64C2-8BA1-80EE-C2A1-E2058E57B9BF}"/>
                </a:ext>
              </a:extLst>
            </p:cNvPr>
            <p:cNvSpPr txBox="1"/>
            <p:nvPr/>
          </p:nvSpPr>
          <p:spPr>
            <a:xfrm>
              <a:off x="3234483" y="4087568"/>
              <a:ext cx="1524000" cy="336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a:solidFill>
                    <a:schemeClr val="dk1"/>
                  </a:solidFill>
                  <a:latin typeface="+mj-lt"/>
                  <a:ea typeface="Palatino Linotype"/>
                  <a:cs typeface="Palatino Linotype"/>
                  <a:sym typeface="Palatino Linotype"/>
                </a:rPr>
                <a:t>Choice A</a:t>
              </a:r>
              <a:endParaRPr sz="2000">
                <a:solidFill>
                  <a:schemeClr val="dk1"/>
                </a:solidFill>
                <a:latin typeface="+mj-lt"/>
                <a:ea typeface="Palatino Linotype"/>
                <a:cs typeface="Palatino Linotype"/>
                <a:sym typeface="Palatino Linotype"/>
              </a:endParaRPr>
            </a:p>
          </p:txBody>
        </p:sp>
        <p:sp>
          <p:nvSpPr>
            <p:cNvPr id="10" name="Google Shape;553;p41">
              <a:extLst>
                <a:ext uri="{FF2B5EF4-FFF2-40B4-BE49-F238E27FC236}">
                  <a16:creationId xmlns:a16="http://schemas.microsoft.com/office/drawing/2014/main" id="{5B645F29-E9C9-7936-80F9-301824BE3C2E}"/>
                </a:ext>
              </a:extLst>
            </p:cNvPr>
            <p:cNvSpPr txBox="1"/>
            <p:nvPr/>
          </p:nvSpPr>
          <p:spPr>
            <a:xfrm>
              <a:off x="3234483" y="5154368"/>
              <a:ext cx="1447800" cy="336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Palatino Linotype"/>
                  <a:cs typeface="Palatino Linotype"/>
                  <a:sym typeface="Palatino Linotype"/>
                </a:rPr>
                <a:t>Choice B</a:t>
              </a:r>
              <a:endParaRPr sz="2000" dirty="0">
                <a:solidFill>
                  <a:schemeClr val="dk1"/>
                </a:solidFill>
                <a:latin typeface="+mj-lt"/>
                <a:ea typeface="Palatino Linotype"/>
                <a:cs typeface="Palatino Linotype"/>
                <a:sym typeface="Palatino Linotype"/>
              </a:endParaRPr>
            </a:p>
          </p:txBody>
        </p:sp>
        <p:sp>
          <p:nvSpPr>
            <p:cNvPr id="11" name="Google Shape;554;p41">
              <a:extLst>
                <a:ext uri="{FF2B5EF4-FFF2-40B4-BE49-F238E27FC236}">
                  <a16:creationId xmlns:a16="http://schemas.microsoft.com/office/drawing/2014/main" id="{98F0B056-AC60-7FF9-EBF0-789B86E32163}"/>
                </a:ext>
              </a:extLst>
            </p:cNvPr>
            <p:cNvSpPr/>
            <p:nvPr/>
          </p:nvSpPr>
          <p:spPr>
            <a:xfrm>
              <a:off x="4148883" y="5643318"/>
              <a:ext cx="1752600" cy="8382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dk1"/>
                  </a:solidFill>
                  <a:latin typeface="+mj-lt"/>
                  <a:ea typeface="Palatino Linotype"/>
                  <a:cs typeface="Palatino Linotype"/>
                  <a:sym typeface="Palatino Linotype"/>
                </a:rPr>
                <a:t>Chance Events</a:t>
              </a:r>
              <a:endParaRPr sz="2400" dirty="0">
                <a:latin typeface="+mj-lt"/>
              </a:endParaRPr>
            </a:p>
          </p:txBody>
        </p:sp>
        <p:sp>
          <p:nvSpPr>
            <p:cNvPr id="12" name="Google Shape;555;p41">
              <a:extLst>
                <a:ext uri="{FF2B5EF4-FFF2-40B4-BE49-F238E27FC236}">
                  <a16:creationId xmlns:a16="http://schemas.microsoft.com/office/drawing/2014/main" id="{FC53888B-7AFC-8FF3-F83F-C3C2529AC356}"/>
                </a:ext>
              </a:extLst>
            </p:cNvPr>
            <p:cNvSpPr txBox="1"/>
            <p:nvPr/>
          </p:nvSpPr>
          <p:spPr>
            <a:xfrm>
              <a:off x="6663483" y="5414718"/>
              <a:ext cx="2133600" cy="336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Palatino Linotype"/>
                  <a:cs typeface="Palatino Linotype"/>
                  <a:sym typeface="Palatino Linotype"/>
                </a:rPr>
                <a:t>Favorable Outcome</a:t>
              </a:r>
              <a:endParaRPr sz="2400" dirty="0">
                <a:latin typeface="+mj-lt"/>
              </a:endParaRPr>
            </a:p>
          </p:txBody>
        </p:sp>
        <p:sp>
          <p:nvSpPr>
            <p:cNvPr id="13" name="Google Shape;556;p41">
              <a:extLst>
                <a:ext uri="{FF2B5EF4-FFF2-40B4-BE49-F238E27FC236}">
                  <a16:creationId xmlns:a16="http://schemas.microsoft.com/office/drawing/2014/main" id="{D921F870-A813-7623-1D4F-6E77160A29EF}"/>
                </a:ext>
              </a:extLst>
            </p:cNvPr>
            <p:cNvSpPr txBox="1"/>
            <p:nvPr/>
          </p:nvSpPr>
          <p:spPr>
            <a:xfrm>
              <a:off x="6625382" y="6405291"/>
              <a:ext cx="2286000" cy="3365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000" dirty="0">
                  <a:solidFill>
                    <a:schemeClr val="dk1"/>
                  </a:solidFill>
                  <a:latin typeface="+mj-lt"/>
                  <a:ea typeface="Palatino Linotype"/>
                  <a:cs typeface="Palatino Linotype"/>
                  <a:sym typeface="Palatino Linotype"/>
                </a:rPr>
                <a:t>Unfavorable Outcome</a:t>
              </a:r>
              <a:endParaRPr sz="2400" dirty="0">
                <a:latin typeface="+mj-lt"/>
              </a:endParaRPr>
            </a:p>
          </p:txBody>
        </p:sp>
        <p:cxnSp>
          <p:nvCxnSpPr>
            <p:cNvPr id="14" name="Google Shape;557;p41">
              <a:extLst>
                <a:ext uri="{FF2B5EF4-FFF2-40B4-BE49-F238E27FC236}">
                  <a16:creationId xmlns:a16="http://schemas.microsoft.com/office/drawing/2014/main" id="{C3E5FC87-4F55-50B7-E99D-5A5CEA2026AD}"/>
                </a:ext>
              </a:extLst>
            </p:cNvPr>
            <p:cNvCxnSpPr>
              <a:stCxn id="5" idx="3"/>
              <a:endCxn id="6" idx="2"/>
            </p:cNvCxnSpPr>
            <p:nvPr/>
          </p:nvCxnSpPr>
          <p:spPr>
            <a:xfrm rot="10800000" flipH="1">
              <a:off x="2396283" y="3624018"/>
              <a:ext cx="1752600" cy="1143000"/>
            </a:xfrm>
            <a:prstGeom prst="straightConnector1">
              <a:avLst/>
            </a:prstGeom>
            <a:noFill/>
            <a:ln w="12700" cap="flat" cmpd="sng">
              <a:solidFill>
                <a:schemeClr val="dk1"/>
              </a:solidFill>
              <a:prstDash val="solid"/>
              <a:round/>
              <a:headEnd type="none" w="sm" len="sm"/>
              <a:tailEnd type="triangle" w="lg" len="lg"/>
            </a:ln>
          </p:spPr>
        </p:cxnSp>
        <p:cxnSp>
          <p:nvCxnSpPr>
            <p:cNvPr id="15" name="Google Shape;558;p41">
              <a:extLst>
                <a:ext uri="{FF2B5EF4-FFF2-40B4-BE49-F238E27FC236}">
                  <a16:creationId xmlns:a16="http://schemas.microsoft.com/office/drawing/2014/main" id="{CE349072-06DE-E770-6E7A-CC7FA3FD361E}"/>
                </a:ext>
              </a:extLst>
            </p:cNvPr>
            <p:cNvCxnSpPr>
              <a:stCxn id="5" idx="3"/>
              <a:endCxn id="11" idx="2"/>
            </p:cNvCxnSpPr>
            <p:nvPr/>
          </p:nvCxnSpPr>
          <p:spPr>
            <a:xfrm>
              <a:off x="2396283" y="4767018"/>
              <a:ext cx="1752600" cy="1295400"/>
            </a:xfrm>
            <a:prstGeom prst="straightConnector1">
              <a:avLst/>
            </a:prstGeom>
            <a:noFill/>
            <a:ln w="12700" cap="flat" cmpd="sng">
              <a:solidFill>
                <a:schemeClr val="dk1"/>
              </a:solidFill>
              <a:prstDash val="solid"/>
              <a:round/>
              <a:headEnd type="none" w="sm" len="sm"/>
              <a:tailEnd type="triangle" w="lg" len="lg"/>
            </a:ln>
          </p:spPr>
        </p:cxnSp>
        <p:cxnSp>
          <p:nvCxnSpPr>
            <p:cNvPr id="16" name="Google Shape;559;p41">
              <a:extLst>
                <a:ext uri="{FF2B5EF4-FFF2-40B4-BE49-F238E27FC236}">
                  <a16:creationId xmlns:a16="http://schemas.microsoft.com/office/drawing/2014/main" id="{2ECDCBAB-CCBF-A717-4BCC-E1DAA26537B9}"/>
                </a:ext>
              </a:extLst>
            </p:cNvPr>
            <p:cNvCxnSpPr>
              <a:stCxn id="6" idx="7"/>
              <a:endCxn id="7" idx="1"/>
            </p:cNvCxnSpPr>
            <p:nvPr/>
          </p:nvCxnSpPr>
          <p:spPr>
            <a:xfrm rot="10800000" flipH="1">
              <a:off x="5644821" y="3144670"/>
              <a:ext cx="1018800" cy="183000"/>
            </a:xfrm>
            <a:prstGeom prst="straightConnector1">
              <a:avLst/>
            </a:prstGeom>
            <a:noFill/>
            <a:ln w="12700" cap="flat" cmpd="sng">
              <a:solidFill>
                <a:schemeClr val="dk1"/>
              </a:solidFill>
              <a:prstDash val="solid"/>
              <a:round/>
              <a:headEnd type="none" w="sm" len="sm"/>
              <a:tailEnd type="triangle" w="lg" len="lg"/>
            </a:ln>
          </p:spPr>
        </p:cxnSp>
        <p:cxnSp>
          <p:nvCxnSpPr>
            <p:cNvPr id="17" name="Google Shape;560;p41">
              <a:extLst>
                <a:ext uri="{FF2B5EF4-FFF2-40B4-BE49-F238E27FC236}">
                  <a16:creationId xmlns:a16="http://schemas.microsoft.com/office/drawing/2014/main" id="{CE58622D-D7CD-17C1-4822-A68D54B2005B}"/>
                </a:ext>
              </a:extLst>
            </p:cNvPr>
            <p:cNvCxnSpPr>
              <a:stCxn id="6" idx="5"/>
              <a:endCxn id="8" idx="1"/>
            </p:cNvCxnSpPr>
            <p:nvPr/>
          </p:nvCxnSpPr>
          <p:spPr>
            <a:xfrm>
              <a:off x="5644821" y="3920366"/>
              <a:ext cx="1018800" cy="214800"/>
            </a:xfrm>
            <a:prstGeom prst="straightConnector1">
              <a:avLst/>
            </a:prstGeom>
            <a:noFill/>
            <a:ln w="12700" cap="flat" cmpd="sng">
              <a:solidFill>
                <a:schemeClr val="dk1"/>
              </a:solidFill>
              <a:prstDash val="solid"/>
              <a:round/>
              <a:headEnd type="none" w="sm" len="sm"/>
              <a:tailEnd type="triangle" w="lg" len="lg"/>
            </a:ln>
          </p:spPr>
        </p:cxnSp>
        <p:cxnSp>
          <p:nvCxnSpPr>
            <p:cNvPr id="18" name="Google Shape;561;p41">
              <a:extLst>
                <a:ext uri="{FF2B5EF4-FFF2-40B4-BE49-F238E27FC236}">
                  <a16:creationId xmlns:a16="http://schemas.microsoft.com/office/drawing/2014/main" id="{AB80A235-B682-BA04-13EB-E3105962E8B4}"/>
                </a:ext>
              </a:extLst>
            </p:cNvPr>
            <p:cNvCxnSpPr>
              <a:stCxn id="11" idx="7"/>
              <a:endCxn id="12" idx="1"/>
            </p:cNvCxnSpPr>
            <p:nvPr/>
          </p:nvCxnSpPr>
          <p:spPr>
            <a:xfrm rot="10800000" flipH="1">
              <a:off x="5644821" y="5583070"/>
              <a:ext cx="1018800" cy="183000"/>
            </a:xfrm>
            <a:prstGeom prst="straightConnector1">
              <a:avLst/>
            </a:prstGeom>
            <a:noFill/>
            <a:ln w="12700" cap="flat" cmpd="sng">
              <a:solidFill>
                <a:schemeClr val="dk1"/>
              </a:solidFill>
              <a:prstDash val="solid"/>
              <a:round/>
              <a:headEnd type="none" w="sm" len="sm"/>
              <a:tailEnd type="triangle" w="lg" len="lg"/>
            </a:ln>
          </p:spPr>
        </p:cxnSp>
        <p:cxnSp>
          <p:nvCxnSpPr>
            <p:cNvPr id="19" name="Google Shape;562;p41">
              <a:extLst>
                <a:ext uri="{FF2B5EF4-FFF2-40B4-BE49-F238E27FC236}">
                  <a16:creationId xmlns:a16="http://schemas.microsoft.com/office/drawing/2014/main" id="{786AA6CE-D1C6-CD5E-3EDF-067E7EE323C1}"/>
                </a:ext>
              </a:extLst>
            </p:cNvPr>
            <p:cNvCxnSpPr>
              <a:stCxn id="11" idx="5"/>
              <a:endCxn id="13" idx="1"/>
            </p:cNvCxnSpPr>
            <p:nvPr/>
          </p:nvCxnSpPr>
          <p:spPr>
            <a:xfrm>
              <a:off x="5644820" y="6358766"/>
              <a:ext cx="980562" cy="214800"/>
            </a:xfrm>
            <a:prstGeom prst="straightConnector1">
              <a:avLst/>
            </a:prstGeom>
            <a:noFill/>
            <a:ln w="12700" cap="flat" cmpd="sng">
              <a:solidFill>
                <a:schemeClr val="dk1"/>
              </a:solidFill>
              <a:prstDash val="solid"/>
              <a:round/>
              <a:headEnd type="none" w="sm" len="sm"/>
              <a:tailEnd type="triangle" w="lg" len="lg"/>
            </a:ln>
          </p:spPr>
        </p:cxnSp>
      </p:grpSp>
      <p:sp>
        <p:nvSpPr>
          <p:cNvPr id="20" name="TextBox 19">
            <a:extLst>
              <a:ext uri="{FF2B5EF4-FFF2-40B4-BE49-F238E27FC236}">
                <a16:creationId xmlns:a16="http://schemas.microsoft.com/office/drawing/2014/main" id="{55D86A05-5977-9B9E-6B6E-2468FED79C01}"/>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
        <p:nvSpPr>
          <p:cNvPr id="21" name="Rectangle 20">
            <a:extLst>
              <a:ext uri="{FF2B5EF4-FFF2-40B4-BE49-F238E27FC236}">
                <a16:creationId xmlns:a16="http://schemas.microsoft.com/office/drawing/2014/main" id="{CCB6F6A7-3EEB-C0F0-873F-6ACE5230AE49}"/>
              </a:ext>
            </a:extLst>
          </p:cNvPr>
          <p:cNvSpPr/>
          <p:nvPr/>
        </p:nvSpPr>
        <p:spPr>
          <a:xfrm>
            <a:off x="1119581" y="2478088"/>
            <a:ext cx="2750869" cy="4191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3200" dirty="0"/>
              <a:t>Decision Tree</a:t>
            </a:r>
          </a:p>
        </p:txBody>
      </p:sp>
    </p:spTree>
    <p:extLst>
      <p:ext uri="{BB962C8B-B14F-4D97-AF65-F5344CB8AC3E}">
        <p14:creationId xmlns:p14="http://schemas.microsoft.com/office/powerpoint/2010/main" val="2998013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11086-B560-4C4F-50C1-DF6322B7E868}"/>
              </a:ext>
            </a:extLst>
          </p:cNvPr>
          <p:cNvSpPr>
            <a:spLocks noGrp="1"/>
          </p:cNvSpPr>
          <p:nvPr>
            <p:ph type="title"/>
          </p:nvPr>
        </p:nvSpPr>
        <p:spPr/>
        <p:txBody>
          <a:bodyPr/>
          <a:lstStyle/>
          <a:p>
            <a:r>
              <a:rPr lang="en-US" dirty="0"/>
              <a:t>When to conduct research</a:t>
            </a:r>
          </a:p>
        </p:txBody>
      </p:sp>
      <p:sp>
        <p:nvSpPr>
          <p:cNvPr id="4" name="Google Shape;571;p42">
            <a:extLst>
              <a:ext uri="{FF2B5EF4-FFF2-40B4-BE49-F238E27FC236}">
                <a16:creationId xmlns:a16="http://schemas.microsoft.com/office/drawing/2014/main" id="{61E60318-EA38-E42C-8D7D-7897771E8BCB}"/>
              </a:ext>
            </a:extLst>
          </p:cNvPr>
          <p:cNvSpPr txBox="1">
            <a:spLocks noGrp="1"/>
          </p:cNvSpPr>
          <p:nvPr>
            <p:ph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2"/>
              </a:buClr>
              <a:buSzPts val="2590"/>
              <a:buFont typeface="Arial"/>
              <a:buNone/>
            </a:pPr>
            <a:r>
              <a:rPr lang="en-US" sz="2600" b="0" i="0" u="none" strike="noStrike" cap="none" dirty="0">
                <a:solidFill>
                  <a:schemeClr val="tx1"/>
                </a:solidFill>
                <a:ea typeface="Century Gothic"/>
                <a:cs typeface="Century Gothic"/>
                <a:sym typeface="Century Gothic"/>
              </a:rPr>
              <a:t>As scientists, we have a strong tendency to: </a:t>
            </a:r>
            <a:endParaRPr sz="2600" dirty="0">
              <a:solidFill>
                <a:schemeClr val="tx1"/>
              </a:solidFill>
            </a:endParaRPr>
          </a:p>
          <a:p>
            <a:pPr marL="342900" marR="0" lvl="0" indent="-342900" algn="l" rtl="0">
              <a:lnSpc>
                <a:spcPct val="90000"/>
              </a:lnSpc>
              <a:spcBef>
                <a:spcPts val="518"/>
              </a:spcBef>
              <a:spcAft>
                <a:spcPts val="0"/>
              </a:spcAft>
              <a:buClr>
                <a:schemeClr val="dk2"/>
              </a:buClr>
              <a:buSzPts val="2590"/>
              <a:buFont typeface="Arial"/>
              <a:buChar char="•"/>
            </a:pPr>
            <a:r>
              <a:rPr lang="en-US" sz="2600" b="0" i="0" u="none" strike="noStrike" cap="none" dirty="0">
                <a:solidFill>
                  <a:schemeClr val="tx1"/>
                </a:solidFill>
                <a:ea typeface="Century Gothic"/>
                <a:cs typeface="Century Gothic"/>
                <a:sym typeface="Century Gothic"/>
              </a:rPr>
              <a:t>Want more information before taking action</a:t>
            </a:r>
            <a:endParaRPr sz="2600" dirty="0">
              <a:solidFill>
                <a:schemeClr val="tx1"/>
              </a:solidFill>
            </a:endParaRPr>
          </a:p>
          <a:p>
            <a:pPr marL="342900" marR="0" lvl="0" indent="-342900" algn="l" rtl="0">
              <a:lnSpc>
                <a:spcPct val="90000"/>
              </a:lnSpc>
              <a:spcBef>
                <a:spcPts val="518"/>
              </a:spcBef>
              <a:spcAft>
                <a:spcPts val="0"/>
              </a:spcAft>
              <a:buClr>
                <a:schemeClr val="dk2"/>
              </a:buClr>
              <a:buSzPts val="2590"/>
              <a:buFont typeface="Arial"/>
              <a:buChar char="•"/>
            </a:pPr>
            <a:r>
              <a:rPr lang="en-US" sz="2600" b="0" i="0" u="none" strike="noStrike" cap="none" dirty="0">
                <a:solidFill>
                  <a:schemeClr val="tx1"/>
                </a:solidFill>
                <a:ea typeface="Century Gothic"/>
                <a:cs typeface="Century Gothic"/>
                <a:sym typeface="Century Gothic"/>
              </a:rPr>
              <a:t>Recommend postponing a decision until we have more information</a:t>
            </a:r>
            <a:endParaRPr sz="2600" dirty="0">
              <a:solidFill>
                <a:schemeClr val="tx1"/>
              </a:solidFill>
            </a:endParaRPr>
          </a:p>
          <a:p>
            <a:pPr marL="742950" marR="0" lvl="1" indent="-285750" algn="l" rtl="0">
              <a:lnSpc>
                <a:spcPct val="90000"/>
              </a:lnSpc>
              <a:spcBef>
                <a:spcPts val="444"/>
              </a:spcBef>
              <a:spcAft>
                <a:spcPts val="0"/>
              </a:spcAft>
              <a:buClr>
                <a:srgbClr val="7F7F7F"/>
              </a:buClr>
              <a:buSzPts val="2220"/>
              <a:buFont typeface="Courier New"/>
              <a:buChar char="o"/>
            </a:pPr>
            <a:r>
              <a:rPr lang="en-US" sz="2600" b="0" i="0" u="none" strike="noStrike" cap="none" dirty="0">
                <a:solidFill>
                  <a:schemeClr val="tx1"/>
                </a:solidFill>
                <a:ea typeface="Century Gothic"/>
                <a:cs typeface="Century Gothic"/>
                <a:sym typeface="Century Gothic"/>
              </a:rPr>
              <a:t>Why? What would we do differently based on that information?</a:t>
            </a:r>
            <a:endParaRPr sz="2600" dirty="0">
              <a:solidFill>
                <a:schemeClr val="tx1"/>
              </a:solidFill>
            </a:endParaRPr>
          </a:p>
          <a:p>
            <a:pPr marL="0" marR="0" lvl="0" indent="0" algn="l" rtl="0">
              <a:lnSpc>
                <a:spcPct val="90000"/>
              </a:lnSpc>
              <a:spcBef>
                <a:spcPts val="518"/>
              </a:spcBef>
              <a:spcAft>
                <a:spcPts val="0"/>
              </a:spcAft>
              <a:buClr>
                <a:schemeClr val="dk2"/>
              </a:buClr>
              <a:buSzPts val="2590"/>
              <a:buFont typeface="Arial"/>
              <a:buNone/>
            </a:pPr>
            <a:endParaRPr sz="2600" b="0" i="0" u="none" strike="noStrike" cap="none" dirty="0">
              <a:solidFill>
                <a:schemeClr val="tx1"/>
              </a:solidFill>
              <a:ea typeface="Century Gothic"/>
              <a:cs typeface="Century Gothic"/>
              <a:sym typeface="Century Gothic"/>
            </a:endParaRPr>
          </a:p>
          <a:p>
            <a:pPr marL="0" marR="0" lvl="0" indent="0" algn="l" rtl="0">
              <a:lnSpc>
                <a:spcPct val="90000"/>
              </a:lnSpc>
              <a:spcBef>
                <a:spcPts val="518"/>
              </a:spcBef>
              <a:spcAft>
                <a:spcPts val="0"/>
              </a:spcAft>
              <a:buClr>
                <a:schemeClr val="dk2"/>
              </a:buClr>
              <a:buSzPts val="2590"/>
              <a:buFont typeface="Arial"/>
              <a:buNone/>
            </a:pPr>
            <a:r>
              <a:rPr lang="en-US" sz="2600" b="0" i="0" u="none" strike="noStrike" cap="none" dirty="0">
                <a:solidFill>
                  <a:schemeClr val="tx1"/>
                </a:solidFill>
                <a:ea typeface="Century Gothic"/>
                <a:cs typeface="Century Gothic"/>
                <a:sym typeface="Century Gothic"/>
              </a:rPr>
              <a:t>We should ask</a:t>
            </a:r>
            <a:r>
              <a:rPr lang="en-US" sz="2600" dirty="0">
                <a:solidFill>
                  <a:schemeClr val="tx1"/>
                </a:solidFill>
                <a:ea typeface="Century Gothic"/>
                <a:cs typeface="Century Gothic"/>
                <a:sym typeface="Century Gothic"/>
              </a:rPr>
              <a:t>: </a:t>
            </a:r>
          </a:p>
          <a:p>
            <a:pPr indent="-457200">
              <a:lnSpc>
                <a:spcPct val="90000"/>
              </a:lnSpc>
              <a:spcBef>
                <a:spcPts val="518"/>
              </a:spcBef>
              <a:buClr>
                <a:schemeClr val="dk2"/>
              </a:buClr>
              <a:buSzPts val="2590"/>
            </a:pPr>
            <a:r>
              <a:rPr lang="en-US" sz="2600" b="0" i="1" u="sng" strike="noStrike" cap="none" dirty="0">
                <a:solidFill>
                  <a:schemeClr val="tx1"/>
                </a:solidFill>
                <a:ea typeface="Century Gothic"/>
                <a:cs typeface="Century Gothic"/>
                <a:sym typeface="Century Gothic"/>
              </a:rPr>
              <a:t>Will the information change our decision</a:t>
            </a:r>
            <a:r>
              <a:rPr lang="en-US" sz="2600" b="0" i="1" u="none" strike="noStrike" cap="none" dirty="0">
                <a:solidFill>
                  <a:schemeClr val="tx1"/>
                </a:solidFill>
                <a:ea typeface="Century Gothic"/>
                <a:cs typeface="Century Gothic"/>
                <a:sym typeface="Century Gothic"/>
              </a:rPr>
              <a:t>?</a:t>
            </a:r>
            <a:endParaRPr lang="en-US" sz="2600" dirty="0">
              <a:solidFill>
                <a:schemeClr val="tx1"/>
              </a:solidFill>
              <a:ea typeface="Century Gothic"/>
            </a:endParaRPr>
          </a:p>
          <a:p>
            <a:pPr indent="-457200">
              <a:lnSpc>
                <a:spcPct val="90000"/>
              </a:lnSpc>
              <a:spcBef>
                <a:spcPts val="518"/>
              </a:spcBef>
              <a:buClr>
                <a:schemeClr val="dk2"/>
              </a:buClr>
              <a:buSzPts val="2590"/>
            </a:pPr>
            <a:r>
              <a:rPr lang="en-US" sz="2600" b="0" i="1" u="sng" strike="noStrike" cap="none" dirty="0">
                <a:solidFill>
                  <a:schemeClr val="tx1"/>
                </a:solidFill>
                <a:ea typeface="Century Gothic"/>
                <a:cs typeface="Century Gothic"/>
                <a:sym typeface="Century Gothic"/>
              </a:rPr>
              <a:t>How much will the information improve our performance</a:t>
            </a:r>
            <a:r>
              <a:rPr lang="en-US" sz="2600" b="0" i="1" u="none" strike="noStrike" cap="none" dirty="0">
                <a:solidFill>
                  <a:schemeClr val="tx1"/>
                </a:solidFill>
                <a:ea typeface="Century Gothic"/>
                <a:cs typeface="Century Gothic"/>
                <a:sym typeface="Century Gothic"/>
              </a:rPr>
              <a:t>?</a:t>
            </a:r>
            <a:endParaRPr sz="2600" b="0" i="1" u="none" strike="noStrike" cap="none" dirty="0">
              <a:solidFill>
                <a:schemeClr val="tx1"/>
              </a:solidFill>
              <a:ea typeface="Century Gothic"/>
              <a:cs typeface="Century Gothic"/>
              <a:sym typeface="Century Gothic"/>
            </a:endParaRPr>
          </a:p>
          <a:p>
            <a:pPr marL="0" marR="0" lvl="0" indent="0" algn="l" rtl="0">
              <a:lnSpc>
                <a:spcPct val="90000"/>
              </a:lnSpc>
              <a:spcBef>
                <a:spcPts val="518"/>
              </a:spcBef>
              <a:spcAft>
                <a:spcPts val="0"/>
              </a:spcAft>
              <a:buClr>
                <a:schemeClr val="dk2"/>
              </a:buClr>
              <a:buSzPts val="2590"/>
              <a:buFont typeface="Arial"/>
              <a:buNone/>
            </a:pPr>
            <a:endParaRPr sz="2590" b="0" i="1" u="none" strike="noStrike" cap="none" dirty="0">
              <a:solidFill>
                <a:schemeClr val="dk2"/>
              </a:solidFill>
              <a:ea typeface="Century Gothic"/>
              <a:cs typeface="Century Gothic"/>
              <a:sym typeface="Century Gothic"/>
            </a:endParaRPr>
          </a:p>
        </p:txBody>
      </p:sp>
      <p:sp>
        <p:nvSpPr>
          <p:cNvPr id="5" name="TextBox 4">
            <a:extLst>
              <a:ext uri="{FF2B5EF4-FFF2-40B4-BE49-F238E27FC236}">
                <a16:creationId xmlns:a16="http://schemas.microsoft.com/office/drawing/2014/main" id="{4D0E79B9-3FF4-4CFC-30D6-AE0779845685}"/>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657994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AAC94-1A40-1268-FCB8-76E3D2B8C8A8}"/>
              </a:ext>
            </a:extLst>
          </p:cNvPr>
          <p:cNvSpPr>
            <a:spLocks noGrp="1"/>
          </p:cNvSpPr>
          <p:nvPr>
            <p:ph type="title"/>
          </p:nvPr>
        </p:nvSpPr>
        <p:spPr/>
        <p:txBody>
          <a:bodyPr/>
          <a:lstStyle/>
          <a:p>
            <a:r>
              <a:rPr lang="en-US" dirty="0"/>
              <a:t>When to conduct research</a:t>
            </a:r>
          </a:p>
        </p:txBody>
      </p:sp>
      <p:sp>
        <p:nvSpPr>
          <p:cNvPr id="3" name="Content Placeholder 2">
            <a:extLst>
              <a:ext uri="{FF2B5EF4-FFF2-40B4-BE49-F238E27FC236}">
                <a16:creationId xmlns:a16="http://schemas.microsoft.com/office/drawing/2014/main" id="{A9136470-8960-23C7-242E-C0A875BE5230}"/>
              </a:ext>
            </a:extLst>
          </p:cNvPr>
          <p:cNvSpPr>
            <a:spLocks noGrp="1"/>
          </p:cNvSpPr>
          <p:nvPr>
            <p:ph idx="1"/>
          </p:nvPr>
        </p:nvSpPr>
        <p:spPr>
          <a:xfrm>
            <a:off x="838200" y="1709028"/>
            <a:ext cx="4970929" cy="4351338"/>
          </a:xfrm>
        </p:spPr>
        <p:txBody>
          <a:bodyPr>
            <a:normAutofit fontScale="92500" lnSpcReduction="10000"/>
          </a:bodyPr>
          <a:lstStyle/>
          <a:p>
            <a:pPr marL="0" indent="0">
              <a:buNone/>
            </a:pPr>
            <a:r>
              <a:rPr lang="en-US" sz="3200" b="1" u="sng" dirty="0"/>
              <a:t>NOTE:</a:t>
            </a:r>
          </a:p>
          <a:p>
            <a:pPr marL="0" indent="0">
              <a:buNone/>
            </a:pPr>
            <a:r>
              <a:rPr lang="en-US" sz="3200" dirty="0"/>
              <a:t>Information has value to decision makers if, and only if </a:t>
            </a:r>
          </a:p>
          <a:p>
            <a:pPr marL="514350" indent="-514350">
              <a:buAutoNum type="alphaLcParenBoth"/>
            </a:pPr>
            <a:r>
              <a:rPr lang="en-US" sz="3200" dirty="0"/>
              <a:t>It influences the selection of management actions</a:t>
            </a:r>
          </a:p>
          <a:p>
            <a:pPr marL="514350" indent="-514350">
              <a:buAutoNum type="alphaLcParenBoth"/>
            </a:pPr>
            <a:r>
              <a:rPr lang="en-US" sz="3200" dirty="0"/>
              <a:t>The resulting change in management actions results in improvements in performance on the identified objectives</a:t>
            </a:r>
          </a:p>
          <a:p>
            <a:pPr marL="0" indent="0">
              <a:buNone/>
            </a:pPr>
            <a:endParaRPr lang="en-US" sz="3200" dirty="0"/>
          </a:p>
        </p:txBody>
      </p:sp>
      <p:sp>
        <p:nvSpPr>
          <p:cNvPr id="8" name="TextBox 7">
            <a:extLst>
              <a:ext uri="{FF2B5EF4-FFF2-40B4-BE49-F238E27FC236}">
                <a16:creationId xmlns:a16="http://schemas.microsoft.com/office/drawing/2014/main" id="{2EDFE2A3-73F5-B46B-C6EB-DD39222A4AE4}"/>
              </a:ext>
            </a:extLst>
          </p:cNvPr>
          <p:cNvSpPr txBox="1"/>
          <p:nvPr/>
        </p:nvSpPr>
        <p:spPr>
          <a:xfrm>
            <a:off x="-11953" y="6635451"/>
            <a:ext cx="5154108" cy="276999"/>
          </a:xfrm>
          <a:prstGeom prst="rect">
            <a:avLst/>
          </a:prstGeom>
          <a:noFill/>
        </p:spPr>
        <p:txBody>
          <a:bodyPr wrap="square">
            <a:spAutoFit/>
          </a:bodyPr>
          <a:lstStyle/>
          <a:p>
            <a:r>
              <a:rPr lang="en-US" sz="1200" dirty="0"/>
              <a:t>Developed by Brielle Thompson (See Gregory et al. 2012 Ch 10) </a:t>
            </a:r>
          </a:p>
        </p:txBody>
      </p:sp>
      <p:pic>
        <p:nvPicPr>
          <p:cNvPr id="10" name="Picture 9" descr="Doctors monitoring patient condition on monitors">
            <a:extLst>
              <a:ext uri="{FF2B5EF4-FFF2-40B4-BE49-F238E27FC236}">
                <a16:creationId xmlns:a16="http://schemas.microsoft.com/office/drawing/2014/main" id="{F2086041-F346-5710-F084-F64FC5424D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825625"/>
            <a:ext cx="5719498" cy="3812068"/>
          </a:xfrm>
          <a:prstGeom prst="rect">
            <a:avLst/>
          </a:prstGeom>
        </p:spPr>
      </p:pic>
    </p:spTree>
    <p:extLst>
      <p:ext uri="{BB962C8B-B14F-4D97-AF65-F5344CB8AC3E}">
        <p14:creationId xmlns:p14="http://schemas.microsoft.com/office/powerpoint/2010/main" val="30342179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DE63E-75E4-3103-0ECE-A279F10DD17C}"/>
              </a:ext>
            </a:extLst>
          </p:cNvPr>
          <p:cNvSpPr>
            <a:spLocks noGrp="1"/>
          </p:cNvSpPr>
          <p:nvPr>
            <p:ph type="title"/>
          </p:nvPr>
        </p:nvSpPr>
        <p:spPr/>
        <p:txBody>
          <a:bodyPr/>
          <a:lstStyle/>
          <a:p>
            <a:r>
              <a:rPr lang="en-US" dirty="0"/>
              <a:t>Types of data that might be collected:</a:t>
            </a:r>
          </a:p>
        </p:txBody>
      </p:sp>
      <p:sp>
        <p:nvSpPr>
          <p:cNvPr id="3" name="Content Placeholder 2">
            <a:extLst>
              <a:ext uri="{FF2B5EF4-FFF2-40B4-BE49-F238E27FC236}">
                <a16:creationId xmlns:a16="http://schemas.microsoft.com/office/drawing/2014/main" id="{70E7E05F-A68E-A6E1-2631-4040B71057B9}"/>
              </a:ext>
            </a:extLst>
          </p:cNvPr>
          <p:cNvSpPr>
            <a:spLocks noGrp="1"/>
          </p:cNvSpPr>
          <p:nvPr>
            <p:ph idx="1"/>
          </p:nvPr>
        </p:nvSpPr>
        <p:spPr>
          <a:xfrm>
            <a:off x="838200" y="1690688"/>
            <a:ext cx="10515600" cy="4139958"/>
          </a:xfrm>
        </p:spPr>
        <p:txBody>
          <a:bodyPr>
            <a:normAutofit lnSpcReduction="10000"/>
          </a:bodyPr>
          <a:lstStyle/>
          <a:p>
            <a:r>
              <a:rPr lang="en-US" sz="3200" dirty="0"/>
              <a:t>Baseline data collection (control data)</a:t>
            </a:r>
          </a:p>
          <a:p>
            <a:r>
              <a:rPr lang="en-US" sz="3200" dirty="0"/>
              <a:t>Compliance monitoring</a:t>
            </a:r>
          </a:p>
          <a:p>
            <a:r>
              <a:rPr lang="en-US" sz="3200" dirty="0"/>
              <a:t>Effects monitoring </a:t>
            </a:r>
          </a:p>
          <a:p>
            <a:r>
              <a:rPr lang="en-US" sz="3200" dirty="0"/>
              <a:t>Capacity building initiatives for agencies/communities </a:t>
            </a:r>
          </a:p>
          <a:p>
            <a:r>
              <a:rPr lang="en-US" sz="3200" dirty="0"/>
              <a:t>Co-management and trust building initiatives</a:t>
            </a:r>
          </a:p>
          <a:p>
            <a:r>
              <a:rPr lang="en-US" sz="3200" dirty="0"/>
              <a:t>Research</a:t>
            </a:r>
          </a:p>
          <a:p>
            <a:r>
              <a:rPr lang="en-US" sz="3200" dirty="0"/>
              <a:t>Development of assessment techniques (new predictive models)</a:t>
            </a:r>
          </a:p>
        </p:txBody>
      </p:sp>
      <p:sp>
        <p:nvSpPr>
          <p:cNvPr id="4" name="TextBox 3">
            <a:extLst>
              <a:ext uri="{FF2B5EF4-FFF2-40B4-BE49-F238E27FC236}">
                <a16:creationId xmlns:a16="http://schemas.microsoft.com/office/drawing/2014/main" id="{716C69CA-D362-2AA2-679C-44700E8A7FCC}"/>
              </a:ext>
            </a:extLst>
          </p:cNvPr>
          <p:cNvSpPr txBox="1"/>
          <p:nvPr/>
        </p:nvSpPr>
        <p:spPr>
          <a:xfrm>
            <a:off x="-11953" y="6635451"/>
            <a:ext cx="5154108" cy="276999"/>
          </a:xfrm>
          <a:prstGeom prst="rect">
            <a:avLst/>
          </a:prstGeom>
          <a:noFill/>
        </p:spPr>
        <p:txBody>
          <a:bodyPr wrap="square">
            <a:spAutoFit/>
          </a:bodyPr>
          <a:lstStyle/>
          <a:p>
            <a:r>
              <a:rPr lang="en-US" sz="1200" dirty="0"/>
              <a:t>Developed by Brielle Thompson (See Gregory et al. 2012 Ch 10) </a:t>
            </a:r>
          </a:p>
        </p:txBody>
      </p:sp>
    </p:spTree>
    <p:extLst>
      <p:ext uri="{BB962C8B-B14F-4D97-AF65-F5344CB8AC3E}">
        <p14:creationId xmlns:p14="http://schemas.microsoft.com/office/powerpoint/2010/main" val="15624117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290C1-D633-9666-93E6-12E61E4E9720}"/>
              </a:ext>
            </a:extLst>
          </p:cNvPr>
          <p:cNvSpPr>
            <a:spLocks noGrp="1"/>
          </p:cNvSpPr>
          <p:nvPr>
            <p:ph type="title"/>
          </p:nvPr>
        </p:nvSpPr>
        <p:spPr>
          <a:xfrm>
            <a:off x="838200" y="298043"/>
            <a:ext cx="10515600" cy="1325563"/>
          </a:xfrm>
        </p:spPr>
        <p:txBody>
          <a:bodyPr/>
          <a:lstStyle/>
          <a:p>
            <a:r>
              <a:rPr lang="en-US" dirty="0"/>
              <a:t>Approaches to understand uncertainties</a:t>
            </a:r>
          </a:p>
        </p:txBody>
      </p:sp>
      <p:sp>
        <p:nvSpPr>
          <p:cNvPr id="3" name="Content Placeholder 2">
            <a:extLst>
              <a:ext uri="{FF2B5EF4-FFF2-40B4-BE49-F238E27FC236}">
                <a16:creationId xmlns:a16="http://schemas.microsoft.com/office/drawing/2014/main" id="{95D625E2-0293-47E0-F72C-F1AE49C2CD71}"/>
              </a:ext>
            </a:extLst>
          </p:cNvPr>
          <p:cNvSpPr>
            <a:spLocks noGrp="1"/>
          </p:cNvSpPr>
          <p:nvPr>
            <p:ph idx="1"/>
          </p:nvPr>
        </p:nvSpPr>
        <p:spPr>
          <a:xfrm>
            <a:off x="838200" y="1825625"/>
            <a:ext cx="10515600" cy="4351338"/>
          </a:xfrm>
        </p:spPr>
        <p:txBody>
          <a:bodyPr>
            <a:normAutofit/>
          </a:bodyPr>
          <a:lstStyle/>
          <a:p>
            <a:pPr algn="ctr"/>
            <a:r>
              <a:rPr lang="en-US" sz="3600" dirty="0"/>
              <a:t>Perform a sensitivity analysis</a:t>
            </a:r>
          </a:p>
          <a:p>
            <a:pPr algn="ctr"/>
            <a:endParaRPr lang="en-US" sz="3600" dirty="0"/>
          </a:p>
          <a:p>
            <a:pPr marL="0" indent="0" algn="ctr">
              <a:buNone/>
            </a:pPr>
            <a:endParaRPr lang="en-US" sz="3600" dirty="0"/>
          </a:p>
          <a:p>
            <a:pPr algn="ctr"/>
            <a:r>
              <a:rPr lang="en-US" sz="3600" dirty="0"/>
              <a:t>Conduct a value of information analysis</a:t>
            </a:r>
          </a:p>
        </p:txBody>
      </p:sp>
      <p:sp>
        <p:nvSpPr>
          <p:cNvPr id="4" name="TextBox 3">
            <a:extLst>
              <a:ext uri="{FF2B5EF4-FFF2-40B4-BE49-F238E27FC236}">
                <a16:creationId xmlns:a16="http://schemas.microsoft.com/office/drawing/2014/main" id="{5BC4A125-3AE8-E879-8133-2BA0EE5E87D4}"/>
              </a:ext>
            </a:extLst>
          </p:cNvPr>
          <p:cNvSpPr txBox="1"/>
          <p:nvPr/>
        </p:nvSpPr>
        <p:spPr>
          <a:xfrm>
            <a:off x="0" y="6581001"/>
            <a:ext cx="5154108" cy="276999"/>
          </a:xfrm>
          <a:prstGeom prst="rect">
            <a:avLst/>
          </a:prstGeom>
          <a:noFill/>
        </p:spPr>
        <p:txBody>
          <a:bodyPr wrap="square">
            <a:spAutoFit/>
          </a:bodyPr>
          <a:lstStyle/>
          <a:p>
            <a:r>
              <a:rPr lang="en-US" sz="1200" dirty="0"/>
              <a:t>Developed by Brielle Thompson </a:t>
            </a:r>
          </a:p>
        </p:txBody>
      </p:sp>
      <p:pic>
        <p:nvPicPr>
          <p:cNvPr id="6" name="Graphic 5" descr="Bar chart outline">
            <a:extLst>
              <a:ext uri="{FF2B5EF4-FFF2-40B4-BE49-F238E27FC236}">
                <a16:creationId xmlns:a16="http://schemas.microsoft.com/office/drawing/2014/main" id="{6630B8AC-FA91-D92E-094F-71DA49435A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300830" y="2295860"/>
            <a:ext cx="1590340" cy="1590340"/>
          </a:xfrm>
          <a:prstGeom prst="rect">
            <a:avLst/>
          </a:prstGeom>
        </p:spPr>
      </p:pic>
      <p:pic>
        <p:nvPicPr>
          <p:cNvPr id="8" name="Graphic 7" descr="Research outline">
            <a:extLst>
              <a:ext uri="{FF2B5EF4-FFF2-40B4-BE49-F238E27FC236}">
                <a16:creationId xmlns:a16="http://schemas.microsoft.com/office/drawing/2014/main" id="{F40F19B1-961E-274E-5195-9144EAAEFF6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00830" y="4456943"/>
            <a:ext cx="1590340" cy="1590340"/>
          </a:xfrm>
          <a:prstGeom prst="rect">
            <a:avLst/>
          </a:prstGeom>
        </p:spPr>
      </p:pic>
    </p:spTree>
    <p:extLst>
      <p:ext uri="{BB962C8B-B14F-4D97-AF65-F5344CB8AC3E}">
        <p14:creationId xmlns:p14="http://schemas.microsoft.com/office/powerpoint/2010/main" val="2237320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D3F0C-D0D0-7556-C567-6B37D5638D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802FD-8EA4-892E-C098-C325AE4F25BD}"/>
              </a:ext>
            </a:extLst>
          </p:cNvPr>
          <p:cNvSpPr>
            <a:spLocks noGrp="1"/>
          </p:cNvSpPr>
          <p:nvPr>
            <p:ph type="title"/>
          </p:nvPr>
        </p:nvSpPr>
        <p:spPr/>
        <p:txBody>
          <a:bodyPr/>
          <a:lstStyle/>
          <a:p>
            <a:r>
              <a:rPr lang="en-US" dirty="0"/>
              <a:t>Sensitivity analysis</a:t>
            </a:r>
          </a:p>
        </p:txBody>
      </p:sp>
      <p:sp>
        <p:nvSpPr>
          <p:cNvPr id="4" name="Google Shape;571;p42">
            <a:extLst>
              <a:ext uri="{FF2B5EF4-FFF2-40B4-BE49-F238E27FC236}">
                <a16:creationId xmlns:a16="http://schemas.microsoft.com/office/drawing/2014/main" id="{FC7B8A51-179D-B20D-FA1A-8598BA59A541}"/>
              </a:ext>
            </a:extLst>
          </p:cNvPr>
          <p:cNvSpPr txBox="1">
            <a:spLocks noGrp="1"/>
          </p:cNvSpPr>
          <p:nvPr>
            <p:ph idx="1"/>
          </p:nvPr>
        </p:nvSpPr>
        <p:spPr>
          <a:xfrm>
            <a:off x="838200" y="1330773"/>
            <a:ext cx="10515600" cy="2098227"/>
          </a:xfrm>
          <a:prstGeom prst="rect">
            <a:avLst/>
          </a:prstGeom>
          <a:noFill/>
          <a:ln>
            <a:noFill/>
          </a:ln>
        </p:spPr>
        <p:txBody>
          <a:bodyPr spcFirstLastPara="1" wrap="square" lIns="91425" tIns="45700" rIns="91425" bIns="45700" anchor="t" anchorCtr="0">
            <a:noAutofit/>
          </a:bodyPr>
          <a:lstStyle/>
          <a:p>
            <a:pPr>
              <a:buSzPct val="100000"/>
            </a:pPr>
            <a:r>
              <a:rPr lang="en-US" dirty="0">
                <a:ea typeface="Century Gothic"/>
                <a:cs typeface="Century Gothic"/>
                <a:sym typeface="Century Gothic"/>
              </a:rPr>
              <a:t>Is the optimal alternative sensitive to uncertainty? </a:t>
            </a:r>
            <a:endParaRPr lang="en-US" sz="2590" b="0" i="1" u="none" strike="noStrike" cap="none" dirty="0">
              <a:ea typeface="Century Gothic"/>
              <a:cs typeface="Century Gothic"/>
              <a:sym typeface="Century Gothic"/>
            </a:endParaRPr>
          </a:p>
          <a:p>
            <a:pPr>
              <a:spcBef>
                <a:spcPts val="518"/>
              </a:spcBef>
              <a:buSzPct val="100000"/>
            </a:pPr>
            <a:r>
              <a:rPr lang="en-US" sz="2590" i="1" dirty="0">
                <a:solidFill>
                  <a:schemeClr val="accent1"/>
                </a:solidFill>
                <a:ea typeface="Century Gothic"/>
                <a:cs typeface="Century Gothic"/>
                <a:sym typeface="Century Gothic"/>
              </a:rPr>
              <a:t>Consider the following example </a:t>
            </a:r>
          </a:p>
          <a:p>
            <a:pPr lvl="1">
              <a:spcBef>
                <a:spcPts val="518"/>
              </a:spcBef>
              <a:buSzPct val="100000"/>
            </a:pPr>
            <a:r>
              <a:rPr lang="en-US" sz="2190" b="0" u="none" strike="noStrike" cap="none" dirty="0">
                <a:solidFill>
                  <a:schemeClr val="accent1"/>
                </a:solidFill>
                <a:ea typeface="Century Gothic"/>
                <a:cs typeface="Century Gothic"/>
                <a:sym typeface="Century Gothic"/>
              </a:rPr>
              <a:t>We are making a decision on whether to repair an impoundment, we evaluated three alternatives against four objectives:</a:t>
            </a:r>
            <a:endParaRPr sz="2190" b="0" u="none" strike="noStrike" cap="none" dirty="0">
              <a:solidFill>
                <a:schemeClr val="accent1"/>
              </a:solidFill>
              <a:ea typeface="Century Gothic"/>
              <a:cs typeface="Century Gothic"/>
              <a:sym typeface="Century Gothic"/>
            </a:endParaRPr>
          </a:p>
        </p:txBody>
      </p:sp>
      <p:sp>
        <p:nvSpPr>
          <p:cNvPr id="5" name="TextBox 4">
            <a:extLst>
              <a:ext uri="{FF2B5EF4-FFF2-40B4-BE49-F238E27FC236}">
                <a16:creationId xmlns:a16="http://schemas.microsoft.com/office/drawing/2014/main" id="{CFFBE215-4A38-DBD2-77AC-0CB994CB8B90}"/>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graphicFrame>
        <p:nvGraphicFramePr>
          <p:cNvPr id="3" name="Google Shape;326;p30">
            <a:extLst>
              <a:ext uri="{FF2B5EF4-FFF2-40B4-BE49-F238E27FC236}">
                <a16:creationId xmlns:a16="http://schemas.microsoft.com/office/drawing/2014/main" id="{9B9D451B-5B77-AC92-FC00-D6B7DDC9682C}"/>
              </a:ext>
            </a:extLst>
          </p:cNvPr>
          <p:cNvGraphicFramePr/>
          <p:nvPr>
            <p:extLst>
              <p:ext uri="{D42A27DB-BD31-4B8C-83A1-F6EECF244321}">
                <p14:modId xmlns:p14="http://schemas.microsoft.com/office/powerpoint/2010/main" val="1352848340"/>
              </p:ext>
            </p:extLst>
          </p:nvPr>
        </p:nvGraphicFramePr>
        <p:xfrm>
          <a:off x="2142620" y="3076251"/>
          <a:ext cx="6429375" cy="3559200"/>
        </p:xfrm>
        <a:graphic>
          <a:graphicData uri="http://schemas.openxmlformats.org/drawingml/2006/table">
            <a:tbl>
              <a:tblPr>
                <a:noFill/>
              </a:tblPr>
              <a:tblGrid>
                <a:gridCol w="1606550">
                  <a:extLst>
                    <a:ext uri="{9D8B030D-6E8A-4147-A177-3AD203B41FA5}">
                      <a16:colId xmlns:a16="http://schemas.microsoft.com/office/drawing/2014/main" val="20000"/>
                    </a:ext>
                  </a:extLst>
                </a:gridCol>
                <a:gridCol w="1608150">
                  <a:extLst>
                    <a:ext uri="{9D8B030D-6E8A-4147-A177-3AD203B41FA5}">
                      <a16:colId xmlns:a16="http://schemas.microsoft.com/office/drawing/2014/main" val="20001"/>
                    </a:ext>
                  </a:extLst>
                </a:gridCol>
                <a:gridCol w="1606550">
                  <a:extLst>
                    <a:ext uri="{9D8B030D-6E8A-4147-A177-3AD203B41FA5}">
                      <a16:colId xmlns:a16="http://schemas.microsoft.com/office/drawing/2014/main" val="20002"/>
                    </a:ext>
                  </a:extLst>
                </a:gridCol>
                <a:gridCol w="1608125">
                  <a:extLst>
                    <a:ext uri="{9D8B030D-6E8A-4147-A177-3AD203B41FA5}">
                      <a16:colId xmlns:a16="http://schemas.microsoft.com/office/drawing/2014/main" val="20003"/>
                    </a:ext>
                  </a:extLst>
                </a:gridCol>
              </a:tblGrid>
              <a:tr h="593725">
                <a:tc rowSpan="2">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Objectives</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Alternatives</a:t>
                      </a:r>
                      <a:endParaRPr sz="1600" b="0" i="0" u="none" strike="noStrike" cap="none" dirty="0">
                        <a:solidFill>
                          <a:schemeClr val="tx1"/>
                        </a:solidFill>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2150">
                <a:tc vMerge="1">
                  <a:txBody>
                    <a:bodyPr/>
                    <a:lstStyle/>
                    <a:p>
                      <a:endParaRPr lang="en-US"/>
                    </a:p>
                  </a:txBody>
                  <a:tcPr/>
                </a:tc>
                <a:tc>
                  <a:txBody>
                    <a:bodyPr/>
                    <a:lstStyle/>
                    <a:p>
                      <a:pPr marL="0" marR="0" lvl="0" indent="0" algn="ctr"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Status quo</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Minor repair</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Major repair</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1"/>
                  </a:ext>
                </a:extLst>
              </a:tr>
              <a:tr h="593725">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Cost ($M)</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0</a:t>
                      </a:r>
                      <a:endParaRPr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2</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12</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592150">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Environmental Benefit (0-10)</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1</a:t>
                      </a:r>
                      <a:endParaRPr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3</a:t>
                      </a:r>
                      <a:endParaRPr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10</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3"/>
                  </a:ext>
                </a:extLst>
              </a:tr>
              <a:tr h="593725">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Disturbance (0-10)</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0</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1</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7</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593725">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Silt Runoff (k ft</a:t>
                      </a:r>
                      <a:r>
                        <a:rPr lang="en-US" sz="1600" b="0" i="0" u="none" strike="noStrike" cap="none" baseline="30000">
                          <a:solidFill>
                            <a:schemeClr val="tx1"/>
                          </a:solidFill>
                          <a:latin typeface="Arial"/>
                          <a:ea typeface="Arial"/>
                          <a:cs typeface="Arial"/>
                          <a:sym typeface="Arial"/>
                        </a:rPr>
                        <a:t>3</a:t>
                      </a:r>
                      <a:r>
                        <a:rPr lang="en-US" sz="1600" b="0" i="0" u="none" strike="noStrike" cap="none">
                          <a:solidFill>
                            <a:schemeClr val="tx1"/>
                          </a:solidFill>
                          <a:latin typeface="Arial"/>
                          <a:ea typeface="Arial"/>
                          <a:cs typeface="Arial"/>
                          <a:sym typeface="Arial"/>
                        </a:rPr>
                        <a:t>)</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sngStrike" cap="none">
                          <a:solidFill>
                            <a:schemeClr val="tx1"/>
                          </a:solidFill>
                          <a:latin typeface="Arial"/>
                          <a:ea typeface="Arial"/>
                          <a:cs typeface="Arial"/>
                          <a:sym typeface="Arial"/>
                        </a:rPr>
                        <a:t>5</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1</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3</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15650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704B-0104-F5B8-B098-F2644472D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448B4-8671-598D-6EDE-B621F572B70B}"/>
              </a:ext>
            </a:extLst>
          </p:cNvPr>
          <p:cNvSpPr>
            <a:spLocks noGrp="1"/>
          </p:cNvSpPr>
          <p:nvPr>
            <p:ph type="title"/>
          </p:nvPr>
        </p:nvSpPr>
        <p:spPr/>
        <p:txBody>
          <a:bodyPr/>
          <a:lstStyle/>
          <a:p>
            <a:r>
              <a:rPr lang="en-US" dirty="0"/>
              <a:t>Sensitivity analysis</a:t>
            </a:r>
          </a:p>
        </p:txBody>
      </p:sp>
      <p:sp>
        <p:nvSpPr>
          <p:cNvPr id="4" name="Google Shape;571;p42">
            <a:extLst>
              <a:ext uri="{FF2B5EF4-FFF2-40B4-BE49-F238E27FC236}">
                <a16:creationId xmlns:a16="http://schemas.microsoft.com/office/drawing/2014/main" id="{DDBB0A20-67E8-5E38-61F4-CE20B6810E45}"/>
              </a:ext>
            </a:extLst>
          </p:cNvPr>
          <p:cNvSpPr txBox="1">
            <a:spLocks noGrp="1"/>
          </p:cNvSpPr>
          <p:nvPr>
            <p:ph idx="1"/>
          </p:nvPr>
        </p:nvSpPr>
        <p:spPr>
          <a:xfrm>
            <a:off x="838199" y="1330773"/>
            <a:ext cx="10650967" cy="1325563"/>
          </a:xfrm>
          <a:prstGeom prst="rect">
            <a:avLst/>
          </a:prstGeom>
          <a:noFill/>
          <a:ln>
            <a:noFill/>
          </a:ln>
        </p:spPr>
        <p:txBody>
          <a:bodyPr spcFirstLastPara="1" wrap="square" lIns="91425" tIns="45700" rIns="91425" bIns="45700" anchor="t" anchorCtr="0">
            <a:noAutofit/>
          </a:bodyPr>
          <a:lstStyle/>
          <a:p>
            <a:pPr marL="342900" lvl="0" indent="-342900">
              <a:buClr>
                <a:schemeClr val="dk1"/>
              </a:buClr>
              <a:buSzPts val="2040"/>
            </a:pPr>
            <a:r>
              <a:rPr lang="en-US" dirty="0">
                <a:ea typeface="Century Gothic"/>
                <a:cs typeface="Century Gothic"/>
                <a:sym typeface="Century Gothic"/>
              </a:rPr>
              <a:t>Let’s say we are uncertain about </a:t>
            </a:r>
            <a:r>
              <a:rPr lang="en-US" dirty="0">
                <a:highlight>
                  <a:srgbClr val="E6D5F3"/>
                </a:highlight>
                <a:ea typeface="Century Gothic"/>
                <a:cs typeface="Century Gothic"/>
                <a:sym typeface="Century Gothic"/>
              </a:rPr>
              <a:t>predicted environmental benefits </a:t>
            </a:r>
            <a:r>
              <a:rPr lang="en-US" dirty="0">
                <a:ea typeface="Century Gothic"/>
                <a:cs typeface="Century Gothic"/>
                <a:sym typeface="Century Gothic"/>
              </a:rPr>
              <a:t>for </a:t>
            </a:r>
            <a:r>
              <a:rPr lang="en-US" b="1" dirty="0">
                <a:ea typeface="Century Gothic"/>
                <a:cs typeface="Century Gothic"/>
                <a:sym typeface="Century Gothic"/>
              </a:rPr>
              <a:t>Minor Repair </a:t>
            </a:r>
            <a:r>
              <a:rPr lang="en-US" dirty="0">
                <a:ea typeface="Century Gothic"/>
                <a:cs typeface="Century Gothic"/>
                <a:sym typeface="Century Gothic"/>
              </a:rPr>
              <a:t>– we think they are 3 but they could be as large as 6</a:t>
            </a:r>
          </a:p>
        </p:txBody>
      </p:sp>
      <p:sp>
        <p:nvSpPr>
          <p:cNvPr id="5" name="TextBox 4">
            <a:extLst>
              <a:ext uri="{FF2B5EF4-FFF2-40B4-BE49-F238E27FC236}">
                <a16:creationId xmlns:a16="http://schemas.microsoft.com/office/drawing/2014/main" id="{0159828E-0804-91A6-36A8-9E45A3040672}"/>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graphicFrame>
        <p:nvGraphicFramePr>
          <p:cNvPr id="3" name="Google Shape;326;p30">
            <a:extLst>
              <a:ext uri="{FF2B5EF4-FFF2-40B4-BE49-F238E27FC236}">
                <a16:creationId xmlns:a16="http://schemas.microsoft.com/office/drawing/2014/main" id="{BFC64DFD-5C87-E04D-DC1F-B4AAC6ABC405}"/>
              </a:ext>
            </a:extLst>
          </p:cNvPr>
          <p:cNvGraphicFramePr/>
          <p:nvPr>
            <p:extLst>
              <p:ext uri="{D42A27DB-BD31-4B8C-83A1-F6EECF244321}">
                <p14:modId xmlns:p14="http://schemas.microsoft.com/office/powerpoint/2010/main" val="3789886087"/>
              </p:ext>
            </p:extLst>
          </p:nvPr>
        </p:nvGraphicFramePr>
        <p:xfrm>
          <a:off x="2142620" y="3076251"/>
          <a:ext cx="6429375" cy="3559200"/>
        </p:xfrm>
        <a:graphic>
          <a:graphicData uri="http://schemas.openxmlformats.org/drawingml/2006/table">
            <a:tbl>
              <a:tblPr>
                <a:noFill/>
              </a:tblPr>
              <a:tblGrid>
                <a:gridCol w="1606550">
                  <a:extLst>
                    <a:ext uri="{9D8B030D-6E8A-4147-A177-3AD203B41FA5}">
                      <a16:colId xmlns:a16="http://schemas.microsoft.com/office/drawing/2014/main" val="20000"/>
                    </a:ext>
                  </a:extLst>
                </a:gridCol>
                <a:gridCol w="1608150">
                  <a:extLst>
                    <a:ext uri="{9D8B030D-6E8A-4147-A177-3AD203B41FA5}">
                      <a16:colId xmlns:a16="http://schemas.microsoft.com/office/drawing/2014/main" val="20001"/>
                    </a:ext>
                  </a:extLst>
                </a:gridCol>
                <a:gridCol w="1606550">
                  <a:extLst>
                    <a:ext uri="{9D8B030D-6E8A-4147-A177-3AD203B41FA5}">
                      <a16:colId xmlns:a16="http://schemas.microsoft.com/office/drawing/2014/main" val="20002"/>
                    </a:ext>
                  </a:extLst>
                </a:gridCol>
                <a:gridCol w="1608125">
                  <a:extLst>
                    <a:ext uri="{9D8B030D-6E8A-4147-A177-3AD203B41FA5}">
                      <a16:colId xmlns:a16="http://schemas.microsoft.com/office/drawing/2014/main" val="20003"/>
                    </a:ext>
                  </a:extLst>
                </a:gridCol>
              </a:tblGrid>
              <a:tr h="593725">
                <a:tc rowSpan="2">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Objectives</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gridSpan="3">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Alternatives</a:t>
                      </a:r>
                      <a:endParaRPr sz="1600" b="0" i="0" u="none" strike="noStrike" cap="none" dirty="0">
                        <a:solidFill>
                          <a:schemeClr val="tx1"/>
                        </a:solidFill>
                        <a:latin typeface="Arial"/>
                        <a:ea typeface="Arial"/>
                        <a:cs typeface="Arial"/>
                        <a:sym typeface="Aria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92150">
                <a:tc vMerge="1">
                  <a:txBody>
                    <a:bodyPr/>
                    <a:lstStyle/>
                    <a:p>
                      <a:endParaRPr lang="en-US"/>
                    </a:p>
                  </a:txBody>
                  <a:tcPr/>
                </a:tc>
                <a:tc>
                  <a:txBody>
                    <a:bodyPr/>
                    <a:lstStyle/>
                    <a:p>
                      <a:pPr marL="0" marR="0" lvl="0" indent="0" algn="ctr"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Status quo</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1600"/>
                        <a:buFont typeface="Noto Sans Symbols"/>
                        <a:buNone/>
                      </a:pPr>
                      <a:r>
                        <a:rPr lang="en-US" sz="1600" b="1" i="0" u="none" strike="noStrike" cap="none" dirty="0">
                          <a:solidFill>
                            <a:schemeClr val="tx1"/>
                          </a:solidFill>
                          <a:latin typeface="Arial"/>
                          <a:ea typeface="Arial"/>
                          <a:cs typeface="Arial"/>
                          <a:sym typeface="Arial"/>
                        </a:rPr>
                        <a:t>Minor repair</a:t>
                      </a:r>
                      <a:endParaRPr b="1"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Major repair</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1"/>
                  </a:ext>
                </a:extLst>
              </a:tr>
              <a:tr h="593725">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Cost ($M)</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0</a:t>
                      </a:r>
                      <a:endParaRPr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2</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12</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2"/>
                  </a:ext>
                </a:extLst>
              </a:tr>
              <a:tr h="592150">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Environmental Benefit (0-10)</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1</a:t>
                      </a:r>
                      <a:endParaRPr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dirty="0">
                          <a:solidFill>
                            <a:schemeClr val="tx1"/>
                          </a:solidFill>
                          <a:latin typeface="Arial"/>
                          <a:ea typeface="Arial"/>
                          <a:cs typeface="Arial"/>
                          <a:sym typeface="Arial"/>
                        </a:rPr>
                        <a:t>3</a:t>
                      </a:r>
                      <a:endParaRPr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E6D5F3"/>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10</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3"/>
                  </a:ext>
                </a:extLst>
              </a:tr>
              <a:tr h="593725">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Disturbance (0-10)</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0</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1</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7</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4"/>
                  </a:ext>
                </a:extLst>
              </a:tr>
              <a:tr h="593725">
                <a:tc>
                  <a:txBody>
                    <a:bodyPr/>
                    <a:lstStyle/>
                    <a:p>
                      <a:pPr marL="0" marR="0" lvl="0" indent="0" algn="l" rtl="0">
                        <a:lnSpc>
                          <a:spcPct val="100000"/>
                        </a:lnSpc>
                        <a:spcBef>
                          <a:spcPts val="0"/>
                        </a:spcBef>
                        <a:spcAft>
                          <a:spcPts val="0"/>
                        </a:spcAft>
                        <a:buClr>
                          <a:schemeClr val="dk1"/>
                        </a:buClr>
                        <a:buSzPts val="1600"/>
                        <a:buFont typeface="Noto Sans Symbols"/>
                        <a:buNone/>
                      </a:pPr>
                      <a:r>
                        <a:rPr lang="en-US" sz="1600" b="0" i="0" u="none" strike="noStrike" cap="none">
                          <a:solidFill>
                            <a:schemeClr val="tx1"/>
                          </a:solidFill>
                          <a:latin typeface="Arial"/>
                          <a:ea typeface="Arial"/>
                          <a:cs typeface="Arial"/>
                          <a:sym typeface="Arial"/>
                        </a:rPr>
                        <a:t>Silt Runoff (k ft</a:t>
                      </a:r>
                      <a:r>
                        <a:rPr lang="en-US" sz="1600" b="0" i="0" u="none" strike="noStrike" cap="none" baseline="30000">
                          <a:solidFill>
                            <a:schemeClr val="tx1"/>
                          </a:solidFill>
                          <a:latin typeface="Arial"/>
                          <a:ea typeface="Arial"/>
                          <a:cs typeface="Arial"/>
                          <a:sym typeface="Arial"/>
                        </a:rPr>
                        <a:t>3</a:t>
                      </a:r>
                      <a:r>
                        <a:rPr lang="en-US" sz="1600" b="0" i="0" u="none" strike="noStrike" cap="none">
                          <a:solidFill>
                            <a:schemeClr val="tx1"/>
                          </a:solidFill>
                          <a:latin typeface="Arial"/>
                          <a:ea typeface="Arial"/>
                          <a:cs typeface="Arial"/>
                          <a:sym typeface="Arial"/>
                        </a:rPr>
                        <a:t>)</a:t>
                      </a:r>
                      <a:endParaRPr>
                        <a:solidFill>
                          <a:schemeClr val="tx1"/>
                        </a:solidFill>
                      </a:endParaRPr>
                    </a:p>
                  </a:txBody>
                  <a:tcPr marL="91450" marR="91450" marT="45725" marB="45725" anchor="ctr">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sngStrike" cap="none">
                          <a:solidFill>
                            <a:schemeClr val="tx1"/>
                          </a:solidFill>
                          <a:latin typeface="Arial"/>
                          <a:ea typeface="Arial"/>
                          <a:cs typeface="Arial"/>
                          <a:sym typeface="Arial"/>
                        </a:rPr>
                        <a:t>5</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a:solidFill>
                            <a:schemeClr val="tx1"/>
                          </a:solidFill>
                          <a:latin typeface="Arial"/>
                          <a:ea typeface="Arial"/>
                          <a:cs typeface="Arial"/>
                          <a:sym typeface="Arial"/>
                        </a:rPr>
                        <a:t>1</a:t>
                      </a:r>
                      <a:endParaRPr>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chemeClr val="dk1"/>
                        </a:buClr>
                        <a:buSzPts val="2000"/>
                        <a:buFont typeface="Noto Sans Symbols"/>
                        <a:buNone/>
                      </a:pPr>
                      <a:r>
                        <a:rPr lang="en-US" sz="2000" b="0" i="0" u="none" strike="noStrike" cap="none" baseline="0" dirty="0">
                          <a:solidFill>
                            <a:schemeClr val="tx1"/>
                          </a:solidFill>
                          <a:latin typeface="Arial"/>
                          <a:ea typeface="Arial"/>
                          <a:cs typeface="Arial"/>
                          <a:sym typeface="Arial"/>
                        </a:rPr>
                        <a:t>3</a:t>
                      </a:r>
                      <a:endParaRPr strike="noStrike" baseline="0" dirty="0">
                        <a:solidFill>
                          <a:schemeClr val="tx1"/>
                        </a:solidFill>
                      </a:endParaRPr>
                    </a:p>
                  </a:txBody>
                  <a:tcPr marL="91450" marR="91450" marT="45725" marB="45725" anchor="ctr">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solidFill>
                      <a:srgbClr val="D8D8D8"/>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984214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D2DBA-3963-BA97-8444-3619EF4458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E36A2-4411-09C7-2BC3-C619DAFB2991}"/>
              </a:ext>
            </a:extLst>
          </p:cNvPr>
          <p:cNvSpPr>
            <a:spLocks noGrp="1"/>
          </p:cNvSpPr>
          <p:nvPr>
            <p:ph type="title"/>
          </p:nvPr>
        </p:nvSpPr>
        <p:spPr/>
        <p:txBody>
          <a:bodyPr/>
          <a:lstStyle/>
          <a:p>
            <a:r>
              <a:rPr lang="en-US" dirty="0"/>
              <a:t>Sensitivity analysis</a:t>
            </a:r>
          </a:p>
        </p:txBody>
      </p:sp>
      <p:sp>
        <p:nvSpPr>
          <p:cNvPr id="4" name="Google Shape;571;p42">
            <a:extLst>
              <a:ext uri="{FF2B5EF4-FFF2-40B4-BE49-F238E27FC236}">
                <a16:creationId xmlns:a16="http://schemas.microsoft.com/office/drawing/2014/main" id="{F4ECBA82-9B1D-8749-D145-D1ECB895612D}"/>
              </a:ext>
            </a:extLst>
          </p:cNvPr>
          <p:cNvSpPr txBox="1">
            <a:spLocks noGrp="1"/>
          </p:cNvSpPr>
          <p:nvPr>
            <p:ph idx="1"/>
          </p:nvPr>
        </p:nvSpPr>
        <p:spPr>
          <a:xfrm>
            <a:off x="838199" y="1330773"/>
            <a:ext cx="10650967" cy="1325563"/>
          </a:xfrm>
          <a:prstGeom prst="rect">
            <a:avLst/>
          </a:prstGeom>
          <a:noFill/>
          <a:ln>
            <a:noFill/>
          </a:ln>
        </p:spPr>
        <p:txBody>
          <a:bodyPr spcFirstLastPara="1" wrap="square" lIns="91425" tIns="45700" rIns="91425" bIns="45700" anchor="t" anchorCtr="0">
            <a:noAutofit/>
          </a:bodyPr>
          <a:lstStyle/>
          <a:p>
            <a:pPr marL="342900" lvl="0" indent="-342900">
              <a:buClr>
                <a:schemeClr val="dk1"/>
              </a:buClr>
              <a:buSzPts val="2040"/>
            </a:pPr>
            <a:r>
              <a:rPr lang="en-US" dirty="0">
                <a:ea typeface="Century Gothic"/>
                <a:cs typeface="Century Gothic"/>
                <a:sym typeface="Century Gothic"/>
              </a:rPr>
              <a:t>Let’s say we are uncertain about </a:t>
            </a:r>
            <a:r>
              <a:rPr lang="en-US" dirty="0">
                <a:highlight>
                  <a:srgbClr val="E6D5F3"/>
                </a:highlight>
                <a:ea typeface="Century Gothic"/>
                <a:cs typeface="Century Gothic"/>
                <a:sym typeface="Century Gothic"/>
              </a:rPr>
              <a:t>predicted environmental benefits </a:t>
            </a:r>
            <a:r>
              <a:rPr lang="en-US" dirty="0">
                <a:ea typeface="Century Gothic"/>
                <a:cs typeface="Century Gothic"/>
                <a:sym typeface="Century Gothic"/>
              </a:rPr>
              <a:t>for </a:t>
            </a:r>
            <a:r>
              <a:rPr lang="en-US" b="1" dirty="0">
                <a:ea typeface="Century Gothic"/>
                <a:cs typeface="Century Gothic"/>
                <a:sym typeface="Century Gothic"/>
              </a:rPr>
              <a:t>Minor Repair </a:t>
            </a:r>
            <a:r>
              <a:rPr lang="en-US" dirty="0">
                <a:ea typeface="Century Gothic"/>
                <a:cs typeface="Century Gothic"/>
                <a:sym typeface="Century Gothic"/>
              </a:rPr>
              <a:t>– we think they are 3 but they could be as large as 6</a:t>
            </a:r>
          </a:p>
        </p:txBody>
      </p:sp>
      <p:sp>
        <p:nvSpPr>
          <p:cNvPr id="5" name="TextBox 4">
            <a:extLst>
              <a:ext uri="{FF2B5EF4-FFF2-40B4-BE49-F238E27FC236}">
                <a16:creationId xmlns:a16="http://schemas.microsoft.com/office/drawing/2014/main" id="{D91ADA6F-22F9-98B3-ED88-8104F20A0209}"/>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graphicFrame>
        <p:nvGraphicFramePr>
          <p:cNvPr id="6" name="Table 5">
            <a:extLst>
              <a:ext uri="{FF2B5EF4-FFF2-40B4-BE49-F238E27FC236}">
                <a16:creationId xmlns:a16="http://schemas.microsoft.com/office/drawing/2014/main" id="{DCBF5440-8AEA-8011-94F7-80515316190A}"/>
              </a:ext>
            </a:extLst>
          </p:cNvPr>
          <p:cNvGraphicFramePr>
            <a:graphicFrameLocks noGrp="1"/>
          </p:cNvGraphicFramePr>
          <p:nvPr>
            <p:extLst>
              <p:ext uri="{D42A27DB-BD31-4B8C-83A1-F6EECF244321}">
                <p14:modId xmlns:p14="http://schemas.microsoft.com/office/powerpoint/2010/main" val="1945490372"/>
              </p:ext>
            </p:extLst>
          </p:nvPr>
        </p:nvGraphicFramePr>
        <p:xfrm>
          <a:off x="1852639" y="2656336"/>
          <a:ext cx="8486722" cy="2602607"/>
        </p:xfrm>
        <a:graphic>
          <a:graphicData uri="http://schemas.openxmlformats.org/drawingml/2006/table">
            <a:tbl>
              <a:tblPr>
                <a:tableStyleId>{5C22544A-7EE6-4342-B048-85BDC9FD1C3A}</a:tableStyleId>
              </a:tblPr>
              <a:tblGrid>
                <a:gridCol w="1693537">
                  <a:extLst>
                    <a:ext uri="{9D8B030D-6E8A-4147-A177-3AD203B41FA5}">
                      <a16:colId xmlns:a16="http://schemas.microsoft.com/office/drawing/2014/main" val="1671251892"/>
                    </a:ext>
                  </a:extLst>
                </a:gridCol>
                <a:gridCol w="970455">
                  <a:extLst>
                    <a:ext uri="{9D8B030D-6E8A-4147-A177-3AD203B41FA5}">
                      <a16:colId xmlns:a16="http://schemas.microsoft.com/office/drawing/2014/main" val="332960052"/>
                    </a:ext>
                  </a:extLst>
                </a:gridCol>
                <a:gridCol w="970455">
                  <a:extLst>
                    <a:ext uri="{9D8B030D-6E8A-4147-A177-3AD203B41FA5}">
                      <a16:colId xmlns:a16="http://schemas.microsoft.com/office/drawing/2014/main" val="908693919"/>
                    </a:ext>
                  </a:extLst>
                </a:gridCol>
                <a:gridCol w="970455">
                  <a:extLst>
                    <a:ext uri="{9D8B030D-6E8A-4147-A177-3AD203B41FA5}">
                      <a16:colId xmlns:a16="http://schemas.microsoft.com/office/drawing/2014/main" val="4182255882"/>
                    </a:ext>
                  </a:extLst>
                </a:gridCol>
                <a:gridCol w="970455">
                  <a:extLst>
                    <a:ext uri="{9D8B030D-6E8A-4147-A177-3AD203B41FA5}">
                      <a16:colId xmlns:a16="http://schemas.microsoft.com/office/drawing/2014/main" val="552459509"/>
                    </a:ext>
                  </a:extLst>
                </a:gridCol>
                <a:gridCol w="970455">
                  <a:extLst>
                    <a:ext uri="{9D8B030D-6E8A-4147-A177-3AD203B41FA5}">
                      <a16:colId xmlns:a16="http://schemas.microsoft.com/office/drawing/2014/main" val="107323118"/>
                    </a:ext>
                  </a:extLst>
                </a:gridCol>
                <a:gridCol w="970455">
                  <a:extLst>
                    <a:ext uri="{9D8B030D-6E8A-4147-A177-3AD203B41FA5}">
                      <a16:colId xmlns:a16="http://schemas.microsoft.com/office/drawing/2014/main" val="2054828083"/>
                    </a:ext>
                  </a:extLst>
                </a:gridCol>
                <a:gridCol w="970455">
                  <a:extLst>
                    <a:ext uri="{9D8B030D-6E8A-4147-A177-3AD203B41FA5}">
                      <a16:colId xmlns:a16="http://schemas.microsoft.com/office/drawing/2014/main" val="1833214165"/>
                    </a:ext>
                  </a:extLst>
                </a:gridCol>
              </a:tblGrid>
              <a:tr h="653957">
                <a:tc>
                  <a:txBody>
                    <a:bodyPr/>
                    <a:lstStyle/>
                    <a:p>
                      <a:pPr algn="l"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ctr" fontAlgn="b"/>
                      <a:r>
                        <a:rPr lang="en-US" sz="2000" u="none" strike="noStrike" dirty="0">
                          <a:effectLst/>
                        </a:rPr>
                        <a:t>Status Quo</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Minor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Major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Weight</a:t>
                      </a:r>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ctr" fontAlgn="b"/>
                      <a:r>
                        <a:rPr lang="en-US" sz="2000" u="none" strike="noStrike" dirty="0">
                          <a:effectLst/>
                        </a:rPr>
                        <a:t>Status Quo</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Minor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Major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4290214"/>
                  </a:ext>
                </a:extLst>
              </a:tr>
              <a:tr h="323419">
                <a:tc>
                  <a:txBody>
                    <a:bodyPr/>
                    <a:lstStyle/>
                    <a:p>
                      <a:pPr algn="l" fontAlgn="b"/>
                      <a:r>
                        <a:rPr lang="en-US" sz="2000" u="none" strike="noStrike">
                          <a:effectLst/>
                        </a:rPr>
                        <a:t>Cost</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dirty="0">
                          <a:effectLst/>
                        </a:rPr>
                        <a:t>0</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2</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12</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0.2</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0.83333</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4992664"/>
                  </a:ext>
                </a:extLst>
              </a:tr>
              <a:tr h="323419">
                <a:tc>
                  <a:txBody>
                    <a:bodyPr/>
                    <a:lstStyle/>
                    <a:p>
                      <a:pPr algn="l" fontAlgn="b"/>
                      <a:r>
                        <a:rPr lang="en-US" sz="2000" u="none" strike="noStrike" dirty="0">
                          <a:effectLst/>
                        </a:rPr>
                        <a:t>Environ Benefits</a:t>
                      </a:r>
                      <a:endParaRPr lang="en-US" sz="2000" b="0" i="0" u="none" strike="noStrike" dirty="0">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b="0" i="0" u="none" strike="noStrike" dirty="0">
                          <a:solidFill>
                            <a:srgbClr val="000000"/>
                          </a:solidFill>
                          <a:effectLst/>
                          <a:latin typeface="Arial" panose="020B0604020202020204" pitchFamily="34" charset="0"/>
                        </a:rPr>
                        <a:t>3</a:t>
                      </a: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D5F3"/>
                    </a:solidFill>
                  </a:tcPr>
                </a:tc>
                <a:tc>
                  <a:txBody>
                    <a:bodyPr/>
                    <a:lstStyle/>
                    <a:p>
                      <a:pPr algn="ctr" fontAlgn="ctr"/>
                      <a:r>
                        <a:rPr lang="en-US" sz="2000" u="none" strike="noStrike" dirty="0">
                          <a:effectLst/>
                        </a:rPr>
                        <a:t>10</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0.6</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0</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0.22222</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0473578"/>
                  </a:ext>
                </a:extLst>
              </a:tr>
              <a:tr h="323419">
                <a:tc>
                  <a:txBody>
                    <a:bodyPr/>
                    <a:lstStyle/>
                    <a:p>
                      <a:pPr algn="l" fontAlgn="b"/>
                      <a:r>
                        <a:rPr lang="en-US" sz="2000" u="none" strike="noStrike">
                          <a:effectLst/>
                        </a:rPr>
                        <a:t>Disturbance</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0</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7</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0.1</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0.85714</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76592411"/>
                  </a:ext>
                </a:extLst>
              </a:tr>
              <a:tr h="331555">
                <a:tc>
                  <a:txBody>
                    <a:bodyPr/>
                    <a:lstStyle/>
                    <a:p>
                      <a:pPr algn="l" fontAlgn="b"/>
                      <a:r>
                        <a:rPr lang="en-US" sz="2000" u="none" strike="noStrike">
                          <a:effectLst/>
                        </a:rPr>
                        <a:t>Silt Runoff</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5</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3</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0.1</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0.5</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92290338"/>
                  </a:ext>
                </a:extLst>
              </a:tr>
              <a:tr h="323419">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5010467"/>
                  </a:ext>
                </a:extLst>
              </a:tr>
              <a:tr h="323419">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0.2</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0.48571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0.65</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07837434"/>
                  </a:ext>
                </a:extLst>
              </a:tr>
            </a:tbl>
          </a:graphicData>
        </a:graphic>
      </p:graphicFrame>
      <p:sp>
        <p:nvSpPr>
          <p:cNvPr id="7" name="TextBox 6">
            <a:extLst>
              <a:ext uri="{FF2B5EF4-FFF2-40B4-BE49-F238E27FC236}">
                <a16:creationId xmlns:a16="http://schemas.microsoft.com/office/drawing/2014/main" id="{FFA5B351-EB03-563A-8487-7BE9C1507CA2}"/>
              </a:ext>
            </a:extLst>
          </p:cNvPr>
          <p:cNvSpPr txBox="1"/>
          <p:nvPr/>
        </p:nvSpPr>
        <p:spPr>
          <a:xfrm>
            <a:off x="1731981" y="5438970"/>
            <a:ext cx="5927464" cy="461665"/>
          </a:xfrm>
          <a:prstGeom prst="rect">
            <a:avLst/>
          </a:prstGeom>
          <a:noFill/>
        </p:spPr>
        <p:txBody>
          <a:bodyPr wrap="square" rtlCol="0">
            <a:spAutoFit/>
          </a:bodyPr>
          <a:lstStyle/>
          <a:p>
            <a:r>
              <a:rPr lang="en-US" sz="2400" b="1" dirty="0"/>
              <a:t>When value = 3 we would select major repair</a:t>
            </a:r>
          </a:p>
        </p:txBody>
      </p:sp>
    </p:spTree>
    <p:extLst>
      <p:ext uri="{BB962C8B-B14F-4D97-AF65-F5344CB8AC3E}">
        <p14:creationId xmlns:p14="http://schemas.microsoft.com/office/powerpoint/2010/main" val="1577865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7A284-FF72-429A-3206-04A401C2A9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DB319-F277-0D44-8499-9B2455EFC24C}"/>
              </a:ext>
            </a:extLst>
          </p:cNvPr>
          <p:cNvSpPr>
            <a:spLocks noGrp="1"/>
          </p:cNvSpPr>
          <p:nvPr>
            <p:ph type="title"/>
          </p:nvPr>
        </p:nvSpPr>
        <p:spPr/>
        <p:txBody>
          <a:bodyPr/>
          <a:lstStyle/>
          <a:p>
            <a:r>
              <a:rPr lang="en-US" dirty="0"/>
              <a:t>Sensitivity analysis</a:t>
            </a:r>
          </a:p>
        </p:txBody>
      </p:sp>
      <p:sp>
        <p:nvSpPr>
          <p:cNvPr id="4" name="Google Shape;571;p42">
            <a:extLst>
              <a:ext uri="{FF2B5EF4-FFF2-40B4-BE49-F238E27FC236}">
                <a16:creationId xmlns:a16="http://schemas.microsoft.com/office/drawing/2014/main" id="{B4752388-5FE1-B94B-5117-29F9E06293AE}"/>
              </a:ext>
            </a:extLst>
          </p:cNvPr>
          <p:cNvSpPr txBox="1">
            <a:spLocks noGrp="1"/>
          </p:cNvSpPr>
          <p:nvPr>
            <p:ph idx="1"/>
          </p:nvPr>
        </p:nvSpPr>
        <p:spPr>
          <a:xfrm>
            <a:off x="838199" y="1330773"/>
            <a:ext cx="10650967" cy="1325563"/>
          </a:xfrm>
          <a:prstGeom prst="rect">
            <a:avLst/>
          </a:prstGeom>
          <a:noFill/>
          <a:ln>
            <a:noFill/>
          </a:ln>
        </p:spPr>
        <p:txBody>
          <a:bodyPr spcFirstLastPara="1" wrap="square" lIns="91425" tIns="45700" rIns="91425" bIns="45700" anchor="t" anchorCtr="0">
            <a:noAutofit/>
          </a:bodyPr>
          <a:lstStyle/>
          <a:p>
            <a:pPr marL="342900" lvl="0" indent="-342900">
              <a:buClr>
                <a:schemeClr val="dk1"/>
              </a:buClr>
              <a:buSzPts val="2040"/>
            </a:pPr>
            <a:r>
              <a:rPr lang="en-US" dirty="0">
                <a:ea typeface="Century Gothic"/>
                <a:cs typeface="Century Gothic"/>
                <a:sym typeface="Century Gothic"/>
              </a:rPr>
              <a:t>Let’s say we are uncertain about </a:t>
            </a:r>
            <a:r>
              <a:rPr lang="en-US" dirty="0">
                <a:highlight>
                  <a:srgbClr val="E6D5F3"/>
                </a:highlight>
                <a:ea typeface="Century Gothic"/>
                <a:cs typeface="Century Gothic"/>
                <a:sym typeface="Century Gothic"/>
              </a:rPr>
              <a:t>predicted environmental benefits </a:t>
            </a:r>
            <a:r>
              <a:rPr lang="en-US" dirty="0">
                <a:ea typeface="Century Gothic"/>
                <a:cs typeface="Century Gothic"/>
                <a:sym typeface="Century Gothic"/>
              </a:rPr>
              <a:t>for </a:t>
            </a:r>
            <a:r>
              <a:rPr lang="en-US" b="1" dirty="0">
                <a:ea typeface="Century Gothic"/>
                <a:cs typeface="Century Gothic"/>
                <a:sym typeface="Century Gothic"/>
              </a:rPr>
              <a:t>Minor Repair </a:t>
            </a:r>
            <a:r>
              <a:rPr lang="en-US" dirty="0">
                <a:ea typeface="Century Gothic"/>
                <a:cs typeface="Century Gothic"/>
                <a:sym typeface="Century Gothic"/>
              </a:rPr>
              <a:t>– we think they are 3 but they could be as large as 6</a:t>
            </a:r>
          </a:p>
        </p:txBody>
      </p:sp>
      <p:sp>
        <p:nvSpPr>
          <p:cNvPr id="5" name="TextBox 4">
            <a:extLst>
              <a:ext uri="{FF2B5EF4-FFF2-40B4-BE49-F238E27FC236}">
                <a16:creationId xmlns:a16="http://schemas.microsoft.com/office/drawing/2014/main" id="{86441D59-AA5E-BD17-6CCA-9A268C5460A3}"/>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graphicFrame>
        <p:nvGraphicFramePr>
          <p:cNvPr id="6" name="Table 5">
            <a:extLst>
              <a:ext uri="{FF2B5EF4-FFF2-40B4-BE49-F238E27FC236}">
                <a16:creationId xmlns:a16="http://schemas.microsoft.com/office/drawing/2014/main" id="{156ECC8C-7772-6C2A-1497-E63DAC36A933}"/>
              </a:ext>
            </a:extLst>
          </p:cNvPr>
          <p:cNvGraphicFramePr>
            <a:graphicFrameLocks noGrp="1"/>
          </p:cNvGraphicFramePr>
          <p:nvPr>
            <p:extLst>
              <p:ext uri="{D42A27DB-BD31-4B8C-83A1-F6EECF244321}">
                <p14:modId xmlns:p14="http://schemas.microsoft.com/office/powerpoint/2010/main" val="2187143588"/>
              </p:ext>
            </p:extLst>
          </p:nvPr>
        </p:nvGraphicFramePr>
        <p:xfrm>
          <a:off x="1852639" y="2656336"/>
          <a:ext cx="8486722" cy="2602607"/>
        </p:xfrm>
        <a:graphic>
          <a:graphicData uri="http://schemas.openxmlformats.org/drawingml/2006/table">
            <a:tbl>
              <a:tblPr>
                <a:tableStyleId>{5C22544A-7EE6-4342-B048-85BDC9FD1C3A}</a:tableStyleId>
              </a:tblPr>
              <a:tblGrid>
                <a:gridCol w="1693537">
                  <a:extLst>
                    <a:ext uri="{9D8B030D-6E8A-4147-A177-3AD203B41FA5}">
                      <a16:colId xmlns:a16="http://schemas.microsoft.com/office/drawing/2014/main" val="1671251892"/>
                    </a:ext>
                  </a:extLst>
                </a:gridCol>
                <a:gridCol w="970455">
                  <a:extLst>
                    <a:ext uri="{9D8B030D-6E8A-4147-A177-3AD203B41FA5}">
                      <a16:colId xmlns:a16="http://schemas.microsoft.com/office/drawing/2014/main" val="332960052"/>
                    </a:ext>
                  </a:extLst>
                </a:gridCol>
                <a:gridCol w="970455">
                  <a:extLst>
                    <a:ext uri="{9D8B030D-6E8A-4147-A177-3AD203B41FA5}">
                      <a16:colId xmlns:a16="http://schemas.microsoft.com/office/drawing/2014/main" val="908693919"/>
                    </a:ext>
                  </a:extLst>
                </a:gridCol>
                <a:gridCol w="970455">
                  <a:extLst>
                    <a:ext uri="{9D8B030D-6E8A-4147-A177-3AD203B41FA5}">
                      <a16:colId xmlns:a16="http://schemas.microsoft.com/office/drawing/2014/main" val="4182255882"/>
                    </a:ext>
                  </a:extLst>
                </a:gridCol>
                <a:gridCol w="970455">
                  <a:extLst>
                    <a:ext uri="{9D8B030D-6E8A-4147-A177-3AD203B41FA5}">
                      <a16:colId xmlns:a16="http://schemas.microsoft.com/office/drawing/2014/main" val="552459509"/>
                    </a:ext>
                  </a:extLst>
                </a:gridCol>
                <a:gridCol w="970455">
                  <a:extLst>
                    <a:ext uri="{9D8B030D-6E8A-4147-A177-3AD203B41FA5}">
                      <a16:colId xmlns:a16="http://schemas.microsoft.com/office/drawing/2014/main" val="107323118"/>
                    </a:ext>
                  </a:extLst>
                </a:gridCol>
                <a:gridCol w="970455">
                  <a:extLst>
                    <a:ext uri="{9D8B030D-6E8A-4147-A177-3AD203B41FA5}">
                      <a16:colId xmlns:a16="http://schemas.microsoft.com/office/drawing/2014/main" val="2054828083"/>
                    </a:ext>
                  </a:extLst>
                </a:gridCol>
                <a:gridCol w="970455">
                  <a:extLst>
                    <a:ext uri="{9D8B030D-6E8A-4147-A177-3AD203B41FA5}">
                      <a16:colId xmlns:a16="http://schemas.microsoft.com/office/drawing/2014/main" val="1833214165"/>
                    </a:ext>
                  </a:extLst>
                </a:gridCol>
              </a:tblGrid>
              <a:tr h="653957">
                <a:tc>
                  <a:txBody>
                    <a:bodyPr/>
                    <a:lstStyle/>
                    <a:p>
                      <a:pPr algn="l"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ctr" fontAlgn="b"/>
                      <a:r>
                        <a:rPr lang="en-US" sz="2000" u="none" strike="noStrike" dirty="0">
                          <a:effectLst/>
                        </a:rPr>
                        <a:t>Status Quo</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Minor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Major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Weight</a:t>
                      </a:r>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ctr" fontAlgn="b"/>
                      <a:r>
                        <a:rPr lang="en-US" sz="2000" u="none" strike="noStrike" dirty="0">
                          <a:effectLst/>
                        </a:rPr>
                        <a:t>Status Quo</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Minor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Major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4290214"/>
                  </a:ext>
                </a:extLst>
              </a:tr>
              <a:tr h="323419">
                <a:tc>
                  <a:txBody>
                    <a:bodyPr/>
                    <a:lstStyle/>
                    <a:p>
                      <a:pPr algn="l" fontAlgn="b"/>
                      <a:r>
                        <a:rPr lang="en-US" sz="2000" u="none" strike="noStrike">
                          <a:effectLst/>
                        </a:rPr>
                        <a:t>Cost</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dirty="0">
                          <a:effectLst/>
                        </a:rPr>
                        <a:t>0</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2</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12</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0.2</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0.83333</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4992664"/>
                  </a:ext>
                </a:extLst>
              </a:tr>
              <a:tr h="323419">
                <a:tc>
                  <a:txBody>
                    <a:bodyPr/>
                    <a:lstStyle/>
                    <a:p>
                      <a:pPr algn="l" fontAlgn="b"/>
                      <a:r>
                        <a:rPr lang="en-US" sz="2000" u="none" strike="noStrike" dirty="0">
                          <a:effectLst/>
                        </a:rPr>
                        <a:t>Environ Benefits</a:t>
                      </a:r>
                      <a:endParaRPr lang="en-US" sz="2000" b="0" i="0" u="none" strike="noStrike" dirty="0">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b="0" i="0" u="none" strike="noStrike" dirty="0">
                          <a:solidFill>
                            <a:srgbClr val="000000"/>
                          </a:solidFill>
                          <a:effectLst/>
                          <a:latin typeface="Arial" panose="020B0604020202020204" pitchFamily="34" charset="0"/>
                        </a:rPr>
                        <a:t>5</a:t>
                      </a: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D5F3"/>
                    </a:solidFill>
                  </a:tcPr>
                </a:tc>
                <a:tc>
                  <a:txBody>
                    <a:bodyPr/>
                    <a:lstStyle/>
                    <a:p>
                      <a:pPr algn="ctr" fontAlgn="ctr"/>
                      <a:r>
                        <a:rPr lang="en-US" sz="2000" u="none" strike="noStrike" dirty="0">
                          <a:effectLst/>
                        </a:rPr>
                        <a:t>10</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0.6</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0</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0.44444</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0473578"/>
                  </a:ext>
                </a:extLst>
              </a:tr>
              <a:tr h="323419">
                <a:tc>
                  <a:txBody>
                    <a:bodyPr/>
                    <a:lstStyle/>
                    <a:p>
                      <a:pPr algn="l" fontAlgn="b"/>
                      <a:r>
                        <a:rPr lang="en-US" sz="2000" u="none" strike="noStrike">
                          <a:effectLst/>
                        </a:rPr>
                        <a:t>Disturbance</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0</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7</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0.1</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0.85714</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76592411"/>
                  </a:ext>
                </a:extLst>
              </a:tr>
              <a:tr h="331555">
                <a:tc>
                  <a:txBody>
                    <a:bodyPr/>
                    <a:lstStyle/>
                    <a:p>
                      <a:pPr algn="l" fontAlgn="b"/>
                      <a:r>
                        <a:rPr lang="en-US" sz="2000" u="none" strike="noStrike">
                          <a:effectLst/>
                        </a:rPr>
                        <a:t>Silt Runoff</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5</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3</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0.1</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0.5</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92290338"/>
                  </a:ext>
                </a:extLst>
              </a:tr>
              <a:tr h="323419">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5010467"/>
                  </a:ext>
                </a:extLst>
              </a:tr>
              <a:tr h="323419">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1800" u="none" strike="noStrike" dirty="0">
                          <a:effectLst/>
                        </a:rPr>
                        <a:t>0.2</a:t>
                      </a:r>
                      <a:endParaRPr lang="en-US" sz="18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800" u="none" strike="noStrike" dirty="0">
                          <a:effectLst/>
                        </a:rPr>
                        <a:t>0.619044</a:t>
                      </a:r>
                      <a:endParaRPr lang="en-US" sz="18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1800" u="none" strike="noStrike" dirty="0">
                          <a:effectLst/>
                        </a:rPr>
                        <a:t>0.65</a:t>
                      </a:r>
                      <a:endParaRPr lang="en-US" sz="18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3907837434"/>
                  </a:ext>
                </a:extLst>
              </a:tr>
            </a:tbl>
          </a:graphicData>
        </a:graphic>
      </p:graphicFrame>
      <p:sp>
        <p:nvSpPr>
          <p:cNvPr id="7" name="TextBox 6">
            <a:extLst>
              <a:ext uri="{FF2B5EF4-FFF2-40B4-BE49-F238E27FC236}">
                <a16:creationId xmlns:a16="http://schemas.microsoft.com/office/drawing/2014/main" id="{11950728-5D95-C1EE-7A1A-F8B5B60EA42F}"/>
              </a:ext>
            </a:extLst>
          </p:cNvPr>
          <p:cNvSpPr txBox="1"/>
          <p:nvPr/>
        </p:nvSpPr>
        <p:spPr>
          <a:xfrm>
            <a:off x="1731980" y="5438970"/>
            <a:ext cx="6443831" cy="461665"/>
          </a:xfrm>
          <a:prstGeom prst="rect">
            <a:avLst/>
          </a:prstGeom>
          <a:noFill/>
        </p:spPr>
        <p:txBody>
          <a:bodyPr wrap="square" rtlCol="0">
            <a:spAutoFit/>
          </a:bodyPr>
          <a:lstStyle/>
          <a:p>
            <a:r>
              <a:rPr lang="en-US" sz="2400" b="1" dirty="0"/>
              <a:t>When value = 5 we would still select major repair</a:t>
            </a:r>
          </a:p>
        </p:txBody>
      </p:sp>
    </p:spTree>
    <p:extLst>
      <p:ext uri="{BB962C8B-B14F-4D97-AF65-F5344CB8AC3E}">
        <p14:creationId xmlns:p14="http://schemas.microsoft.com/office/powerpoint/2010/main" val="1751277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21C38-2085-2E93-DF7F-05DF6A4A45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48EAFB-539D-16A5-4914-0A8CF3980488}"/>
              </a:ext>
            </a:extLst>
          </p:cNvPr>
          <p:cNvSpPr>
            <a:spLocks noGrp="1"/>
          </p:cNvSpPr>
          <p:nvPr>
            <p:ph type="title"/>
          </p:nvPr>
        </p:nvSpPr>
        <p:spPr/>
        <p:txBody>
          <a:bodyPr/>
          <a:lstStyle/>
          <a:p>
            <a:r>
              <a:rPr lang="en-US" dirty="0"/>
              <a:t>Sensitivity analysis</a:t>
            </a:r>
          </a:p>
        </p:txBody>
      </p:sp>
      <p:sp>
        <p:nvSpPr>
          <p:cNvPr id="4" name="Google Shape;571;p42">
            <a:extLst>
              <a:ext uri="{FF2B5EF4-FFF2-40B4-BE49-F238E27FC236}">
                <a16:creationId xmlns:a16="http://schemas.microsoft.com/office/drawing/2014/main" id="{C5057F71-3730-6C2F-7D5E-2E77FD308575}"/>
              </a:ext>
            </a:extLst>
          </p:cNvPr>
          <p:cNvSpPr txBox="1">
            <a:spLocks noGrp="1"/>
          </p:cNvSpPr>
          <p:nvPr>
            <p:ph idx="1"/>
          </p:nvPr>
        </p:nvSpPr>
        <p:spPr>
          <a:xfrm>
            <a:off x="838199" y="1330773"/>
            <a:ext cx="10650967" cy="1325563"/>
          </a:xfrm>
          <a:prstGeom prst="rect">
            <a:avLst/>
          </a:prstGeom>
          <a:noFill/>
          <a:ln>
            <a:noFill/>
          </a:ln>
        </p:spPr>
        <p:txBody>
          <a:bodyPr spcFirstLastPara="1" wrap="square" lIns="91425" tIns="45700" rIns="91425" bIns="45700" anchor="t" anchorCtr="0">
            <a:noAutofit/>
          </a:bodyPr>
          <a:lstStyle/>
          <a:p>
            <a:pPr marL="342900" lvl="0" indent="-342900">
              <a:buClr>
                <a:schemeClr val="dk1"/>
              </a:buClr>
              <a:buSzPts val="2040"/>
            </a:pPr>
            <a:r>
              <a:rPr lang="en-US" dirty="0">
                <a:ea typeface="Century Gothic"/>
                <a:cs typeface="Century Gothic"/>
                <a:sym typeface="Century Gothic"/>
              </a:rPr>
              <a:t>Let’s say we are uncertain about </a:t>
            </a:r>
            <a:r>
              <a:rPr lang="en-US" dirty="0">
                <a:highlight>
                  <a:srgbClr val="E6D5F3"/>
                </a:highlight>
                <a:ea typeface="Century Gothic"/>
                <a:cs typeface="Century Gothic"/>
                <a:sym typeface="Century Gothic"/>
              </a:rPr>
              <a:t>predicted environmental benefits </a:t>
            </a:r>
            <a:r>
              <a:rPr lang="en-US" dirty="0">
                <a:ea typeface="Century Gothic"/>
                <a:cs typeface="Century Gothic"/>
                <a:sym typeface="Century Gothic"/>
              </a:rPr>
              <a:t>for </a:t>
            </a:r>
            <a:r>
              <a:rPr lang="en-US" b="1" dirty="0">
                <a:ea typeface="Century Gothic"/>
                <a:cs typeface="Century Gothic"/>
                <a:sym typeface="Century Gothic"/>
              </a:rPr>
              <a:t>Minor Repair </a:t>
            </a:r>
            <a:r>
              <a:rPr lang="en-US" dirty="0">
                <a:ea typeface="Century Gothic"/>
                <a:cs typeface="Century Gothic"/>
                <a:sym typeface="Century Gothic"/>
              </a:rPr>
              <a:t>– we think they are 3 but they could be as large as 6</a:t>
            </a:r>
          </a:p>
        </p:txBody>
      </p:sp>
      <p:sp>
        <p:nvSpPr>
          <p:cNvPr id="5" name="TextBox 4">
            <a:extLst>
              <a:ext uri="{FF2B5EF4-FFF2-40B4-BE49-F238E27FC236}">
                <a16:creationId xmlns:a16="http://schemas.microsoft.com/office/drawing/2014/main" id="{5D6B4394-BCE9-C3BC-4350-9224572C457D}"/>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graphicFrame>
        <p:nvGraphicFramePr>
          <p:cNvPr id="6" name="Table 5">
            <a:extLst>
              <a:ext uri="{FF2B5EF4-FFF2-40B4-BE49-F238E27FC236}">
                <a16:creationId xmlns:a16="http://schemas.microsoft.com/office/drawing/2014/main" id="{314820E3-8E2B-D1DD-1CF1-A72661EC81C1}"/>
              </a:ext>
            </a:extLst>
          </p:cNvPr>
          <p:cNvGraphicFramePr>
            <a:graphicFrameLocks noGrp="1"/>
          </p:cNvGraphicFramePr>
          <p:nvPr>
            <p:extLst>
              <p:ext uri="{D42A27DB-BD31-4B8C-83A1-F6EECF244321}">
                <p14:modId xmlns:p14="http://schemas.microsoft.com/office/powerpoint/2010/main" val="918863496"/>
              </p:ext>
            </p:extLst>
          </p:nvPr>
        </p:nvGraphicFramePr>
        <p:xfrm>
          <a:off x="1852639" y="2656336"/>
          <a:ext cx="8486722" cy="2602607"/>
        </p:xfrm>
        <a:graphic>
          <a:graphicData uri="http://schemas.openxmlformats.org/drawingml/2006/table">
            <a:tbl>
              <a:tblPr>
                <a:tableStyleId>{5C22544A-7EE6-4342-B048-85BDC9FD1C3A}</a:tableStyleId>
              </a:tblPr>
              <a:tblGrid>
                <a:gridCol w="1693537">
                  <a:extLst>
                    <a:ext uri="{9D8B030D-6E8A-4147-A177-3AD203B41FA5}">
                      <a16:colId xmlns:a16="http://schemas.microsoft.com/office/drawing/2014/main" val="1671251892"/>
                    </a:ext>
                  </a:extLst>
                </a:gridCol>
                <a:gridCol w="970455">
                  <a:extLst>
                    <a:ext uri="{9D8B030D-6E8A-4147-A177-3AD203B41FA5}">
                      <a16:colId xmlns:a16="http://schemas.microsoft.com/office/drawing/2014/main" val="332960052"/>
                    </a:ext>
                  </a:extLst>
                </a:gridCol>
                <a:gridCol w="970455">
                  <a:extLst>
                    <a:ext uri="{9D8B030D-6E8A-4147-A177-3AD203B41FA5}">
                      <a16:colId xmlns:a16="http://schemas.microsoft.com/office/drawing/2014/main" val="908693919"/>
                    </a:ext>
                  </a:extLst>
                </a:gridCol>
                <a:gridCol w="970455">
                  <a:extLst>
                    <a:ext uri="{9D8B030D-6E8A-4147-A177-3AD203B41FA5}">
                      <a16:colId xmlns:a16="http://schemas.microsoft.com/office/drawing/2014/main" val="4182255882"/>
                    </a:ext>
                  </a:extLst>
                </a:gridCol>
                <a:gridCol w="970455">
                  <a:extLst>
                    <a:ext uri="{9D8B030D-6E8A-4147-A177-3AD203B41FA5}">
                      <a16:colId xmlns:a16="http://schemas.microsoft.com/office/drawing/2014/main" val="552459509"/>
                    </a:ext>
                  </a:extLst>
                </a:gridCol>
                <a:gridCol w="970455">
                  <a:extLst>
                    <a:ext uri="{9D8B030D-6E8A-4147-A177-3AD203B41FA5}">
                      <a16:colId xmlns:a16="http://schemas.microsoft.com/office/drawing/2014/main" val="107323118"/>
                    </a:ext>
                  </a:extLst>
                </a:gridCol>
                <a:gridCol w="970455">
                  <a:extLst>
                    <a:ext uri="{9D8B030D-6E8A-4147-A177-3AD203B41FA5}">
                      <a16:colId xmlns:a16="http://schemas.microsoft.com/office/drawing/2014/main" val="2054828083"/>
                    </a:ext>
                  </a:extLst>
                </a:gridCol>
                <a:gridCol w="970455">
                  <a:extLst>
                    <a:ext uri="{9D8B030D-6E8A-4147-A177-3AD203B41FA5}">
                      <a16:colId xmlns:a16="http://schemas.microsoft.com/office/drawing/2014/main" val="1833214165"/>
                    </a:ext>
                  </a:extLst>
                </a:gridCol>
              </a:tblGrid>
              <a:tr h="653957">
                <a:tc>
                  <a:txBody>
                    <a:bodyPr/>
                    <a:lstStyle/>
                    <a:p>
                      <a:pPr algn="l" fontAlgn="b"/>
                      <a:r>
                        <a:rPr lang="en-US" sz="2000" u="none" strike="noStrike" dirty="0">
                          <a:effectLst/>
                        </a:rPr>
                        <a:t> </a:t>
                      </a:r>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ctr" fontAlgn="b"/>
                      <a:r>
                        <a:rPr lang="en-US" sz="2000" u="none" strike="noStrike" dirty="0">
                          <a:effectLst/>
                        </a:rPr>
                        <a:t>Status Quo</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Minor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Major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Weight</a:t>
                      </a:r>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ctr" fontAlgn="b"/>
                      <a:r>
                        <a:rPr lang="en-US" sz="2000" u="none" strike="noStrike" dirty="0">
                          <a:effectLst/>
                        </a:rPr>
                        <a:t>Status Quo</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Minor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b"/>
                      <a:r>
                        <a:rPr lang="en-US" sz="2000" u="none" strike="noStrike" dirty="0">
                          <a:effectLst/>
                        </a:rPr>
                        <a:t>Major Repair </a:t>
                      </a:r>
                      <a:endParaRPr lang="en-US" sz="2000" b="0" i="0" u="none" strike="noStrike" dirty="0">
                        <a:solidFill>
                          <a:srgbClr val="000000"/>
                        </a:solidFill>
                        <a:effectLst/>
                        <a:latin typeface="Calibri" panose="020F0502020204030204" pitchFamily="34" charset="0"/>
                      </a:endParaRPr>
                    </a:p>
                  </a:txBody>
                  <a:tcPr marL="5443" marR="5443" marT="5443" marB="0" anchor="b">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664290214"/>
                  </a:ext>
                </a:extLst>
              </a:tr>
              <a:tr h="323419">
                <a:tc>
                  <a:txBody>
                    <a:bodyPr/>
                    <a:lstStyle/>
                    <a:p>
                      <a:pPr algn="l" fontAlgn="b"/>
                      <a:r>
                        <a:rPr lang="en-US" sz="2000" u="none" strike="noStrike">
                          <a:effectLst/>
                        </a:rPr>
                        <a:t>Cost</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dirty="0">
                          <a:effectLst/>
                        </a:rPr>
                        <a:t>0</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2</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12</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0.2</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0.83333</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94992664"/>
                  </a:ext>
                </a:extLst>
              </a:tr>
              <a:tr h="323419">
                <a:tc>
                  <a:txBody>
                    <a:bodyPr/>
                    <a:lstStyle/>
                    <a:p>
                      <a:pPr algn="l" fontAlgn="b"/>
                      <a:r>
                        <a:rPr lang="en-US" sz="2000" u="none" strike="noStrike" dirty="0">
                          <a:effectLst/>
                        </a:rPr>
                        <a:t>Environ Benefits</a:t>
                      </a:r>
                      <a:endParaRPr lang="en-US" sz="2000" b="0" i="0" u="none" strike="noStrike" dirty="0">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b="0" i="0" u="none" strike="noStrike" dirty="0">
                          <a:solidFill>
                            <a:srgbClr val="000000"/>
                          </a:solidFill>
                          <a:effectLst/>
                          <a:latin typeface="Arial" panose="020B0604020202020204" pitchFamily="34" charset="0"/>
                        </a:rPr>
                        <a:t>6</a:t>
                      </a: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6D5F3"/>
                    </a:solidFill>
                  </a:tcPr>
                </a:tc>
                <a:tc>
                  <a:txBody>
                    <a:bodyPr/>
                    <a:lstStyle/>
                    <a:p>
                      <a:pPr algn="ctr" fontAlgn="ctr"/>
                      <a:r>
                        <a:rPr lang="en-US" sz="2000" u="none" strike="noStrike" dirty="0">
                          <a:effectLst/>
                        </a:rPr>
                        <a:t>10</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0.6</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0</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0.55556</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0473578"/>
                  </a:ext>
                </a:extLst>
              </a:tr>
              <a:tr h="323419">
                <a:tc>
                  <a:txBody>
                    <a:bodyPr/>
                    <a:lstStyle/>
                    <a:p>
                      <a:pPr algn="l" fontAlgn="b"/>
                      <a:r>
                        <a:rPr lang="en-US" sz="2000" u="none" strike="noStrike">
                          <a:effectLst/>
                        </a:rPr>
                        <a:t>Disturbance</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0</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7</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0.1</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0.85714</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76592411"/>
                  </a:ext>
                </a:extLst>
              </a:tr>
              <a:tr h="331555">
                <a:tc>
                  <a:txBody>
                    <a:bodyPr/>
                    <a:lstStyle/>
                    <a:p>
                      <a:pPr algn="l" fontAlgn="b"/>
                      <a:r>
                        <a:rPr lang="en-US" sz="2000" u="none" strike="noStrike">
                          <a:effectLst/>
                        </a:rPr>
                        <a:t>Silt Runoff</a:t>
                      </a:r>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ctr" fontAlgn="ctr"/>
                      <a:r>
                        <a:rPr lang="en-US" sz="2000" u="none" strike="noStrike">
                          <a:effectLst/>
                        </a:rPr>
                        <a:t>5</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a:effectLst/>
                        </a:rPr>
                        <a:t>1</a:t>
                      </a:r>
                      <a:endParaRPr lang="en-US" sz="2000" b="0" i="0" u="none" strike="noStrike">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r>
                        <a:rPr lang="en-US" sz="2000" u="none" strike="noStrike" dirty="0">
                          <a:effectLst/>
                        </a:rPr>
                        <a:t>3</a:t>
                      </a:r>
                      <a:endParaRPr lang="en-US" sz="2000" b="0" i="0" u="none" strike="noStrike" dirty="0">
                        <a:solidFill>
                          <a:srgbClr val="000000"/>
                        </a:solidFill>
                        <a:effectLst/>
                        <a:latin typeface="Arial" panose="020B0604020202020204" pitchFamily="34" charset="0"/>
                      </a:endParaRPr>
                    </a:p>
                  </a:txBody>
                  <a:tcPr marL="5443" marR="5443" marT="544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a:effectLst/>
                        </a:rPr>
                        <a:t>0.1</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a:effectLst/>
                        </a:rPr>
                        <a:t>0</a:t>
                      </a:r>
                      <a:endParaRPr lang="en-US" sz="2000" b="0" i="0" u="none" strike="noStrike">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0.5</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92290338"/>
                  </a:ext>
                </a:extLst>
              </a:tr>
              <a:tr h="323419">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55010467"/>
                  </a:ext>
                </a:extLst>
              </a:tr>
              <a:tr h="323419">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dirty="0">
                        <a:solidFill>
                          <a:srgbClr val="000000"/>
                        </a:solidFill>
                        <a:effectLst/>
                        <a:latin typeface="Calibri" panose="020F0502020204030204" pitchFamily="34" charset="0"/>
                      </a:endParaRPr>
                    </a:p>
                  </a:txBody>
                  <a:tcPr marL="5443" marR="5443" marT="5443" marB="0" anchor="b">
                    <a:solidFill>
                      <a:schemeClr val="bg1">
                        <a:lumMod val="95000"/>
                      </a:schemeClr>
                    </a:solidFill>
                  </a:tcPr>
                </a:tc>
                <a:tc>
                  <a:txBody>
                    <a:bodyPr/>
                    <a:lstStyle/>
                    <a:p>
                      <a:pPr algn="l" fontAlgn="b"/>
                      <a:endParaRPr lang="en-US" sz="2000" b="0" i="0" u="none" strike="noStrike">
                        <a:solidFill>
                          <a:srgbClr val="000000"/>
                        </a:solidFill>
                        <a:effectLst/>
                        <a:latin typeface="Calibri" panose="020F0502020204030204" pitchFamily="34" charset="0"/>
                      </a:endParaRPr>
                    </a:p>
                  </a:txBody>
                  <a:tcPr marL="5443" marR="5443" marT="5443" marB="0" anchor="b">
                    <a:lnR w="12700" cap="flat" cmpd="sng" algn="ctr">
                      <a:solidFill>
                        <a:schemeClr val="tx1"/>
                      </a:solidFill>
                      <a:prstDash val="solid"/>
                      <a:round/>
                      <a:headEnd type="none" w="med" len="med"/>
                      <a:tailEnd type="none" w="med" len="med"/>
                    </a:lnR>
                    <a:solidFill>
                      <a:schemeClr val="bg1">
                        <a:lumMod val="95000"/>
                      </a:schemeClr>
                    </a:solidFill>
                  </a:tcPr>
                </a:tc>
                <a:tc>
                  <a:txBody>
                    <a:bodyPr/>
                    <a:lstStyle/>
                    <a:p>
                      <a:pPr algn="r" fontAlgn="b"/>
                      <a:r>
                        <a:rPr lang="en-US" sz="2000" u="none" strike="noStrike" dirty="0">
                          <a:effectLst/>
                        </a:rPr>
                        <a:t>0.2</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r" fontAlgn="b"/>
                      <a:r>
                        <a:rPr lang="en-US" sz="2000" u="none" strike="noStrike" dirty="0">
                          <a:effectLst/>
                        </a:rPr>
                        <a:t>0.68571</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algn="r" fontAlgn="b"/>
                      <a:r>
                        <a:rPr lang="en-US" sz="2000" u="none" strike="noStrike" dirty="0">
                          <a:effectLst/>
                        </a:rPr>
                        <a:t>0.65</a:t>
                      </a:r>
                      <a:endParaRPr lang="en-US" sz="2000" b="0" i="0" u="none" strike="noStrike" dirty="0">
                        <a:solidFill>
                          <a:srgbClr val="000000"/>
                        </a:solidFill>
                        <a:effectLst/>
                        <a:latin typeface="Calibri" panose="020F0502020204030204" pitchFamily="34" charset="0"/>
                      </a:endParaRPr>
                    </a:p>
                  </a:txBody>
                  <a:tcPr marL="5443" marR="5443" marT="5443"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907837434"/>
                  </a:ext>
                </a:extLst>
              </a:tr>
            </a:tbl>
          </a:graphicData>
        </a:graphic>
      </p:graphicFrame>
      <p:sp>
        <p:nvSpPr>
          <p:cNvPr id="7" name="TextBox 6">
            <a:extLst>
              <a:ext uri="{FF2B5EF4-FFF2-40B4-BE49-F238E27FC236}">
                <a16:creationId xmlns:a16="http://schemas.microsoft.com/office/drawing/2014/main" id="{E50A7F64-565B-CF7F-1607-5A2A4E781BCC}"/>
              </a:ext>
            </a:extLst>
          </p:cNvPr>
          <p:cNvSpPr txBox="1"/>
          <p:nvPr/>
        </p:nvSpPr>
        <p:spPr>
          <a:xfrm>
            <a:off x="1731980" y="5438970"/>
            <a:ext cx="6992472" cy="461665"/>
          </a:xfrm>
          <a:prstGeom prst="rect">
            <a:avLst/>
          </a:prstGeom>
          <a:noFill/>
        </p:spPr>
        <p:txBody>
          <a:bodyPr wrap="square" rtlCol="0">
            <a:spAutoFit/>
          </a:bodyPr>
          <a:lstStyle/>
          <a:p>
            <a:r>
              <a:rPr lang="en-US" sz="2400" b="1" dirty="0"/>
              <a:t>When value = 6 we would now </a:t>
            </a:r>
            <a:r>
              <a:rPr lang="en-US" sz="2400" b="1" u="sng" dirty="0"/>
              <a:t>select minor repair</a:t>
            </a:r>
          </a:p>
        </p:txBody>
      </p:sp>
      <p:sp>
        <p:nvSpPr>
          <p:cNvPr id="3" name="TextBox 2">
            <a:extLst>
              <a:ext uri="{FF2B5EF4-FFF2-40B4-BE49-F238E27FC236}">
                <a16:creationId xmlns:a16="http://schemas.microsoft.com/office/drawing/2014/main" id="{3A783CA9-17FD-F6E8-D8BB-708D3A8C4CE6}"/>
              </a:ext>
            </a:extLst>
          </p:cNvPr>
          <p:cNvSpPr txBox="1"/>
          <p:nvPr/>
        </p:nvSpPr>
        <p:spPr>
          <a:xfrm>
            <a:off x="1731980" y="5865218"/>
            <a:ext cx="7409330" cy="523220"/>
          </a:xfrm>
          <a:prstGeom prst="rect">
            <a:avLst/>
          </a:prstGeom>
          <a:noFill/>
        </p:spPr>
        <p:txBody>
          <a:bodyPr wrap="square" rtlCol="0">
            <a:spAutoFit/>
          </a:bodyPr>
          <a:lstStyle/>
          <a:p>
            <a:pPr algn="ctr"/>
            <a:r>
              <a:rPr lang="en-US" sz="2800" dirty="0"/>
              <a:t>Thus, this uncertainty is </a:t>
            </a:r>
            <a:r>
              <a:rPr lang="en-US" sz="2800" i="1" dirty="0"/>
              <a:t>decision-relevant</a:t>
            </a:r>
          </a:p>
        </p:txBody>
      </p:sp>
    </p:spTree>
    <p:extLst>
      <p:ext uri="{BB962C8B-B14F-4D97-AF65-F5344CB8AC3E}">
        <p14:creationId xmlns:p14="http://schemas.microsoft.com/office/powerpoint/2010/main" val="1118780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2DF1892-DFF0-1640-D4C6-AD6F21A94D83}"/>
              </a:ext>
            </a:extLst>
          </p:cNvPr>
          <p:cNvPicPr>
            <a:picLocks noChangeAspect="1"/>
          </p:cNvPicPr>
          <p:nvPr/>
        </p:nvPicPr>
        <p:blipFill>
          <a:blip r:embed="rId2"/>
          <a:srcRect t="2407" b="7778"/>
          <a:stretch>
            <a:fillRect/>
          </a:stretch>
        </p:blipFill>
        <p:spPr>
          <a:xfrm>
            <a:off x="838200" y="215900"/>
            <a:ext cx="11135464" cy="6159500"/>
          </a:xfrm>
          <a:prstGeom prst="rect">
            <a:avLst/>
          </a:prstGeom>
        </p:spPr>
      </p:pic>
      <p:sp>
        <p:nvSpPr>
          <p:cNvPr id="2" name="Title 1">
            <a:extLst>
              <a:ext uri="{FF2B5EF4-FFF2-40B4-BE49-F238E27FC236}">
                <a16:creationId xmlns:a16="http://schemas.microsoft.com/office/drawing/2014/main" id="{5D97FC7E-BDF2-A799-568D-17FCEF8ADC17}"/>
              </a:ext>
            </a:extLst>
          </p:cNvPr>
          <p:cNvSpPr>
            <a:spLocks noGrp="1"/>
          </p:cNvSpPr>
          <p:nvPr>
            <p:ph type="title"/>
          </p:nvPr>
        </p:nvSpPr>
        <p:spPr>
          <a:xfrm>
            <a:off x="7810500" y="327025"/>
            <a:ext cx="3962400" cy="2060575"/>
          </a:xfrm>
        </p:spPr>
        <p:txBody>
          <a:bodyPr>
            <a:noAutofit/>
          </a:bodyPr>
          <a:lstStyle/>
          <a:p>
            <a:r>
              <a:rPr lang="en-US" sz="3200" dirty="0"/>
              <a:t>Example: Guiding management decisions of invasive carp in the Lower Mississippi River </a:t>
            </a:r>
          </a:p>
        </p:txBody>
      </p:sp>
      <p:sp>
        <p:nvSpPr>
          <p:cNvPr id="4" name="Content Placeholder 2">
            <a:extLst>
              <a:ext uri="{FF2B5EF4-FFF2-40B4-BE49-F238E27FC236}">
                <a16:creationId xmlns:a16="http://schemas.microsoft.com/office/drawing/2014/main" id="{6E1846DA-377D-57D4-954F-0BF165103A5C}"/>
              </a:ext>
            </a:extLst>
          </p:cNvPr>
          <p:cNvSpPr txBox="1">
            <a:spLocks/>
          </p:cNvSpPr>
          <p:nvPr/>
        </p:nvSpPr>
        <p:spPr>
          <a:xfrm>
            <a:off x="838200" y="5292725"/>
            <a:ext cx="2844800" cy="10826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4400" dirty="0">
                <a:hlinkClick r:id="rId3"/>
              </a:rPr>
              <a:t>Shiny app </a:t>
            </a:r>
            <a:endParaRPr lang="en-US" sz="4400" dirty="0"/>
          </a:p>
        </p:txBody>
      </p:sp>
      <p:sp>
        <p:nvSpPr>
          <p:cNvPr id="9" name="TextBox 8">
            <a:extLst>
              <a:ext uri="{FF2B5EF4-FFF2-40B4-BE49-F238E27FC236}">
                <a16:creationId xmlns:a16="http://schemas.microsoft.com/office/drawing/2014/main" id="{824473E0-6958-7D63-6A8E-463BCF808DB9}"/>
              </a:ext>
            </a:extLst>
          </p:cNvPr>
          <p:cNvSpPr txBox="1"/>
          <p:nvPr/>
        </p:nvSpPr>
        <p:spPr>
          <a:xfrm>
            <a:off x="-75306" y="6661576"/>
            <a:ext cx="8961120"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Brielle Thompson</a:t>
            </a:r>
          </a:p>
        </p:txBody>
      </p:sp>
      <p:pic>
        <p:nvPicPr>
          <p:cNvPr id="1026" name="Picture 2" descr="Silver carp | Silver carp (Hypophthalmichthys molitrix). Pho… | Flickr">
            <a:extLst>
              <a:ext uri="{FF2B5EF4-FFF2-40B4-BE49-F238E27FC236}">
                <a16:creationId xmlns:a16="http://schemas.microsoft.com/office/drawing/2014/main" id="{361B6CE2-837B-C5D2-E589-CB864E63CAEE}"/>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977" b="97852" l="293" r="93848">
                        <a14:foregroundMark x1="17969" y1="15625" x2="14453" y2="977"/>
                        <a14:foregroundMark x1="11719" y1="40039" x2="293" y2="37695"/>
                        <a14:foregroundMark x1="47168" y1="77344" x2="41699" y2="78906"/>
                        <a14:foregroundMark x1="59082" y1="86914" x2="50391" y2="85742"/>
                        <a14:foregroundMark x1="60449" y1="83594" x2="56641" y2="94531"/>
                        <a14:foregroundMark x1="90527" y1="85352" x2="93848" y2="80273"/>
                        <a14:foregroundMark x1="57031" y1="90039" x2="54004" y2="90039"/>
                        <a14:foregroundMark x1="53516" y1="84570" x2="48926" y2="92383"/>
                        <a14:foregroundMark x1="42285" y1="29102" x2="38770" y2="25977"/>
                        <a14:foregroundMark x1="54199" y1="88477" x2="53418" y2="97852"/>
                      </a14:backgroundRemoval>
                    </a14:imgEffect>
                  </a14:imgLayer>
                </a14:imgProps>
              </a:ext>
              <a:ext uri="{28A0092B-C50C-407E-A947-70E740481C1C}">
                <a14:useLocalDpi xmlns:a14="http://schemas.microsoft.com/office/drawing/2010/main" val="0"/>
              </a:ext>
            </a:extLst>
          </a:blip>
          <a:srcRect/>
          <a:stretch>
            <a:fillRect/>
          </a:stretch>
        </p:blipFill>
        <p:spPr bwMode="auto">
          <a:xfrm>
            <a:off x="1668832" y="3205162"/>
            <a:ext cx="5740400" cy="287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35522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B70FC-3F39-8711-03F4-6721103D0EB6}"/>
              </a:ext>
            </a:extLst>
          </p:cNvPr>
          <p:cNvSpPr>
            <a:spLocks noGrp="1"/>
          </p:cNvSpPr>
          <p:nvPr>
            <p:ph type="title"/>
          </p:nvPr>
        </p:nvSpPr>
        <p:spPr/>
        <p:txBody>
          <a:bodyPr/>
          <a:lstStyle/>
          <a:p>
            <a:r>
              <a:rPr lang="en-US" dirty="0"/>
              <a:t>Decision trees:</a:t>
            </a:r>
          </a:p>
        </p:txBody>
      </p:sp>
      <p:sp>
        <p:nvSpPr>
          <p:cNvPr id="3" name="Content Placeholder 2">
            <a:extLst>
              <a:ext uri="{FF2B5EF4-FFF2-40B4-BE49-F238E27FC236}">
                <a16:creationId xmlns:a16="http://schemas.microsoft.com/office/drawing/2014/main" id="{C06135F1-EB42-1141-8717-560BE2DEC2A2}"/>
              </a:ext>
            </a:extLst>
          </p:cNvPr>
          <p:cNvSpPr>
            <a:spLocks noGrp="1"/>
          </p:cNvSpPr>
          <p:nvPr>
            <p:ph idx="1"/>
          </p:nvPr>
        </p:nvSpPr>
        <p:spPr>
          <a:xfrm>
            <a:off x="838200" y="1330773"/>
            <a:ext cx="10515600" cy="670149"/>
          </a:xfrm>
        </p:spPr>
        <p:txBody>
          <a:bodyPr/>
          <a:lstStyle/>
          <a:p>
            <a:r>
              <a:rPr lang="en-US" dirty="0"/>
              <a:t>A useful tool for dealing with uncertainty</a:t>
            </a:r>
          </a:p>
          <a:p>
            <a:endParaRPr lang="en-US" dirty="0"/>
          </a:p>
        </p:txBody>
      </p:sp>
      <p:sp>
        <p:nvSpPr>
          <p:cNvPr id="4" name="TextBox 3">
            <a:extLst>
              <a:ext uri="{FF2B5EF4-FFF2-40B4-BE49-F238E27FC236}">
                <a16:creationId xmlns:a16="http://schemas.microsoft.com/office/drawing/2014/main" id="{917C7F57-A612-31FF-56AA-81AF0FB3EFE5}"/>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grpSp>
        <p:nvGrpSpPr>
          <p:cNvPr id="5" name="Group 4">
            <a:extLst>
              <a:ext uri="{FF2B5EF4-FFF2-40B4-BE49-F238E27FC236}">
                <a16:creationId xmlns:a16="http://schemas.microsoft.com/office/drawing/2014/main" id="{C3958C58-20F6-4B37-4DA0-3400E41F443B}"/>
              </a:ext>
            </a:extLst>
          </p:cNvPr>
          <p:cNvGrpSpPr/>
          <p:nvPr/>
        </p:nvGrpSpPr>
        <p:grpSpPr>
          <a:xfrm>
            <a:off x="2313490" y="1901708"/>
            <a:ext cx="6278996" cy="4522724"/>
            <a:chOff x="1962526" y="2220303"/>
            <a:chExt cx="5757995" cy="3967888"/>
          </a:xfrm>
        </p:grpSpPr>
        <p:sp>
          <p:nvSpPr>
            <p:cNvPr id="6" name="Google Shape;249;p26">
              <a:extLst>
                <a:ext uri="{FF2B5EF4-FFF2-40B4-BE49-F238E27FC236}">
                  <a16:creationId xmlns:a16="http://schemas.microsoft.com/office/drawing/2014/main" id="{22911413-19B9-F98D-5DE0-900A41A19BBF}"/>
                </a:ext>
              </a:extLst>
            </p:cNvPr>
            <p:cNvSpPr/>
            <p:nvPr/>
          </p:nvSpPr>
          <p:spPr>
            <a:xfrm>
              <a:off x="1962526" y="4086339"/>
              <a:ext cx="1163241" cy="907336"/>
            </a:xfrm>
            <a:prstGeom prst="rect">
              <a:avLst/>
            </a:prstGeom>
            <a:noFill/>
            <a:ln w="25400" cap="flat" cmpd="sng">
              <a:solidFill>
                <a:srgbClr val="3366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3366FF"/>
                </a:buClr>
                <a:buSzPts val="1800"/>
                <a:buFont typeface="Palatino Linotype"/>
                <a:buNone/>
              </a:pPr>
              <a:r>
                <a:rPr lang="en-US" sz="1600" b="1" dirty="0">
                  <a:solidFill>
                    <a:srgbClr val="3366FF"/>
                  </a:solidFill>
                  <a:latin typeface="Arial (Headings)"/>
                  <a:ea typeface="Palatino Linotype"/>
                  <a:cs typeface="Palatino Linotype"/>
                  <a:sym typeface="Palatino Linotype"/>
                </a:rPr>
                <a:t>Decision</a:t>
              </a:r>
              <a:endParaRPr sz="1600" dirty="0">
                <a:latin typeface="Arial (Headings)"/>
              </a:endParaRPr>
            </a:p>
          </p:txBody>
        </p:sp>
        <p:sp>
          <p:nvSpPr>
            <p:cNvPr id="7" name="Google Shape;250;p26">
              <a:extLst>
                <a:ext uri="{FF2B5EF4-FFF2-40B4-BE49-F238E27FC236}">
                  <a16:creationId xmlns:a16="http://schemas.microsoft.com/office/drawing/2014/main" id="{6E6D0DE8-23F0-F34F-0023-CA1FABD4968D}"/>
                </a:ext>
              </a:extLst>
            </p:cNvPr>
            <p:cNvSpPr/>
            <p:nvPr/>
          </p:nvSpPr>
          <p:spPr>
            <a:xfrm>
              <a:off x="4519840" y="3077692"/>
              <a:ext cx="716852" cy="776190"/>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Palatino Linotype"/>
                <a:buNone/>
              </a:pPr>
              <a:endParaRPr sz="1600" b="0" i="0" u="none" strike="noStrike" cap="none">
                <a:solidFill>
                  <a:srgbClr val="FF0000"/>
                </a:solidFill>
                <a:latin typeface="Arial (Headings)"/>
                <a:sym typeface="Arial"/>
              </a:endParaRPr>
            </a:p>
          </p:txBody>
        </p:sp>
        <p:sp>
          <p:nvSpPr>
            <p:cNvPr id="8" name="Google Shape;251;p26">
              <a:extLst>
                <a:ext uri="{FF2B5EF4-FFF2-40B4-BE49-F238E27FC236}">
                  <a16:creationId xmlns:a16="http://schemas.microsoft.com/office/drawing/2014/main" id="{111938F4-E574-2CC9-6B9C-2613D615F452}"/>
                </a:ext>
              </a:extLst>
            </p:cNvPr>
            <p:cNvSpPr/>
            <p:nvPr/>
          </p:nvSpPr>
          <p:spPr>
            <a:xfrm>
              <a:off x="4519840" y="4993675"/>
              <a:ext cx="716852" cy="776190"/>
            </a:xfrm>
            <a:prstGeom prst="ellipse">
              <a:avLst/>
            </a:prstGeom>
            <a:noFill/>
            <a:ln w="25400" cap="flat" cmpd="sng">
              <a:solidFill>
                <a:srgbClr val="FF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9" name="Google Shape;252;p26">
              <a:extLst>
                <a:ext uri="{FF2B5EF4-FFF2-40B4-BE49-F238E27FC236}">
                  <a16:creationId xmlns:a16="http://schemas.microsoft.com/office/drawing/2014/main" id="{3EFF31B5-0D15-5397-7ADA-BABDD6AD4A94}"/>
                </a:ext>
              </a:extLst>
            </p:cNvPr>
            <p:cNvSpPr/>
            <p:nvPr/>
          </p:nvSpPr>
          <p:spPr>
            <a:xfrm>
              <a:off x="6129936" y="2669054"/>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10" name="Google Shape;253;p26">
              <a:extLst>
                <a:ext uri="{FF2B5EF4-FFF2-40B4-BE49-F238E27FC236}">
                  <a16:creationId xmlns:a16="http://schemas.microsoft.com/office/drawing/2014/main" id="{8ABA8044-55EB-3913-1D52-C8222D22AC44}"/>
                </a:ext>
              </a:extLst>
            </p:cNvPr>
            <p:cNvSpPr/>
            <p:nvPr/>
          </p:nvSpPr>
          <p:spPr>
            <a:xfrm>
              <a:off x="6129936" y="3547527"/>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11" name="Google Shape;254;p26">
              <a:extLst>
                <a:ext uri="{FF2B5EF4-FFF2-40B4-BE49-F238E27FC236}">
                  <a16:creationId xmlns:a16="http://schemas.microsoft.com/office/drawing/2014/main" id="{B767ECF1-F4F3-D3BA-3491-207BA76098F9}"/>
                </a:ext>
              </a:extLst>
            </p:cNvPr>
            <p:cNvSpPr/>
            <p:nvPr/>
          </p:nvSpPr>
          <p:spPr>
            <a:xfrm>
              <a:off x="6129936" y="4632857"/>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sp>
          <p:nvSpPr>
            <p:cNvPr id="12" name="Google Shape;255;p26">
              <a:extLst>
                <a:ext uri="{FF2B5EF4-FFF2-40B4-BE49-F238E27FC236}">
                  <a16:creationId xmlns:a16="http://schemas.microsoft.com/office/drawing/2014/main" id="{D76C9FAA-D4C3-48E8-D03B-56D51B280A60}"/>
                </a:ext>
              </a:extLst>
            </p:cNvPr>
            <p:cNvSpPr/>
            <p:nvPr/>
          </p:nvSpPr>
          <p:spPr>
            <a:xfrm>
              <a:off x="6129936" y="5466555"/>
              <a:ext cx="884738" cy="721636"/>
            </a:xfrm>
            <a:prstGeom prst="hexagon">
              <a:avLst>
                <a:gd name="adj" fmla="val 25000"/>
                <a:gd name="vf" fmla="val 115470"/>
              </a:avLst>
            </a:prstGeom>
            <a:no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Palatino Linotype"/>
                <a:buNone/>
              </a:pPr>
              <a:endParaRPr sz="1600" b="0" i="0" u="none" strike="noStrike" cap="none">
                <a:solidFill>
                  <a:schemeClr val="hlink"/>
                </a:solidFill>
                <a:latin typeface="Arial (Headings)"/>
                <a:sym typeface="Arial"/>
              </a:endParaRPr>
            </a:p>
          </p:txBody>
        </p:sp>
        <p:cxnSp>
          <p:nvCxnSpPr>
            <p:cNvPr id="13" name="Google Shape;256;p26">
              <a:extLst>
                <a:ext uri="{FF2B5EF4-FFF2-40B4-BE49-F238E27FC236}">
                  <a16:creationId xmlns:a16="http://schemas.microsoft.com/office/drawing/2014/main" id="{6F9978CE-2626-2062-07F7-7ECDF9C6803F}"/>
                </a:ext>
              </a:extLst>
            </p:cNvPr>
            <p:cNvCxnSpPr>
              <a:cxnSpLocks/>
              <a:stCxn id="6" idx="3"/>
            </p:cNvCxnSpPr>
            <p:nvPr/>
          </p:nvCxnSpPr>
          <p:spPr>
            <a:xfrm rot="10800000" flipH="1">
              <a:off x="3125767" y="3451607"/>
              <a:ext cx="1394100" cy="1088400"/>
            </a:xfrm>
            <a:prstGeom prst="straightConnector1">
              <a:avLst/>
            </a:prstGeom>
            <a:solidFill>
              <a:schemeClr val="accent1"/>
            </a:solidFill>
            <a:ln w="25400" cap="flat" cmpd="sng">
              <a:solidFill>
                <a:srgbClr val="3366FF"/>
              </a:solidFill>
              <a:prstDash val="solid"/>
              <a:round/>
              <a:headEnd type="none" w="sm" len="sm"/>
              <a:tailEnd type="stealth" w="med" len="med"/>
            </a:ln>
          </p:spPr>
        </p:cxnSp>
        <p:cxnSp>
          <p:nvCxnSpPr>
            <p:cNvPr id="14" name="Google Shape;257;p26">
              <a:extLst>
                <a:ext uri="{FF2B5EF4-FFF2-40B4-BE49-F238E27FC236}">
                  <a16:creationId xmlns:a16="http://schemas.microsoft.com/office/drawing/2014/main" id="{866BF0AB-51E1-C883-EA8B-EF98FED9526D}"/>
                </a:ext>
              </a:extLst>
            </p:cNvPr>
            <p:cNvCxnSpPr>
              <a:cxnSpLocks/>
              <a:stCxn id="6" idx="3"/>
              <a:endCxn id="8" idx="2"/>
            </p:cNvCxnSpPr>
            <p:nvPr/>
          </p:nvCxnSpPr>
          <p:spPr>
            <a:xfrm>
              <a:off x="3125767" y="4540007"/>
              <a:ext cx="1394100" cy="841800"/>
            </a:xfrm>
            <a:prstGeom prst="straightConnector1">
              <a:avLst/>
            </a:prstGeom>
            <a:solidFill>
              <a:schemeClr val="accent1"/>
            </a:solidFill>
            <a:ln w="25400" cap="flat" cmpd="sng">
              <a:solidFill>
                <a:srgbClr val="3366FF"/>
              </a:solidFill>
              <a:prstDash val="solid"/>
              <a:round/>
              <a:headEnd type="none" w="sm" len="sm"/>
              <a:tailEnd type="stealth" w="med" len="med"/>
            </a:ln>
          </p:spPr>
        </p:cxnSp>
        <p:cxnSp>
          <p:nvCxnSpPr>
            <p:cNvPr id="15" name="Google Shape;258;p26">
              <a:extLst>
                <a:ext uri="{FF2B5EF4-FFF2-40B4-BE49-F238E27FC236}">
                  <a16:creationId xmlns:a16="http://schemas.microsoft.com/office/drawing/2014/main" id="{E506410C-BE0C-81C1-FB8C-3AF42B8F1CE1}"/>
                </a:ext>
              </a:extLst>
            </p:cNvPr>
            <p:cNvCxnSpPr>
              <a:cxnSpLocks/>
              <a:stCxn id="7" idx="6"/>
              <a:endCxn id="9" idx="3"/>
            </p:cNvCxnSpPr>
            <p:nvPr/>
          </p:nvCxnSpPr>
          <p:spPr>
            <a:xfrm rot="10800000" flipH="1">
              <a:off x="5236692" y="3029887"/>
              <a:ext cx="893100" cy="435900"/>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6" name="Google Shape;259;p26">
              <a:extLst>
                <a:ext uri="{FF2B5EF4-FFF2-40B4-BE49-F238E27FC236}">
                  <a16:creationId xmlns:a16="http://schemas.microsoft.com/office/drawing/2014/main" id="{7E748F7F-4C75-094D-9A80-7ED761D34EA7}"/>
                </a:ext>
              </a:extLst>
            </p:cNvPr>
            <p:cNvCxnSpPr>
              <a:cxnSpLocks/>
              <a:stCxn id="7" idx="6"/>
              <a:endCxn id="10" idx="3"/>
            </p:cNvCxnSpPr>
            <p:nvPr/>
          </p:nvCxnSpPr>
          <p:spPr>
            <a:xfrm>
              <a:off x="5236692" y="3465787"/>
              <a:ext cx="893100" cy="442500"/>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7" name="Google Shape;260;p26">
              <a:extLst>
                <a:ext uri="{FF2B5EF4-FFF2-40B4-BE49-F238E27FC236}">
                  <a16:creationId xmlns:a16="http://schemas.microsoft.com/office/drawing/2014/main" id="{B3B81B3C-5DB0-CCED-CBB0-05A8D7348DCA}"/>
                </a:ext>
              </a:extLst>
            </p:cNvPr>
            <p:cNvCxnSpPr>
              <a:cxnSpLocks/>
              <a:stCxn id="8" idx="6"/>
            </p:cNvCxnSpPr>
            <p:nvPr/>
          </p:nvCxnSpPr>
          <p:spPr>
            <a:xfrm rot="10800000" flipH="1">
              <a:off x="5236692" y="4993570"/>
              <a:ext cx="893100" cy="388200"/>
            </a:xfrm>
            <a:prstGeom prst="straightConnector1">
              <a:avLst/>
            </a:prstGeom>
            <a:solidFill>
              <a:schemeClr val="accent1"/>
            </a:solidFill>
            <a:ln w="25400" cap="flat" cmpd="sng">
              <a:solidFill>
                <a:srgbClr val="FF0000"/>
              </a:solidFill>
              <a:prstDash val="solid"/>
              <a:round/>
              <a:headEnd type="none" w="sm" len="sm"/>
              <a:tailEnd type="stealth" w="med" len="med"/>
            </a:ln>
          </p:spPr>
        </p:cxnSp>
        <p:cxnSp>
          <p:nvCxnSpPr>
            <p:cNvPr id="18" name="Google Shape;261;p26">
              <a:extLst>
                <a:ext uri="{FF2B5EF4-FFF2-40B4-BE49-F238E27FC236}">
                  <a16:creationId xmlns:a16="http://schemas.microsoft.com/office/drawing/2014/main" id="{864FF97E-941E-4182-018A-BE57ED27775D}"/>
                </a:ext>
              </a:extLst>
            </p:cNvPr>
            <p:cNvCxnSpPr>
              <a:cxnSpLocks/>
              <a:stCxn id="8" idx="6"/>
              <a:endCxn id="12" idx="3"/>
            </p:cNvCxnSpPr>
            <p:nvPr/>
          </p:nvCxnSpPr>
          <p:spPr>
            <a:xfrm>
              <a:off x="5236692" y="5381770"/>
              <a:ext cx="893100" cy="445500"/>
            </a:xfrm>
            <a:prstGeom prst="straightConnector1">
              <a:avLst/>
            </a:prstGeom>
            <a:solidFill>
              <a:schemeClr val="accent1"/>
            </a:solidFill>
            <a:ln w="25400" cap="flat" cmpd="sng">
              <a:solidFill>
                <a:srgbClr val="FF0000"/>
              </a:solidFill>
              <a:prstDash val="solid"/>
              <a:round/>
              <a:headEnd type="none" w="sm" len="sm"/>
              <a:tailEnd type="stealth" w="med" len="med"/>
            </a:ln>
          </p:spPr>
        </p:cxnSp>
        <p:sp>
          <p:nvSpPr>
            <p:cNvPr id="19" name="Google Shape;262;p26">
              <a:extLst>
                <a:ext uri="{FF2B5EF4-FFF2-40B4-BE49-F238E27FC236}">
                  <a16:creationId xmlns:a16="http://schemas.microsoft.com/office/drawing/2014/main" id="{D5981945-F15D-4D7F-ED60-F40665D4CF24}"/>
                </a:ext>
              </a:extLst>
            </p:cNvPr>
            <p:cNvSpPr txBox="1"/>
            <p:nvPr/>
          </p:nvSpPr>
          <p:spPr>
            <a:xfrm>
              <a:off x="6022620" y="2220303"/>
              <a:ext cx="169790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600" b="1" dirty="0">
                  <a:solidFill>
                    <a:schemeClr val="dk1"/>
                  </a:solidFill>
                  <a:latin typeface="Arial (Headings)"/>
                  <a:ea typeface="Palatino Linotype"/>
                  <a:cs typeface="Palatino Linotype"/>
                  <a:sym typeface="Palatino Linotype"/>
                </a:rPr>
                <a:t>Consequences</a:t>
              </a:r>
              <a:endParaRPr sz="1600" b="1" dirty="0">
                <a:solidFill>
                  <a:schemeClr val="dk1"/>
                </a:solidFill>
                <a:latin typeface="Arial (Headings)"/>
                <a:ea typeface="Palatino Linotype"/>
                <a:cs typeface="Palatino Linotype"/>
                <a:sym typeface="Palatino Linotype"/>
              </a:endParaRPr>
            </a:p>
          </p:txBody>
        </p:sp>
        <p:sp>
          <p:nvSpPr>
            <p:cNvPr id="20" name="Google Shape;263;p26">
              <a:extLst>
                <a:ext uri="{FF2B5EF4-FFF2-40B4-BE49-F238E27FC236}">
                  <a16:creationId xmlns:a16="http://schemas.microsoft.com/office/drawing/2014/main" id="{5B994671-8EF4-8645-AAAA-CBED818BEC1F}"/>
                </a:ext>
              </a:extLst>
            </p:cNvPr>
            <p:cNvSpPr txBox="1"/>
            <p:nvPr/>
          </p:nvSpPr>
          <p:spPr>
            <a:xfrm>
              <a:off x="2822830" y="2793702"/>
              <a:ext cx="1853671"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dirty="0">
                  <a:solidFill>
                    <a:srgbClr val="3366FF"/>
                  </a:solidFill>
                  <a:latin typeface="Arial (Headings)"/>
                  <a:ea typeface="Palatino Linotype"/>
                  <a:cs typeface="Palatino Linotype"/>
                  <a:sym typeface="Palatino Linotype"/>
                </a:rPr>
                <a:t>Alternatives</a:t>
              </a:r>
              <a:endParaRPr sz="1600" b="1" dirty="0">
                <a:solidFill>
                  <a:srgbClr val="3366FF"/>
                </a:solidFill>
                <a:latin typeface="Arial (Headings)"/>
                <a:ea typeface="Palatino Linotype"/>
                <a:cs typeface="Palatino Linotype"/>
                <a:sym typeface="Palatino Linotype"/>
              </a:endParaRPr>
            </a:p>
          </p:txBody>
        </p:sp>
        <p:sp>
          <p:nvSpPr>
            <p:cNvPr id="21" name="Google Shape;264;p26">
              <a:extLst>
                <a:ext uri="{FF2B5EF4-FFF2-40B4-BE49-F238E27FC236}">
                  <a16:creationId xmlns:a16="http://schemas.microsoft.com/office/drawing/2014/main" id="{54DF19ED-00EF-D070-040D-8EF31989D742}"/>
                </a:ext>
              </a:extLst>
            </p:cNvPr>
            <p:cNvSpPr txBox="1"/>
            <p:nvPr/>
          </p:nvSpPr>
          <p:spPr>
            <a:xfrm>
              <a:off x="4568539" y="2364579"/>
              <a:ext cx="1428321"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b="1">
                  <a:solidFill>
                    <a:srgbClr val="FF0000"/>
                  </a:solidFill>
                  <a:latin typeface="Arial (Headings)"/>
                  <a:ea typeface="Palatino Linotype"/>
                  <a:cs typeface="Palatino Linotype"/>
                  <a:sym typeface="Palatino Linotype"/>
                </a:rPr>
                <a:t>Uncertainty</a:t>
              </a:r>
              <a:endParaRPr sz="1600" b="1">
                <a:solidFill>
                  <a:srgbClr val="FF0000"/>
                </a:solidFill>
                <a:latin typeface="Arial (Headings)"/>
                <a:ea typeface="Palatino Linotype"/>
                <a:cs typeface="Palatino Linotype"/>
                <a:sym typeface="Palatino Linotype"/>
              </a:endParaRPr>
            </a:p>
          </p:txBody>
        </p:sp>
      </p:grpSp>
    </p:spTree>
    <p:extLst>
      <p:ext uri="{BB962C8B-B14F-4D97-AF65-F5344CB8AC3E}">
        <p14:creationId xmlns:p14="http://schemas.microsoft.com/office/powerpoint/2010/main" val="15722981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5E536-43CD-BF01-1516-944B5901DD51}"/>
              </a:ext>
            </a:extLst>
          </p:cNvPr>
          <p:cNvSpPr>
            <a:spLocks noGrp="1"/>
          </p:cNvSpPr>
          <p:nvPr>
            <p:ph type="title"/>
          </p:nvPr>
        </p:nvSpPr>
        <p:spPr/>
        <p:txBody>
          <a:bodyPr/>
          <a:lstStyle/>
          <a:p>
            <a:r>
              <a:rPr lang="en-US" dirty="0"/>
              <a:t>Value of information</a:t>
            </a:r>
          </a:p>
        </p:txBody>
      </p:sp>
      <p:sp>
        <p:nvSpPr>
          <p:cNvPr id="3" name="Content Placeholder 2">
            <a:extLst>
              <a:ext uri="{FF2B5EF4-FFF2-40B4-BE49-F238E27FC236}">
                <a16:creationId xmlns:a16="http://schemas.microsoft.com/office/drawing/2014/main" id="{02ECD650-A5C5-BD2E-8A3F-632022C19B1C}"/>
              </a:ext>
            </a:extLst>
          </p:cNvPr>
          <p:cNvSpPr>
            <a:spLocks noGrp="1"/>
          </p:cNvSpPr>
          <p:nvPr>
            <p:ph idx="1"/>
          </p:nvPr>
        </p:nvSpPr>
        <p:spPr>
          <a:xfrm>
            <a:off x="838200" y="1420009"/>
            <a:ext cx="7219278" cy="5072866"/>
          </a:xfrm>
        </p:spPr>
        <p:txBody>
          <a:bodyPr>
            <a:normAutofit/>
          </a:bodyPr>
          <a:lstStyle/>
          <a:p>
            <a:r>
              <a:rPr lang="en-US" dirty="0"/>
              <a:t>If the decision is not sensitive to uncertainty, then there is no decision value in additional information</a:t>
            </a:r>
          </a:p>
          <a:p>
            <a:pPr lvl="1"/>
            <a:r>
              <a:rPr lang="en-US" dirty="0"/>
              <a:t>However, if the decision is sensitive to uncertainty, what is the value of new information?</a:t>
            </a:r>
          </a:p>
          <a:p>
            <a:r>
              <a:rPr lang="en-US" b="1" dirty="0"/>
              <a:t>Value of Information </a:t>
            </a:r>
            <a:r>
              <a:rPr lang="en-US" dirty="0"/>
              <a:t>(</a:t>
            </a:r>
            <a:r>
              <a:rPr lang="en-US" dirty="0" err="1">
                <a:latin typeface="Times New Roman" panose="02020603050405020304" pitchFamily="18" charset="0"/>
                <a:cs typeface="Times New Roman" panose="02020603050405020304" pitchFamily="18" charset="0"/>
              </a:rPr>
              <a:t>VoI</a:t>
            </a:r>
            <a:r>
              <a:rPr lang="en-US" dirty="0"/>
              <a:t>) offers a suite of tools to quantify the improvement of an outcome if uncertainty is resolved</a:t>
            </a:r>
          </a:p>
          <a:p>
            <a:pPr lvl="1"/>
            <a:r>
              <a:rPr lang="en-US" dirty="0"/>
              <a:t>Expected value of perfect information (EVPI) </a:t>
            </a:r>
          </a:p>
          <a:p>
            <a:pPr lvl="1"/>
            <a:r>
              <a:rPr lang="en-US" dirty="0"/>
              <a:t>Expected value of perfect </a:t>
            </a:r>
            <a:r>
              <a:rPr lang="en-US" i="1" dirty="0"/>
              <a:t>x</a:t>
            </a:r>
            <a:r>
              <a:rPr lang="en-US" dirty="0"/>
              <a:t> information (EVPXI)</a:t>
            </a:r>
          </a:p>
          <a:p>
            <a:pPr lvl="1"/>
            <a:r>
              <a:rPr lang="en-US" dirty="0"/>
              <a:t>Expected value of sample information (EVSI)</a:t>
            </a:r>
          </a:p>
          <a:p>
            <a:pPr lvl="1"/>
            <a:r>
              <a:rPr lang="en-US" dirty="0"/>
              <a:t>Qualitative value of information (</a:t>
            </a:r>
            <a:r>
              <a:rPr lang="en-US" dirty="0" err="1"/>
              <a:t>QVoI</a:t>
            </a:r>
            <a:r>
              <a:rPr lang="en-US" dirty="0"/>
              <a:t>)</a:t>
            </a:r>
          </a:p>
          <a:p>
            <a:endParaRPr lang="en-US" dirty="0"/>
          </a:p>
        </p:txBody>
      </p:sp>
      <p:sp>
        <p:nvSpPr>
          <p:cNvPr id="4" name="TextBox 3">
            <a:extLst>
              <a:ext uri="{FF2B5EF4-FFF2-40B4-BE49-F238E27FC236}">
                <a16:creationId xmlns:a16="http://schemas.microsoft.com/office/drawing/2014/main" id="{99955CA3-9E07-A776-4763-7085917EBC39}"/>
              </a:ext>
            </a:extLst>
          </p:cNvPr>
          <p:cNvSpPr txBox="1"/>
          <p:nvPr/>
        </p:nvSpPr>
        <p:spPr>
          <a:xfrm>
            <a:off x="-75306" y="6661576"/>
            <a:ext cx="8961120"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 Brielle Thompson</a:t>
            </a:r>
          </a:p>
        </p:txBody>
      </p:sp>
      <p:pic>
        <p:nvPicPr>
          <p:cNvPr id="5" name="Picture 4">
            <a:extLst>
              <a:ext uri="{FF2B5EF4-FFF2-40B4-BE49-F238E27FC236}">
                <a16:creationId xmlns:a16="http://schemas.microsoft.com/office/drawing/2014/main" id="{871A9F28-E1BC-6EF3-1220-902B5801C19A}"/>
              </a:ext>
            </a:extLst>
          </p:cNvPr>
          <p:cNvPicPr>
            <a:picLocks noChangeAspect="1"/>
          </p:cNvPicPr>
          <p:nvPr/>
        </p:nvPicPr>
        <p:blipFill>
          <a:blip r:embed="rId3"/>
          <a:stretch>
            <a:fillRect/>
          </a:stretch>
        </p:blipFill>
        <p:spPr>
          <a:xfrm>
            <a:off x="8277420" y="2310238"/>
            <a:ext cx="3521702" cy="2347801"/>
          </a:xfrm>
          <a:prstGeom prst="rect">
            <a:avLst/>
          </a:prstGeom>
        </p:spPr>
      </p:pic>
    </p:spTree>
    <p:extLst>
      <p:ext uri="{BB962C8B-B14F-4D97-AF65-F5344CB8AC3E}">
        <p14:creationId xmlns:p14="http://schemas.microsoft.com/office/powerpoint/2010/main" val="103074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1BDF0-E155-9420-E08F-3896EDDA8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6C9C28-AC16-CD77-D6FD-1B64EA097469}"/>
              </a:ext>
            </a:extLst>
          </p:cNvPr>
          <p:cNvSpPr>
            <a:spLocks noGrp="1"/>
          </p:cNvSpPr>
          <p:nvPr>
            <p:ph type="title"/>
          </p:nvPr>
        </p:nvSpPr>
        <p:spPr/>
        <p:txBody>
          <a:bodyPr/>
          <a:lstStyle/>
          <a:p>
            <a:r>
              <a:rPr lang="en-US" dirty="0"/>
              <a:t>Expected value of perfect information (EVPI)</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9851863-82F8-7E3D-0617-89F2CF496384}"/>
                  </a:ext>
                </a:extLst>
              </p:cNvPr>
              <p:cNvSpPr>
                <a:spLocks noGrp="1"/>
              </p:cNvSpPr>
              <p:nvPr>
                <p:ph idx="1"/>
              </p:nvPr>
            </p:nvSpPr>
            <p:spPr>
              <a:xfrm>
                <a:off x="838200" y="1513653"/>
                <a:ext cx="11027485" cy="4882682"/>
              </a:xfrm>
            </p:spPr>
            <p:txBody>
              <a:bodyPr>
                <a:normAutofit fontScale="92500"/>
              </a:bodyPr>
              <a:lstStyle/>
              <a:p>
                <a:r>
                  <a:rPr lang="en-US" dirty="0"/>
                  <a:t>Expected Value of Perfect Information (EVPI): how much would we expect our management outcomes to improve it we could eliminate uncertainty?</a:t>
                </a:r>
              </a:p>
              <a:p>
                <a:pPr marL="0" indent="0">
                  <a:buNone/>
                </a:pPr>
                <a:r>
                  <a:rPr lang="en-US" b="1" i="1" dirty="0"/>
                  <a:t> </a:t>
                </a:r>
                <a:endParaRPr lang="en-US" dirty="0"/>
              </a:p>
              <a:p>
                <a:pPr marL="0" indent="0">
                  <a:buNone/>
                </a:pPr>
                <a14:m>
                  <m:oMathPara xmlns:m="http://schemas.openxmlformats.org/officeDocument/2006/math">
                    <m:oMathParaPr>
                      <m:jc m:val="centerGroup"/>
                    </m:oMathParaPr>
                    <m:oMath xmlns:m="http://schemas.openxmlformats.org/officeDocument/2006/math">
                      <m:r>
                        <a:rPr lang="en-US" sz="3500" b="0" i="1" smtClean="0">
                          <a:latin typeface="Cambria Math" panose="02040503050406030204" pitchFamily="18" charset="0"/>
                        </a:rPr>
                        <m:t>𝐸𝑉𝑃𝐼</m:t>
                      </m:r>
                      <m:r>
                        <a:rPr lang="en-US" sz="3500" b="0" i="1" smtClean="0">
                          <a:latin typeface="Cambria Math" panose="02040503050406030204" pitchFamily="18" charset="0"/>
                        </a:rPr>
                        <m:t>=</m:t>
                      </m:r>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𝐸</m:t>
                          </m:r>
                        </m:e>
                        <m:sub>
                          <m:r>
                            <a:rPr lang="en-US" sz="3500" b="0" i="1" smtClean="0">
                              <a:latin typeface="Cambria Math" panose="02040503050406030204" pitchFamily="18" charset="0"/>
                            </a:rPr>
                            <m:t>𝑠</m:t>
                          </m:r>
                        </m:sub>
                      </m:sSub>
                      <m:d>
                        <m:dPr>
                          <m:begChr m:val="["/>
                          <m:endChr m:val="]"/>
                          <m:ctrlPr>
                            <a:rPr lang="en-US" sz="3500" b="0" i="1" smtClean="0">
                              <a:latin typeface="Cambria Math" panose="02040503050406030204" pitchFamily="18" charset="0"/>
                            </a:rPr>
                          </m:ctrlPr>
                        </m:dPr>
                        <m:e>
                          <m:func>
                            <m:funcPr>
                              <m:ctrlPr>
                                <a:rPr lang="en-US" sz="3500" i="1">
                                  <a:latin typeface="Cambria Math" panose="02040503050406030204" pitchFamily="18" charset="0"/>
                                </a:rPr>
                              </m:ctrlPr>
                            </m:funcPr>
                            <m:fName>
                              <m:r>
                                <m:rPr>
                                  <m:sty m:val="p"/>
                                </m:rPr>
                                <a:rPr lang="en-US" sz="3500" b="0" i="0" smtClean="0">
                                  <a:latin typeface="Cambria Math" panose="02040503050406030204" pitchFamily="18" charset="0"/>
                                </a:rPr>
                                <m:t>ma</m:t>
                              </m:r>
                              <m:sSub>
                                <m:sSubPr>
                                  <m:ctrlPr>
                                    <a:rPr lang="en-US" sz="3500" b="0" i="1" smtClean="0">
                                      <a:latin typeface="Cambria Math" panose="02040503050406030204" pitchFamily="18" charset="0"/>
                                    </a:rPr>
                                  </m:ctrlPr>
                                </m:sSubPr>
                                <m:e>
                                  <m:r>
                                    <m:rPr>
                                      <m:sty m:val="p"/>
                                    </m:rPr>
                                    <a:rPr lang="en-US" sz="3500" b="0" i="0" smtClean="0">
                                      <a:latin typeface="Cambria Math" panose="02040503050406030204" pitchFamily="18" charset="0"/>
                                    </a:rPr>
                                    <m:t>x</m:t>
                                  </m:r>
                                </m:e>
                                <m:sub>
                                  <m:r>
                                    <a:rPr lang="en-US" sz="3500" b="0" i="1" smtClean="0">
                                      <a:latin typeface="Cambria Math" panose="02040503050406030204" pitchFamily="18" charset="0"/>
                                    </a:rPr>
                                    <m:t>𝑎</m:t>
                                  </m:r>
                                </m:sub>
                              </m:sSub>
                            </m:fName>
                            <m:e>
                              <m:r>
                                <a:rPr lang="en-US" sz="3500" i="1">
                                  <a:latin typeface="Cambria Math" panose="02040503050406030204" pitchFamily="18" charset="0"/>
                                </a:rPr>
                                <m:t>𝑈</m:t>
                              </m:r>
                              <m:r>
                                <a:rPr lang="en-US" sz="3500" i="1">
                                  <a:latin typeface="Cambria Math" panose="02040503050406030204" pitchFamily="18" charset="0"/>
                                </a:rPr>
                                <m:t>(</m:t>
                              </m:r>
                              <m:r>
                                <a:rPr lang="en-US" sz="3500" i="1">
                                  <a:latin typeface="Cambria Math" panose="02040503050406030204" pitchFamily="18" charset="0"/>
                                </a:rPr>
                                <m:t>𝑎</m:t>
                              </m:r>
                              <m:r>
                                <a:rPr lang="en-US" sz="3500" i="1">
                                  <a:latin typeface="Cambria Math" panose="02040503050406030204" pitchFamily="18" charset="0"/>
                                </a:rPr>
                                <m:t>,</m:t>
                              </m:r>
                              <m:r>
                                <a:rPr lang="en-US" sz="3500" i="1">
                                  <a:latin typeface="Cambria Math" panose="02040503050406030204" pitchFamily="18" charset="0"/>
                                </a:rPr>
                                <m:t>𝑠</m:t>
                              </m:r>
                              <m:r>
                                <a:rPr lang="en-US" sz="3500" i="1">
                                  <a:latin typeface="Cambria Math" panose="02040503050406030204" pitchFamily="18" charset="0"/>
                                </a:rPr>
                                <m:t>) </m:t>
                              </m:r>
                            </m:e>
                          </m:func>
                        </m:e>
                      </m:d>
                      <m:r>
                        <a:rPr lang="en-US" sz="3500" b="0" i="1" smtClean="0">
                          <a:latin typeface="Cambria Math" panose="02040503050406030204" pitchFamily="18" charset="0"/>
                        </a:rPr>
                        <m:t>−</m:t>
                      </m:r>
                      <m:func>
                        <m:funcPr>
                          <m:ctrlPr>
                            <a:rPr lang="en-US" sz="3500" b="0" i="1" smtClean="0">
                              <a:latin typeface="Cambria Math" panose="02040503050406030204" pitchFamily="18" charset="0"/>
                            </a:rPr>
                          </m:ctrlPr>
                        </m:funcPr>
                        <m:fName>
                          <m:limLow>
                            <m:limLowPr>
                              <m:ctrlPr>
                                <a:rPr lang="en-US" sz="3500" b="0" i="1" smtClean="0">
                                  <a:latin typeface="Cambria Math" panose="02040503050406030204" pitchFamily="18" charset="0"/>
                                </a:rPr>
                              </m:ctrlPr>
                            </m:limLowPr>
                            <m:e>
                              <m:r>
                                <m:rPr>
                                  <m:sty m:val="p"/>
                                </m:rPr>
                                <a:rPr lang="en-US" sz="3500" b="0" i="0" smtClean="0">
                                  <a:latin typeface="Cambria Math" panose="02040503050406030204" pitchFamily="18" charset="0"/>
                                </a:rPr>
                                <m:t>max</m:t>
                              </m:r>
                            </m:e>
                            <m:lim>
                              <m:r>
                                <a:rPr lang="en-US" sz="3500" b="0" i="1" smtClean="0">
                                  <a:latin typeface="Cambria Math" panose="02040503050406030204" pitchFamily="18" charset="0"/>
                                </a:rPr>
                                <m:t>𝑎</m:t>
                              </m:r>
                            </m:lim>
                          </m:limLow>
                        </m:fName>
                        <m:e>
                          <m:sSub>
                            <m:sSubPr>
                              <m:ctrlPr>
                                <a:rPr lang="en-US" sz="3500" b="0" i="1" smtClean="0">
                                  <a:latin typeface="Cambria Math" panose="02040503050406030204" pitchFamily="18" charset="0"/>
                                </a:rPr>
                              </m:ctrlPr>
                            </m:sSubPr>
                            <m:e>
                              <m:r>
                                <a:rPr lang="en-US" sz="3500" b="0" i="1" smtClean="0">
                                  <a:latin typeface="Cambria Math" panose="02040503050406030204" pitchFamily="18" charset="0"/>
                                </a:rPr>
                                <m:t>𝐸</m:t>
                              </m:r>
                            </m:e>
                            <m:sub>
                              <m:r>
                                <a:rPr lang="en-US" sz="3500" b="0" i="1" smtClean="0">
                                  <a:latin typeface="Cambria Math" panose="02040503050406030204" pitchFamily="18" charset="0"/>
                                </a:rPr>
                                <m:t>𝑠</m:t>
                              </m:r>
                            </m:sub>
                          </m:sSub>
                        </m:e>
                      </m:func>
                      <m:d>
                        <m:dPr>
                          <m:begChr m:val="["/>
                          <m:endChr m:val="]"/>
                          <m:ctrlPr>
                            <a:rPr lang="en-US" sz="3500" b="0" i="1" smtClean="0">
                              <a:latin typeface="Cambria Math" panose="02040503050406030204" pitchFamily="18" charset="0"/>
                            </a:rPr>
                          </m:ctrlPr>
                        </m:dPr>
                        <m:e>
                          <m:r>
                            <a:rPr lang="en-US" sz="3500" b="0" i="1" smtClean="0">
                              <a:latin typeface="Cambria Math" panose="02040503050406030204" pitchFamily="18" charset="0"/>
                            </a:rPr>
                            <m:t>𝑈</m:t>
                          </m:r>
                          <m:d>
                            <m:dPr>
                              <m:ctrlPr>
                                <a:rPr lang="en-US" sz="3500" b="0" i="1" smtClean="0">
                                  <a:latin typeface="Cambria Math" panose="02040503050406030204" pitchFamily="18" charset="0"/>
                                </a:rPr>
                              </m:ctrlPr>
                            </m:dPr>
                            <m:e>
                              <m:r>
                                <a:rPr lang="en-US" sz="3500" b="0" i="1" smtClean="0">
                                  <a:latin typeface="Cambria Math" panose="02040503050406030204" pitchFamily="18" charset="0"/>
                                </a:rPr>
                                <m:t>𝑎</m:t>
                              </m:r>
                              <m:r>
                                <a:rPr lang="en-US" sz="3500" b="0" i="1" smtClean="0">
                                  <a:latin typeface="Cambria Math" panose="02040503050406030204" pitchFamily="18" charset="0"/>
                                </a:rPr>
                                <m:t>,</m:t>
                              </m:r>
                              <m:r>
                                <a:rPr lang="en-US" sz="3500" b="0" i="1" smtClean="0">
                                  <a:latin typeface="Cambria Math" panose="02040503050406030204" pitchFamily="18" charset="0"/>
                                </a:rPr>
                                <m:t>𝑠</m:t>
                              </m:r>
                            </m:e>
                          </m:d>
                        </m:e>
                      </m:d>
                    </m:oMath>
                  </m:oMathPara>
                </a14:m>
                <a:endParaRPr lang="en-US" dirty="0"/>
              </a:p>
              <a:p>
                <a:pPr marL="0" indent="0" algn="ctr">
                  <a:buNone/>
                </a:pPr>
                <a14:m>
                  <m:oMath xmlns:m="http://schemas.openxmlformats.org/officeDocument/2006/math">
                    <m:r>
                      <a:rPr lang="en-US" sz="2200" i="1" smtClean="0">
                        <a:solidFill>
                          <a:schemeClr val="accent1"/>
                        </a:solidFill>
                        <a:latin typeface="Cambria Math" panose="02040503050406030204" pitchFamily="18" charset="0"/>
                      </a:rPr>
                      <m:t>𝑎</m:t>
                    </m:r>
                  </m:oMath>
                </a14:m>
                <a:r>
                  <a:rPr lang="en-US" sz="2200" i="1" dirty="0">
                    <a:solidFill>
                      <a:schemeClr val="accent1"/>
                    </a:solidFill>
                  </a:rPr>
                  <a:t> </a:t>
                </a:r>
                <a:r>
                  <a:rPr lang="en-US" sz="2200" dirty="0">
                    <a:solidFill>
                      <a:schemeClr val="accent1"/>
                    </a:solidFill>
                  </a:rPr>
                  <a:t>= action taken</a:t>
                </a:r>
                <a:r>
                  <a:rPr lang="en-US" sz="2200" i="1" dirty="0">
                    <a:solidFill>
                      <a:schemeClr val="accent1"/>
                    </a:solidFill>
                  </a:rPr>
                  <a:t>, </a:t>
                </a:r>
                <a14:m>
                  <m:oMath xmlns:m="http://schemas.openxmlformats.org/officeDocument/2006/math">
                    <m:r>
                      <a:rPr lang="en-US" sz="2200" b="0" i="1" smtClean="0">
                        <a:solidFill>
                          <a:schemeClr val="accent1"/>
                        </a:solidFill>
                        <a:latin typeface="Cambria Math" panose="02040503050406030204" pitchFamily="18" charset="0"/>
                      </a:rPr>
                      <m:t>𝑠</m:t>
                    </m:r>
                  </m:oMath>
                </a14:m>
                <a:r>
                  <a:rPr lang="en-US" sz="2200" i="1" dirty="0">
                    <a:solidFill>
                      <a:schemeClr val="accent1"/>
                    </a:solidFill>
                  </a:rPr>
                  <a:t> </a:t>
                </a:r>
                <a:r>
                  <a:rPr lang="en-US" sz="2200" dirty="0">
                    <a:solidFill>
                      <a:schemeClr val="accent1"/>
                    </a:solidFill>
                  </a:rPr>
                  <a:t>= model of the system (a hypothesis), </a:t>
                </a:r>
              </a:p>
              <a:p>
                <a:pPr marL="0" indent="0" algn="ctr">
                  <a:buNone/>
                </a:pPr>
                <a14:m>
                  <m:oMath xmlns:m="http://schemas.openxmlformats.org/officeDocument/2006/math">
                    <m:r>
                      <a:rPr lang="en-US" sz="2200" i="1">
                        <a:solidFill>
                          <a:schemeClr val="accent1"/>
                        </a:solidFill>
                        <a:latin typeface="Cambria Math" panose="02040503050406030204" pitchFamily="18" charset="0"/>
                      </a:rPr>
                      <m:t>𝑈</m:t>
                    </m:r>
                    <m:d>
                      <m:dPr>
                        <m:ctrlPr>
                          <a:rPr lang="en-US" sz="2200" i="1">
                            <a:solidFill>
                              <a:schemeClr val="accent1"/>
                            </a:solidFill>
                            <a:latin typeface="Cambria Math" panose="02040503050406030204" pitchFamily="18" charset="0"/>
                          </a:rPr>
                        </m:ctrlPr>
                      </m:dPr>
                      <m:e>
                        <m:r>
                          <a:rPr lang="en-US" sz="2200" i="1">
                            <a:solidFill>
                              <a:schemeClr val="accent1"/>
                            </a:solidFill>
                            <a:latin typeface="Cambria Math" panose="02040503050406030204" pitchFamily="18" charset="0"/>
                          </a:rPr>
                          <m:t>𝑎</m:t>
                        </m:r>
                        <m:r>
                          <a:rPr lang="en-US" sz="2200" i="1">
                            <a:solidFill>
                              <a:schemeClr val="accent1"/>
                            </a:solidFill>
                            <a:latin typeface="Cambria Math" panose="02040503050406030204" pitchFamily="18" charset="0"/>
                          </a:rPr>
                          <m:t>,</m:t>
                        </m:r>
                        <m:r>
                          <a:rPr lang="en-US" sz="2200" i="1">
                            <a:solidFill>
                              <a:schemeClr val="accent1"/>
                            </a:solidFill>
                            <a:latin typeface="Cambria Math" panose="02040503050406030204" pitchFamily="18" charset="0"/>
                          </a:rPr>
                          <m:t>𝑠</m:t>
                        </m:r>
                      </m:e>
                    </m:d>
                    <m:r>
                      <a:rPr lang="en-US" sz="2200" b="0" i="1" smtClean="0">
                        <a:solidFill>
                          <a:schemeClr val="accent1"/>
                        </a:solidFill>
                        <a:latin typeface="Cambria Math" panose="02040503050406030204" pitchFamily="18" charset="0"/>
                      </a:rPr>
                      <m:t> </m:t>
                    </m:r>
                  </m:oMath>
                </a14:m>
                <a:r>
                  <a:rPr lang="en-US" sz="2200" dirty="0">
                    <a:solidFill>
                      <a:schemeClr val="accent1"/>
                    </a:solidFill>
                  </a:rPr>
                  <a:t>= utility associated with taking action </a:t>
                </a:r>
                <a14:m>
                  <m:oMath xmlns:m="http://schemas.openxmlformats.org/officeDocument/2006/math">
                    <m:r>
                      <a:rPr lang="en-US" sz="2200" i="1">
                        <a:solidFill>
                          <a:schemeClr val="accent1"/>
                        </a:solidFill>
                        <a:latin typeface="Cambria Math" panose="02040503050406030204" pitchFamily="18" charset="0"/>
                      </a:rPr>
                      <m:t>𝑎</m:t>
                    </m:r>
                  </m:oMath>
                </a14:m>
                <a:r>
                  <a:rPr lang="en-US" sz="2200" dirty="0">
                    <a:solidFill>
                      <a:schemeClr val="accent1"/>
                    </a:solidFill>
                  </a:rPr>
                  <a:t> under model </a:t>
                </a:r>
                <a14:m>
                  <m:oMath xmlns:m="http://schemas.openxmlformats.org/officeDocument/2006/math">
                    <m:r>
                      <a:rPr lang="en-US" sz="2200" i="1">
                        <a:solidFill>
                          <a:schemeClr val="accent1"/>
                        </a:solidFill>
                        <a:latin typeface="Cambria Math" panose="02040503050406030204" pitchFamily="18" charset="0"/>
                      </a:rPr>
                      <m:t>𝑠</m:t>
                    </m:r>
                  </m:oMath>
                </a14:m>
                <a:r>
                  <a:rPr lang="en-US" sz="2200" i="1" dirty="0">
                    <a:solidFill>
                      <a:schemeClr val="accent1"/>
                    </a:solidFill>
                  </a:rPr>
                  <a:t> </a:t>
                </a:r>
                <a:endParaRPr lang="en-US" sz="2200" dirty="0">
                  <a:solidFill>
                    <a:schemeClr val="accent1"/>
                  </a:solidFill>
                </a:endParaRPr>
              </a:p>
              <a:p>
                <a:pPr marL="0" indent="0">
                  <a:buNone/>
                </a:pPr>
                <a:endParaRPr lang="en-US" dirty="0"/>
              </a:p>
              <a:p>
                <a:pPr marL="0" indent="0">
                  <a:buNone/>
                </a:pPr>
                <a:r>
                  <a:rPr lang="en-US" dirty="0"/>
                  <a:t>Aka: the difference between the expected value of an optimal action after new information has been collected and the expected value of an optimal action before the new information has been collected</a:t>
                </a:r>
              </a:p>
              <a:p>
                <a:pPr lvl="1"/>
                <a:r>
                  <a:rPr lang="en-US" dirty="0"/>
                  <a:t>Aka aka: best outcome with information – best outcome without information</a:t>
                </a:r>
              </a:p>
            </p:txBody>
          </p:sp>
        </mc:Choice>
        <mc:Fallback xmlns="">
          <p:sp>
            <p:nvSpPr>
              <p:cNvPr id="3" name="Content Placeholder 2">
                <a:extLst>
                  <a:ext uri="{FF2B5EF4-FFF2-40B4-BE49-F238E27FC236}">
                    <a16:creationId xmlns:a16="http://schemas.microsoft.com/office/drawing/2014/main" id="{F9851863-82F8-7E3D-0617-89F2CF496384}"/>
                  </a:ext>
                </a:extLst>
              </p:cNvPr>
              <p:cNvSpPr>
                <a:spLocks noGrp="1" noRot="1" noChangeAspect="1" noMove="1" noResize="1" noEditPoints="1" noAdjustHandles="1" noChangeArrowheads="1" noChangeShapeType="1" noTextEdit="1"/>
              </p:cNvSpPr>
              <p:nvPr>
                <p:ph idx="1"/>
              </p:nvPr>
            </p:nvSpPr>
            <p:spPr>
              <a:xfrm>
                <a:off x="838200" y="1513653"/>
                <a:ext cx="11027485" cy="4882682"/>
              </a:xfrm>
              <a:blipFill>
                <a:blip r:embed="rId3"/>
                <a:stretch>
                  <a:fillRect l="-996" t="-1873"/>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5DAB2BC4-E557-B97B-ACE7-52FA931BB750}"/>
              </a:ext>
            </a:extLst>
          </p:cNvPr>
          <p:cNvSpPr txBox="1"/>
          <p:nvPr/>
        </p:nvSpPr>
        <p:spPr>
          <a:xfrm>
            <a:off x="-75306" y="6661576"/>
            <a:ext cx="8961120"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6" name="TextBox 5">
            <a:extLst>
              <a:ext uri="{FF2B5EF4-FFF2-40B4-BE49-F238E27FC236}">
                <a16:creationId xmlns:a16="http://schemas.microsoft.com/office/drawing/2014/main" id="{D141B3C7-035A-7A6E-F802-41C439136DE3}"/>
              </a:ext>
            </a:extLst>
          </p:cNvPr>
          <p:cNvSpPr txBox="1"/>
          <p:nvPr/>
        </p:nvSpPr>
        <p:spPr>
          <a:xfrm>
            <a:off x="1470212" y="6396335"/>
            <a:ext cx="7702476" cy="461665"/>
          </a:xfrm>
          <a:prstGeom prst="rect">
            <a:avLst/>
          </a:prstGeom>
          <a:noFill/>
        </p:spPr>
        <p:txBody>
          <a:bodyPr wrap="square">
            <a:spAutoFit/>
          </a:bodyPr>
          <a:lstStyle/>
          <a:p>
            <a:pPr marL="114300" indent="0" algn="ctr">
              <a:buNone/>
            </a:pPr>
            <a:r>
              <a:rPr lang="en-US" sz="1200" dirty="0">
                <a:solidFill>
                  <a:srgbClr val="000000"/>
                </a:solidFill>
              </a:rPr>
              <a:t>Runge </a:t>
            </a:r>
            <a:r>
              <a:rPr lang="en-US" sz="1200" dirty="0">
                <a:solidFill>
                  <a:prstClr val="black"/>
                </a:solidFill>
              </a:rPr>
              <a:t>MC, SJ Converse, and JE Lyons. 2011. Which uncertainty? Using expert elicitation and expected value of information to design an adaptive program. Biological Conservation 144: 1214-1223. </a:t>
            </a:r>
            <a:endParaRPr lang="en-US" sz="1200" b="0" i="0" u="none" strike="noStrike" cap="none" dirty="0">
              <a:solidFill>
                <a:schemeClr val="tx1"/>
              </a:solidFill>
              <a:ea typeface="Century Gothic"/>
              <a:cs typeface="Century Gothic"/>
              <a:sym typeface="Century Gothic"/>
            </a:endParaRPr>
          </a:p>
        </p:txBody>
      </p:sp>
    </p:spTree>
    <p:extLst>
      <p:ext uri="{BB962C8B-B14F-4D97-AF65-F5344CB8AC3E}">
        <p14:creationId xmlns:p14="http://schemas.microsoft.com/office/powerpoint/2010/main" val="36012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585E6-2158-A7B3-4D01-07ACAEF7A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EFDBDA-2C5F-B834-68BE-B17BA1773AF9}"/>
              </a:ext>
            </a:extLst>
          </p:cNvPr>
          <p:cNvSpPr>
            <a:spLocks noGrp="1"/>
          </p:cNvSpPr>
          <p:nvPr>
            <p:ph type="title"/>
          </p:nvPr>
        </p:nvSpPr>
        <p:spPr/>
        <p:txBody>
          <a:bodyPr/>
          <a:lstStyle/>
          <a:p>
            <a:r>
              <a:rPr lang="en-US" dirty="0"/>
              <a:t>Expected value of perfect information (EVPI)</a:t>
            </a:r>
          </a:p>
        </p:txBody>
      </p:sp>
      <p:sp>
        <p:nvSpPr>
          <p:cNvPr id="3" name="Content Placeholder 2">
            <a:extLst>
              <a:ext uri="{FF2B5EF4-FFF2-40B4-BE49-F238E27FC236}">
                <a16:creationId xmlns:a16="http://schemas.microsoft.com/office/drawing/2014/main" id="{8EB0CBE8-7BA2-F616-4EA2-ED8FEC8B1307}"/>
              </a:ext>
            </a:extLst>
          </p:cNvPr>
          <p:cNvSpPr>
            <a:spLocks noGrp="1"/>
          </p:cNvSpPr>
          <p:nvPr>
            <p:ph idx="1"/>
          </p:nvPr>
        </p:nvSpPr>
        <p:spPr>
          <a:xfrm>
            <a:off x="497200" y="1400538"/>
            <a:ext cx="11353800" cy="508785"/>
          </a:xfrm>
          <a:solidFill>
            <a:schemeClr val="accent6">
              <a:lumMod val="20000"/>
              <a:lumOff val="80000"/>
            </a:schemeClr>
          </a:solidFill>
        </p:spPr>
        <p:txBody>
          <a:bodyPr>
            <a:normAutofit/>
          </a:bodyPr>
          <a:lstStyle/>
          <a:p>
            <a:r>
              <a:rPr lang="en-US" dirty="0"/>
              <a:t>Example: Hatchery problem – will a new technology improve the hatchery? </a:t>
            </a:r>
          </a:p>
        </p:txBody>
      </p:sp>
      <p:sp>
        <p:nvSpPr>
          <p:cNvPr id="4" name="TextBox 3">
            <a:extLst>
              <a:ext uri="{FF2B5EF4-FFF2-40B4-BE49-F238E27FC236}">
                <a16:creationId xmlns:a16="http://schemas.microsoft.com/office/drawing/2014/main" id="{50FB7EB3-EE76-A079-AF58-6EE268125BFF}"/>
              </a:ext>
            </a:extLst>
          </p:cNvPr>
          <p:cNvSpPr txBox="1"/>
          <p:nvPr/>
        </p:nvSpPr>
        <p:spPr>
          <a:xfrm>
            <a:off x="-75306" y="6661576"/>
            <a:ext cx="8961120"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5" name="Google Shape;945;p48">
            <a:extLst>
              <a:ext uri="{FF2B5EF4-FFF2-40B4-BE49-F238E27FC236}">
                <a16:creationId xmlns:a16="http://schemas.microsoft.com/office/drawing/2014/main" id="{958F1179-C0A9-C652-A3CC-D41F05CCDEAA}"/>
              </a:ext>
            </a:extLst>
          </p:cNvPr>
          <p:cNvSpPr/>
          <p:nvPr/>
        </p:nvSpPr>
        <p:spPr>
          <a:xfrm>
            <a:off x="683664" y="2455954"/>
            <a:ext cx="4469551" cy="1477328"/>
          </a:xfrm>
          <a:prstGeom prst="rect">
            <a:avLst/>
          </a:prstGeom>
          <a:solidFill>
            <a:schemeClr val="accent6">
              <a:lumMod val="20000"/>
              <a:lumOff val="80000"/>
            </a:schemeClr>
          </a:solidFill>
          <a:ln>
            <a:noFill/>
          </a:ln>
        </p:spPr>
        <p:txBody>
          <a:bodyPr spcFirstLastPara="1" wrap="square" lIns="91425" tIns="45700" rIns="91425" bIns="45700" anchor="t" anchorCtr="0">
            <a:noAutofit/>
          </a:bodyPr>
          <a:lstStyle/>
          <a:p>
            <a:pPr marL="57150" marR="0" lvl="0" indent="-6350" algn="ctr" rtl="0">
              <a:spcBef>
                <a:spcPts val="0"/>
              </a:spcBef>
              <a:spcAft>
                <a:spcPts val="0"/>
              </a:spcAft>
              <a:buClr>
                <a:schemeClr val="dk2"/>
              </a:buClr>
              <a:buSzPts val="2400"/>
              <a:buFont typeface="Century Gothic"/>
              <a:buNone/>
            </a:pPr>
            <a:r>
              <a:rPr lang="en-US" sz="3200" b="1" dirty="0">
                <a:solidFill>
                  <a:schemeClr val="accent1"/>
                </a:solidFill>
                <a:latin typeface="+mj-lt"/>
                <a:ea typeface="Century Gothic"/>
                <a:cs typeface="Century Gothic"/>
                <a:sym typeface="Century Gothic"/>
              </a:rPr>
              <a:t>How much would you pay to find out which model (hypothesis) is true? </a:t>
            </a:r>
            <a:endParaRPr sz="2400" b="1" dirty="0">
              <a:solidFill>
                <a:schemeClr val="accent1"/>
              </a:solidFill>
              <a:latin typeface="+mj-lt"/>
            </a:endParaRPr>
          </a:p>
          <a:p>
            <a:pPr marL="0" marR="0" lvl="0" indent="0" algn="l" rtl="0">
              <a:spcBef>
                <a:spcPts val="0"/>
              </a:spcBef>
              <a:spcAft>
                <a:spcPts val="0"/>
              </a:spcAft>
              <a:buNone/>
            </a:pPr>
            <a:endParaRPr sz="2400" b="1" dirty="0">
              <a:solidFill>
                <a:schemeClr val="accent1"/>
              </a:solidFill>
              <a:latin typeface="+mj-lt"/>
              <a:ea typeface="Palatino Linotype"/>
              <a:cs typeface="Palatino Linotype"/>
              <a:sym typeface="Palatino Linotype"/>
            </a:endParaRPr>
          </a:p>
        </p:txBody>
      </p:sp>
      <p:grpSp>
        <p:nvGrpSpPr>
          <p:cNvPr id="7" name="Group 6">
            <a:extLst>
              <a:ext uri="{FF2B5EF4-FFF2-40B4-BE49-F238E27FC236}">
                <a16:creationId xmlns:a16="http://schemas.microsoft.com/office/drawing/2014/main" id="{145D38EA-EC49-0DD1-9876-3C4EF1849158}"/>
              </a:ext>
            </a:extLst>
          </p:cNvPr>
          <p:cNvGrpSpPr/>
          <p:nvPr/>
        </p:nvGrpSpPr>
        <p:grpSpPr>
          <a:xfrm>
            <a:off x="4482434" y="2639052"/>
            <a:ext cx="6563063" cy="3292794"/>
            <a:chOff x="2201812" y="1927643"/>
            <a:chExt cx="6563063" cy="3292794"/>
          </a:xfrm>
        </p:grpSpPr>
        <p:sp>
          <p:nvSpPr>
            <p:cNvPr id="8" name="Google Shape;946;p48">
              <a:extLst>
                <a:ext uri="{FF2B5EF4-FFF2-40B4-BE49-F238E27FC236}">
                  <a16:creationId xmlns:a16="http://schemas.microsoft.com/office/drawing/2014/main" id="{39F2FD7D-ED42-6A52-E3FB-80AAF7E5C012}"/>
                </a:ext>
              </a:extLst>
            </p:cNvPr>
            <p:cNvSpPr txBox="1"/>
            <p:nvPr/>
          </p:nvSpPr>
          <p:spPr>
            <a:xfrm>
              <a:off x="2201812" y="4262158"/>
              <a:ext cx="1808163"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dirty="0">
                  <a:latin typeface="+mj-lt"/>
                  <a:ea typeface="Arial"/>
                  <a:cs typeface="Arial"/>
                  <a:sym typeface="Arial"/>
                </a:rPr>
                <a:t>Add new technology to a hatchery?</a:t>
              </a:r>
              <a:endParaRPr sz="2400" dirty="0">
                <a:latin typeface="+mj-lt"/>
              </a:endParaRPr>
            </a:p>
          </p:txBody>
        </p:sp>
        <p:sp>
          <p:nvSpPr>
            <p:cNvPr id="9" name="Google Shape;947;p48">
              <a:extLst>
                <a:ext uri="{FF2B5EF4-FFF2-40B4-BE49-F238E27FC236}">
                  <a16:creationId xmlns:a16="http://schemas.microsoft.com/office/drawing/2014/main" id="{B9C2CF25-7BD6-A1A6-6FFD-59BB7339D2B3}"/>
                </a:ext>
              </a:extLst>
            </p:cNvPr>
            <p:cNvSpPr/>
            <p:nvPr/>
          </p:nvSpPr>
          <p:spPr>
            <a:xfrm>
              <a:off x="5077610" y="2332774"/>
              <a:ext cx="1096466" cy="914400"/>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dirty="0">
                  <a:latin typeface="+mj-lt"/>
                  <a:ea typeface="Palatino Linotype"/>
                  <a:cs typeface="Palatino Linotype"/>
                  <a:sym typeface="Palatino Linotype"/>
                </a:rPr>
                <a:t>Does it work?</a:t>
              </a:r>
              <a:endParaRPr sz="2400" dirty="0">
                <a:latin typeface="+mj-lt"/>
              </a:endParaRPr>
            </a:p>
          </p:txBody>
        </p:sp>
        <p:cxnSp>
          <p:nvCxnSpPr>
            <p:cNvPr id="10" name="Google Shape;948;p48">
              <a:extLst>
                <a:ext uri="{FF2B5EF4-FFF2-40B4-BE49-F238E27FC236}">
                  <a16:creationId xmlns:a16="http://schemas.microsoft.com/office/drawing/2014/main" id="{16D1695A-6F4C-AD1B-6DA4-D223BEDC1299}"/>
                </a:ext>
              </a:extLst>
            </p:cNvPr>
            <p:cNvCxnSpPr>
              <a:cxnSpLocks/>
              <a:stCxn id="8" idx="3"/>
              <a:endCxn id="9" idx="3"/>
            </p:cNvCxnSpPr>
            <p:nvPr/>
          </p:nvCxnSpPr>
          <p:spPr>
            <a:xfrm flipV="1">
              <a:off x="4009975" y="3113263"/>
              <a:ext cx="1228209" cy="1606095"/>
            </a:xfrm>
            <a:prstGeom prst="straightConnector1">
              <a:avLst/>
            </a:prstGeom>
            <a:noFill/>
            <a:ln w="25400" cap="flat" cmpd="sng">
              <a:solidFill>
                <a:schemeClr val="tx1"/>
              </a:solidFill>
              <a:prstDash val="solid"/>
              <a:round/>
              <a:headEnd type="none" w="sm" len="sm"/>
              <a:tailEnd type="stealth" w="sm" len="sm"/>
            </a:ln>
          </p:spPr>
        </p:cxnSp>
        <p:sp>
          <p:nvSpPr>
            <p:cNvPr id="11" name="Google Shape;949;p48">
              <a:extLst>
                <a:ext uri="{FF2B5EF4-FFF2-40B4-BE49-F238E27FC236}">
                  <a16:creationId xmlns:a16="http://schemas.microsoft.com/office/drawing/2014/main" id="{A394A52C-F345-9766-01CC-296C53C8C73D}"/>
                </a:ext>
              </a:extLst>
            </p:cNvPr>
            <p:cNvSpPr txBox="1"/>
            <p:nvPr/>
          </p:nvSpPr>
          <p:spPr>
            <a:xfrm>
              <a:off x="7850475" y="4306037"/>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2400" dirty="0">
                  <a:latin typeface="+mj-lt"/>
                  <a:ea typeface="Arial"/>
                  <a:cs typeface="Arial"/>
                  <a:sym typeface="Arial"/>
                </a:rPr>
                <a:t>40,000 Fry</a:t>
              </a:r>
              <a:endParaRPr sz="2400" dirty="0">
                <a:latin typeface="+mj-lt"/>
              </a:endParaRPr>
            </a:p>
          </p:txBody>
        </p:sp>
        <p:sp>
          <p:nvSpPr>
            <p:cNvPr id="12" name="Google Shape;950;p48">
              <a:extLst>
                <a:ext uri="{FF2B5EF4-FFF2-40B4-BE49-F238E27FC236}">
                  <a16:creationId xmlns:a16="http://schemas.microsoft.com/office/drawing/2014/main" id="{89FBF84C-B950-EEA6-DB45-728C4FA76194}"/>
                </a:ext>
              </a:extLst>
            </p:cNvPr>
            <p:cNvSpPr txBox="1"/>
            <p:nvPr/>
          </p:nvSpPr>
          <p:spPr>
            <a:xfrm>
              <a:off x="7850475" y="1927643"/>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2400">
                  <a:latin typeface="+mj-lt"/>
                  <a:ea typeface="Arial"/>
                  <a:cs typeface="Arial"/>
                  <a:sym typeface="Arial"/>
                </a:rPr>
                <a:t>70,000 Fry</a:t>
              </a:r>
              <a:endParaRPr sz="2400">
                <a:latin typeface="+mj-lt"/>
              </a:endParaRPr>
            </a:p>
          </p:txBody>
        </p:sp>
        <p:sp>
          <p:nvSpPr>
            <p:cNvPr id="13" name="Google Shape;951;p48">
              <a:extLst>
                <a:ext uri="{FF2B5EF4-FFF2-40B4-BE49-F238E27FC236}">
                  <a16:creationId xmlns:a16="http://schemas.microsoft.com/office/drawing/2014/main" id="{F6D56765-4F40-ECE5-5AB1-6B8F193122DD}"/>
                </a:ext>
              </a:extLst>
            </p:cNvPr>
            <p:cNvSpPr txBox="1"/>
            <p:nvPr/>
          </p:nvSpPr>
          <p:spPr>
            <a:xfrm>
              <a:off x="7850475" y="3076314"/>
              <a:ext cx="914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2400" dirty="0">
                  <a:latin typeface="+mj-lt"/>
                  <a:ea typeface="Arial"/>
                  <a:cs typeface="Arial"/>
                  <a:sym typeface="Arial"/>
                </a:rPr>
                <a:t>10,000 Fry</a:t>
              </a:r>
              <a:endParaRPr sz="2400" dirty="0">
                <a:latin typeface="+mj-lt"/>
              </a:endParaRPr>
            </a:p>
          </p:txBody>
        </p:sp>
        <p:cxnSp>
          <p:nvCxnSpPr>
            <p:cNvPr id="14" name="Google Shape;952;p48">
              <a:extLst>
                <a:ext uri="{FF2B5EF4-FFF2-40B4-BE49-F238E27FC236}">
                  <a16:creationId xmlns:a16="http://schemas.microsoft.com/office/drawing/2014/main" id="{189BB858-0E9B-CEAB-518A-E780E030824E}"/>
                </a:ext>
              </a:extLst>
            </p:cNvPr>
            <p:cNvCxnSpPr>
              <a:cxnSpLocks/>
              <a:stCxn id="9" idx="6"/>
              <a:endCxn id="12" idx="1"/>
            </p:cNvCxnSpPr>
            <p:nvPr/>
          </p:nvCxnSpPr>
          <p:spPr>
            <a:xfrm flipV="1">
              <a:off x="6174076" y="2384843"/>
              <a:ext cx="1676399" cy="405131"/>
            </a:xfrm>
            <a:prstGeom prst="straightConnector1">
              <a:avLst/>
            </a:prstGeom>
            <a:noFill/>
            <a:ln w="25400" cap="flat" cmpd="sng">
              <a:solidFill>
                <a:schemeClr val="dk1"/>
              </a:solidFill>
              <a:prstDash val="solid"/>
              <a:round/>
              <a:headEnd type="none" w="sm" len="sm"/>
              <a:tailEnd type="stealth" w="sm" len="sm"/>
            </a:ln>
          </p:spPr>
        </p:cxnSp>
        <p:cxnSp>
          <p:nvCxnSpPr>
            <p:cNvPr id="15" name="Google Shape;953;p48">
              <a:extLst>
                <a:ext uri="{FF2B5EF4-FFF2-40B4-BE49-F238E27FC236}">
                  <a16:creationId xmlns:a16="http://schemas.microsoft.com/office/drawing/2014/main" id="{6DA25591-CB7C-112F-50E5-4F9E626CC62D}"/>
                </a:ext>
              </a:extLst>
            </p:cNvPr>
            <p:cNvCxnSpPr>
              <a:cxnSpLocks/>
              <a:stCxn id="9" idx="6"/>
              <a:endCxn id="13" idx="1"/>
            </p:cNvCxnSpPr>
            <p:nvPr/>
          </p:nvCxnSpPr>
          <p:spPr>
            <a:xfrm>
              <a:off x="6174076" y="2789974"/>
              <a:ext cx="1676399" cy="743540"/>
            </a:xfrm>
            <a:prstGeom prst="straightConnector1">
              <a:avLst/>
            </a:prstGeom>
            <a:noFill/>
            <a:ln w="25400" cap="flat" cmpd="sng">
              <a:solidFill>
                <a:schemeClr val="tx1"/>
              </a:solidFill>
              <a:prstDash val="solid"/>
              <a:round/>
              <a:headEnd type="none" w="sm" len="sm"/>
              <a:tailEnd type="stealth" w="sm" len="sm"/>
            </a:ln>
          </p:spPr>
        </p:cxnSp>
        <p:cxnSp>
          <p:nvCxnSpPr>
            <p:cNvPr id="16" name="Google Shape;954;p48">
              <a:extLst>
                <a:ext uri="{FF2B5EF4-FFF2-40B4-BE49-F238E27FC236}">
                  <a16:creationId xmlns:a16="http://schemas.microsoft.com/office/drawing/2014/main" id="{2074E7D6-D065-98DE-3517-A01AA7688B92}"/>
                </a:ext>
              </a:extLst>
            </p:cNvPr>
            <p:cNvCxnSpPr>
              <a:stCxn id="8" idx="3"/>
              <a:endCxn id="11" idx="1"/>
            </p:cNvCxnSpPr>
            <p:nvPr/>
          </p:nvCxnSpPr>
          <p:spPr>
            <a:xfrm>
              <a:off x="4009975" y="4719358"/>
              <a:ext cx="3840500" cy="43879"/>
            </a:xfrm>
            <a:prstGeom prst="straightConnector1">
              <a:avLst/>
            </a:prstGeom>
            <a:noFill/>
            <a:ln w="25400" cap="flat" cmpd="sng">
              <a:solidFill>
                <a:schemeClr val="tx1"/>
              </a:solidFill>
              <a:prstDash val="solid"/>
              <a:round/>
              <a:headEnd type="none" w="sm" len="sm"/>
              <a:tailEnd type="stealth" w="sm" len="sm"/>
            </a:ln>
          </p:spPr>
        </p:cxnSp>
        <p:sp>
          <p:nvSpPr>
            <p:cNvPr id="17" name="Google Shape;955;p48">
              <a:extLst>
                <a:ext uri="{FF2B5EF4-FFF2-40B4-BE49-F238E27FC236}">
                  <a16:creationId xmlns:a16="http://schemas.microsoft.com/office/drawing/2014/main" id="{3612ACC0-3724-91BD-CE9D-57E98D671C02}"/>
                </a:ext>
              </a:extLst>
            </p:cNvPr>
            <p:cNvSpPr txBox="1"/>
            <p:nvPr/>
          </p:nvSpPr>
          <p:spPr>
            <a:xfrm>
              <a:off x="4009975" y="3712253"/>
              <a:ext cx="577850" cy="36671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latin typeface="+mj-lt"/>
                  <a:ea typeface="Arial"/>
                  <a:cs typeface="Arial"/>
                  <a:sym typeface="Arial"/>
                </a:rPr>
                <a:t>Yes</a:t>
              </a:r>
              <a:endParaRPr sz="2400" dirty="0">
                <a:latin typeface="+mj-lt"/>
              </a:endParaRPr>
            </a:p>
          </p:txBody>
        </p:sp>
        <p:sp>
          <p:nvSpPr>
            <p:cNvPr id="18" name="Google Shape;956;p48">
              <a:extLst>
                <a:ext uri="{FF2B5EF4-FFF2-40B4-BE49-F238E27FC236}">
                  <a16:creationId xmlns:a16="http://schemas.microsoft.com/office/drawing/2014/main" id="{B7967854-68DF-C187-A9EB-829BD170AA24}"/>
                </a:ext>
              </a:extLst>
            </p:cNvPr>
            <p:cNvSpPr txBox="1"/>
            <p:nvPr/>
          </p:nvSpPr>
          <p:spPr>
            <a:xfrm>
              <a:off x="6097875" y="2256574"/>
              <a:ext cx="577850" cy="3667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a:latin typeface="+mj-lt"/>
                  <a:ea typeface="Arial"/>
                  <a:cs typeface="Arial"/>
                  <a:sym typeface="Arial"/>
                </a:rPr>
                <a:t>Yes</a:t>
              </a:r>
              <a:endParaRPr sz="2400">
                <a:latin typeface="+mj-lt"/>
              </a:endParaRPr>
            </a:p>
          </p:txBody>
        </p:sp>
        <p:sp>
          <p:nvSpPr>
            <p:cNvPr id="19" name="Google Shape;957;p48">
              <a:extLst>
                <a:ext uri="{FF2B5EF4-FFF2-40B4-BE49-F238E27FC236}">
                  <a16:creationId xmlns:a16="http://schemas.microsoft.com/office/drawing/2014/main" id="{3037E2C2-D5A3-D1F1-CF3D-266E117CCC7D}"/>
                </a:ext>
              </a:extLst>
            </p:cNvPr>
            <p:cNvSpPr txBox="1"/>
            <p:nvPr/>
          </p:nvSpPr>
          <p:spPr>
            <a:xfrm>
              <a:off x="4219539" y="4719358"/>
              <a:ext cx="659392" cy="3667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latin typeface="+mj-lt"/>
                  <a:ea typeface="Arial"/>
                  <a:cs typeface="Arial"/>
                  <a:sym typeface="Arial"/>
                </a:rPr>
                <a:t>No</a:t>
              </a:r>
              <a:endParaRPr sz="2400" dirty="0">
                <a:latin typeface="+mj-lt"/>
              </a:endParaRPr>
            </a:p>
          </p:txBody>
        </p:sp>
        <p:sp>
          <p:nvSpPr>
            <p:cNvPr id="20" name="Google Shape;958;p48">
              <a:extLst>
                <a:ext uri="{FF2B5EF4-FFF2-40B4-BE49-F238E27FC236}">
                  <a16:creationId xmlns:a16="http://schemas.microsoft.com/office/drawing/2014/main" id="{FB3358FD-4071-1E73-11FD-001B92734BF8}"/>
                </a:ext>
              </a:extLst>
            </p:cNvPr>
            <p:cNvSpPr txBox="1"/>
            <p:nvPr/>
          </p:nvSpPr>
          <p:spPr>
            <a:xfrm>
              <a:off x="6157647" y="2954219"/>
              <a:ext cx="575047" cy="36671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dirty="0">
                  <a:latin typeface="+mj-lt"/>
                  <a:ea typeface="Arial"/>
                  <a:cs typeface="Arial"/>
                  <a:sym typeface="Arial"/>
                </a:rPr>
                <a:t>No</a:t>
              </a:r>
              <a:endParaRPr sz="2400" dirty="0">
                <a:latin typeface="+mj-lt"/>
              </a:endParaRPr>
            </a:p>
          </p:txBody>
        </p:sp>
        <p:sp>
          <p:nvSpPr>
            <p:cNvPr id="21" name="Google Shape;959;p48">
              <a:extLst>
                <a:ext uri="{FF2B5EF4-FFF2-40B4-BE49-F238E27FC236}">
                  <a16:creationId xmlns:a16="http://schemas.microsoft.com/office/drawing/2014/main" id="{71EBF3E7-7A92-7689-99E6-B444CBF8A5B6}"/>
                </a:ext>
              </a:extLst>
            </p:cNvPr>
            <p:cNvSpPr txBox="1"/>
            <p:nvPr/>
          </p:nvSpPr>
          <p:spPr>
            <a:xfrm>
              <a:off x="6730072" y="2748532"/>
              <a:ext cx="184150" cy="1176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latin typeface="+mj-lt"/>
                <a:ea typeface="Arial"/>
                <a:cs typeface="Arial"/>
                <a:sym typeface="Arial"/>
              </a:endParaRPr>
            </a:p>
          </p:txBody>
        </p:sp>
      </p:grpSp>
      <p:sp>
        <p:nvSpPr>
          <p:cNvPr id="22" name="Google Shape;960;p48">
            <a:extLst>
              <a:ext uri="{FF2B5EF4-FFF2-40B4-BE49-F238E27FC236}">
                <a16:creationId xmlns:a16="http://schemas.microsoft.com/office/drawing/2014/main" id="{8D4DB08A-73CF-7E16-ABC1-A3CC0A5423E2}"/>
              </a:ext>
            </a:extLst>
          </p:cNvPr>
          <p:cNvSpPr/>
          <p:nvPr/>
        </p:nvSpPr>
        <p:spPr>
          <a:xfrm>
            <a:off x="999315" y="3991286"/>
            <a:ext cx="3148394" cy="160609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8000"/>
                </a:solidFill>
                <a:latin typeface="+mj-lt"/>
                <a:ea typeface="Palatino Linotype"/>
                <a:cs typeface="Palatino Linotype"/>
                <a:sym typeface="Palatino Linotype"/>
              </a:rPr>
              <a:t>Optimistic (Model 1): Probability that it works = 0.8</a:t>
            </a:r>
          </a:p>
          <a:p>
            <a:pPr marL="0" marR="0" lvl="0" indent="0" algn="l" rtl="0">
              <a:spcBef>
                <a:spcPts val="0"/>
              </a:spcBef>
              <a:spcAft>
                <a:spcPts val="0"/>
              </a:spcAft>
              <a:buNone/>
            </a:pPr>
            <a:endParaRPr sz="1800" dirty="0">
              <a:solidFill>
                <a:srgbClr val="008000"/>
              </a:solidFill>
              <a:latin typeface="+mj-lt"/>
              <a:ea typeface="Palatino Linotype"/>
              <a:cs typeface="Palatino Linotype"/>
              <a:sym typeface="Palatino Linotype"/>
            </a:endParaRPr>
          </a:p>
          <a:p>
            <a:pPr marL="0" marR="0" lvl="0" indent="0" algn="l" rtl="0">
              <a:spcBef>
                <a:spcPts val="0"/>
              </a:spcBef>
              <a:spcAft>
                <a:spcPts val="0"/>
              </a:spcAft>
              <a:buNone/>
            </a:pPr>
            <a:r>
              <a:rPr lang="en-US" sz="1800" dirty="0">
                <a:solidFill>
                  <a:srgbClr val="0000FF"/>
                </a:solidFill>
                <a:latin typeface="+mj-lt"/>
                <a:ea typeface="Palatino Linotype"/>
                <a:cs typeface="Palatino Linotype"/>
                <a:sym typeface="Palatino Linotype"/>
              </a:rPr>
              <a:t>Pessimistic (Model 2): Probability that it works = 0.4</a:t>
            </a:r>
            <a:endParaRPr sz="1800" dirty="0">
              <a:solidFill>
                <a:srgbClr val="0000FF"/>
              </a:solidFill>
              <a:latin typeface="+mj-lt"/>
              <a:ea typeface="Palatino Linotype"/>
              <a:cs typeface="Palatino Linotype"/>
              <a:sym typeface="Palatino Linotype"/>
            </a:endParaRPr>
          </a:p>
        </p:txBody>
      </p:sp>
      <p:sp>
        <p:nvSpPr>
          <p:cNvPr id="44" name="Rectangle 43">
            <a:extLst>
              <a:ext uri="{FF2B5EF4-FFF2-40B4-BE49-F238E27FC236}">
                <a16:creationId xmlns:a16="http://schemas.microsoft.com/office/drawing/2014/main" id="{487A15C1-A642-C829-A1AE-D7DCC94565B5}"/>
              </a:ext>
            </a:extLst>
          </p:cNvPr>
          <p:cNvSpPr/>
          <p:nvPr/>
        </p:nvSpPr>
        <p:spPr>
          <a:xfrm>
            <a:off x="4799740" y="4606960"/>
            <a:ext cx="1228209" cy="28151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Decision</a:t>
            </a:r>
          </a:p>
        </p:txBody>
      </p:sp>
      <p:sp>
        <p:nvSpPr>
          <p:cNvPr id="45" name="Rectangle 44">
            <a:extLst>
              <a:ext uri="{FF2B5EF4-FFF2-40B4-BE49-F238E27FC236}">
                <a16:creationId xmlns:a16="http://schemas.microsoft.com/office/drawing/2014/main" id="{DDB18595-C3A1-B0E3-3383-2DE8C1828631}"/>
              </a:ext>
            </a:extLst>
          </p:cNvPr>
          <p:cNvSpPr/>
          <p:nvPr/>
        </p:nvSpPr>
        <p:spPr>
          <a:xfrm>
            <a:off x="7147069" y="2556011"/>
            <a:ext cx="1397681" cy="28151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Chance node</a:t>
            </a:r>
          </a:p>
        </p:txBody>
      </p:sp>
      <p:sp>
        <p:nvSpPr>
          <p:cNvPr id="46" name="Rectangle 45">
            <a:extLst>
              <a:ext uri="{FF2B5EF4-FFF2-40B4-BE49-F238E27FC236}">
                <a16:creationId xmlns:a16="http://schemas.microsoft.com/office/drawing/2014/main" id="{E77BFFEC-6A89-4006-3C26-37A997B412B1}"/>
              </a:ext>
            </a:extLst>
          </p:cNvPr>
          <p:cNvSpPr/>
          <p:nvPr/>
        </p:nvSpPr>
        <p:spPr>
          <a:xfrm>
            <a:off x="9956119" y="2123269"/>
            <a:ext cx="1397681" cy="281512"/>
          </a:xfrm>
          <a:prstGeom prst="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Outcomes</a:t>
            </a:r>
          </a:p>
        </p:txBody>
      </p:sp>
    </p:spTree>
    <p:extLst>
      <p:ext uri="{BB962C8B-B14F-4D97-AF65-F5344CB8AC3E}">
        <p14:creationId xmlns:p14="http://schemas.microsoft.com/office/powerpoint/2010/main" val="1937171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64E2E-52F3-755D-42A4-1D4E5D98437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90E38C-0872-47B6-0551-D75746548E43}"/>
              </a:ext>
            </a:extLst>
          </p:cNvPr>
          <p:cNvSpPr txBox="1"/>
          <p:nvPr/>
        </p:nvSpPr>
        <p:spPr>
          <a:xfrm>
            <a:off x="9278103" y="5808155"/>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24" name="TextBox 23">
            <a:extLst>
              <a:ext uri="{FF2B5EF4-FFF2-40B4-BE49-F238E27FC236}">
                <a16:creationId xmlns:a16="http://schemas.microsoft.com/office/drawing/2014/main" id="{61EA1FB4-ECE3-977F-D702-E137A5E3F64D}"/>
              </a:ext>
            </a:extLst>
          </p:cNvPr>
          <p:cNvSpPr txBox="1"/>
          <p:nvPr/>
        </p:nvSpPr>
        <p:spPr>
          <a:xfrm>
            <a:off x="246058" y="1674999"/>
            <a:ext cx="8950978" cy="307777"/>
          </a:xfrm>
          <a:prstGeom prst="rect">
            <a:avLst/>
          </a:prstGeom>
          <a:solidFill>
            <a:schemeClr val="bg1"/>
          </a:solidFill>
        </p:spPr>
        <p:txBody>
          <a:bodyPr wrap="square" rtlCol="0">
            <a:spAutoFit/>
          </a:bodyPr>
          <a:lstStyle/>
          <a:p>
            <a:endParaRPr lang="en-US" dirty="0">
              <a:latin typeface="+mj-lt"/>
            </a:endParaRPr>
          </a:p>
        </p:txBody>
      </p:sp>
      <p:grpSp>
        <p:nvGrpSpPr>
          <p:cNvPr id="25" name="Google Shape;968;p49">
            <a:extLst>
              <a:ext uri="{FF2B5EF4-FFF2-40B4-BE49-F238E27FC236}">
                <a16:creationId xmlns:a16="http://schemas.microsoft.com/office/drawing/2014/main" id="{C0EE26A4-37BB-9BA3-274E-6BD16B6350AC}"/>
              </a:ext>
            </a:extLst>
          </p:cNvPr>
          <p:cNvGrpSpPr/>
          <p:nvPr/>
        </p:nvGrpSpPr>
        <p:grpSpPr>
          <a:xfrm>
            <a:off x="279310" y="751285"/>
            <a:ext cx="8467066" cy="6074183"/>
            <a:chOff x="154275" y="511624"/>
            <a:chExt cx="8467066" cy="6074183"/>
          </a:xfrm>
        </p:grpSpPr>
        <p:sp>
          <p:nvSpPr>
            <p:cNvPr id="26" name="Google Shape;969;p49">
              <a:extLst>
                <a:ext uri="{FF2B5EF4-FFF2-40B4-BE49-F238E27FC236}">
                  <a16:creationId xmlns:a16="http://schemas.microsoft.com/office/drawing/2014/main" id="{61808988-BD3B-20D3-88A3-2239C5A30867}"/>
                </a:ext>
              </a:extLst>
            </p:cNvPr>
            <p:cNvSpPr txBox="1"/>
            <p:nvPr/>
          </p:nvSpPr>
          <p:spPr>
            <a:xfrm>
              <a:off x="154275" y="3280143"/>
              <a:ext cx="1152011" cy="915709"/>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dirty="0">
                  <a:solidFill>
                    <a:schemeClr val="dk1"/>
                  </a:solidFill>
                  <a:latin typeface="+mj-lt"/>
                  <a:ea typeface="Arial"/>
                  <a:cs typeface="Arial"/>
                  <a:sym typeface="Arial"/>
                </a:rPr>
                <a:t>Research before deciding to adopt tech?</a:t>
              </a:r>
              <a:endParaRPr sz="1400" dirty="0">
                <a:solidFill>
                  <a:schemeClr val="dk1"/>
                </a:solidFill>
                <a:latin typeface="+mj-lt"/>
                <a:ea typeface="Arial"/>
                <a:cs typeface="Arial"/>
                <a:sym typeface="Arial"/>
              </a:endParaRPr>
            </a:p>
          </p:txBody>
        </p:sp>
        <p:sp>
          <p:nvSpPr>
            <p:cNvPr id="27" name="Google Shape;970;p49">
              <a:extLst>
                <a:ext uri="{FF2B5EF4-FFF2-40B4-BE49-F238E27FC236}">
                  <a16:creationId xmlns:a16="http://schemas.microsoft.com/office/drawing/2014/main" id="{406C517B-665B-A5A2-3D92-4C70DF8705AE}"/>
                </a:ext>
              </a:extLst>
            </p:cNvPr>
            <p:cNvSpPr/>
            <p:nvPr/>
          </p:nvSpPr>
          <p:spPr>
            <a:xfrm>
              <a:off x="3698671" y="4012035"/>
              <a:ext cx="1000991" cy="8382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Model</a:t>
              </a:r>
              <a:endParaRPr>
                <a:latin typeface="+mj-lt"/>
              </a:endParaRPr>
            </a:p>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a:t>
              </a:r>
              <a:endParaRPr>
                <a:latin typeface="+mj-lt"/>
              </a:endParaRPr>
            </a:p>
          </p:txBody>
        </p:sp>
        <p:cxnSp>
          <p:nvCxnSpPr>
            <p:cNvPr id="28" name="Google Shape;971;p49">
              <a:extLst>
                <a:ext uri="{FF2B5EF4-FFF2-40B4-BE49-F238E27FC236}">
                  <a16:creationId xmlns:a16="http://schemas.microsoft.com/office/drawing/2014/main" id="{FA230809-20FC-184F-180E-3C74C5E1A9AD}"/>
                </a:ext>
              </a:extLst>
            </p:cNvPr>
            <p:cNvCxnSpPr>
              <a:stCxn id="26" idx="3"/>
              <a:endCxn id="59" idx="3"/>
            </p:cNvCxnSpPr>
            <p:nvPr/>
          </p:nvCxnSpPr>
          <p:spPr>
            <a:xfrm rot="10800000" flipH="1">
              <a:off x="1306286" y="2788797"/>
              <a:ext cx="652800" cy="949200"/>
            </a:xfrm>
            <a:prstGeom prst="straightConnector1">
              <a:avLst/>
            </a:prstGeom>
            <a:noFill/>
            <a:ln w="25400" cap="flat" cmpd="sng">
              <a:solidFill>
                <a:schemeClr val="dk1"/>
              </a:solidFill>
              <a:prstDash val="solid"/>
              <a:round/>
              <a:headEnd type="none" w="sm" len="sm"/>
              <a:tailEnd type="stealth" w="sm" len="sm"/>
            </a:ln>
          </p:spPr>
        </p:cxnSp>
        <p:sp>
          <p:nvSpPr>
            <p:cNvPr id="29" name="Google Shape;973;p49">
              <a:extLst>
                <a:ext uri="{FF2B5EF4-FFF2-40B4-BE49-F238E27FC236}">
                  <a16:creationId xmlns:a16="http://schemas.microsoft.com/office/drawing/2014/main" id="{53222220-4CF7-57E0-0D07-C99783545DC5}"/>
                </a:ext>
              </a:extLst>
            </p:cNvPr>
            <p:cNvSpPr txBox="1"/>
            <p:nvPr/>
          </p:nvSpPr>
          <p:spPr>
            <a:xfrm>
              <a:off x="7706941" y="3865958"/>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30" name="Google Shape;974;p49">
              <a:extLst>
                <a:ext uri="{FF2B5EF4-FFF2-40B4-BE49-F238E27FC236}">
                  <a16:creationId xmlns:a16="http://schemas.microsoft.com/office/drawing/2014/main" id="{11414072-0725-A0B6-9C50-41BCAB69B86B}"/>
                </a:ext>
              </a:extLst>
            </p:cNvPr>
            <p:cNvSpPr txBox="1"/>
            <p:nvPr/>
          </p:nvSpPr>
          <p:spPr>
            <a:xfrm>
              <a:off x="7706941" y="4405723"/>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31" name="Google Shape;975;p49">
              <a:extLst>
                <a:ext uri="{FF2B5EF4-FFF2-40B4-BE49-F238E27FC236}">
                  <a16:creationId xmlns:a16="http://schemas.microsoft.com/office/drawing/2014/main" id="{091B1FE4-7188-E4E6-8F65-366E26138FE0}"/>
                </a:ext>
              </a:extLst>
            </p:cNvPr>
            <p:cNvCxnSpPr>
              <a:stCxn id="48" idx="6"/>
              <a:endCxn id="29" idx="1"/>
            </p:cNvCxnSpPr>
            <p:nvPr/>
          </p:nvCxnSpPr>
          <p:spPr>
            <a:xfrm rot="10800000" flipH="1">
              <a:off x="6738925" y="4094552"/>
              <a:ext cx="968100" cy="225900"/>
            </a:xfrm>
            <a:prstGeom prst="straightConnector1">
              <a:avLst/>
            </a:prstGeom>
            <a:noFill/>
            <a:ln w="25400" cap="flat" cmpd="sng">
              <a:solidFill>
                <a:schemeClr val="dk1"/>
              </a:solidFill>
              <a:prstDash val="solid"/>
              <a:round/>
              <a:headEnd type="none" w="sm" len="sm"/>
              <a:tailEnd type="stealth" w="sm" len="sm"/>
            </a:ln>
          </p:spPr>
        </p:cxnSp>
        <p:cxnSp>
          <p:nvCxnSpPr>
            <p:cNvPr id="32" name="Google Shape;977;p49">
              <a:extLst>
                <a:ext uri="{FF2B5EF4-FFF2-40B4-BE49-F238E27FC236}">
                  <a16:creationId xmlns:a16="http://schemas.microsoft.com/office/drawing/2014/main" id="{2F0EDBA8-0D79-6417-EF9F-5CC1AD3AF7DF}"/>
                </a:ext>
              </a:extLst>
            </p:cNvPr>
            <p:cNvCxnSpPr>
              <a:stCxn id="48" idx="6"/>
              <a:endCxn id="30" idx="1"/>
            </p:cNvCxnSpPr>
            <p:nvPr/>
          </p:nvCxnSpPr>
          <p:spPr>
            <a:xfrm>
              <a:off x="6738925" y="4320452"/>
              <a:ext cx="968100" cy="313800"/>
            </a:xfrm>
            <a:prstGeom prst="straightConnector1">
              <a:avLst/>
            </a:prstGeom>
            <a:noFill/>
            <a:ln w="25400" cap="flat" cmpd="sng">
              <a:solidFill>
                <a:schemeClr val="dk1"/>
              </a:solidFill>
              <a:prstDash val="solid"/>
              <a:round/>
              <a:headEnd type="none" w="sm" len="sm"/>
              <a:tailEnd type="stealth" w="sm" len="sm"/>
            </a:ln>
          </p:spPr>
        </p:cxnSp>
        <p:cxnSp>
          <p:nvCxnSpPr>
            <p:cNvPr id="33" name="Google Shape;978;p49">
              <a:extLst>
                <a:ext uri="{FF2B5EF4-FFF2-40B4-BE49-F238E27FC236}">
                  <a16:creationId xmlns:a16="http://schemas.microsoft.com/office/drawing/2014/main" id="{3BD6C768-2DC2-BCFA-4A69-A9097F6E4039}"/>
                </a:ext>
              </a:extLst>
            </p:cNvPr>
            <p:cNvCxnSpPr>
              <a:stCxn id="26" idx="3"/>
              <a:endCxn id="38" idx="0"/>
            </p:cNvCxnSpPr>
            <p:nvPr/>
          </p:nvCxnSpPr>
          <p:spPr>
            <a:xfrm>
              <a:off x="1306286" y="3737997"/>
              <a:ext cx="992100" cy="1084500"/>
            </a:xfrm>
            <a:prstGeom prst="straightConnector1">
              <a:avLst/>
            </a:prstGeom>
            <a:noFill/>
            <a:ln w="25400" cap="flat" cmpd="sng">
              <a:solidFill>
                <a:schemeClr val="dk1"/>
              </a:solidFill>
              <a:prstDash val="solid"/>
              <a:round/>
              <a:headEnd type="none" w="sm" len="sm"/>
              <a:tailEnd type="stealth" w="sm" len="sm"/>
            </a:ln>
          </p:spPr>
        </p:cxnSp>
        <p:sp>
          <p:nvSpPr>
            <p:cNvPr id="34" name="Google Shape;980;p49">
              <a:extLst>
                <a:ext uri="{FF2B5EF4-FFF2-40B4-BE49-F238E27FC236}">
                  <a16:creationId xmlns:a16="http://schemas.microsoft.com/office/drawing/2014/main" id="{E0BD86B9-5D49-0F0B-0AA2-1AB76710C3A9}"/>
                </a:ext>
              </a:extLst>
            </p:cNvPr>
            <p:cNvSpPr txBox="1"/>
            <p:nvPr/>
          </p:nvSpPr>
          <p:spPr>
            <a:xfrm>
              <a:off x="1371600" y="2812640"/>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35" name="Google Shape;981;p49">
              <a:extLst>
                <a:ext uri="{FF2B5EF4-FFF2-40B4-BE49-F238E27FC236}">
                  <a16:creationId xmlns:a16="http://schemas.microsoft.com/office/drawing/2014/main" id="{270CA7C5-7818-0347-03D4-B92D2B701BF5}"/>
                </a:ext>
              </a:extLst>
            </p:cNvPr>
            <p:cNvSpPr txBox="1"/>
            <p:nvPr/>
          </p:nvSpPr>
          <p:spPr>
            <a:xfrm>
              <a:off x="1365188" y="4181426"/>
              <a:ext cx="3513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sp>
          <p:nvSpPr>
            <p:cNvPr id="36" name="Google Shape;982;p49">
              <a:extLst>
                <a:ext uri="{FF2B5EF4-FFF2-40B4-BE49-F238E27FC236}">
                  <a16:creationId xmlns:a16="http://schemas.microsoft.com/office/drawing/2014/main" id="{439C7D91-9A55-AD7A-2951-26F7161A75B6}"/>
                </a:ext>
              </a:extLst>
            </p:cNvPr>
            <p:cNvSpPr txBox="1"/>
            <p:nvPr/>
          </p:nvSpPr>
          <p:spPr>
            <a:xfrm>
              <a:off x="6730072" y="3392168"/>
              <a:ext cx="184150" cy="1176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2"/>
                </a:solidFill>
                <a:latin typeface="+mj-lt"/>
                <a:ea typeface="Arial"/>
                <a:cs typeface="Arial"/>
                <a:sym typeface="Arial"/>
              </a:endParaRPr>
            </a:p>
          </p:txBody>
        </p:sp>
        <p:sp>
          <p:nvSpPr>
            <p:cNvPr id="37" name="Google Shape;984;p49">
              <a:extLst>
                <a:ext uri="{FF2B5EF4-FFF2-40B4-BE49-F238E27FC236}">
                  <a16:creationId xmlns:a16="http://schemas.microsoft.com/office/drawing/2014/main" id="{8109E0BC-85B5-F3A5-A90F-288BE9095322}"/>
                </a:ext>
              </a:extLst>
            </p:cNvPr>
            <p:cNvSpPr txBox="1"/>
            <p:nvPr/>
          </p:nvSpPr>
          <p:spPr>
            <a:xfrm>
              <a:off x="7706941" y="6128607"/>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40,000 </a:t>
              </a:r>
              <a:endParaRPr>
                <a:latin typeface="+mj-lt"/>
              </a:endParaRPr>
            </a:p>
          </p:txBody>
        </p:sp>
        <p:sp>
          <p:nvSpPr>
            <p:cNvPr id="38" name="Google Shape;979;p49">
              <a:extLst>
                <a:ext uri="{FF2B5EF4-FFF2-40B4-BE49-F238E27FC236}">
                  <a16:creationId xmlns:a16="http://schemas.microsoft.com/office/drawing/2014/main" id="{49E79F56-AA20-EC0B-EB76-4B5918363F0B}"/>
                </a:ext>
              </a:extLst>
            </p:cNvPr>
            <p:cNvSpPr txBox="1"/>
            <p:nvPr/>
          </p:nvSpPr>
          <p:spPr>
            <a:xfrm>
              <a:off x="1716566" y="4822483"/>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cxnSp>
          <p:nvCxnSpPr>
            <p:cNvPr id="39" name="Google Shape;985;p49">
              <a:extLst>
                <a:ext uri="{FF2B5EF4-FFF2-40B4-BE49-F238E27FC236}">
                  <a16:creationId xmlns:a16="http://schemas.microsoft.com/office/drawing/2014/main" id="{BCD172EA-A35D-BF3F-9C49-28892463F229}"/>
                </a:ext>
              </a:extLst>
            </p:cNvPr>
            <p:cNvCxnSpPr>
              <a:stCxn id="38" idx="3"/>
              <a:endCxn id="27" idx="2"/>
            </p:cNvCxnSpPr>
            <p:nvPr/>
          </p:nvCxnSpPr>
          <p:spPr>
            <a:xfrm rot="10800000" flipH="1">
              <a:off x="2880348" y="4431133"/>
              <a:ext cx="818400" cy="684300"/>
            </a:xfrm>
            <a:prstGeom prst="straightConnector1">
              <a:avLst/>
            </a:prstGeom>
            <a:noFill/>
            <a:ln w="25400" cap="flat" cmpd="sng">
              <a:solidFill>
                <a:schemeClr val="dk1"/>
              </a:solidFill>
              <a:prstDash val="solid"/>
              <a:round/>
              <a:headEnd type="none" w="sm" len="sm"/>
              <a:tailEnd type="stealth" w="sm" len="sm"/>
            </a:ln>
          </p:spPr>
        </p:cxnSp>
        <p:cxnSp>
          <p:nvCxnSpPr>
            <p:cNvPr id="40" name="Google Shape;986;p49">
              <a:extLst>
                <a:ext uri="{FF2B5EF4-FFF2-40B4-BE49-F238E27FC236}">
                  <a16:creationId xmlns:a16="http://schemas.microsoft.com/office/drawing/2014/main" id="{A71A4B0A-4AD4-8408-606E-CA7D36C6D8F6}"/>
                </a:ext>
              </a:extLst>
            </p:cNvPr>
            <p:cNvCxnSpPr>
              <a:stCxn id="38" idx="3"/>
              <a:endCxn id="37" idx="1"/>
            </p:cNvCxnSpPr>
            <p:nvPr/>
          </p:nvCxnSpPr>
          <p:spPr>
            <a:xfrm>
              <a:off x="2880348" y="5115433"/>
              <a:ext cx="4826700" cy="1241700"/>
            </a:xfrm>
            <a:prstGeom prst="straightConnector1">
              <a:avLst/>
            </a:prstGeom>
            <a:noFill/>
            <a:ln w="25400" cap="flat" cmpd="sng">
              <a:solidFill>
                <a:schemeClr val="dk1"/>
              </a:solidFill>
              <a:prstDash val="solid"/>
              <a:round/>
              <a:headEnd type="none" w="sm" len="sm"/>
              <a:tailEnd type="stealth" w="sm" len="sm"/>
            </a:ln>
          </p:spPr>
        </p:cxnSp>
        <p:sp>
          <p:nvSpPr>
            <p:cNvPr id="41" name="Google Shape;987;p49">
              <a:extLst>
                <a:ext uri="{FF2B5EF4-FFF2-40B4-BE49-F238E27FC236}">
                  <a16:creationId xmlns:a16="http://schemas.microsoft.com/office/drawing/2014/main" id="{D74B811D-6C12-00D9-3D0A-7543519FEDB4}"/>
                </a:ext>
              </a:extLst>
            </p:cNvPr>
            <p:cNvSpPr txBox="1"/>
            <p:nvPr/>
          </p:nvSpPr>
          <p:spPr>
            <a:xfrm>
              <a:off x="3003629" y="4330509"/>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42" name="Google Shape;988;p49">
              <a:extLst>
                <a:ext uri="{FF2B5EF4-FFF2-40B4-BE49-F238E27FC236}">
                  <a16:creationId xmlns:a16="http://schemas.microsoft.com/office/drawing/2014/main" id="{844621D4-7DFF-6727-03BA-EA4BF3AE286A}"/>
                </a:ext>
              </a:extLst>
            </p:cNvPr>
            <p:cNvSpPr txBox="1"/>
            <p:nvPr/>
          </p:nvSpPr>
          <p:spPr>
            <a:xfrm>
              <a:off x="2997217" y="5272502"/>
              <a:ext cx="3513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cxnSp>
          <p:nvCxnSpPr>
            <p:cNvPr id="43" name="Google Shape;989;p49">
              <a:extLst>
                <a:ext uri="{FF2B5EF4-FFF2-40B4-BE49-F238E27FC236}">
                  <a16:creationId xmlns:a16="http://schemas.microsoft.com/office/drawing/2014/main" id="{30E90C45-061D-279B-2DB4-34B04736DDE8}"/>
                </a:ext>
              </a:extLst>
            </p:cNvPr>
            <p:cNvCxnSpPr>
              <a:stCxn id="27" idx="6"/>
              <a:endCxn id="48" idx="2"/>
            </p:cNvCxnSpPr>
            <p:nvPr/>
          </p:nvCxnSpPr>
          <p:spPr>
            <a:xfrm rot="10800000" flipH="1">
              <a:off x="4699662" y="4320435"/>
              <a:ext cx="1080300" cy="110700"/>
            </a:xfrm>
            <a:prstGeom prst="straightConnector1">
              <a:avLst/>
            </a:prstGeom>
            <a:noFill/>
            <a:ln w="25400" cap="flat" cmpd="sng">
              <a:solidFill>
                <a:schemeClr val="dk1"/>
              </a:solidFill>
              <a:prstDash val="solid"/>
              <a:round/>
              <a:headEnd type="none" w="sm" len="sm"/>
              <a:tailEnd type="stealth" w="sm" len="sm"/>
            </a:ln>
          </p:spPr>
        </p:cxnSp>
        <p:cxnSp>
          <p:nvCxnSpPr>
            <p:cNvPr id="47" name="Google Shape;990;p49">
              <a:extLst>
                <a:ext uri="{FF2B5EF4-FFF2-40B4-BE49-F238E27FC236}">
                  <a16:creationId xmlns:a16="http://schemas.microsoft.com/office/drawing/2014/main" id="{18E68DAE-2996-BC5A-CA12-4C362702C2DB}"/>
                </a:ext>
              </a:extLst>
            </p:cNvPr>
            <p:cNvCxnSpPr>
              <a:stCxn id="27" idx="5"/>
              <a:endCxn id="49" idx="2"/>
            </p:cNvCxnSpPr>
            <p:nvPr/>
          </p:nvCxnSpPr>
          <p:spPr>
            <a:xfrm>
              <a:off x="4553070" y="4727484"/>
              <a:ext cx="1227000" cy="667500"/>
            </a:xfrm>
            <a:prstGeom prst="straightConnector1">
              <a:avLst/>
            </a:prstGeom>
            <a:noFill/>
            <a:ln w="25400" cap="flat" cmpd="sng">
              <a:solidFill>
                <a:schemeClr val="dk1"/>
              </a:solidFill>
              <a:prstDash val="solid"/>
              <a:round/>
              <a:headEnd type="none" w="sm" len="sm"/>
              <a:tailEnd type="stealth" w="sm" len="sm"/>
            </a:ln>
          </p:spPr>
        </p:cxnSp>
        <p:sp>
          <p:nvSpPr>
            <p:cNvPr id="48" name="Google Shape;976;p49">
              <a:extLst>
                <a:ext uri="{FF2B5EF4-FFF2-40B4-BE49-F238E27FC236}">
                  <a16:creationId xmlns:a16="http://schemas.microsoft.com/office/drawing/2014/main" id="{180F693B-A423-CFBB-18BE-046928E2B936}"/>
                </a:ext>
              </a:extLst>
            </p:cNvPr>
            <p:cNvSpPr/>
            <p:nvPr/>
          </p:nvSpPr>
          <p:spPr>
            <a:xfrm>
              <a:off x="5780044" y="3889707"/>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49" name="Google Shape;991;p49">
              <a:extLst>
                <a:ext uri="{FF2B5EF4-FFF2-40B4-BE49-F238E27FC236}">
                  <a16:creationId xmlns:a16="http://schemas.microsoft.com/office/drawing/2014/main" id="{E8698495-30F6-1B05-C8EE-610A7BE510D9}"/>
                </a:ext>
              </a:extLst>
            </p:cNvPr>
            <p:cNvSpPr/>
            <p:nvPr/>
          </p:nvSpPr>
          <p:spPr>
            <a:xfrm>
              <a:off x="5780044" y="4964342"/>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50" name="Google Shape;992;p49">
              <a:extLst>
                <a:ext uri="{FF2B5EF4-FFF2-40B4-BE49-F238E27FC236}">
                  <a16:creationId xmlns:a16="http://schemas.microsoft.com/office/drawing/2014/main" id="{1185FC6E-A7E7-01FD-362D-47EF67F59FD6}"/>
                </a:ext>
              </a:extLst>
            </p:cNvPr>
            <p:cNvSpPr txBox="1"/>
            <p:nvPr/>
          </p:nvSpPr>
          <p:spPr>
            <a:xfrm>
              <a:off x="4640777" y="3795372"/>
              <a:ext cx="971741"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9242"/>
                  </a:solidFill>
                  <a:latin typeface="+mj-lt"/>
                  <a:sym typeface="Arial"/>
                </a:rPr>
                <a:t>Optimistic</a:t>
              </a:r>
              <a:endParaRPr dirty="0">
                <a:solidFill>
                  <a:srgbClr val="009242"/>
                </a:solidFill>
                <a:latin typeface="+mj-lt"/>
              </a:endParaRPr>
            </a:p>
            <a:p>
              <a:pPr marL="0" marR="0" lvl="0" indent="0" algn="l" rtl="0">
                <a:spcBef>
                  <a:spcPts val="0"/>
                </a:spcBef>
                <a:spcAft>
                  <a:spcPts val="0"/>
                </a:spcAft>
                <a:buNone/>
              </a:pPr>
              <a:r>
                <a:rPr lang="en-US" sz="1400" dirty="0">
                  <a:solidFill>
                    <a:srgbClr val="009242"/>
                  </a:solidFill>
                  <a:latin typeface="+mj-lt"/>
                  <a:ea typeface="Arial"/>
                  <a:cs typeface="Arial"/>
                  <a:sym typeface="Arial"/>
                </a:rPr>
                <a:t>Model 1</a:t>
              </a:r>
              <a:endParaRPr sz="1400" dirty="0">
                <a:solidFill>
                  <a:srgbClr val="009242"/>
                </a:solidFill>
                <a:latin typeface="+mj-lt"/>
                <a:ea typeface="Arial"/>
                <a:cs typeface="Arial"/>
                <a:sym typeface="Arial"/>
              </a:endParaRPr>
            </a:p>
          </p:txBody>
        </p:sp>
        <p:sp>
          <p:nvSpPr>
            <p:cNvPr id="51" name="Google Shape;993;p49">
              <a:extLst>
                <a:ext uri="{FF2B5EF4-FFF2-40B4-BE49-F238E27FC236}">
                  <a16:creationId xmlns:a16="http://schemas.microsoft.com/office/drawing/2014/main" id="{E2138C1F-F66E-060F-850A-E8343584852E}"/>
                </a:ext>
              </a:extLst>
            </p:cNvPr>
            <p:cNvSpPr txBox="1"/>
            <p:nvPr/>
          </p:nvSpPr>
          <p:spPr>
            <a:xfrm>
              <a:off x="4114505" y="4901751"/>
              <a:ext cx="1082348"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00FF"/>
                  </a:solidFill>
                  <a:latin typeface="+mj-lt"/>
                  <a:sym typeface="Arial"/>
                </a:rPr>
                <a:t>Pessimistic</a:t>
              </a:r>
              <a:endParaRPr dirty="0">
                <a:solidFill>
                  <a:srgbClr val="0000FF"/>
                </a:solidFill>
                <a:latin typeface="+mj-lt"/>
              </a:endParaRPr>
            </a:p>
            <a:p>
              <a:pPr marL="0" marR="0" lvl="0" indent="0" algn="l" rtl="0">
                <a:spcBef>
                  <a:spcPts val="0"/>
                </a:spcBef>
                <a:spcAft>
                  <a:spcPts val="0"/>
                </a:spcAft>
                <a:buNone/>
              </a:pPr>
              <a:r>
                <a:rPr lang="en-US" sz="1400" dirty="0">
                  <a:solidFill>
                    <a:srgbClr val="0000FF"/>
                  </a:solidFill>
                  <a:latin typeface="+mj-lt"/>
                  <a:ea typeface="Arial"/>
                  <a:cs typeface="Arial"/>
                  <a:sym typeface="Arial"/>
                </a:rPr>
                <a:t>Model 2</a:t>
              </a:r>
              <a:endParaRPr sz="1400" dirty="0">
                <a:solidFill>
                  <a:srgbClr val="0000FF"/>
                </a:solidFill>
                <a:latin typeface="+mj-lt"/>
                <a:ea typeface="Arial"/>
                <a:cs typeface="Arial"/>
                <a:sym typeface="Arial"/>
              </a:endParaRPr>
            </a:p>
          </p:txBody>
        </p:sp>
        <p:sp>
          <p:nvSpPr>
            <p:cNvPr id="52" name="Google Shape;994;p49">
              <a:extLst>
                <a:ext uri="{FF2B5EF4-FFF2-40B4-BE49-F238E27FC236}">
                  <a16:creationId xmlns:a16="http://schemas.microsoft.com/office/drawing/2014/main" id="{9A73BA7C-AD46-AA32-84B0-D066ADA13E0C}"/>
                </a:ext>
              </a:extLst>
            </p:cNvPr>
            <p:cNvSpPr txBox="1"/>
            <p:nvPr/>
          </p:nvSpPr>
          <p:spPr>
            <a:xfrm>
              <a:off x="7706941" y="4999968"/>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53" name="Google Shape;995;p49">
              <a:extLst>
                <a:ext uri="{FF2B5EF4-FFF2-40B4-BE49-F238E27FC236}">
                  <a16:creationId xmlns:a16="http://schemas.microsoft.com/office/drawing/2014/main" id="{64964A90-6B82-E407-4413-E05DAF870180}"/>
                </a:ext>
              </a:extLst>
            </p:cNvPr>
            <p:cNvSpPr txBox="1"/>
            <p:nvPr/>
          </p:nvSpPr>
          <p:spPr>
            <a:xfrm>
              <a:off x="7706941" y="5527214"/>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54" name="Google Shape;996;p49">
              <a:extLst>
                <a:ext uri="{FF2B5EF4-FFF2-40B4-BE49-F238E27FC236}">
                  <a16:creationId xmlns:a16="http://schemas.microsoft.com/office/drawing/2014/main" id="{AA2D24EC-70F8-2847-3CCE-F48B0B7FDD6F}"/>
                </a:ext>
              </a:extLst>
            </p:cNvPr>
            <p:cNvCxnSpPr>
              <a:stCxn id="49" idx="6"/>
              <a:endCxn id="52" idx="1"/>
            </p:cNvCxnSpPr>
            <p:nvPr/>
          </p:nvCxnSpPr>
          <p:spPr>
            <a:xfrm rot="10800000" flipH="1">
              <a:off x="6738925" y="5228587"/>
              <a:ext cx="968100" cy="166500"/>
            </a:xfrm>
            <a:prstGeom prst="straightConnector1">
              <a:avLst/>
            </a:prstGeom>
            <a:noFill/>
            <a:ln w="25400" cap="flat" cmpd="sng">
              <a:solidFill>
                <a:schemeClr val="dk1"/>
              </a:solidFill>
              <a:prstDash val="solid"/>
              <a:round/>
              <a:headEnd type="none" w="sm" len="sm"/>
              <a:tailEnd type="stealth" w="sm" len="sm"/>
            </a:ln>
          </p:spPr>
        </p:cxnSp>
        <p:cxnSp>
          <p:nvCxnSpPr>
            <p:cNvPr id="55" name="Google Shape;997;p49">
              <a:extLst>
                <a:ext uri="{FF2B5EF4-FFF2-40B4-BE49-F238E27FC236}">
                  <a16:creationId xmlns:a16="http://schemas.microsoft.com/office/drawing/2014/main" id="{729EE20C-1588-2503-C407-B36B57241849}"/>
                </a:ext>
              </a:extLst>
            </p:cNvPr>
            <p:cNvCxnSpPr>
              <a:stCxn id="49" idx="6"/>
              <a:endCxn id="53" idx="1"/>
            </p:cNvCxnSpPr>
            <p:nvPr/>
          </p:nvCxnSpPr>
          <p:spPr>
            <a:xfrm>
              <a:off x="6738925" y="5395087"/>
              <a:ext cx="968100" cy="360600"/>
            </a:xfrm>
            <a:prstGeom prst="straightConnector1">
              <a:avLst/>
            </a:prstGeom>
            <a:noFill/>
            <a:ln w="25400" cap="flat" cmpd="sng">
              <a:solidFill>
                <a:schemeClr val="dk1"/>
              </a:solidFill>
              <a:prstDash val="solid"/>
              <a:round/>
              <a:headEnd type="none" w="sm" len="sm"/>
              <a:tailEnd type="stealth" w="sm" len="sm"/>
            </a:ln>
          </p:spPr>
        </p:cxnSp>
        <p:sp>
          <p:nvSpPr>
            <p:cNvPr id="56" name="Google Shape;999;p49">
              <a:extLst>
                <a:ext uri="{FF2B5EF4-FFF2-40B4-BE49-F238E27FC236}">
                  <a16:creationId xmlns:a16="http://schemas.microsoft.com/office/drawing/2014/main" id="{1FFF5DD5-02CB-56E2-258E-B381CE084672}"/>
                </a:ext>
              </a:extLst>
            </p:cNvPr>
            <p:cNvSpPr txBox="1"/>
            <p:nvPr/>
          </p:nvSpPr>
          <p:spPr>
            <a:xfrm>
              <a:off x="6941315" y="4901751"/>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0.4</a:t>
              </a:r>
              <a:endParaRPr sz="1800" dirty="0">
                <a:solidFill>
                  <a:srgbClr val="0000FF"/>
                </a:solidFill>
                <a:latin typeface="+mj-lt"/>
                <a:ea typeface="Arial"/>
                <a:cs typeface="Arial"/>
                <a:sym typeface="Arial"/>
              </a:endParaRPr>
            </a:p>
          </p:txBody>
        </p:sp>
        <p:sp>
          <p:nvSpPr>
            <p:cNvPr id="57" name="Google Shape;1000;p49">
              <a:extLst>
                <a:ext uri="{FF2B5EF4-FFF2-40B4-BE49-F238E27FC236}">
                  <a16:creationId xmlns:a16="http://schemas.microsoft.com/office/drawing/2014/main" id="{F345BAD9-D706-7042-39ED-C41971957A12}"/>
                </a:ext>
              </a:extLst>
            </p:cNvPr>
            <p:cNvSpPr txBox="1"/>
            <p:nvPr/>
          </p:nvSpPr>
          <p:spPr>
            <a:xfrm>
              <a:off x="6941315" y="4499346"/>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0.2</a:t>
              </a:r>
              <a:endParaRPr sz="1800" dirty="0">
                <a:solidFill>
                  <a:srgbClr val="00B050"/>
                </a:solidFill>
                <a:latin typeface="+mj-lt"/>
                <a:ea typeface="Arial"/>
                <a:cs typeface="Arial"/>
                <a:sym typeface="Arial"/>
              </a:endParaRPr>
            </a:p>
          </p:txBody>
        </p:sp>
        <p:sp>
          <p:nvSpPr>
            <p:cNvPr id="58" name="Google Shape;1001;p49">
              <a:extLst>
                <a:ext uri="{FF2B5EF4-FFF2-40B4-BE49-F238E27FC236}">
                  <a16:creationId xmlns:a16="http://schemas.microsoft.com/office/drawing/2014/main" id="{9E4E7784-6880-DF9C-7E3F-9397B7A941F1}"/>
                </a:ext>
              </a:extLst>
            </p:cNvPr>
            <p:cNvSpPr txBox="1"/>
            <p:nvPr/>
          </p:nvSpPr>
          <p:spPr>
            <a:xfrm>
              <a:off x="6941315" y="3821787"/>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0.8</a:t>
              </a:r>
              <a:endParaRPr sz="1800" dirty="0">
                <a:solidFill>
                  <a:srgbClr val="00B050"/>
                </a:solidFill>
                <a:latin typeface="+mj-lt"/>
                <a:ea typeface="Arial"/>
                <a:cs typeface="Arial"/>
                <a:sym typeface="Arial"/>
              </a:endParaRPr>
            </a:p>
          </p:txBody>
        </p:sp>
        <p:sp>
          <p:nvSpPr>
            <p:cNvPr id="59" name="Google Shape;972;p49">
              <a:extLst>
                <a:ext uri="{FF2B5EF4-FFF2-40B4-BE49-F238E27FC236}">
                  <a16:creationId xmlns:a16="http://schemas.microsoft.com/office/drawing/2014/main" id="{6EA241CD-42A1-76EA-F209-3A42C893AD60}"/>
                </a:ext>
              </a:extLst>
            </p:cNvPr>
            <p:cNvSpPr/>
            <p:nvPr/>
          </p:nvSpPr>
          <p:spPr>
            <a:xfrm>
              <a:off x="1808106" y="2073442"/>
              <a:ext cx="1030035" cy="838200"/>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2"/>
                  </a:solidFill>
                  <a:latin typeface="+mj-lt"/>
                  <a:ea typeface="Palatino Linotype"/>
                  <a:cs typeface="Palatino Linotype"/>
                  <a:sym typeface="Palatino Linotype"/>
                </a:rPr>
                <a:t>Model?</a:t>
              </a:r>
              <a:endParaRPr dirty="0">
                <a:latin typeface="+mj-lt"/>
              </a:endParaRPr>
            </a:p>
          </p:txBody>
        </p:sp>
        <p:sp>
          <p:nvSpPr>
            <p:cNvPr id="60" name="Google Shape;1002;p49">
              <a:extLst>
                <a:ext uri="{FF2B5EF4-FFF2-40B4-BE49-F238E27FC236}">
                  <a16:creationId xmlns:a16="http://schemas.microsoft.com/office/drawing/2014/main" id="{4C2A334B-0E27-2C70-5C53-191FF774AF46}"/>
                </a:ext>
              </a:extLst>
            </p:cNvPr>
            <p:cNvSpPr txBox="1"/>
            <p:nvPr/>
          </p:nvSpPr>
          <p:spPr>
            <a:xfrm>
              <a:off x="2334480" y="1429844"/>
              <a:ext cx="971741"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9242"/>
                  </a:solidFill>
                  <a:latin typeface="+mj-lt"/>
                  <a:sym typeface="Arial"/>
                </a:rPr>
                <a:t>Optimistic</a:t>
              </a:r>
              <a:endParaRPr dirty="0">
                <a:solidFill>
                  <a:srgbClr val="009242"/>
                </a:solidFill>
                <a:latin typeface="+mj-lt"/>
              </a:endParaRPr>
            </a:p>
            <a:p>
              <a:pPr marL="0" marR="0" lvl="0" indent="0" algn="l" rtl="0">
                <a:spcBef>
                  <a:spcPts val="0"/>
                </a:spcBef>
                <a:spcAft>
                  <a:spcPts val="0"/>
                </a:spcAft>
                <a:buNone/>
              </a:pPr>
              <a:r>
                <a:rPr lang="en-US" sz="1400" dirty="0">
                  <a:solidFill>
                    <a:srgbClr val="009242"/>
                  </a:solidFill>
                  <a:latin typeface="+mj-lt"/>
                  <a:ea typeface="Arial"/>
                  <a:cs typeface="Arial"/>
                  <a:sym typeface="Arial"/>
                </a:rPr>
                <a:t>Model 1</a:t>
              </a:r>
              <a:endParaRPr sz="1400" dirty="0">
                <a:solidFill>
                  <a:srgbClr val="009242"/>
                </a:solidFill>
                <a:latin typeface="+mj-lt"/>
                <a:ea typeface="Arial"/>
                <a:cs typeface="Arial"/>
                <a:sym typeface="Arial"/>
              </a:endParaRPr>
            </a:p>
          </p:txBody>
        </p:sp>
        <p:sp>
          <p:nvSpPr>
            <p:cNvPr id="61" name="Google Shape;1003;p49">
              <a:extLst>
                <a:ext uri="{FF2B5EF4-FFF2-40B4-BE49-F238E27FC236}">
                  <a16:creationId xmlns:a16="http://schemas.microsoft.com/office/drawing/2014/main" id="{DFC25DDC-E68F-B40B-5B4F-58AF18E3C026}"/>
                </a:ext>
              </a:extLst>
            </p:cNvPr>
            <p:cNvSpPr txBox="1"/>
            <p:nvPr/>
          </p:nvSpPr>
          <p:spPr>
            <a:xfrm>
              <a:off x="2368218" y="2868948"/>
              <a:ext cx="1082348"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00FF"/>
                  </a:solidFill>
                  <a:latin typeface="+mj-lt"/>
                  <a:sym typeface="Arial"/>
                </a:rPr>
                <a:t>Pessimistic</a:t>
              </a:r>
              <a:endParaRPr dirty="0">
                <a:solidFill>
                  <a:srgbClr val="0000FF"/>
                </a:solidFill>
                <a:latin typeface="+mj-lt"/>
              </a:endParaRPr>
            </a:p>
            <a:p>
              <a:pPr marL="0" marR="0" lvl="0" indent="0" algn="l" rtl="0">
                <a:spcBef>
                  <a:spcPts val="0"/>
                </a:spcBef>
                <a:spcAft>
                  <a:spcPts val="0"/>
                </a:spcAft>
                <a:buNone/>
              </a:pPr>
              <a:r>
                <a:rPr lang="en-US" sz="1400" dirty="0">
                  <a:solidFill>
                    <a:srgbClr val="0000FF"/>
                  </a:solidFill>
                  <a:latin typeface="+mj-lt"/>
                  <a:ea typeface="Arial"/>
                  <a:cs typeface="Arial"/>
                  <a:sym typeface="Arial"/>
                </a:rPr>
                <a:t>Model 2</a:t>
              </a:r>
              <a:endParaRPr sz="1400" dirty="0">
                <a:solidFill>
                  <a:srgbClr val="0000FF"/>
                </a:solidFill>
                <a:latin typeface="+mj-lt"/>
                <a:ea typeface="Arial"/>
                <a:cs typeface="Arial"/>
                <a:sym typeface="Arial"/>
              </a:endParaRPr>
            </a:p>
          </p:txBody>
        </p:sp>
        <p:cxnSp>
          <p:nvCxnSpPr>
            <p:cNvPr id="62" name="Google Shape;1004;p49">
              <a:extLst>
                <a:ext uri="{FF2B5EF4-FFF2-40B4-BE49-F238E27FC236}">
                  <a16:creationId xmlns:a16="http://schemas.microsoft.com/office/drawing/2014/main" id="{412DDA5A-0DBD-AEBC-A95B-A8293C34F9D7}"/>
                </a:ext>
              </a:extLst>
            </p:cNvPr>
            <p:cNvCxnSpPr>
              <a:stCxn id="59" idx="7"/>
              <a:endCxn id="65" idx="1"/>
            </p:cNvCxnSpPr>
            <p:nvPr/>
          </p:nvCxnSpPr>
          <p:spPr>
            <a:xfrm rot="10800000" flipH="1">
              <a:off x="2687296" y="1553594"/>
              <a:ext cx="848700" cy="642600"/>
            </a:xfrm>
            <a:prstGeom prst="straightConnector1">
              <a:avLst/>
            </a:prstGeom>
            <a:noFill/>
            <a:ln w="25400" cap="flat" cmpd="sng">
              <a:solidFill>
                <a:schemeClr val="dk1"/>
              </a:solidFill>
              <a:prstDash val="solid"/>
              <a:round/>
              <a:headEnd type="none" w="sm" len="sm"/>
              <a:tailEnd type="stealth" w="sm" len="sm"/>
            </a:ln>
          </p:spPr>
        </p:cxnSp>
        <p:cxnSp>
          <p:nvCxnSpPr>
            <p:cNvPr id="63" name="Google Shape;1006;p49">
              <a:extLst>
                <a:ext uri="{FF2B5EF4-FFF2-40B4-BE49-F238E27FC236}">
                  <a16:creationId xmlns:a16="http://schemas.microsoft.com/office/drawing/2014/main" id="{94F698B4-CBCF-90B9-7663-BC6F1F73165E}"/>
                </a:ext>
              </a:extLst>
            </p:cNvPr>
            <p:cNvCxnSpPr>
              <a:stCxn id="59" idx="5"/>
              <a:endCxn id="64" idx="1"/>
            </p:cNvCxnSpPr>
            <p:nvPr/>
          </p:nvCxnSpPr>
          <p:spPr>
            <a:xfrm>
              <a:off x="2687296" y="2788890"/>
              <a:ext cx="848700" cy="51300"/>
            </a:xfrm>
            <a:prstGeom prst="straightConnector1">
              <a:avLst/>
            </a:prstGeom>
            <a:noFill/>
            <a:ln w="25400" cap="flat" cmpd="sng">
              <a:solidFill>
                <a:schemeClr val="dk1"/>
              </a:solidFill>
              <a:prstDash val="solid"/>
              <a:round/>
              <a:headEnd type="none" w="sm" len="sm"/>
              <a:tailEnd type="stealth" w="sm" len="sm"/>
            </a:ln>
          </p:spPr>
        </p:cxnSp>
        <p:sp>
          <p:nvSpPr>
            <p:cNvPr id="64" name="Google Shape;1007;p49">
              <a:extLst>
                <a:ext uri="{FF2B5EF4-FFF2-40B4-BE49-F238E27FC236}">
                  <a16:creationId xmlns:a16="http://schemas.microsoft.com/office/drawing/2014/main" id="{E30F7C28-E739-B69B-CF87-407F602FD3A2}"/>
                </a:ext>
              </a:extLst>
            </p:cNvPr>
            <p:cNvSpPr txBox="1"/>
            <p:nvPr/>
          </p:nvSpPr>
          <p:spPr>
            <a:xfrm>
              <a:off x="3535881" y="2547099"/>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sp>
          <p:nvSpPr>
            <p:cNvPr id="65" name="Google Shape;1005;p49">
              <a:extLst>
                <a:ext uri="{FF2B5EF4-FFF2-40B4-BE49-F238E27FC236}">
                  <a16:creationId xmlns:a16="http://schemas.microsoft.com/office/drawing/2014/main" id="{C23E1634-9EB0-8E79-72CE-EEC56BF31950}"/>
                </a:ext>
              </a:extLst>
            </p:cNvPr>
            <p:cNvSpPr txBox="1"/>
            <p:nvPr/>
          </p:nvSpPr>
          <p:spPr>
            <a:xfrm>
              <a:off x="3535881" y="1260771"/>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cxnSp>
          <p:nvCxnSpPr>
            <p:cNvPr id="66" name="Google Shape;1008;p49">
              <a:extLst>
                <a:ext uri="{FF2B5EF4-FFF2-40B4-BE49-F238E27FC236}">
                  <a16:creationId xmlns:a16="http://schemas.microsoft.com/office/drawing/2014/main" id="{C2FF2D7F-26C4-A7D8-EE2C-13B22A6EF75B}"/>
                </a:ext>
              </a:extLst>
            </p:cNvPr>
            <p:cNvCxnSpPr>
              <a:stCxn id="65" idx="3"/>
              <a:endCxn id="80" idx="2"/>
            </p:cNvCxnSpPr>
            <p:nvPr/>
          </p:nvCxnSpPr>
          <p:spPr>
            <a:xfrm rot="10800000" flipH="1">
              <a:off x="4699663" y="972622"/>
              <a:ext cx="1080300" cy="581100"/>
            </a:xfrm>
            <a:prstGeom prst="straightConnector1">
              <a:avLst/>
            </a:prstGeom>
            <a:noFill/>
            <a:ln w="25400" cap="flat" cmpd="sng">
              <a:solidFill>
                <a:schemeClr val="dk1"/>
              </a:solidFill>
              <a:prstDash val="solid"/>
              <a:round/>
              <a:headEnd type="none" w="sm" len="sm"/>
              <a:tailEnd type="stealth" w="sm" len="sm"/>
            </a:ln>
          </p:spPr>
        </p:cxnSp>
        <p:cxnSp>
          <p:nvCxnSpPr>
            <p:cNvPr id="67" name="Google Shape;1010;p49">
              <a:extLst>
                <a:ext uri="{FF2B5EF4-FFF2-40B4-BE49-F238E27FC236}">
                  <a16:creationId xmlns:a16="http://schemas.microsoft.com/office/drawing/2014/main" id="{C5606401-40E6-B05B-4FC7-A6FE0A6EBC17}"/>
                </a:ext>
              </a:extLst>
            </p:cNvPr>
            <p:cNvCxnSpPr>
              <a:stCxn id="65" idx="3"/>
              <a:endCxn id="74" idx="1"/>
            </p:cNvCxnSpPr>
            <p:nvPr/>
          </p:nvCxnSpPr>
          <p:spPr>
            <a:xfrm>
              <a:off x="4699663" y="1553722"/>
              <a:ext cx="3007200" cy="291900"/>
            </a:xfrm>
            <a:prstGeom prst="straightConnector1">
              <a:avLst/>
            </a:prstGeom>
            <a:noFill/>
            <a:ln w="25400" cap="flat" cmpd="sng">
              <a:solidFill>
                <a:schemeClr val="dk1"/>
              </a:solidFill>
              <a:prstDash val="solid"/>
              <a:round/>
              <a:headEnd type="none" w="sm" len="sm"/>
              <a:tailEnd type="stealth" w="sm" len="sm"/>
            </a:ln>
          </p:spPr>
        </p:cxnSp>
        <p:sp>
          <p:nvSpPr>
            <p:cNvPr id="68" name="Google Shape;1012;p49">
              <a:extLst>
                <a:ext uri="{FF2B5EF4-FFF2-40B4-BE49-F238E27FC236}">
                  <a16:creationId xmlns:a16="http://schemas.microsoft.com/office/drawing/2014/main" id="{4DC04E3E-3C08-BE7D-5F4A-B5E2B10E6691}"/>
                </a:ext>
              </a:extLst>
            </p:cNvPr>
            <p:cNvSpPr txBox="1"/>
            <p:nvPr/>
          </p:nvSpPr>
          <p:spPr>
            <a:xfrm>
              <a:off x="4942022" y="947096"/>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69" name="Google Shape;1013;p49">
              <a:extLst>
                <a:ext uri="{FF2B5EF4-FFF2-40B4-BE49-F238E27FC236}">
                  <a16:creationId xmlns:a16="http://schemas.microsoft.com/office/drawing/2014/main" id="{3AD3F991-027A-F2D8-CB3D-BCCB05A08E0F}"/>
                </a:ext>
              </a:extLst>
            </p:cNvPr>
            <p:cNvSpPr txBox="1"/>
            <p:nvPr/>
          </p:nvSpPr>
          <p:spPr>
            <a:xfrm>
              <a:off x="4964579" y="1662006"/>
              <a:ext cx="29344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cxnSp>
          <p:nvCxnSpPr>
            <p:cNvPr id="70" name="Google Shape;1014;p49">
              <a:extLst>
                <a:ext uri="{FF2B5EF4-FFF2-40B4-BE49-F238E27FC236}">
                  <a16:creationId xmlns:a16="http://schemas.microsoft.com/office/drawing/2014/main" id="{ABA71706-DD3E-445D-E2A6-D397DEFC7739}"/>
                </a:ext>
              </a:extLst>
            </p:cNvPr>
            <p:cNvCxnSpPr>
              <a:stCxn id="64" idx="3"/>
              <a:endCxn id="87" idx="2"/>
            </p:cNvCxnSpPr>
            <p:nvPr/>
          </p:nvCxnSpPr>
          <p:spPr>
            <a:xfrm rot="10800000" flipH="1">
              <a:off x="4699663" y="2499850"/>
              <a:ext cx="1080300" cy="340200"/>
            </a:xfrm>
            <a:prstGeom prst="straightConnector1">
              <a:avLst/>
            </a:prstGeom>
            <a:noFill/>
            <a:ln w="25400" cap="flat" cmpd="sng">
              <a:solidFill>
                <a:schemeClr val="dk1"/>
              </a:solidFill>
              <a:prstDash val="solid"/>
              <a:round/>
              <a:headEnd type="none" w="sm" len="sm"/>
              <a:tailEnd type="stealth" w="sm" len="sm"/>
            </a:ln>
          </p:spPr>
        </p:cxnSp>
        <p:cxnSp>
          <p:nvCxnSpPr>
            <p:cNvPr id="71" name="Google Shape;1016;p49">
              <a:extLst>
                <a:ext uri="{FF2B5EF4-FFF2-40B4-BE49-F238E27FC236}">
                  <a16:creationId xmlns:a16="http://schemas.microsoft.com/office/drawing/2014/main" id="{EFC12655-2423-1106-E6F1-98789805B8A5}"/>
                </a:ext>
              </a:extLst>
            </p:cNvPr>
            <p:cNvCxnSpPr>
              <a:stCxn id="64" idx="3"/>
              <a:endCxn id="75" idx="1"/>
            </p:cNvCxnSpPr>
            <p:nvPr/>
          </p:nvCxnSpPr>
          <p:spPr>
            <a:xfrm>
              <a:off x="4699663" y="2840050"/>
              <a:ext cx="3007200" cy="657300"/>
            </a:xfrm>
            <a:prstGeom prst="straightConnector1">
              <a:avLst/>
            </a:prstGeom>
            <a:noFill/>
            <a:ln w="25400" cap="flat" cmpd="sng">
              <a:solidFill>
                <a:schemeClr val="dk1"/>
              </a:solidFill>
              <a:prstDash val="solid"/>
              <a:round/>
              <a:headEnd type="none" w="sm" len="sm"/>
              <a:tailEnd type="stealth" w="sm" len="sm"/>
            </a:ln>
          </p:spPr>
        </p:cxnSp>
        <p:sp>
          <p:nvSpPr>
            <p:cNvPr id="72" name="Google Shape;1018;p49">
              <a:extLst>
                <a:ext uri="{FF2B5EF4-FFF2-40B4-BE49-F238E27FC236}">
                  <a16:creationId xmlns:a16="http://schemas.microsoft.com/office/drawing/2014/main" id="{7F877A1A-BA32-0B72-B8EB-535A7148674B}"/>
                </a:ext>
              </a:extLst>
            </p:cNvPr>
            <p:cNvSpPr txBox="1"/>
            <p:nvPr/>
          </p:nvSpPr>
          <p:spPr>
            <a:xfrm>
              <a:off x="4942022" y="2315058"/>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73" name="Google Shape;1019;p49">
              <a:extLst>
                <a:ext uri="{FF2B5EF4-FFF2-40B4-BE49-F238E27FC236}">
                  <a16:creationId xmlns:a16="http://schemas.microsoft.com/office/drawing/2014/main" id="{515F1678-6F25-536E-D404-4E49A7D4E540}"/>
                </a:ext>
              </a:extLst>
            </p:cNvPr>
            <p:cNvSpPr txBox="1"/>
            <p:nvPr/>
          </p:nvSpPr>
          <p:spPr>
            <a:xfrm flipH="1">
              <a:off x="4946183" y="3022836"/>
              <a:ext cx="33023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sp>
          <p:nvSpPr>
            <p:cNvPr id="74" name="Google Shape;1011;p49">
              <a:extLst>
                <a:ext uri="{FF2B5EF4-FFF2-40B4-BE49-F238E27FC236}">
                  <a16:creationId xmlns:a16="http://schemas.microsoft.com/office/drawing/2014/main" id="{2DCCFA65-58D4-BBFE-2DC4-DD3B54BAE336}"/>
                </a:ext>
              </a:extLst>
            </p:cNvPr>
            <p:cNvSpPr txBox="1"/>
            <p:nvPr/>
          </p:nvSpPr>
          <p:spPr>
            <a:xfrm>
              <a:off x="7706941" y="1617171"/>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40,000</a:t>
              </a:r>
              <a:endParaRPr sz="1800">
                <a:solidFill>
                  <a:schemeClr val="dk1"/>
                </a:solidFill>
                <a:latin typeface="+mj-lt"/>
                <a:ea typeface="Arial"/>
                <a:cs typeface="Arial"/>
                <a:sym typeface="Arial"/>
              </a:endParaRPr>
            </a:p>
          </p:txBody>
        </p:sp>
        <p:sp>
          <p:nvSpPr>
            <p:cNvPr id="75" name="Google Shape;1017;p49">
              <a:extLst>
                <a:ext uri="{FF2B5EF4-FFF2-40B4-BE49-F238E27FC236}">
                  <a16:creationId xmlns:a16="http://schemas.microsoft.com/office/drawing/2014/main" id="{E584374B-7FB7-8B2F-C6BC-EF21EF752A56}"/>
                </a:ext>
              </a:extLst>
            </p:cNvPr>
            <p:cNvSpPr txBox="1"/>
            <p:nvPr/>
          </p:nvSpPr>
          <p:spPr>
            <a:xfrm>
              <a:off x="7706941" y="3268743"/>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40,000</a:t>
              </a:r>
              <a:endParaRPr sz="1800">
                <a:solidFill>
                  <a:schemeClr val="dk1"/>
                </a:solidFill>
                <a:latin typeface="+mj-lt"/>
                <a:ea typeface="Arial"/>
                <a:cs typeface="Arial"/>
                <a:sym typeface="Arial"/>
              </a:endParaRPr>
            </a:p>
          </p:txBody>
        </p:sp>
        <p:sp>
          <p:nvSpPr>
            <p:cNvPr id="76" name="Google Shape;1020;p49">
              <a:extLst>
                <a:ext uri="{FF2B5EF4-FFF2-40B4-BE49-F238E27FC236}">
                  <a16:creationId xmlns:a16="http://schemas.microsoft.com/office/drawing/2014/main" id="{A8D96C1A-2068-0813-619E-6DEE61223437}"/>
                </a:ext>
              </a:extLst>
            </p:cNvPr>
            <p:cNvSpPr txBox="1"/>
            <p:nvPr/>
          </p:nvSpPr>
          <p:spPr>
            <a:xfrm>
              <a:off x="7688163" y="548322"/>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77" name="Google Shape;1021;p49">
              <a:extLst>
                <a:ext uri="{FF2B5EF4-FFF2-40B4-BE49-F238E27FC236}">
                  <a16:creationId xmlns:a16="http://schemas.microsoft.com/office/drawing/2014/main" id="{BECE831C-35FA-9808-B04E-E96BCE9E147C}"/>
                </a:ext>
              </a:extLst>
            </p:cNvPr>
            <p:cNvSpPr txBox="1"/>
            <p:nvPr/>
          </p:nvSpPr>
          <p:spPr>
            <a:xfrm>
              <a:off x="7688163" y="1075953"/>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78" name="Google Shape;1022;p49">
              <a:extLst>
                <a:ext uri="{FF2B5EF4-FFF2-40B4-BE49-F238E27FC236}">
                  <a16:creationId xmlns:a16="http://schemas.microsoft.com/office/drawing/2014/main" id="{DD04C993-504B-10EF-C303-F05462565959}"/>
                </a:ext>
              </a:extLst>
            </p:cNvPr>
            <p:cNvCxnSpPr>
              <a:stCxn id="80" idx="6"/>
              <a:endCxn id="76" idx="1"/>
            </p:cNvCxnSpPr>
            <p:nvPr/>
          </p:nvCxnSpPr>
          <p:spPr>
            <a:xfrm rot="10800000" flipH="1">
              <a:off x="6738925" y="776983"/>
              <a:ext cx="949200" cy="195600"/>
            </a:xfrm>
            <a:prstGeom prst="straightConnector1">
              <a:avLst/>
            </a:prstGeom>
            <a:noFill/>
            <a:ln w="25400" cap="flat" cmpd="sng">
              <a:solidFill>
                <a:schemeClr val="dk1"/>
              </a:solidFill>
              <a:prstDash val="solid"/>
              <a:round/>
              <a:headEnd type="none" w="sm" len="sm"/>
              <a:tailEnd type="stealth" w="sm" len="sm"/>
            </a:ln>
          </p:spPr>
        </p:cxnSp>
        <p:cxnSp>
          <p:nvCxnSpPr>
            <p:cNvPr id="79" name="Google Shape;1023;p49">
              <a:extLst>
                <a:ext uri="{FF2B5EF4-FFF2-40B4-BE49-F238E27FC236}">
                  <a16:creationId xmlns:a16="http://schemas.microsoft.com/office/drawing/2014/main" id="{15305CB1-23AB-7059-D07C-5B249944FFC0}"/>
                </a:ext>
              </a:extLst>
            </p:cNvPr>
            <p:cNvCxnSpPr>
              <a:stCxn id="80" idx="6"/>
              <a:endCxn id="77" idx="1"/>
            </p:cNvCxnSpPr>
            <p:nvPr/>
          </p:nvCxnSpPr>
          <p:spPr>
            <a:xfrm>
              <a:off x="6738925" y="972583"/>
              <a:ext cx="949200" cy="332100"/>
            </a:xfrm>
            <a:prstGeom prst="straightConnector1">
              <a:avLst/>
            </a:prstGeom>
            <a:noFill/>
            <a:ln w="25400" cap="flat" cmpd="sng">
              <a:solidFill>
                <a:schemeClr val="dk1"/>
              </a:solidFill>
              <a:prstDash val="solid"/>
              <a:round/>
              <a:headEnd type="none" w="sm" len="sm"/>
              <a:tailEnd type="stealth" w="sm" len="sm"/>
            </a:ln>
          </p:spPr>
        </p:cxnSp>
        <p:sp>
          <p:nvSpPr>
            <p:cNvPr id="80" name="Google Shape;1009;p49">
              <a:extLst>
                <a:ext uri="{FF2B5EF4-FFF2-40B4-BE49-F238E27FC236}">
                  <a16:creationId xmlns:a16="http://schemas.microsoft.com/office/drawing/2014/main" id="{5EF30027-E005-D72E-804E-91CBE6CF78D0}"/>
                </a:ext>
              </a:extLst>
            </p:cNvPr>
            <p:cNvSpPr/>
            <p:nvPr/>
          </p:nvSpPr>
          <p:spPr>
            <a:xfrm>
              <a:off x="5780044" y="541839"/>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81" name="Google Shape;1024;p49">
              <a:extLst>
                <a:ext uri="{FF2B5EF4-FFF2-40B4-BE49-F238E27FC236}">
                  <a16:creationId xmlns:a16="http://schemas.microsoft.com/office/drawing/2014/main" id="{128BC2CB-DB99-800B-DFCB-1ACAE4071D44}"/>
                </a:ext>
              </a:extLst>
            </p:cNvPr>
            <p:cNvSpPr txBox="1"/>
            <p:nvPr/>
          </p:nvSpPr>
          <p:spPr>
            <a:xfrm>
              <a:off x="6941315" y="1143637"/>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0.2</a:t>
              </a:r>
              <a:endParaRPr sz="1800" dirty="0">
                <a:solidFill>
                  <a:srgbClr val="00B050"/>
                </a:solidFill>
                <a:latin typeface="+mj-lt"/>
                <a:ea typeface="Arial"/>
                <a:cs typeface="Arial"/>
                <a:sym typeface="Arial"/>
              </a:endParaRPr>
            </a:p>
          </p:txBody>
        </p:sp>
        <p:sp>
          <p:nvSpPr>
            <p:cNvPr id="82" name="Google Shape;1025;p49">
              <a:extLst>
                <a:ext uri="{FF2B5EF4-FFF2-40B4-BE49-F238E27FC236}">
                  <a16:creationId xmlns:a16="http://schemas.microsoft.com/office/drawing/2014/main" id="{2783E872-AF37-C4F0-FD0F-65D5664D6398}"/>
                </a:ext>
              </a:extLst>
            </p:cNvPr>
            <p:cNvSpPr txBox="1"/>
            <p:nvPr/>
          </p:nvSpPr>
          <p:spPr>
            <a:xfrm>
              <a:off x="6941315" y="511624"/>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0.8</a:t>
              </a:r>
              <a:endParaRPr sz="1800" dirty="0">
                <a:solidFill>
                  <a:srgbClr val="00B050"/>
                </a:solidFill>
                <a:latin typeface="+mj-lt"/>
                <a:ea typeface="Arial"/>
                <a:cs typeface="Arial"/>
                <a:sym typeface="Arial"/>
              </a:endParaRPr>
            </a:p>
          </p:txBody>
        </p:sp>
        <p:sp>
          <p:nvSpPr>
            <p:cNvPr id="83" name="Google Shape;1026;p49">
              <a:extLst>
                <a:ext uri="{FF2B5EF4-FFF2-40B4-BE49-F238E27FC236}">
                  <a16:creationId xmlns:a16="http://schemas.microsoft.com/office/drawing/2014/main" id="{2D0E31B0-74E7-359E-3C3E-4EE749BC279B}"/>
                </a:ext>
              </a:extLst>
            </p:cNvPr>
            <p:cNvSpPr txBox="1"/>
            <p:nvPr/>
          </p:nvSpPr>
          <p:spPr>
            <a:xfrm>
              <a:off x="7706941" y="2218422"/>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84" name="Google Shape;1027;p49">
              <a:extLst>
                <a:ext uri="{FF2B5EF4-FFF2-40B4-BE49-F238E27FC236}">
                  <a16:creationId xmlns:a16="http://schemas.microsoft.com/office/drawing/2014/main" id="{C3D53304-B7A2-782F-C26D-4B0FD57958D1}"/>
                </a:ext>
              </a:extLst>
            </p:cNvPr>
            <p:cNvSpPr txBox="1"/>
            <p:nvPr/>
          </p:nvSpPr>
          <p:spPr>
            <a:xfrm>
              <a:off x="7706941" y="2738427"/>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85" name="Google Shape;1028;p49">
              <a:extLst>
                <a:ext uri="{FF2B5EF4-FFF2-40B4-BE49-F238E27FC236}">
                  <a16:creationId xmlns:a16="http://schemas.microsoft.com/office/drawing/2014/main" id="{7ECCE707-74E1-CC19-1D9C-85C1794FE2FC}"/>
                </a:ext>
              </a:extLst>
            </p:cNvPr>
            <p:cNvCxnSpPr>
              <a:stCxn id="87" idx="6"/>
              <a:endCxn id="83" idx="1"/>
            </p:cNvCxnSpPr>
            <p:nvPr/>
          </p:nvCxnSpPr>
          <p:spPr>
            <a:xfrm rot="10800000" flipH="1">
              <a:off x="6738925" y="2446923"/>
              <a:ext cx="968100" cy="52800"/>
            </a:xfrm>
            <a:prstGeom prst="straightConnector1">
              <a:avLst/>
            </a:prstGeom>
            <a:noFill/>
            <a:ln w="25400" cap="flat" cmpd="sng">
              <a:solidFill>
                <a:schemeClr val="dk1"/>
              </a:solidFill>
              <a:prstDash val="solid"/>
              <a:round/>
              <a:headEnd type="none" w="sm" len="sm"/>
              <a:tailEnd type="stealth" w="sm" len="sm"/>
            </a:ln>
          </p:spPr>
        </p:cxnSp>
        <p:cxnSp>
          <p:nvCxnSpPr>
            <p:cNvPr id="86" name="Google Shape;1029;p49">
              <a:extLst>
                <a:ext uri="{FF2B5EF4-FFF2-40B4-BE49-F238E27FC236}">
                  <a16:creationId xmlns:a16="http://schemas.microsoft.com/office/drawing/2014/main" id="{87A5CDE1-59FF-C935-0B19-616AA6BC80BE}"/>
                </a:ext>
              </a:extLst>
            </p:cNvPr>
            <p:cNvCxnSpPr>
              <a:stCxn id="87" idx="6"/>
              <a:endCxn id="84" idx="1"/>
            </p:cNvCxnSpPr>
            <p:nvPr/>
          </p:nvCxnSpPr>
          <p:spPr>
            <a:xfrm>
              <a:off x="6738925" y="2499723"/>
              <a:ext cx="968100" cy="467400"/>
            </a:xfrm>
            <a:prstGeom prst="straightConnector1">
              <a:avLst/>
            </a:prstGeom>
            <a:noFill/>
            <a:ln w="25400" cap="flat" cmpd="sng">
              <a:solidFill>
                <a:schemeClr val="dk1"/>
              </a:solidFill>
              <a:prstDash val="solid"/>
              <a:round/>
              <a:headEnd type="none" w="sm" len="sm"/>
              <a:tailEnd type="stealth" w="sm" len="sm"/>
            </a:ln>
          </p:spPr>
        </p:cxnSp>
        <p:sp>
          <p:nvSpPr>
            <p:cNvPr id="87" name="Google Shape;1015;p49">
              <a:extLst>
                <a:ext uri="{FF2B5EF4-FFF2-40B4-BE49-F238E27FC236}">
                  <a16:creationId xmlns:a16="http://schemas.microsoft.com/office/drawing/2014/main" id="{F8502F93-AECA-5A98-5FEF-67B3AAEB9587}"/>
                </a:ext>
              </a:extLst>
            </p:cNvPr>
            <p:cNvSpPr/>
            <p:nvPr/>
          </p:nvSpPr>
          <p:spPr>
            <a:xfrm>
              <a:off x="5780044" y="2068979"/>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88" name="Google Shape;1031;p49">
              <a:extLst>
                <a:ext uri="{FF2B5EF4-FFF2-40B4-BE49-F238E27FC236}">
                  <a16:creationId xmlns:a16="http://schemas.microsoft.com/office/drawing/2014/main" id="{8DE7F6A4-3068-CF33-6B56-FADA304EA1E4}"/>
                </a:ext>
              </a:extLst>
            </p:cNvPr>
            <p:cNvSpPr txBox="1"/>
            <p:nvPr/>
          </p:nvSpPr>
          <p:spPr>
            <a:xfrm>
              <a:off x="6941315" y="2078838"/>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0.4</a:t>
              </a:r>
              <a:endParaRPr sz="1800" dirty="0">
                <a:solidFill>
                  <a:srgbClr val="0000FF"/>
                </a:solidFill>
                <a:latin typeface="+mj-lt"/>
                <a:ea typeface="Arial"/>
                <a:cs typeface="Arial"/>
                <a:sym typeface="Arial"/>
              </a:endParaRPr>
            </a:p>
          </p:txBody>
        </p:sp>
      </p:grpSp>
      <p:sp>
        <p:nvSpPr>
          <p:cNvPr id="89" name="Google Shape;960;p48">
            <a:extLst>
              <a:ext uri="{FF2B5EF4-FFF2-40B4-BE49-F238E27FC236}">
                <a16:creationId xmlns:a16="http://schemas.microsoft.com/office/drawing/2014/main" id="{B89CD63A-F145-1167-4B2D-2A30E2D48A63}"/>
              </a:ext>
            </a:extLst>
          </p:cNvPr>
          <p:cNvSpPr/>
          <p:nvPr/>
        </p:nvSpPr>
        <p:spPr>
          <a:xfrm>
            <a:off x="306373" y="6211669"/>
            <a:ext cx="5535537"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8000"/>
                </a:solidFill>
                <a:latin typeface="+mj-lt"/>
                <a:ea typeface="Palatino Linotype"/>
                <a:cs typeface="Palatino Linotype"/>
                <a:sym typeface="Palatino Linotype"/>
              </a:rPr>
              <a:t>Optimistic (Model 1): Probability that it works = 0.8</a:t>
            </a:r>
            <a:endParaRPr sz="1800" dirty="0">
              <a:solidFill>
                <a:srgbClr val="008000"/>
              </a:solidFill>
              <a:latin typeface="+mj-lt"/>
              <a:ea typeface="Palatino Linotype"/>
              <a:cs typeface="Palatino Linotype"/>
              <a:sym typeface="Palatino Linotype"/>
            </a:endParaRPr>
          </a:p>
          <a:p>
            <a:pPr marL="0" marR="0" lvl="0" indent="0" algn="l" rtl="0">
              <a:spcBef>
                <a:spcPts val="0"/>
              </a:spcBef>
              <a:spcAft>
                <a:spcPts val="0"/>
              </a:spcAft>
              <a:buNone/>
            </a:pPr>
            <a:r>
              <a:rPr lang="en-US" sz="1800" dirty="0">
                <a:solidFill>
                  <a:srgbClr val="0000FF"/>
                </a:solidFill>
                <a:latin typeface="+mj-lt"/>
                <a:ea typeface="Palatino Linotype"/>
                <a:cs typeface="Palatino Linotype"/>
                <a:sym typeface="Palatino Linotype"/>
              </a:rPr>
              <a:t>Pessimistic (Model 2): Probability that it works = 0.4</a:t>
            </a:r>
            <a:endParaRPr sz="1800" dirty="0">
              <a:solidFill>
                <a:srgbClr val="0000FF"/>
              </a:solidFill>
              <a:latin typeface="+mj-lt"/>
              <a:ea typeface="Palatino Linotype"/>
              <a:cs typeface="Palatino Linotype"/>
              <a:sym typeface="Palatino Linotype"/>
            </a:endParaRPr>
          </a:p>
        </p:txBody>
      </p:sp>
      <p:sp>
        <p:nvSpPr>
          <p:cNvPr id="90" name="Google Shape;1025;p49">
            <a:extLst>
              <a:ext uri="{FF2B5EF4-FFF2-40B4-BE49-F238E27FC236}">
                <a16:creationId xmlns:a16="http://schemas.microsoft.com/office/drawing/2014/main" id="{41121712-F707-BB77-FE74-EEA2E6107D69}"/>
              </a:ext>
            </a:extLst>
          </p:cNvPr>
          <p:cNvSpPr txBox="1"/>
          <p:nvPr/>
        </p:nvSpPr>
        <p:spPr>
          <a:xfrm>
            <a:off x="2976765" y="2142729"/>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B050"/>
                </a:solidFill>
                <a:latin typeface="+mj-lt"/>
                <a:ea typeface="Arial"/>
                <a:cs typeface="Arial"/>
                <a:sym typeface="Arial"/>
              </a:rPr>
              <a:t>0.5</a:t>
            </a:r>
            <a:endParaRPr sz="1800" b="1" dirty="0">
              <a:solidFill>
                <a:srgbClr val="00B050"/>
              </a:solidFill>
              <a:latin typeface="+mj-lt"/>
              <a:ea typeface="Arial"/>
              <a:cs typeface="Arial"/>
              <a:sym typeface="Arial"/>
            </a:endParaRPr>
          </a:p>
        </p:txBody>
      </p:sp>
      <p:sp>
        <p:nvSpPr>
          <p:cNvPr id="91" name="Google Shape;1031;p49">
            <a:extLst>
              <a:ext uri="{FF2B5EF4-FFF2-40B4-BE49-F238E27FC236}">
                <a16:creationId xmlns:a16="http://schemas.microsoft.com/office/drawing/2014/main" id="{9EC41649-604D-27DE-9021-7A3DBBEBB23D}"/>
              </a:ext>
            </a:extLst>
          </p:cNvPr>
          <p:cNvSpPr txBox="1"/>
          <p:nvPr/>
        </p:nvSpPr>
        <p:spPr>
          <a:xfrm>
            <a:off x="7051018" y="3001144"/>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0.6</a:t>
            </a:r>
            <a:endParaRPr sz="1800" dirty="0">
              <a:solidFill>
                <a:srgbClr val="0000FF"/>
              </a:solidFill>
              <a:latin typeface="+mj-lt"/>
              <a:ea typeface="Arial"/>
              <a:cs typeface="Arial"/>
              <a:sym typeface="Arial"/>
            </a:endParaRPr>
          </a:p>
        </p:txBody>
      </p:sp>
      <p:sp>
        <p:nvSpPr>
          <p:cNvPr id="92" name="Google Shape;1031;p49">
            <a:extLst>
              <a:ext uri="{FF2B5EF4-FFF2-40B4-BE49-F238E27FC236}">
                <a16:creationId xmlns:a16="http://schemas.microsoft.com/office/drawing/2014/main" id="{1B0736CF-FF53-2A3C-9D66-745146CF7AB9}"/>
              </a:ext>
            </a:extLst>
          </p:cNvPr>
          <p:cNvSpPr txBox="1"/>
          <p:nvPr/>
        </p:nvSpPr>
        <p:spPr>
          <a:xfrm>
            <a:off x="7073560" y="5815603"/>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0.6</a:t>
            </a:r>
            <a:endParaRPr sz="1800" dirty="0">
              <a:solidFill>
                <a:srgbClr val="0000FF"/>
              </a:solidFill>
              <a:latin typeface="+mj-lt"/>
              <a:ea typeface="Arial"/>
              <a:cs typeface="Arial"/>
              <a:sym typeface="Arial"/>
            </a:endParaRPr>
          </a:p>
        </p:txBody>
      </p:sp>
      <p:sp>
        <p:nvSpPr>
          <p:cNvPr id="93" name="Google Shape;1031;p49">
            <a:extLst>
              <a:ext uri="{FF2B5EF4-FFF2-40B4-BE49-F238E27FC236}">
                <a16:creationId xmlns:a16="http://schemas.microsoft.com/office/drawing/2014/main" id="{6B658EA4-7385-D885-0C38-AB7BCA208B14}"/>
              </a:ext>
            </a:extLst>
          </p:cNvPr>
          <p:cNvSpPr txBox="1"/>
          <p:nvPr/>
        </p:nvSpPr>
        <p:spPr>
          <a:xfrm>
            <a:off x="2995155" y="2732370"/>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00FF"/>
                </a:solidFill>
                <a:latin typeface="+mj-lt"/>
                <a:ea typeface="Arial"/>
                <a:cs typeface="Arial"/>
                <a:sym typeface="Arial"/>
              </a:rPr>
              <a:t>0.5</a:t>
            </a:r>
            <a:endParaRPr sz="1800" b="1" dirty="0">
              <a:solidFill>
                <a:srgbClr val="0000FF"/>
              </a:solidFill>
              <a:latin typeface="+mj-lt"/>
              <a:ea typeface="Arial"/>
              <a:cs typeface="Arial"/>
              <a:sym typeface="Arial"/>
            </a:endParaRPr>
          </a:p>
        </p:txBody>
      </p:sp>
      <p:sp>
        <p:nvSpPr>
          <p:cNvPr id="94" name="Google Shape;1025;p49">
            <a:extLst>
              <a:ext uri="{FF2B5EF4-FFF2-40B4-BE49-F238E27FC236}">
                <a16:creationId xmlns:a16="http://schemas.microsoft.com/office/drawing/2014/main" id="{CC872290-7B53-305A-AFB4-252D7B372BF9}"/>
              </a:ext>
            </a:extLst>
          </p:cNvPr>
          <p:cNvSpPr txBox="1"/>
          <p:nvPr/>
        </p:nvSpPr>
        <p:spPr>
          <a:xfrm>
            <a:off x="5141943" y="4562207"/>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B050"/>
                </a:solidFill>
                <a:latin typeface="+mj-lt"/>
                <a:ea typeface="Arial"/>
                <a:cs typeface="Arial"/>
                <a:sym typeface="Arial"/>
              </a:rPr>
              <a:t>0.5</a:t>
            </a:r>
            <a:endParaRPr sz="1800" b="1" dirty="0">
              <a:solidFill>
                <a:srgbClr val="00B050"/>
              </a:solidFill>
              <a:latin typeface="+mj-lt"/>
              <a:ea typeface="Arial"/>
              <a:cs typeface="Arial"/>
              <a:sym typeface="Arial"/>
            </a:endParaRPr>
          </a:p>
        </p:txBody>
      </p:sp>
      <p:sp>
        <p:nvSpPr>
          <p:cNvPr id="95" name="Google Shape;1031;p49">
            <a:extLst>
              <a:ext uri="{FF2B5EF4-FFF2-40B4-BE49-F238E27FC236}">
                <a16:creationId xmlns:a16="http://schemas.microsoft.com/office/drawing/2014/main" id="{3CECD0D0-5C75-F47E-E90B-46D5068B3185}"/>
              </a:ext>
            </a:extLst>
          </p:cNvPr>
          <p:cNvSpPr txBox="1"/>
          <p:nvPr/>
        </p:nvSpPr>
        <p:spPr>
          <a:xfrm>
            <a:off x="5138689" y="5000348"/>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00FF"/>
                </a:solidFill>
                <a:latin typeface="+mj-lt"/>
                <a:ea typeface="Arial"/>
                <a:cs typeface="Arial"/>
                <a:sym typeface="Arial"/>
              </a:rPr>
              <a:t>0.5</a:t>
            </a:r>
            <a:endParaRPr sz="1800" b="1" dirty="0">
              <a:solidFill>
                <a:srgbClr val="0000FF"/>
              </a:solidFill>
              <a:latin typeface="+mj-lt"/>
              <a:ea typeface="Arial"/>
              <a:cs typeface="Arial"/>
              <a:sym typeface="Arial"/>
            </a:endParaRPr>
          </a:p>
        </p:txBody>
      </p:sp>
      <p:sp>
        <p:nvSpPr>
          <p:cNvPr id="6" name="Content Placeholder 2">
            <a:extLst>
              <a:ext uri="{FF2B5EF4-FFF2-40B4-BE49-F238E27FC236}">
                <a16:creationId xmlns:a16="http://schemas.microsoft.com/office/drawing/2014/main" id="{C9097B24-C5B6-2A32-DDAA-BC8F13787B81}"/>
              </a:ext>
            </a:extLst>
          </p:cNvPr>
          <p:cNvSpPr txBox="1">
            <a:spLocks/>
          </p:cNvSpPr>
          <p:nvPr/>
        </p:nvSpPr>
        <p:spPr>
          <a:xfrm>
            <a:off x="9320318" y="1245183"/>
            <a:ext cx="2511378" cy="4577235"/>
          </a:xfrm>
          <a:prstGeom prst="rect">
            <a:avLst/>
          </a:prstGeom>
          <a:solidFill>
            <a:schemeClr val="accent6">
              <a:lumMod val="20000"/>
              <a:lumOff val="8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Example: </a:t>
            </a:r>
            <a:r>
              <a:rPr lang="en-US" dirty="0"/>
              <a:t>Hatchery problem – will a new technology improve the hatchery? </a:t>
            </a:r>
          </a:p>
          <a:p>
            <a:pPr marL="0" indent="0">
              <a:buNone/>
            </a:pPr>
            <a:r>
              <a:rPr lang="en-US" dirty="0"/>
              <a:t>And how much would you pay to find out which model (hypothesis) is true?</a:t>
            </a:r>
          </a:p>
        </p:txBody>
      </p:sp>
      <p:sp>
        <p:nvSpPr>
          <p:cNvPr id="7" name="Title 1">
            <a:extLst>
              <a:ext uri="{FF2B5EF4-FFF2-40B4-BE49-F238E27FC236}">
                <a16:creationId xmlns:a16="http://schemas.microsoft.com/office/drawing/2014/main" id="{7603A026-11BB-E83F-09A0-95ABD987C83F}"/>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sp>
        <p:nvSpPr>
          <p:cNvPr id="8" name="Rectangle 7">
            <a:extLst>
              <a:ext uri="{FF2B5EF4-FFF2-40B4-BE49-F238E27FC236}">
                <a16:creationId xmlns:a16="http://schemas.microsoft.com/office/drawing/2014/main" id="{B54AA5CF-FBD0-77AC-02B7-430E7D14292F}"/>
              </a:ext>
            </a:extLst>
          </p:cNvPr>
          <p:cNvSpPr/>
          <p:nvPr/>
        </p:nvSpPr>
        <p:spPr>
          <a:xfrm>
            <a:off x="1877404" y="762043"/>
            <a:ext cx="7341148" cy="32172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18287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EAAA4-151F-BCF6-585A-6AC59D2A475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C451617-CFDD-1536-98F4-B57B22C6CCA1}"/>
              </a:ext>
            </a:extLst>
          </p:cNvPr>
          <p:cNvSpPr txBox="1"/>
          <p:nvPr/>
        </p:nvSpPr>
        <p:spPr>
          <a:xfrm>
            <a:off x="9278103" y="5808155"/>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24" name="TextBox 23">
            <a:extLst>
              <a:ext uri="{FF2B5EF4-FFF2-40B4-BE49-F238E27FC236}">
                <a16:creationId xmlns:a16="http://schemas.microsoft.com/office/drawing/2014/main" id="{EEDC1F51-77A2-F59A-1185-83B86BC606DD}"/>
              </a:ext>
            </a:extLst>
          </p:cNvPr>
          <p:cNvSpPr txBox="1"/>
          <p:nvPr/>
        </p:nvSpPr>
        <p:spPr>
          <a:xfrm>
            <a:off x="246058" y="1674999"/>
            <a:ext cx="8950978" cy="307777"/>
          </a:xfrm>
          <a:prstGeom prst="rect">
            <a:avLst/>
          </a:prstGeom>
          <a:solidFill>
            <a:schemeClr val="bg1"/>
          </a:solidFill>
        </p:spPr>
        <p:txBody>
          <a:bodyPr wrap="square" rtlCol="0">
            <a:spAutoFit/>
          </a:bodyPr>
          <a:lstStyle/>
          <a:p>
            <a:endParaRPr lang="en-US" dirty="0">
              <a:latin typeface="+mj-lt"/>
            </a:endParaRPr>
          </a:p>
        </p:txBody>
      </p:sp>
      <p:grpSp>
        <p:nvGrpSpPr>
          <p:cNvPr id="25" name="Google Shape;968;p49">
            <a:extLst>
              <a:ext uri="{FF2B5EF4-FFF2-40B4-BE49-F238E27FC236}">
                <a16:creationId xmlns:a16="http://schemas.microsoft.com/office/drawing/2014/main" id="{89880E99-7940-12EE-9C46-0D19FDBECCC6}"/>
              </a:ext>
            </a:extLst>
          </p:cNvPr>
          <p:cNvGrpSpPr/>
          <p:nvPr/>
        </p:nvGrpSpPr>
        <p:grpSpPr>
          <a:xfrm>
            <a:off x="279310" y="751285"/>
            <a:ext cx="8467066" cy="6074183"/>
            <a:chOff x="154275" y="511624"/>
            <a:chExt cx="8467066" cy="6074183"/>
          </a:xfrm>
        </p:grpSpPr>
        <p:sp>
          <p:nvSpPr>
            <p:cNvPr id="26" name="Google Shape;969;p49">
              <a:extLst>
                <a:ext uri="{FF2B5EF4-FFF2-40B4-BE49-F238E27FC236}">
                  <a16:creationId xmlns:a16="http://schemas.microsoft.com/office/drawing/2014/main" id="{168F4596-9ECA-855A-729B-67B81C6667AF}"/>
                </a:ext>
              </a:extLst>
            </p:cNvPr>
            <p:cNvSpPr txBox="1"/>
            <p:nvPr/>
          </p:nvSpPr>
          <p:spPr>
            <a:xfrm>
              <a:off x="154275" y="3280143"/>
              <a:ext cx="1152011" cy="915709"/>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dirty="0">
                  <a:solidFill>
                    <a:schemeClr val="dk1"/>
                  </a:solidFill>
                  <a:latin typeface="+mj-lt"/>
                  <a:ea typeface="Arial"/>
                  <a:cs typeface="Arial"/>
                  <a:sym typeface="Arial"/>
                </a:rPr>
                <a:t>Research before deciding to adopt tech?</a:t>
              </a:r>
              <a:endParaRPr sz="1400" dirty="0">
                <a:solidFill>
                  <a:schemeClr val="dk1"/>
                </a:solidFill>
                <a:latin typeface="+mj-lt"/>
                <a:ea typeface="Arial"/>
                <a:cs typeface="Arial"/>
                <a:sym typeface="Arial"/>
              </a:endParaRPr>
            </a:p>
          </p:txBody>
        </p:sp>
        <p:sp>
          <p:nvSpPr>
            <p:cNvPr id="27" name="Google Shape;970;p49">
              <a:extLst>
                <a:ext uri="{FF2B5EF4-FFF2-40B4-BE49-F238E27FC236}">
                  <a16:creationId xmlns:a16="http://schemas.microsoft.com/office/drawing/2014/main" id="{F946D1D4-E016-4F02-D361-65E4938A0CD3}"/>
                </a:ext>
              </a:extLst>
            </p:cNvPr>
            <p:cNvSpPr/>
            <p:nvPr/>
          </p:nvSpPr>
          <p:spPr>
            <a:xfrm>
              <a:off x="3698671" y="4012035"/>
              <a:ext cx="1000991" cy="8382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Model</a:t>
              </a:r>
              <a:endParaRPr>
                <a:latin typeface="+mj-lt"/>
              </a:endParaRPr>
            </a:p>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a:t>
              </a:r>
              <a:endParaRPr>
                <a:latin typeface="+mj-lt"/>
              </a:endParaRPr>
            </a:p>
          </p:txBody>
        </p:sp>
        <p:cxnSp>
          <p:nvCxnSpPr>
            <p:cNvPr id="28" name="Google Shape;971;p49">
              <a:extLst>
                <a:ext uri="{FF2B5EF4-FFF2-40B4-BE49-F238E27FC236}">
                  <a16:creationId xmlns:a16="http://schemas.microsoft.com/office/drawing/2014/main" id="{2D0B20AF-84B7-704F-CD3B-3FBF13158021}"/>
                </a:ext>
              </a:extLst>
            </p:cNvPr>
            <p:cNvCxnSpPr>
              <a:stCxn id="26" idx="3"/>
              <a:endCxn id="59" idx="3"/>
            </p:cNvCxnSpPr>
            <p:nvPr/>
          </p:nvCxnSpPr>
          <p:spPr>
            <a:xfrm rot="10800000" flipH="1">
              <a:off x="1306286" y="2788797"/>
              <a:ext cx="652800" cy="949200"/>
            </a:xfrm>
            <a:prstGeom prst="straightConnector1">
              <a:avLst/>
            </a:prstGeom>
            <a:noFill/>
            <a:ln w="25400" cap="flat" cmpd="sng">
              <a:solidFill>
                <a:schemeClr val="dk1"/>
              </a:solidFill>
              <a:prstDash val="solid"/>
              <a:round/>
              <a:headEnd type="none" w="sm" len="sm"/>
              <a:tailEnd type="stealth" w="sm" len="sm"/>
            </a:ln>
          </p:spPr>
        </p:cxnSp>
        <p:sp>
          <p:nvSpPr>
            <p:cNvPr id="29" name="Google Shape;973;p49">
              <a:extLst>
                <a:ext uri="{FF2B5EF4-FFF2-40B4-BE49-F238E27FC236}">
                  <a16:creationId xmlns:a16="http://schemas.microsoft.com/office/drawing/2014/main" id="{391436C1-6335-62FE-7908-38B23FAA4F84}"/>
                </a:ext>
              </a:extLst>
            </p:cNvPr>
            <p:cNvSpPr txBox="1"/>
            <p:nvPr/>
          </p:nvSpPr>
          <p:spPr>
            <a:xfrm>
              <a:off x="7706941" y="3865958"/>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30" name="Google Shape;974;p49">
              <a:extLst>
                <a:ext uri="{FF2B5EF4-FFF2-40B4-BE49-F238E27FC236}">
                  <a16:creationId xmlns:a16="http://schemas.microsoft.com/office/drawing/2014/main" id="{EEA19D86-550A-BCBC-E7B3-DC7730D1E60D}"/>
                </a:ext>
              </a:extLst>
            </p:cNvPr>
            <p:cNvSpPr txBox="1"/>
            <p:nvPr/>
          </p:nvSpPr>
          <p:spPr>
            <a:xfrm>
              <a:off x="7706941" y="4405723"/>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31" name="Google Shape;975;p49">
              <a:extLst>
                <a:ext uri="{FF2B5EF4-FFF2-40B4-BE49-F238E27FC236}">
                  <a16:creationId xmlns:a16="http://schemas.microsoft.com/office/drawing/2014/main" id="{8662C7D4-1A8B-A094-C227-45465C95388A}"/>
                </a:ext>
              </a:extLst>
            </p:cNvPr>
            <p:cNvCxnSpPr>
              <a:stCxn id="48" idx="6"/>
              <a:endCxn id="29" idx="1"/>
            </p:cNvCxnSpPr>
            <p:nvPr/>
          </p:nvCxnSpPr>
          <p:spPr>
            <a:xfrm rot="10800000" flipH="1">
              <a:off x="6738925" y="4094552"/>
              <a:ext cx="968100" cy="225900"/>
            </a:xfrm>
            <a:prstGeom prst="straightConnector1">
              <a:avLst/>
            </a:prstGeom>
            <a:noFill/>
            <a:ln w="25400" cap="flat" cmpd="sng">
              <a:solidFill>
                <a:schemeClr val="dk1"/>
              </a:solidFill>
              <a:prstDash val="solid"/>
              <a:round/>
              <a:headEnd type="none" w="sm" len="sm"/>
              <a:tailEnd type="stealth" w="sm" len="sm"/>
            </a:ln>
          </p:spPr>
        </p:cxnSp>
        <p:cxnSp>
          <p:nvCxnSpPr>
            <p:cNvPr id="32" name="Google Shape;977;p49">
              <a:extLst>
                <a:ext uri="{FF2B5EF4-FFF2-40B4-BE49-F238E27FC236}">
                  <a16:creationId xmlns:a16="http://schemas.microsoft.com/office/drawing/2014/main" id="{4B72E0CA-6B3A-7698-69BB-B5AF6368206A}"/>
                </a:ext>
              </a:extLst>
            </p:cNvPr>
            <p:cNvCxnSpPr>
              <a:stCxn id="48" idx="6"/>
              <a:endCxn id="30" idx="1"/>
            </p:cNvCxnSpPr>
            <p:nvPr/>
          </p:nvCxnSpPr>
          <p:spPr>
            <a:xfrm>
              <a:off x="6738925" y="4320452"/>
              <a:ext cx="968100" cy="313800"/>
            </a:xfrm>
            <a:prstGeom prst="straightConnector1">
              <a:avLst/>
            </a:prstGeom>
            <a:noFill/>
            <a:ln w="25400" cap="flat" cmpd="sng">
              <a:solidFill>
                <a:schemeClr val="dk1"/>
              </a:solidFill>
              <a:prstDash val="solid"/>
              <a:round/>
              <a:headEnd type="none" w="sm" len="sm"/>
              <a:tailEnd type="stealth" w="sm" len="sm"/>
            </a:ln>
          </p:spPr>
        </p:cxnSp>
        <p:cxnSp>
          <p:nvCxnSpPr>
            <p:cNvPr id="33" name="Google Shape;978;p49">
              <a:extLst>
                <a:ext uri="{FF2B5EF4-FFF2-40B4-BE49-F238E27FC236}">
                  <a16:creationId xmlns:a16="http://schemas.microsoft.com/office/drawing/2014/main" id="{0B93F57D-E34D-E279-3CFE-E86A2EC63F6C}"/>
                </a:ext>
              </a:extLst>
            </p:cNvPr>
            <p:cNvCxnSpPr>
              <a:stCxn id="26" idx="3"/>
              <a:endCxn id="38" idx="0"/>
            </p:cNvCxnSpPr>
            <p:nvPr/>
          </p:nvCxnSpPr>
          <p:spPr>
            <a:xfrm>
              <a:off x="1306286" y="3737997"/>
              <a:ext cx="992100" cy="1084500"/>
            </a:xfrm>
            <a:prstGeom prst="straightConnector1">
              <a:avLst/>
            </a:prstGeom>
            <a:noFill/>
            <a:ln w="25400" cap="flat" cmpd="sng">
              <a:solidFill>
                <a:schemeClr val="dk1"/>
              </a:solidFill>
              <a:prstDash val="solid"/>
              <a:round/>
              <a:headEnd type="none" w="sm" len="sm"/>
              <a:tailEnd type="stealth" w="sm" len="sm"/>
            </a:ln>
          </p:spPr>
        </p:cxnSp>
        <p:sp>
          <p:nvSpPr>
            <p:cNvPr id="34" name="Google Shape;980;p49">
              <a:extLst>
                <a:ext uri="{FF2B5EF4-FFF2-40B4-BE49-F238E27FC236}">
                  <a16:creationId xmlns:a16="http://schemas.microsoft.com/office/drawing/2014/main" id="{A26993AE-217A-DE33-B870-C3B8450AC1ED}"/>
                </a:ext>
              </a:extLst>
            </p:cNvPr>
            <p:cNvSpPr txBox="1"/>
            <p:nvPr/>
          </p:nvSpPr>
          <p:spPr>
            <a:xfrm>
              <a:off x="1371600" y="2812640"/>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35" name="Google Shape;981;p49">
              <a:extLst>
                <a:ext uri="{FF2B5EF4-FFF2-40B4-BE49-F238E27FC236}">
                  <a16:creationId xmlns:a16="http://schemas.microsoft.com/office/drawing/2014/main" id="{32A75877-2893-8459-31B2-F5CDAFEFA5C2}"/>
                </a:ext>
              </a:extLst>
            </p:cNvPr>
            <p:cNvSpPr txBox="1"/>
            <p:nvPr/>
          </p:nvSpPr>
          <p:spPr>
            <a:xfrm>
              <a:off x="1365188" y="4181426"/>
              <a:ext cx="3513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sp>
          <p:nvSpPr>
            <p:cNvPr id="36" name="Google Shape;982;p49">
              <a:extLst>
                <a:ext uri="{FF2B5EF4-FFF2-40B4-BE49-F238E27FC236}">
                  <a16:creationId xmlns:a16="http://schemas.microsoft.com/office/drawing/2014/main" id="{9D5AD854-3F15-8210-C4F2-30ACC3E1208C}"/>
                </a:ext>
              </a:extLst>
            </p:cNvPr>
            <p:cNvSpPr txBox="1"/>
            <p:nvPr/>
          </p:nvSpPr>
          <p:spPr>
            <a:xfrm>
              <a:off x="6730072" y="3392168"/>
              <a:ext cx="184150" cy="1176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2"/>
                </a:solidFill>
                <a:latin typeface="+mj-lt"/>
                <a:ea typeface="Arial"/>
                <a:cs typeface="Arial"/>
                <a:sym typeface="Arial"/>
              </a:endParaRPr>
            </a:p>
          </p:txBody>
        </p:sp>
        <p:sp>
          <p:nvSpPr>
            <p:cNvPr id="37" name="Google Shape;984;p49">
              <a:extLst>
                <a:ext uri="{FF2B5EF4-FFF2-40B4-BE49-F238E27FC236}">
                  <a16:creationId xmlns:a16="http://schemas.microsoft.com/office/drawing/2014/main" id="{22C9D32C-F1D3-9372-648C-E4E5A2DC381F}"/>
                </a:ext>
              </a:extLst>
            </p:cNvPr>
            <p:cNvSpPr txBox="1"/>
            <p:nvPr/>
          </p:nvSpPr>
          <p:spPr>
            <a:xfrm>
              <a:off x="7706941" y="6128607"/>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40,000 </a:t>
              </a:r>
              <a:endParaRPr>
                <a:latin typeface="+mj-lt"/>
              </a:endParaRPr>
            </a:p>
          </p:txBody>
        </p:sp>
        <p:sp>
          <p:nvSpPr>
            <p:cNvPr id="38" name="Google Shape;979;p49">
              <a:extLst>
                <a:ext uri="{FF2B5EF4-FFF2-40B4-BE49-F238E27FC236}">
                  <a16:creationId xmlns:a16="http://schemas.microsoft.com/office/drawing/2014/main" id="{ADFA1AFE-4EB1-248D-A304-98B5204B56D7}"/>
                </a:ext>
              </a:extLst>
            </p:cNvPr>
            <p:cNvSpPr txBox="1"/>
            <p:nvPr/>
          </p:nvSpPr>
          <p:spPr>
            <a:xfrm>
              <a:off x="1716566" y="4822483"/>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cxnSp>
          <p:nvCxnSpPr>
            <p:cNvPr id="39" name="Google Shape;985;p49">
              <a:extLst>
                <a:ext uri="{FF2B5EF4-FFF2-40B4-BE49-F238E27FC236}">
                  <a16:creationId xmlns:a16="http://schemas.microsoft.com/office/drawing/2014/main" id="{84F942AB-24FE-5758-B6C7-61077F24B662}"/>
                </a:ext>
              </a:extLst>
            </p:cNvPr>
            <p:cNvCxnSpPr>
              <a:stCxn id="38" idx="3"/>
              <a:endCxn id="27" idx="2"/>
            </p:cNvCxnSpPr>
            <p:nvPr/>
          </p:nvCxnSpPr>
          <p:spPr>
            <a:xfrm rot="10800000" flipH="1">
              <a:off x="2880348" y="4431133"/>
              <a:ext cx="818400" cy="684300"/>
            </a:xfrm>
            <a:prstGeom prst="straightConnector1">
              <a:avLst/>
            </a:prstGeom>
            <a:noFill/>
            <a:ln w="25400" cap="flat" cmpd="sng">
              <a:solidFill>
                <a:schemeClr val="dk1"/>
              </a:solidFill>
              <a:prstDash val="solid"/>
              <a:round/>
              <a:headEnd type="none" w="sm" len="sm"/>
              <a:tailEnd type="stealth" w="sm" len="sm"/>
            </a:ln>
          </p:spPr>
        </p:cxnSp>
        <p:cxnSp>
          <p:nvCxnSpPr>
            <p:cNvPr id="40" name="Google Shape;986;p49">
              <a:extLst>
                <a:ext uri="{FF2B5EF4-FFF2-40B4-BE49-F238E27FC236}">
                  <a16:creationId xmlns:a16="http://schemas.microsoft.com/office/drawing/2014/main" id="{A088B45F-E8D6-7100-B1FC-579074323DAC}"/>
                </a:ext>
              </a:extLst>
            </p:cNvPr>
            <p:cNvCxnSpPr>
              <a:stCxn id="38" idx="3"/>
              <a:endCxn id="37" idx="1"/>
            </p:cNvCxnSpPr>
            <p:nvPr/>
          </p:nvCxnSpPr>
          <p:spPr>
            <a:xfrm>
              <a:off x="2880348" y="5115433"/>
              <a:ext cx="4826700" cy="1241700"/>
            </a:xfrm>
            <a:prstGeom prst="straightConnector1">
              <a:avLst/>
            </a:prstGeom>
            <a:noFill/>
            <a:ln w="25400" cap="flat" cmpd="sng">
              <a:solidFill>
                <a:schemeClr val="dk1"/>
              </a:solidFill>
              <a:prstDash val="solid"/>
              <a:round/>
              <a:headEnd type="none" w="sm" len="sm"/>
              <a:tailEnd type="stealth" w="sm" len="sm"/>
            </a:ln>
          </p:spPr>
        </p:cxnSp>
        <p:sp>
          <p:nvSpPr>
            <p:cNvPr id="41" name="Google Shape;987;p49">
              <a:extLst>
                <a:ext uri="{FF2B5EF4-FFF2-40B4-BE49-F238E27FC236}">
                  <a16:creationId xmlns:a16="http://schemas.microsoft.com/office/drawing/2014/main" id="{9F8C583C-9781-2399-8BA3-31768169D3F4}"/>
                </a:ext>
              </a:extLst>
            </p:cNvPr>
            <p:cNvSpPr txBox="1"/>
            <p:nvPr/>
          </p:nvSpPr>
          <p:spPr>
            <a:xfrm>
              <a:off x="3003629" y="4330509"/>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42" name="Google Shape;988;p49">
              <a:extLst>
                <a:ext uri="{FF2B5EF4-FFF2-40B4-BE49-F238E27FC236}">
                  <a16:creationId xmlns:a16="http://schemas.microsoft.com/office/drawing/2014/main" id="{F7D63049-A174-59CC-2210-2BD6CF40BEE4}"/>
                </a:ext>
              </a:extLst>
            </p:cNvPr>
            <p:cNvSpPr txBox="1"/>
            <p:nvPr/>
          </p:nvSpPr>
          <p:spPr>
            <a:xfrm>
              <a:off x="2997217" y="5272502"/>
              <a:ext cx="3513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cxnSp>
          <p:nvCxnSpPr>
            <p:cNvPr id="43" name="Google Shape;989;p49">
              <a:extLst>
                <a:ext uri="{FF2B5EF4-FFF2-40B4-BE49-F238E27FC236}">
                  <a16:creationId xmlns:a16="http://schemas.microsoft.com/office/drawing/2014/main" id="{384968AC-FA44-6BC7-6734-8687BD308DF6}"/>
                </a:ext>
              </a:extLst>
            </p:cNvPr>
            <p:cNvCxnSpPr>
              <a:stCxn id="27" idx="6"/>
              <a:endCxn id="48" idx="2"/>
            </p:cNvCxnSpPr>
            <p:nvPr/>
          </p:nvCxnSpPr>
          <p:spPr>
            <a:xfrm rot="10800000" flipH="1">
              <a:off x="4699662" y="4320435"/>
              <a:ext cx="1080300" cy="110700"/>
            </a:xfrm>
            <a:prstGeom prst="straightConnector1">
              <a:avLst/>
            </a:prstGeom>
            <a:noFill/>
            <a:ln w="25400" cap="flat" cmpd="sng">
              <a:solidFill>
                <a:schemeClr val="dk1"/>
              </a:solidFill>
              <a:prstDash val="solid"/>
              <a:round/>
              <a:headEnd type="none" w="sm" len="sm"/>
              <a:tailEnd type="stealth" w="sm" len="sm"/>
            </a:ln>
          </p:spPr>
        </p:cxnSp>
        <p:cxnSp>
          <p:nvCxnSpPr>
            <p:cNvPr id="47" name="Google Shape;990;p49">
              <a:extLst>
                <a:ext uri="{FF2B5EF4-FFF2-40B4-BE49-F238E27FC236}">
                  <a16:creationId xmlns:a16="http://schemas.microsoft.com/office/drawing/2014/main" id="{60E9C236-DDCC-5BC9-D0B5-B5EAB5A14073}"/>
                </a:ext>
              </a:extLst>
            </p:cNvPr>
            <p:cNvCxnSpPr>
              <a:stCxn id="27" idx="5"/>
              <a:endCxn id="49" idx="2"/>
            </p:cNvCxnSpPr>
            <p:nvPr/>
          </p:nvCxnSpPr>
          <p:spPr>
            <a:xfrm>
              <a:off x="4553070" y="4727484"/>
              <a:ext cx="1227000" cy="667500"/>
            </a:xfrm>
            <a:prstGeom prst="straightConnector1">
              <a:avLst/>
            </a:prstGeom>
            <a:noFill/>
            <a:ln w="25400" cap="flat" cmpd="sng">
              <a:solidFill>
                <a:schemeClr val="dk1"/>
              </a:solidFill>
              <a:prstDash val="solid"/>
              <a:round/>
              <a:headEnd type="none" w="sm" len="sm"/>
              <a:tailEnd type="stealth" w="sm" len="sm"/>
            </a:ln>
          </p:spPr>
        </p:cxnSp>
        <p:sp>
          <p:nvSpPr>
            <p:cNvPr id="48" name="Google Shape;976;p49">
              <a:extLst>
                <a:ext uri="{FF2B5EF4-FFF2-40B4-BE49-F238E27FC236}">
                  <a16:creationId xmlns:a16="http://schemas.microsoft.com/office/drawing/2014/main" id="{255D1E1D-7C2A-B95C-CF8A-CE8F3B64CFD3}"/>
                </a:ext>
              </a:extLst>
            </p:cNvPr>
            <p:cNvSpPr/>
            <p:nvPr/>
          </p:nvSpPr>
          <p:spPr>
            <a:xfrm>
              <a:off x="5780044" y="3889707"/>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49" name="Google Shape;991;p49">
              <a:extLst>
                <a:ext uri="{FF2B5EF4-FFF2-40B4-BE49-F238E27FC236}">
                  <a16:creationId xmlns:a16="http://schemas.microsoft.com/office/drawing/2014/main" id="{374BFEFD-D4A2-BB98-904B-6B3406967E54}"/>
                </a:ext>
              </a:extLst>
            </p:cNvPr>
            <p:cNvSpPr/>
            <p:nvPr/>
          </p:nvSpPr>
          <p:spPr>
            <a:xfrm>
              <a:off x="5780044" y="4964342"/>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50" name="Google Shape;992;p49">
              <a:extLst>
                <a:ext uri="{FF2B5EF4-FFF2-40B4-BE49-F238E27FC236}">
                  <a16:creationId xmlns:a16="http://schemas.microsoft.com/office/drawing/2014/main" id="{BB90DCED-889B-1967-8FF5-D47311572522}"/>
                </a:ext>
              </a:extLst>
            </p:cNvPr>
            <p:cNvSpPr txBox="1"/>
            <p:nvPr/>
          </p:nvSpPr>
          <p:spPr>
            <a:xfrm>
              <a:off x="4640777" y="3795372"/>
              <a:ext cx="971741"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9242"/>
                  </a:solidFill>
                  <a:latin typeface="+mj-lt"/>
                  <a:sym typeface="Arial"/>
                </a:rPr>
                <a:t>Optimistic</a:t>
              </a:r>
              <a:endParaRPr dirty="0">
                <a:solidFill>
                  <a:srgbClr val="009242"/>
                </a:solidFill>
                <a:latin typeface="+mj-lt"/>
              </a:endParaRPr>
            </a:p>
            <a:p>
              <a:pPr marL="0" marR="0" lvl="0" indent="0" algn="l" rtl="0">
                <a:spcBef>
                  <a:spcPts val="0"/>
                </a:spcBef>
                <a:spcAft>
                  <a:spcPts val="0"/>
                </a:spcAft>
                <a:buNone/>
              </a:pPr>
              <a:r>
                <a:rPr lang="en-US" sz="1400" dirty="0">
                  <a:solidFill>
                    <a:srgbClr val="009242"/>
                  </a:solidFill>
                  <a:latin typeface="+mj-lt"/>
                  <a:ea typeface="Arial"/>
                  <a:cs typeface="Arial"/>
                  <a:sym typeface="Arial"/>
                </a:rPr>
                <a:t>Model 1</a:t>
              </a:r>
              <a:endParaRPr sz="1400" dirty="0">
                <a:solidFill>
                  <a:srgbClr val="009242"/>
                </a:solidFill>
                <a:latin typeface="+mj-lt"/>
                <a:ea typeface="Arial"/>
                <a:cs typeface="Arial"/>
                <a:sym typeface="Arial"/>
              </a:endParaRPr>
            </a:p>
          </p:txBody>
        </p:sp>
        <p:sp>
          <p:nvSpPr>
            <p:cNvPr id="51" name="Google Shape;993;p49">
              <a:extLst>
                <a:ext uri="{FF2B5EF4-FFF2-40B4-BE49-F238E27FC236}">
                  <a16:creationId xmlns:a16="http://schemas.microsoft.com/office/drawing/2014/main" id="{39FA3AA4-9E1A-7FAE-F25E-99465ACD167E}"/>
                </a:ext>
              </a:extLst>
            </p:cNvPr>
            <p:cNvSpPr txBox="1"/>
            <p:nvPr/>
          </p:nvSpPr>
          <p:spPr>
            <a:xfrm>
              <a:off x="4114505" y="4901751"/>
              <a:ext cx="1082348"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00FF"/>
                  </a:solidFill>
                  <a:latin typeface="+mj-lt"/>
                  <a:sym typeface="Arial"/>
                </a:rPr>
                <a:t>Pessimistic</a:t>
              </a:r>
              <a:endParaRPr dirty="0">
                <a:solidFill>
                  <a:srgbClr val="0000FF"/>
                </a:solidFill>
                <a:latin typeface="+mj-lt"/>
              </a:endParaRPr>
            </a:p>
            <a:p>
              <a:pPr marL="0" marR="0" lvl="0" indent="0" algn="l" rtl="0">
                <a:spcBef>
                  <a:spcPts val="0"/>
                </a:spcBef>
                <a:spcAft>
                  <a:spcPts val="0"/>
                </a:spcAft>
                <a:buNone/>
              </a:pPr>
              <a:r>
                <a:rPr lang="en-US" sz="1400" dirty="0">
                  <a:solidFill>
                    <a:srgbClr val="0000FF"/>
                  </a:solidFill>
                  <a:latin typeface="+mj-lt"/>
                  <a:ea typeface="Arial"/>
                  <a:cs typeface="Arial"/>
                  <a:sym typeface="Arial"/>
                </a:rPr>
                <a:t>Model 2</a:t>
              </a:r>
              <a:endParaRPr sz="1400" dirty="0">
                <a:solidFill>
                  <a:srgbClr val="0000FF"/>
                </a:solidFill>
                <a:latin typeface="+mj-lt"/>
                <a:ea typeface="Arial"/>
                <a:cs typeface="Arial"/>
                <a:sym typeface="Arial"/>
              </a:endParaRPr>
            </a:p>
          </p:txBody>
        </p:sp>
        <p:sp>
          <p:nvSpPr>
            <p:cNvPr id="52" name="Google Shape;994;p49">
              <a:extLst>
                <a:ext uri="{FF2B5EF4-FFF2-40B4-BE49-F238E27FC236}">
                  <a16:creationId xmlns:a16="http://schemas.microsoft.com/office/drawing/2014/main" id="{0057D8E4-35A8-CBCC-508D-A14BE7068253}"/>
                </a:ext>
              </a:extLst>
            </p:cNvPr>
            <p:cNvSpPr txBox="1"/>
            <p:nvPr/>
          </p:nvSpPr>
          <p:spPr>
            <a:xfrm>
              <a:off x="7706941" y="4999968"/>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53" name="Google Shape;995;p49">
              <a:extLst>
                <a:ext uri="{FF2B5EF4-FFF2-40B4-BE49-F238E27FC236}">
                  <a16:creationId xmlns:a16="http://schemas.microsoft.com/office/drawing/2014/main" id="{93A1D4CE-94DA-ACAD-7A05-5A67C4753EEB}"/>
                </a:ext>
              </a:extLst>
            </p:cNvPr>
            <p:cNvSpPr txBox="1"/>
            <p:nvPr/>
          </p:nvSpPr>
          <p:spPr>
            <a:xfrm>
              <a:off x="7706941" y="5527214"/>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54" name="Google Shape;996;p49">
              <a:extLst>
                <a:ext uri="{FF2B5EF4-FFF2-40B4-BE49-F238E27FC236}">
                  <a16:creationId xmlns:a16="http://schemas.microsoft.com/office/drawing/2014/main" id="{B2C1C933-9A73-BC4E-B11B-4F850F94347D}"/>
                </a:ext>
              </a:extLst>
            </p:cNvPr>
            <p:cNvCxnSpPr>
              <a:stCxn id="49" idx="6"/>
              <a:endCxn id="52" idx="1"/>
            </p:cNvCxnSpPr>
            <p:nvPr/>
          </p:nvCxnSpPr>
          <p:spPr>
            <a:xfrm rot="10800000" flipH="1">
              <a:off x="6738925" y="5228587"/>
              <a:ext cx="968100" cy="166500"/>
            </a:xfrm>
            <a:prstGeom prst="straightConnector1">
              <a:avLst/>
            </a:prstGeom>
            <a:noFill/>
            <a:ln w="25400" cap="flat" cmpd="sng">
              <a:solidFill>
                <a:schemeClr val="dk1"/>
              </a:solidFill>
              <a:prstDash val="solid"/>
              <a:round/>
              <a:headEnd type="none" w="sm" len="sm"/>
              <a:tailEnd type="stealth" w="sm" len="sm"/>
            </a:ln>
          </p:spPr>
        </p:cxnSp>
        <p:cxnSp>
          <p:nvCxnSpPr>
            <p:cNvPr id="55" name="Google Shape;997;p49">
              <a:extLst>
                <a:ext uri="{FF2B5EF4-FFF2-40B4-BE49-F238E27FC236}">
                  <a16:creationId xmlns:a16="http://schemas.microsoft.com/office/drawing/2014/main" id="{2ED9A697-D189-452A-5EEF-59838934B459}"/>
                </a:ext>
              </a:extLst>
            </p:cNvPr>
            <p:cNvCxnSpPr>
              <a:stCxn id="49" idx="6"/>
              <a:endCxn id="53" idx="1"/>
            </p:cNvCxnSpPr>
            <p:nvPr/>
          </p:nvCxnSpPr>
          <p:spPr>
            <a:xfrm>
              <a:off x="6738925" y="5395087"/>
              <a:ext cx="968100" cy="360600"/>
            </a:xfrm>
            <a:prstGeom prst="straightConnector1">
              <a:avLst/>
            </a:prstGeom>
            <a:noFill/>
            <a:ln w="25400" cap="flat" cmpd="sng">
              <a:solidFill>
                <a:schemeClr val="dk1"/>
              </a:solidFill>
              <a:prstDash val="solid"/>
              <a:round/>
              <a:headEnd type="none" w="sm" len="sm"/>
              <a:tailEnd type="stealth" w="sm" len="sm"/>
            </a:ln>
          </p:spPr>
        </p:cxnSp>
        <p:sp>
          <p:nvSpPr>
            <p:cNvPr id="56" name="Google Shape;999;p49">
              <a:extLst>
                <a:ext uri="{FF2B5EF4-FFF2-40B4-BE49-F238E27FC236}">
                  <a16:creationId xmlns:a16="http://schemas.microsoft.com/office/drawing/2014/main" id="{FC5D0590-A00F-FA44-DD76-0E1B6DFB6939}"/>
                </a:ext>
              </a:extLst>
            </p:cNvPr>
            <p:cNvSpPr txBox="1"/>
            <p:nvPr/>
          </p:nvSpPr>
          <p:spPr>
            <a:xfrm>
              <a:off x="6941315" y="4901751"/>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0.4</a:t>
              </a:r>
              <a:endParaRPr sz="1800" dirty="0">
                <a:solidFill>
                  <a:srgbClr val="0000FF"/>
                </a:solidFill>
                <a:latin typeface="+mj-lt"/>
                <a:ea typeface="Arial"/>
                <a:cs typeface="Arial"/>
                <a:sym typeface="Arial"/>
              </a:endParaRPr>
            </a:p>
          </p:txBody>
        </p:sp>
        <p:sp>
          <p:nvSpPr>
            <p:cNvPr id="57" name="Google Shape;1000;p49">
              <a:extLst>
                <a:ext uri="{FF2B5EF4-FFF2-40B4-BE49-F238E27FC236}">
                  <a16:creationId xmlns:a16="http://schemas.microsoft.com/office/drawing/2014/main" id="{5B52A0CA-BABE-73A5-6A87-B19C477DC030}"/>
                </a:ext>
              </a:extLst>
            </p:cNvPr>
            <p:cNvSpPr txBox="1"/>
            <p:nvPr/>
          </p:nvSpPr>
          <p:spPr>
            <a:xfrm>
              <a:off x="6941315" y="4499346"/>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0.2</a:t>
              </a:r>
              <a:endParaRPr sz="1800" dirty="0">
                <a:solidFill>
                  <a:srgbClr val="00B050"/>
                </a:solidFill>
                <a:latin typeface="+mj-lt"/>
                <a:ea typeface="Arial"/>
                <a:cs typeface="Arial"/>
                <a:sym typeface="Arial"/>
              </a:endParaRPr>
            </a:p>
          </p:txBody>
        </p:sp>
        <p:sp>
          <p:nvSpPr>
            <p:cNvPr id="58" name="Google Shape;1001;p49">
              <a:extLst>
                <a:ext uri="{FF2B5EF4-FFF2-40B4-BE49-F238E27FC236}">
                  <a16:creationId xmlns:a16="http://schemas.microsoft.com/office/drawing/2014/main" id="{339844F5-1C16-5597-1D95-3314BE9CB3DB}"/>
                </a:ext>
              </a:extLst>
            </p:cNvPr>
            <p:cNvSpPr txBox="1"/>
            <p:nvPr/>
          </p:nvSpPr>
          <p:spPr>
            <a:xfrm>
              <a:off x="6941315" y="3821787"/>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0.8</a:t>
              </a:r>
              <a:endParaRPr sz="1800" dirty="0">
                <a:solidFill>
                  <a:srgbClr val="00B050"/>
                </a:solidFill>
                <a:latin typeface="+mj-lt"/>
                <a:ea typeface="Arial"/>
                <a:cs typeface="Arial"/>
                <a:sym typeface="Arial"/>
              </a:endParaRPr>
            </a:p>
          </p:txBody>
        </p:sp>
        <p:sp>
          <p:nvSpPr>
            <p:cNvPr id="59" name="Google Shape;972;p49">
              <a:extLst>
                <a:ext uri="{FF2B5EF4-FFF2-40B4-BE49-F238E27FC236}">
                  <a16:creationId xmlns:a16="http://schemas.microsoft.com/office/drawing/2014/main" id="{68C3A381-DF4F-3109-B9DB-17AA7042A4DC}"/>
                </a:ext>
              </a:extLst>
            </p:cNvPr>
            <p:cNvSpPr/>
            <p:nvPr/>
          </p:nvSpPr>
          <p:spPr>
            <a:xfrm>
              <a:off x="1808106" y="2073442"/>
              <a:ext cx="1030035" cy="838200"/>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2"/>
                  </a:solidFill>
                  <a:latin typeface="+mj-lt"/>
                  <a:ea typeface="Palatino Linotype"/>
                  <a:cs typeface="Palatino Linotype"/>
                  <a:sym typeface="Palatino Linotype"/>
                </a:rPr>
                <a:t>Model?</a:t>
              </a:r>
              <a:endParaRPr dirty="0">
                <a:latin typeface="+mj-lt"/>
              </a:endParaRPr>
            </a:p>
          </p:txBody>
        </p:sp>
        <p:sp>
          <p:nvSpPr>
            <p:cNvPr id="60" name="Google Shape;1002;p49">
              <a:extLst>
                <a:ext uri="{FF2B5EF4-FFF2-40B4-BE49-F238E27FC236}">
                  <a16:creationId xmlns:a16="http://schemas.microsoft.com/office/drawing/2014/main" id="{FFDA8EFF-FDA2-E42C-255D-83AB95B75EA4}"/>
                </a:ext>
              </a:extLst>
            </p:cNvPr>
            <p:cNvSpPr txBox="1"/>
            <p:nvPr/>
          </p:nvSpPr>
          <p:spPr>
            <a:xfrm>
              <a:off x="2334480" y="1429844"/>
              <a:ext cx="971741"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9242"/>
                  </a:solidFill>
                  <a:latin typeface="+mj-lt"/>
                  <a:sym typeface="Arial"/>
                </a:rPr>
                <a:t>Optimistic</a:t>
              </a:r>
              <a:endParaRPr dirty="0">
                <a:solidFill>
                  <a:srgbClr val="009242"/>
                </a:solidFill>
                <a:latin typeface="+mj-lt"/>
              </a:endParaRPr>
            </a:p>
            <a:p>
              <a:pPr marL="0" marR="0" lvl="0" indent="0" algn="l" rtl="0">
                <a:spcBef>
                  <a:spcPts val="0"/>
                </a:spcBef>
                <a:spcAft>
                  <a:spcPts val="0"/>
                </a:spcAft>
                <a:buNone/>
              </a:pPr>
              <a:r>
                <a:rPr lang="en-US" sz="1400" dirty="0">
                  <a:solidFill>
                    <a:srgbClr val="009242"/>
                  </a:solidFill>
                  <a:latin typeface="+mj-lt"/>
                  <a:ea typeface="Arial"/>
                  <a:cs typeface="Arial"/>
                  <a:sym typeface="Arial"/>
                </a:rPr>
                <a:t>Model 1</a:t>
              </a:r>
              <a:endParaRPr sz="1400" dirty="0">
                <a:solidFill>
                  <a:srgbClr val="009242"/>
                </a:solidFill>
                <a:latin typeface="+mj-lt"/>
                <a:ea typeface="Arial"/>
                <a:cs typeface="Arial"/>
                <a:sym typeface="Arial"/>
              </a:endParaRPr>
            </a:p>
          </p:txBody>
        </p:sp>
        <p:sp>
          <p:nvSpPr>
            <p:cNvPr id="61" name="Google Shape;1003;p49">
              <a:extLst>
                <a:ext uri="{FF2B5EF4-FFF2-40B4-BE49-F238E27FC236}">
                  <a16:creationId xmlns:a16="http://schemas.microsoft.com/office/drawing/2014/main" id="{D7704F10-7B1E-A5B6-BDC2-5F34C6BF8FAB}"/>
                </a:ext>
              </a:extLst>
            </p:cNvPr>
            <p:cNvSpPr txBox="1"/>
            <p:nvPr/>
          </p:nvSpPr>
          <p:spPr>
            <a:xfrm>
              <a:off x="2368218" y="2868948"/>
              <a:ext cx="1082348"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00FF"/>
                  </a:solidFill>
                  <a:latin typeface="+mj-lt"/>
                  <a:sym typeface="Arial"/>
                </a:rPr>
                <a:t>Pessimistic</a:t>
              </a:r>
              <a:endParaRPr dirty="0">
                <a:solidFill>
                  <a:srgbClr val="0000FF"/>
                </a:solidFill>
                <a:latin typeface="+mj-lt"/>
              </a:endParaRPr>
            </a:p>
            <a:p>
              <a:pPr marL="0" marR="0" lvl="0" indent="0" algn="l" rtl="0">
                <a:spcBef>
                  <a:spcPts val="0"/>
                </a:spcBef>
                <a:spcAft>
                  <a:spcPts val="0"/>
                </a:spcAft>
                <a:buNone/>
              </a:pPr>
              <a:r>
                <a:rPr lang="en-US" sz="1400" dirty="0">
                  <a:solidFill>
                    <a:srgbClr val="0000FF"/>
                  </a:solidFill>
                  <a:latin typeface="+mj-lt"/>
                  <a:ea typeface="Arial"/>
                  <a:cs typeface="Arial"/>
                  <a:sym typeface="Arial"/>
                </a:rPr>
                <a:t>Model 2</a:t>
              </a:r>
              <a:endParaRPr sz="1400" dirty="0">
                <a:solidFill>
                  <a:srgbClr val="0000FF"/>
                </a:solidFill>
                <a:latin typeface="+mj-lt"/>
                <a:ea typeface="Arial"/>
                <a:cs typeface="Arial"/>
                <a:sym typeface="Arial"/>
              </a:endParaRPr>
            </a:p>
          </p:txBody>
        </p:sp>
        <p:cxnSp>
          <p:nvCxnSpPr>
            <p:cNvPr id="62" name="Google Shape;1004;p49">
              <a:extLst>
                <a:ext uri="{FF2B5EF4-FFF2-40B4-BE49-F238E27FC236}">
                  <a16:creationId xmlns:a16="http://schemas.microsoft.com/office/drawing/2014/main" id="{17B50ABD-9361-BD97-38F0-D410A2687358}"/>
                </a:ext>
              </a:extLst>
            </p:cNvPr>
            <p:cNvCxnSpPr>
              <a:stCxn id="59" idx="7"/>
              <a:endCxn id="65" idx="1"/>
            </p:cNvCxnSpPr>
            <p:nvPr/>
          </p:nvCxnSpPr>
          <p:spPr>
            <a:xfrm rot="10800000" flipH="1">
              <a:off x="2687296" y="1553594"/>
              <a:ext cx="848700" cy="642600"/>
            </a:xfrm>
            <a:prstGeom prst="straightConnector1">
              <a:avLst/>
            </a:prstGeom>
            <a:noFill/>
            <a:ln w="25400" cap="flat" cmpd="sng">
              <a:solidFill>
                <a:schemeClr val="dk1"/>
              </a:solidFill>
              <a:prstDash val="solid"/>
              <a:round/>
              <a:headEnd type="none" w="sm" len="sm"/>
              <a:tailEnd type="stealth" w="sm" len="sm"/>
            </a:ln>
          </p:spPr>
        </p:cxnSp>
        <p:cxnSp>
          <p:nvCxnSpPr>
            <p:cNvPr id="63" name="Google Shape;1006;p49">
              <a:extLst>
                <a:ext uri="{FF2B5EF4-FFF2-40B4-BE49-F238E27FC236}">
                  <a16:creationId xmlns:a16="http://schemas.microsoft.com/office/drawing/2014/main" id="{F2D03A41-2087-B013-C4FE-1DBE867CDA2F}"/>
                </a:ext>
              </a:extLst>
            </p:cNvPr>
            <p:cNvCxnSpPr>
              <a:stCxn id="59" idx="5"/>
              <a:endCxn id="64" idx="1"/>
            </p:cNvCxnSpPr>
            <p:nvPr/>
          </p:nvCxnSpPr>
          <p:spPr>
            <a:xfrm>
              <a:off x="2687296" y="2788890"/>
              <a:ext cx="848700" cy="51300"/>
            </a:xfrm>
            <a:prstGeom prst="straightConnector1">
              <a:avLst/>
            </a:prstGeom>
            <a:noFill/>
            <a:ln w="25400" cap="flat" cmpd="sng">
              <a:solidFill>
                <a:schemeClr val="dk1"/>
              </a:solidFill>
              <a:prstDash val="solid"/>
              <a:round/>
              <a:headEnd type="none" w="sm" len="sm"/>
              <a:tailEnd type="stealth" w="sm" len="sm"/>
            </a:ln>
          </p:spPr>
        </p:cxnSp>
        <p:sp>
          <p:nvSpPr>
            <p:cNvPr id="64" name="Google Shape;1007;p49">
              <a:extLst>
                <a:ext uri="{FF2B5EF4-FFF2-40B4-BE49-F238E27FC236}">
                  <a16:creationId xmlns:a16="http://schemas.microsoft.com/office/drawing/2014/main" id="{AA7D54BC-7D6D-9C5A-FB40-AB4B1DDF983B}"/>
                </a:ext>
              </a:extLst>
            </p:cNvPr>
            <p:cNvSpPr txBox="1"/>
            <p:nvPr/>
          </p:nvSpPr>
          <p:spPr>
            <a:xfrm>
              <a:off x="3535881" y="2547099"/>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sp>
          <p:nvSpPr>
            <p:cNvPr id="65" name="Google Shape;1005;p49">
              <a:extLst>
                <a:ext uri="{FF2B5EF4-FFF2-40B4-BE49-F238E27FC236}">
                  <a16:creationId xmlns:a16="http://schemas.microsoft.com/office/drawing/2014/main" id="{0CA8325D-B9B0-2638-F983-08B03AD4BC11}"/>
                </a:ext>
              </a:extLst>
            </p:cNvPr>
            <p:cNvSpPr txBox="1"/>
            <p:nvPr/>
          </p:nvSpPr>
          <p:spPr>
            <a:xfrm>
              <a:off x="3535881" y="1260771"/>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cxnSp>
          <p:nvCxnSpPr>
            <p:cNvPr id="66" name="Google Shape;1008;p49">
              <a:extLst>
                <a:ext uri="{FF2B5EF4-FFF2-40B4-BE49-F238E27FC236}">
                  <a16:creationId xmlns:a16="http://schemas.microsoft.com/office/drawing/2014/main" id="{B39FEF2D-B7BA-834D-9279-2D246CC29760}"/>
                </a:ext>
              </a:extLst>
            </p:cNvPr>
            <p:cNvCxnSpPr>
              <a:stCxn id="65" idx="3"/>
              <a:endCxn id="80" idx="2"/>
            </p:cNvCxnSpPr>
            <p:nvPr/>
          </p:nvCxnSpPr>
          <p:spPr>
            <a:xfrm rot="10800000" flipH="1">
              <a:off x="4699663" y="972622"/>
              <a:ext cx="1080300" cy="581100"/>
            </a:xfrm>
            <a:prstGeom prst="straightConnector1">
              <a:avLst/>
            </a:prstGeom>
            <a:noFill/>
            <a:ln w="25400" cap="flat" cmpd="sng">
              <a:solidFill>
                <a:schemeClr val="dk1"/>
              </a:solidFill>
              <a:prstDash val="solid"/>
              <a:round/>
              <a:headEnd type="none" w="sm" len="sm"/>
              <a:tailEnd type="stealth" w="sm" len="sm"/>
            </a:ln>
          </p:spPr>
        </p:cxnSp>
        <p:cxnSp>
          <p:nvCxnSpPr>
            <p:cNvPr id="67" name="Google Shape;1010;p49">
              <a:extLst>
                <a:ext uri="{FF2B5EF4-FFF2-40B4-BE49-F238E27FC236}">
                  <a16:creationId xmlns:a16="http://schemas.microsoft.com/office/drawing/2014/main" id="{6387093F-99D7-8626-63F3-BA92DF9FBF4A}"/>
                </a:ext>
              </a:extLst>
            </p:cNvPr>
            <p:cNvCxnSpPr>
              <a:stCxn id="65" idx="3"/>
              <a:endCxn id="74" idx="1"/>
            </p:cNvCxnSpPr>
            <p:nvPr/>
          </p:nvCxnSpPr>
          <p:spPr>
            <a:xfrm>
              <a:off x="4699663" y="1553722"/>
              <a:ext cx="3007200" cy="291900"/>
            </a:xfrm>
            <a:prstGeom prst="straightConnector1">
              <a:avLst/>
            </a:prstGeom>
            <a:noFill/>
            <a:ln w="25400" cap="flat" cmpd="sng">
              <a:solidFill>
                <a:schemeClr val="dk1"/>
              </a:solidFill>
              <a:prstDash val="solid"/>
              <a:round/>
              <a:headEnd type="none" w="sm" len="sm"/>
              <a:tailEnd type="stealth" w="sm" len="sm"/>
            </a:ln>
          </p:spPr>
        </p:cxnSp>
        <p:sp>
          <p:nvSpPr>
            <p:cNvPr id="68" name="Google Shape;1012;p49">
              <a:extLst>
                <a:ext uri="{FF2B5EF4-FFF2-40B4-BE49-F238E27FC236}">
                  <a16:creationId xmlns:a16="http://schemas.microsoft.com/office/drawing/2014/main" id="{D8633BA1-95E0-EA38-0E55-4F9C5A812334}"/>
                </a:ext>
              </a:extLst>
            </p:cNvPr>
            <p:cNvSpPr txBox="1"/>
            <p:nvPr/>
          </p:nvSpPr>
          <p:spPr>
            <a:xfrm>
              <a:off x="4942022" y="947096"/>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69" name="Google Shape;1013;p49">
              <a:extLst>
                <a:ext uri="{FF2B5EF4-FFF2-40B4-BE49-F238E27FC236}">
                  <a16:creationId xmlns:a16="http://schemas.microsoft.com/office/drawing/2014/main" id="{C29B7996-821D-D2AB-D3F5-4D216045E6E8}"/>
                </a:ext>
              </a:extLst>
            </p:cNvPr>
            <p:cNvSpPr txBox="1"/>
            <p:nvPr/>
          </p:nvSpPr>
          <p:spPr>
            <a:xfrm>
              <a:off x="4964579" y="1662006"/>
              <a:ext cx="29344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cxnSp>
          <p:nvCxnSpPr>
            <p:cNvPr id="70" name="Google Shape;1014;p49">
              <a:extLst>
                <a:ext uri="{FF2B5EF4-FFF2-40B4-BE49-F238E27FC236}">
                  <a16:creationId xmlns:a16="http://schemas.microsoft.com/office/drawing/2014/main" id="{692748EC-F927-2B09-859B-EBD0140DAD55}"/>
                </a:ext>
              </a:extLst>
            </p:cNvPr>
            <p:cNvCxnSpPr>
              <a:stCxn id="64" idx="3"/>
              <a:endCxn id="87" idx="2"/>
            </p:cNvCxnSpPr>
            <p:nvPr/>
          </p:nvCxnSpPr>
          <p:spPr>
            <a:xfrm rot="10800000" flipH="1">
              <a:off x="4699663" y="2499850"/>
              <a:ext cx="1080300" cy="340200"/>
            </a:xfrm>
            <a:prstGeom prst="straightConnector1">
              <a:avLst/>
            </a:prstGeom>
            <a:noFill/>
            <a:ln w="25400" cap="flat" cmpd="sng">
              <a:solidFill>
                <a:schemeClr val="dk1"/>
              </a:solidFill>
              <a:prstDash val="solid"/>
              <a:round/>
              <a:headEnd type="none" w="sm" len="sm"/>
              <a:tailEnd type="stealth" w="sm" len="sm"/>
            </a:ln>
          </p:spPr>
        </p:cxnSp>
        <p:cxnSp>
          <p:nvCxnSpPr>
            <p:cNvPr id="71" name="Google Shape;1016;p49">
              <a:extLst>
                <a:ext uri="{FF2B5EF4-FFF2-40B4-BE49-F238E27FC236}">
                  <a16:creationId xmlns:a16="http://schemas.microsoft.com/office/drawing/2014/main" id="{6EFACFB1-565C-825D-B6DE-4DD206414E0E}"/>
                </a:ext>
              </a:extLst>
            </p:cNvPr>
            <p:cNvCxnSpPr>
              <a:stCxn id="64" idx="3"/>
              <a:endCxn id="75" idx="1"/>
            </p:cNvCxnSpPr>
            <p:nvPr/>
          </p:nvCxnSpPr>
          <p:spPr>
            <a:xfrm>
              <a:off x="4699663" y="2840050"/>
              <a:ext cx="3007200" cy="657300"/>
            </a:xfrm>
            <a:prstGeom prst="straightConnector1">
              <a:avLst/>
            </a:prstGeom>
            <a:noFill/>
            <a:ln w="25400" cap="flat" cmpd="sng">
              <a:solidFill>
                <a:schemeClr val="dk1"/>
              </a:solidFill>
              <a:prstDash val="solid"/>
              <a:round/>
              <a:headEnd type="none" w="sm" len="sm"/>
              <a:tailEnd type="stealth" w="sm" len="sm"/>
            </a:ln>
          </p:spPr>
        </p:cxnSp>
        <p:sp>
          <p:nvSpPr>
            <p:cNvPr id="72" name="Google Shape;1018;p49">
              <a:extLst>
                <a:ext uri="{FF2B5EF4-FFF2-40B4-BE49-F238E27FC236}">
                  <a16:creationId xmlns:a16="http://schemas.microsoft.com/office/drawing/2014/main" id="{AFEB57EE-DAB5-892A-B998-B2F0A355D226}"/>
                </a:ext>
              </a:extLst>
            </p:cNvPr>
            <p:cNvSpPr txBox="1"/>
            <p:nvPr/>
          </p:nvSpPr>
          <p:spPr>
            <a:xfrm>
              <a:off x="4942022" y="2315058"/>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73" name="Google Shape;1019;p49">
              <a:extLst>
                <a:ext uri="{FF2B5EF4-FFF2-40B4-BE49-F238E27FC236}">
                  <a16:creationId xmlns:a16="http://schemas.microsoft.com/office/drawing/2014/main" id="{5C41B5C5-6439-211E-7E6B-F3B9D77D0CC8}"/>
                </a:ext>
              </a:extLst>
            </p:cNvPr>
            <p:cNvSpPr txBox="1"/>
            <p:nvPr/>
          </p:nvSpPr>
          <p:spPr>
            <a:xfrm flipH="1">
              <a:off x="4946183" y="3022836"/>
              <a:ext cx="33023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sp>
          <p:nvSpPr>
            <p:cNvPr id="74" name="Google Shape;1011;p49">
              <a:extLst>
                <a:ext uri="{FF2B5EF4-FFF2-40B4-BE49-F238E27FC236}">
                  <a16:creationId xmlns:a16="http://schemas.microsoft.com/office/drawing/2014/main" id="{23BEB58F-20D0-E7AF-1A8F-5807D4CF0BD7}"/>
                </a:ext>
              </a:extLst>
            </p:cNvPr>
            <p:cNvSpPr txBox="1"/>
            <p:nvPr/>
          </p:nvSpPr>
          <p:spPr>
            <a:xfrm>
              <a:off x="7706941" y="1617171"/>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40,000</a:t>
              </a:r>
              <a:endParaRPr sz="1800">
                <a:solidFill>
                  <a:schemeClr val="dk1"/>
                </a:solidFill>
                <a:latin typeface="+mj-lt"/>
                <a:ea typeface="Arial"/>
                <a:cs typeface="Arial"/>
                <a:sym typeface="Arial"/>
              </a:endParaRPr>
            </a:p>
          </p:txBody>
        </p:sp>
        <p:sp>
          <p:nvSpPr>
            <p:cNvPr id="75" name="Google Shape;1017;p49">
              <a:extLst>
                <a:ext uri="{FF2B5EF4-FFF2-40B4-BE49-F238E27FC236}">
                  <a16:creationId xmlns:a16="http://schemas.microsoft.com/office/drawing/2014/main" id="{BC41358D-6585-A647-98DC-AB81E4336E17}"/>
                </a:ext>
              </a:extLst>
            </p:cNvPr>
            <p:cNvSpPr txBox="1"/>
            <p:nvPr/>
          </p:nvSpPr>
          <p:spPr>
            <a:xfrm>
              <a:off x="7706941" y="3268743"/>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40,000</a:t>
              </a:r>
              <a:endParaRPr sz="1800">
                <a:solidFill>
                  <a:schemeClr val="dk1"/>
                </a:solidFill>
                <a:latin typeface="+mj-lt"/>
                <a:ea typeface="Arial"/>
                <a:cs typeface="Arial"/>
                <a:sym typeface="Arial"/>
              </a:endParaRPr>
            </a:p>
          </p:txBody>
        </p:sp>
        <p:sp>
          <p:nvSpPr>
            <p:cNvPr id="76" name="Google Shape;1020;p49">
              <a:extLst>
                <a:ext uri="{FF2B5EF4-FFF2-40B4-BE49-F238E27FC236}">
                  <a16:creationId xmlns:a16="http://schemas.microsoft.com/office/drawing/2014/main" id="{4F6C8EEA-E31C-B7DC-472E-B0DDD6D27B9B}"/>
                </a:ext>
              </a:extLst>
            </p:cNvPr>
            <p:cNvSpPr txBox="1"/>
            <p:nvPr/>
          </p:nvSpPr>
          <p:spPr>
            <a:xfrm>
              <a:off x="7688163" y="548322"/>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77" name="Google Shape;1021;p49">
              <a:extLst>
                <a:ext uri="{FF2B5EF4-FFF2-40B4-BE49-F238E27FC236}">
                  <a16:creationId xmlns:a16="http://schemas.microsoft.com/office/drawing/2014/main" id="{1DEC073C-D9CA-B55A-31B2-484BDE0FD323}"/>
                </a:ext>
              </a:extLst>
            </p:cNvPr>
            <p:cNvSpPr txBox="1"/>
            <p:nvPr/>
          </p:nvSpPr>
          <p:spPr>
            <a:xfrm>
              <a:off x="7688163" y="1075953"/>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78" name="Google Shape;1022;p49">
              <a:extLst>
                <a:ext uri="{FF2B5EF4-FFF2-40B4-BE49-F238E27FC236}">
                  <a16:creationId xmlns:a16="http://schemas.microsoft.com/office/drawing/2014/main" id="{01C8A230-0792-F7DE-E1F7-A7703AF02899}"/>
                </a:ext>
              </a:extLst>
            </p:cNvPr>
            <p:cNvCxnSpPr>
              <a:stCxn id="80" idx="6"/>
              <a:endCxn id="76" idx="1"/>
            </p:cNvCxnSpPr>
            <p:nvPr/>
          </p:nvCxnSpPr>
          <p:spPr>
            <a:xfrm rot="10800000" flipH="1">
              <a:off x="6738925" y="776983"/>
              <a:ext cx="949200" cy="195600"/>
            </a:xfrm>
            <a:prstGeom prst="straightConnector1">
              <a:avLst/>
            </a:prstGeom>
            <a:noFill/>
            <a:ln w="25400" cap="flat" cmpd="sng">
              <a:solidFill>
                <a:schemeClr val="dk1"/>
              </a:solidFill>
              <a:prstDash val="solid"/>
              <a:round/>
              <a:headEnd type="none" w="sm" len="sm"/>
              <a:tailEnd type="stealth" w="sm" len="sm"/>
            </a:ln>
          </p:spPr>
        </p:cxnSp>
        <p:cxnSp>
          <p:nvCxnSpPr>
            <p:cNvPr id="79" name="Google Shape;1023;p49">
              <a:extLst>
                <a:ext uri="{FF2B5EF4-FFF2-40B4-BE49-F238E27FC236}">
                  <a16:creationId xmlns:a16="http://schemas.microsoft.com/office/drawing/2014/main" id="{02155349-A3B9-DBEA-C520-DBBB8D5AEB21}"/>
                </a:ext>
              </a:extLst>
            </p:cNvPr>
            <p:cNvCxnSpPr>
              <a:stCxn id="80" idx="6"/>
              <a:endCxn id="77" idx="1"/>
            </p:cNvCxnSpPr>
            <p:nvPr/>
          </p:nvCxnSpPr>
          <p:spPr>
            <a:xfrm>
              <a:off x="6738925" y="972583"/>
              <a:ext cx="949200" cy="332100"/>
            </a:xfrm>
            <a:prstGeom prst="straightConnector1">
              <a:avLst/>
            </a:prstGeom>
            <a:noFill/>
            <a:ln w="25400" cap="flat" cmpd="sng">
              <a:solidFill>
                <a:schemeClr val="dk1"/>
              </a:solidFill>
              <a:prstDash val="solid"/>
              <a:round/>
              <a:headEnd type="none" w="sm" len="sm"/>
              <a:tailEnd type="stealth" w="sm" len="sm"/>
            </a:ln>
          </p:spPr>
        </p:cxnSp>
        <p:sp>
          <p:nvSpPr>
            <p:cNvPr id="80" name="Google Shape;1009;p49">
              <a:extLst>
                <a:ext uri="{FF2B5EF4-FFF2-40B4-BE49-F238E27FC236}">
                  <a16:creationId xmlns:a16="http://schemas.microsoft.com/office/drawing/2014/main" id="{4F52B235-3196-08F8-D5FF-C180FFCF202B}"/>
                </a:ext>
              </a:extLst>
            </p:cNvPr>
            <p:cNvSpPr/>
            <p:nvPr/>
          </p:nvSpPr>
          <p:spPr>
            <a:xfrm>
              <a:off x="5780044" y="541839"/>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81" name="Google Shape;1024;p49">
              <a:extLst>
                <a:ext uri="{FF2B5EF4-FFF2-40B4-BE49-F238E27FC236}">
                  <a16:creationId xmlns:a16="http://schemas.microsoft.com/office/drawing/2014/main" id="{665B61EF-6A79-F690-7904-3D8BE95B5B8F}"/>
                </a:ext>
              </a:extLst>
            </p:cNvPr>
            <p:cNvSpPr txBox="1"/>
            <p:nvPr/>
          </p:nvSpPr>
          <p:spPr>
            <a:xfrm>
              <a:off x="6941315" y="1143637"/>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0.2</a:t>
              </a:r>
              <a:endParaRPr sz="1800" dirty="0">
                <a:solidFill>
                  <a:srgbClr val="00B050"/>
                </a:solidFill>
                <a:latin typeface="+mj-lt"/>
                <a:ea typeface="Arial"/>
                <a:cs typeface="Arial"/>
                <a:sym typeface="Arial"/>
              </a:endParaRPr>
            </a:p>
          </p:txBody>
        </p:sp>
        <p:sp>
          <p:nvSpPr>
            <p:cNvPr id="82" name="Google Shape;1025;p49">
              <a:extLst>
                <a:ext uri="{FF2B5EF4-FFF2-40B4-BE49-F238E27FC236}">
                  <a16:creationId xmlns:a16="http://schemas.microsoft.com/office/drawing/2014/main" id="{8566055A-DACF-F3AF-43DF-BAD822305EB9}"/>
                </a:ext>
              </a:extLst>
            </p:cNvPr>
            <p:cNvSpPr txBox="1"/>
            <p:nvPr/>
          </p:nvSpPr>
          <p:spPr>
            <a:xfrm>
              <a:off x="6941315" y="511624"/>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0.8</a:t>
              </a:r>
              <a:endParaRPr sz="1800" dirty="0">
                <a:solidFill>
                  <a:srgbClr val="00B050"/>
                </a:solidFill>
                <a:latin typeface="+mj-lt"/>
                <a:ea typeface="Arial"/>
                <a:cs typeface="Arial"/>
                <a:sym typeface="Arial"/>
              </a:endParaRPr>
            </a:p>
          </p:txBody>
        </p:sp>
        <p:sp>
          <p:nvSpPr>
            <p:cNvPr id="83" name="Google Shape;1026;p49">
              <a:extLst>
                <a:ext uri="{FF2B5EF4-FFF2-40B4-BE49-F238E27FC236}">
                  <a16:creationId xmlns:a16="http://schemas.microsoft.com/office/drawing/2014/main" id="{7E555A63-3F02-2661-9899-9495E88C93C5}"/>
                </a:ext>
              </a:extLst>
            </p:cNvPr>
            <p:cNvSpPr txBox="1"/>
            <p:nvPr/>
          </p:nvSpPr>
          <p:spPr>
            <a:xfrm>
              <a:off x="7706941" y="2218422"/>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84" name="Google Shape;1027;p49">
              <a:extLst>
                <a:ext uri="{FF2B5EF4-FFF2-40B4-BE49-F238E27FC236}">
                  <a16:creationId xmlns:a16="http://schemas.microsoft.com/office/drawing/2014/main" id="{2967E1C8-C0E6-E645-E6AD-41D580FC1487}"/>
                </a:ext>
              </a:extLst>
            </p:cNvPr>
            <p:cNvSpPr txBox="1"/>
            <p:nvPr/>
          </p:nvSpPr>
          <p:spPr>
            <a:xfrm>
              <a:off x="7706941" y="2738427"/>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85" name="Google Shape;1028;p49">
              <a:extLst>
                <a:ext uri="{FF2B5EF4-FFF2-40B4-BE49-F238E27FC236}">
                  <a16:creationId xmlns:a16="http://schemas.microsoft.com/office/drawing/2014/main" id="{173D99B3-1DFE-EBB2-4FF7-EE4D8D88DB19}"/>
                </a:ext>
              </a:extLst>
            </p:cNvPr>
            <p:cNvCxnSpPr>
              <a:stCxn id="87" idx="6"/>
              <a:endCxn id="83" idx="1"/>
            </p:cNvCxnSpPr>
            <p:nvPr/>
          </p:nvCxnSpPr>
          <p:spPr>
            <a:xfrm rot="10800000" flipH="1">
              <a:off x="6738925" y="2446923"/>
              <a:ext cx="968100" cy="52800"/>
            </a:xfrm>
            <a:prstGeom prst="straightConnector1">
              <a:avLst/>
            </a:prstGeom>
            <a:noFill/>
            <a:ln w="25400" cap="flat" cmpd="sng">
              <a:solidFill>
                <a:schemeClr val="dk1"/>
              </a:solidFill>
              <a:prstDash val="solid"/>
              <a:round/>
              <a:headEnd type="none" w="sm" len="sm"/>
              <a:tailEnd type="stealth" w="sm" len="sm"/>
            </a:ln>
          </p:spPr>
        </p:cxnSp>
        <p:cxnSp>
          <p:nvCxnSpPr>
            <p:cNvPr id="86" name="Google Shape;1029;p49">
              <a:extLst>
                <a:ext uri="{FF2B5EF4-FFF2-40B4-BE49-F238E27FC236}">
                  <a16:creationId xmlns:a16="http://schemas.microsoft.com/office/drawing/2014/main" id="{C9B7132E-22A3-55B1-2B6F-4E95EA9F253A}"/>
                </a:ext>
              </a:extLst>
            </p:cNvPr>
            <p:cNvCxnSpPr>
              <a:stCxn id="87" idx="6"/>
              <a:endCxn id="84" idx="1"/>
            </p:cNvCxnSpPr>
            <p:nvPr/>
          </p:nvCxnSpPr>
          <p:spPr>
            <a:xfrm>
              <a:off x="6738925" y="2499723"/>
              <a:ext cx="968100" cy="467400"/>
            </a:xfrm>
            <a:prstGeom prst="straightConnector1">
              <a:avLst/>
            </a:prstGeom>
            <a:noFill/>
            <a:ln w="25400" cap="flat" cmpd="sng">
              <a:solidFill>
                <a:schemeClr val="dk1"/>
              </a:solidFill>
              <a:prstDash val="solid"/>
              <a:round/>
              <a:headEnd type="none" w="sm" len="sm"/>
              <a:tailEnd type="stealth" w="sm" len="sm"/>
            </a:ln>
          </p:spPr>
        </p:cxnSp>
        <p:sp>
          <p:nvSpPr>
            <p:cNvPr id="87" name="Google Shape;1015;p49">
              <a:extLst>
                <a:ext uri="{FF2B5EF4-FFF2-40B4-BE49-F238E27FC236}">
                  <a16:creationId xmlns:a16="http://schemas.microsoft.com/office/drawing/2014/main" id="{1E8A06B1-D498-7411-D33D-CD3BBE6CF554}"/>
                </a:ext>
              </a:extLst>
            </p:cNvPr>
            <p:cNvSpPr/>
            <p:nvPr/>
          </p:nvSpPr>
          <p:spPr>
            <a:xfrm>
              <a:off x="5780044" y="2068979"/>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88" name="Google Shape;1031;p49">
              <a:extLst>
                <a:ext uri="{FF2B5EF4-FFF2-40B4-BE49-F238E27FC236}">
                  <a16:creationId xmlns:a16="http://schemas.microsoft.com/office/drawing/2014/main" id="{5049AC8B-1471-5950-7908-DF47851FFBDC}"/>
                </a:ext>
              </a:extLst>
            </p:cNvPr>
            <p:cNvSpPr txBox="1"/>
            <p:nvPr/>
          </p:nvSpPr>
          <p:spPr>
            <a:xfrm>
              <a:off x="6941315" y="2078838"/>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0.4</a:t>
              </a:r>
              <a:endParaRPr sz="1800" dirty="0">
                <a:solidFill>
                  <a:srgbClr val="0000FF"/>
                </a:solidFill>
                <a:latin typeface="+mj-lt"/>
                <a:ea typeface="Arial"/>
                <a:cs typeface="Arial"/>
                <a:sym typeface="Arial"/>
              </a:endParaRPr>
            </a:p>
          </p:txBody>
        </p:sp>
      </p:grpSp>
      <p:sp>
        <p:nvSpPr>
          <p:cNvPr id="89" name="Google Shape;960;p48">
            <a:extLst>
              <a:ext uri="{FF2B5EF4-FFF2-40B4-BE49-F238E27FC236}">
                <a16:creationId xmlns:a16="http://schemas.microsoft.com/office/drawing/2014/main" id="{97ED4C78-AC89-7524-3534-1EF8194007A1}"/>
              </a:ext>
            </a:extLst>
          </p:cNvPr>
          <p:cNvSpPr/>
          <p:nvPr/>
        </p:nvSpPr>
        <p:spPr>
          <a:xfrm>
            <a:off x="306373" y="6211669"/>
            <a:ext cx="5535537"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8000"/>
                </a:solidFill>
                <a:latin typeface="+mj-lt"/>
                <a:ea typeface="Palatino Linotype"/>
                <a:cs typeface="Palatino Linotype"/>
                <a:sym typeface="Palatino Linotype"/>
              </a:rPr>
              <a:t>Optimistic (Model 1): Probability that it works = 0.8</a:t>
            </a:r>
            <a:endParaRPr sz="1800" dirty="0">
              <a:solidFill>
                <a:srgbClr val="008000"/>
              </a:solidFill>
              <a:latin typeface="+mj-lt"/>
              <a:ea typeface="Palatino Linotype"/>
              <a:cs typeface="Palatino Linotype"/>
              <a:sym typeface="Palatino Linotype"/>
            </a:endParaRPr>
          </a:p>
          <a:p>
            <a:pPr marL="0" marR="0" lvl="0" indent="0" algn="l" rtl="0">
              <a:spcBef>
                <a:spcPts val="0"/>
              </a:spcBef>
              <a:spcAft>
                <a:spcPts val="0"/>
              </a:spcAft>
              <a:buNone/>
            </a:pPr>
            <a:r>
              <a:rPr lang="en-US" sz="1800" dirty="0">
                <a:solidFill>
                  <a:srgbClr val="0000FF"/>
                </a:solidFill>
                <a:latin typeface="+mj-lt"/>
                <a:ea typeface="Palatino Linotype"/>
                <a:cs typeface="Palatino Linotype"/>
                <a:sym typeface="Palatino Linotype"/>
              </a:rPr>
              <a:t>Pessimistic (Model 2): Probability that it works = 0.4</a:t>
            </a:r>
            <a:endParaRPr sz="1800" dirty="0">
              <a:solidFill>
                <a:srgbClr val="0000FF"/>
              </a:solidFill>
              <a:latin typeface="+mj-lt"/>
              <a:ea typeface="Palatino Linotype"/>
              <a:cs typeface="Palatino Linotype"/>
              <a:sym typeface="Palatino Linotype"/>
            </a:endParaRPr>
          </a:p>
        </p:txBody>
      </p:sp>
      <p:sp>
        <p:nvSpPr>
          <p:cNvPr id="90" name="Google Shape;1025;p49">
            <a:extLst>
              <a:ext uri="{FF2B5EF4-FFF2-40B4-BE49-F238E27FC236}">
                <a16:creationId xmlns:a16="http://schemas.microsoft.com/office/drawing/2014/main" id="{D0188AFA-3E0A-447E-07DE-1EE0858F62F0}"/>
              </a:ext>
            </a:extLst>
          </p:cNvPr>
          <p:cNvSpPr txBox="1"/>
          <p:nvPr/>
        </p:nvSpPr>
        <p:spPr>
          <a:xfrm>
            <a:off x="2976765" y="2142729"/>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B050"/>
                </a:solidFill>
                <a:latin typeface="+mj-lt"/>
                <a:ea typeface="Arial"/>
                <a:cs typeface="Arial"/>
                <a:sym typeface="Arial"/>
              </a:rPr>
              <a:t>0.5</a:t>
            </a:r>
            <a:endParaRPr sz="1800" b="1" dirty="0">
              <a:solidFill>
                <a:srgbClr val="00B050"/>
              </a:solidFill>
              <a:latin typeface="+mj-lt"/>
              <a:ea typeface="Arial"/>
              <a:cs typeface="Arial"/>
              <a:sym typeface="Arial"/>
            </a:endParaRPr>
          </a:p>
        </p:txBody>
      </p:sp>
      <p:sp>
        <p:nvSpPr>
          <p:cNvPr id="91" name="Google Shape;1031;p49">
            <a:extLst>
              <a:ext uri="{FF2B5EF4-FFF2-40B4-BE49-F238E27FC236}">
                <a16:creationId xmlns:a16="http://schemas.microsoft.com/office/drawing/2014/main" id="{1F49448B-4353-4CF6-948D-E759D1CBA5FB}"/>
              </a:ext>
            </a:extLst>
          </p:cNvPr>
          <p:cNvSpPr txBox="1"/>
          <p:nvPr/>
        </p:nvSpPr>
        <p:spPr>
          <a:xfrm>
            <a:off x="7051018" y="3001144"/>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0.6</a:t>
            </a:r>
            <a:endParaRPr sz="1800" dirty="0">
              <a:solidFill>
                <a:srgbClr val="0000FF"/>
              </a:solidFill>
              <a:latin typeface="+mj-lt"/>
              <a:ea typeface="Arial"/>
              <a:cs typeface="Arial"/>
              <a:sym typeface="Arial"/>
            </a:endParaRPr>
          </a:p>
        </p:txBody>
      </p:sp>
      <p:sp>
        <p:nvSpPr>
          <p:cNvPr id="92" name="Google Shape;1031;p49">
            <a:extLst>
              <a:ext uri="{FF2B5EF4-FFF2-40B4-BE49-F238E27FC236}">
                <a16:creationId xmlns:a16="http://schemas.microsoft.com/office/drawing/2014/main" id="{AE1FB2E3-3A67-FC15-3DAD-37E4EDC248E7}"/>
              </a:ext>
            </a:extLst>
          </p:cNvPr>
          <p:cNvSpPr txBox="1"/>
          <p:nvPr/>
        </p:nvSpPr>
        <p:spPr>
          <a:xfrm>
            <a:off x="7073560" y="5815603"/>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0.6</a:t>
            </a:r>
            <a:endParaRPr sz="1800" dirty="0">
              <a:solidFill>
                <a:srgbClr val="0000FF"/>
              </a:solidFill>
              <a:latin typeface="+mj-lt"/>
              <a:ea typeface="Arial"/>
              <a:cs typeface="Arial"/>
              <a:sym typeface="Arial"/>
            </a:endParaRPr>
          </a:p>
        </p:txBody>
      </p:sp>
      <p:sp>
        <p:nvSpPr>
          <p:cNvPr id="93" name="Google Shape;1031;p49">
            <a:extLst>
              <a:ext uri="{FF2B5EF4-FFF2-40B4-BE49-F238E27FC236}">
                <a16:creationId xmlns:a16="http://schemas.microsoft.com/office/drawing/2014/main" id="{DB74180E-C56C-960A-A753-EF204BC6BACE}"/>
              </a:ext>
            </a:extLst>
          </p:cNvPr>
          <p:cNvSpPr txBox="1"/>
          <p:nvPr/>
        </p:nvSpPr>
        <p:spPr>
          <a:xfrm>
            <a:off x="2995155" y="2732370"/>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00FF"/>
                </a:solidFill>
                <a:latin typeface="+mj-lt"/>
                <a:ea typeface="Arial"/>
                <a:cs typeface="Arial"/>
                <a:sym typeface="Arial"/>
              </a:rPr>
              <a:t>0.5</a:t>
            </a:r>
            <a:endParaRPr sz="1800" b="1" dirty="0">
              <a:solidFill>
                <a:srgbClr val="0000FF"/>
              </a:solidFill>
              <a:latin typeface="+mj-lt"/>
              <a:ea typeface="Arial"/>
              <a:cs typeface="Arial"/>
              <a:sym typeface="Arial"/>
            </a:endParaRPr>
          </a:p>
        </p:txBody>
      </p:sp>
      <p:sp>
        <p:nvSpPr>
          <p:cNvPr id="94" name="Google Shape;1025;p49">
            <a:extLst>
              <a:ext uri="{FF2B5EF4-FFF2-40B4-BE49-F238E27FC236}">
                <a16:creationId xmlns:a16="http://schemas.microsoft.com/office/drawing/2014/main" id="{36DFAB08-2AFF-D647-5944-1690675A5D01}"/>
              </a:ext>
            </a:extLst>
          </p:cNvPr>
          <p:cNvSpPr txBox="1"/>
          <p:nvPr/>
        </p:nvSpPr>
        <p:spPr>
          <a:xfrm>
            <a:off x="5141943" y="4562207"/>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B050"/>
                </a:solidFill>
                <a:latin typeface="+mj-lt"/>
                <a:ea typeface="Arial"/>
                <a:cs typeface="Arial"/>
                <a:sym typeface="Arial"/>
              </a:rPr>
              <a:t>0.5</a:t>
            </a:r>
            <a:endParaRPr sz="1800" b="1" dirty="0">
              <a:solidFill>
                <a:srgbClr val="00B050"/>
              </a:solidFill>
              <a:latin typeface="+mj-lt"/>
              <a:ea typeface="Arial"/>
              <a:cs typeface="Arial"/>
              <a:sym typeface="Arial"/>
            </a:endParaRPr>
          </a:p>
        </p:txBody>
      </p:sp>
      <p:sp>
        <p:nvSpPr>
          <p:cNvPr id="95" name="Google Shape;1031;p49">
            <a:extLst>
              <a:ext uri="{FF2B5EF4-FFF2-40B4-BE49-F238E27FC236}">
                <a16:creationId xmlns:a16="http://schemas.microsoft.com/office/drawing/2014/main" id="{04CA87FC-D460-4CB5-1A33-B9FB94838847}"/>
              </a:ext>
            </a:extLst>
          </p:cNvPr>
          <p:cNvSpPr txBox="1"/>
          <p:nvPr/>
        </p:nvSpPr>
        <p:spPr>
          <a:xfrm>
            <a:off x="5138689" y="5000348"/>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00FF"/>
                </a:solidFill>
                <a:latin typeface="+mj-lt"/>
                <a:ea typeface="Arial"/>
                <a:cs typeface="Arial"/>
                <a:sym typeface="Arial"/>
              </a:rPr>
              <a:t>0.5</a:t>
            </a:r>
            <a:endParaRPr sz="1800" b="1" dirty="0">
              <a:solidFill>
                <a:srgbClr val="0000FF"/>
              </a:solidFill>
              <a:latin typeface="+mj-lt"/>
              <a:ea typeface="Arial"/>
              <a:cs typeface="Arial"/>
              <a:sym typeface="Arial"/>
            </a:endParaRPr>
          </a:p>
        </p:txBody>
      </p:sp>
      <p:sp>
        <p:nvSpPr>
          <p:cNvPr id="6" name="Content Placeholder 2">
            <a:extLst>
              <a:ext uri="{FF2B5EF4-FFF2-40B4-BE49-F238E27FC236}">
                <a16:creationId xmlns:a16="http://schemas.microsoft.com/office/drawing/2014/main" id="{11C6CF63-BD75-5749-87B0-9771AB1A8E2C}"/>
              </a:ext>
            </a:extLst>
          </p:cNvPr>
          <p:cNvSpPr txBox="1">
            <a:spLocks/>
          </p:cNvSpPr>
          <p:nvPr/>
        </p:nvSpPr>
        <p:spPr>
          <a:xfrm>
            <a:off x="9320318" y="1245183"/>
            <a:ext cx="2511378" cy="4577235"/>
          </a:xfrm>
          <a:prstGeom prst="rect">
            <a:avLst/>
          </a:prstGeom>
          <a:solidFill>
            <a:schemeClr val="accent6">
              <a:lumMod val="20000"/>
              <a:lumOff val="8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Example: </a:t>
            </a:r>
            <a:r>
              <a:rPr lang="en-US" dirty="0"/>
              <a:t>Hatchery problem – will a new technology improve the hatchery? </a:t>
            </a:r>
          </a:p>
          <a:p>
            <a:pPr marL="0" indent="0">
              <a:buNone/>
            </a:pPr>
            <a:r>
              <a:rPr lang="en-US" dirty="0"/>
              <a:t>And how much would you pay to find out which model (hypothesis) is true?</a:t>
            </a:r>
          </a:p>
        </p:txBody>
      </p:sp>
      <p:sp>
        <p:nvSpPr>
          <p:cNvPr id="7" name="Title 1">
            <a:extLst>
              <a:ext uri="{FF2B5EF4-FFF2-40B4-BE49-F238E27FC236}">
                <a16:creationId xmlns:a16="http://schemas.microsoft.com/office/drawing/2014/main" id="{D3460D82-3F43-F899-19E6-EA9D20FD687D}"/>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spTree>
    <p:extLst>
      <p:ext uri="{BB962C8B-B14F-4D97-AF65-F5344CB8AC3E}">
        <p14:creationId xmlns:p14="http://schemas.microsoft.com/office/powerpoint/2010/main" val="2460685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3C2D2-435E-7799-88EC-FC2A5B4A282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437C23C-EA30-2796-2A88-89F53461F37F}"/>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7" name="Title 1">
            <a:extLst>
              <a:ext uri="{FF2B5EF4-FFF2-40B4-BE49-F238E27FC236}">
                <a16:creationId xmlns:a16="http://schemas.microsoft.com/office/drawing/2014/main" id="{78AF1E5F-D26D-DD4F-3145-9C378F1ACB3F}"/>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graphicFrame>
        <p:nvGraphicFramePr>
          <p:cNvPr id="2" name="Google Shape;1040;p50">
            <a:extLst>
              <a:ext uri="{FF2B5EF4-FFF2-40B4-BE49-F238E27FC236}">
                <a16:creationId xmlns:a16="http://schemas.microsoft.com/office/drawing/2014/main" id="{39373688-88E2-F7AE-0875-1CA2CF132A58}"/>
              </a:ext>
            </a:extLst>
          </p:cNvPr>
          <p:cNvGraphicFramePr/>
          <p:nvPr>
            <p:extLst>
              <p:ext uri="{D42A27DB-BD31-4B8C-83A1-F6EECF244321}">
                <p14:modId xmlns:p14="http://schemas.microsoft.com/office/powerpoint/2010/main" val="3844234415"/>
              </p:ext>
            </p:extLst>
          </p:nvPr>
        </p:nvGraphicFramePr>
        <p:xfrm>
          <a:off x="1377393" y="2118990"/>
          <a:ext cx="8734796" cy="1955850"/>
        </p:xfrm>
        <a:graphic>
          <a:graphicData uri="http://schemas.openxmlformats.org/drawingml/2006/table">
            <a:tbl>
              <a:tblPr firstRow="1" bandRow="1">
                <a:noFill/>
              </a:tblPr>
              <a:tblGrid>
                <a:gridCol w="1746959">
                  <a:extLst>
                    <a:ext uri="{9D8B030D-6E8A-4147-A177-3AD203B41FA5}">
                      <a16:colId xmlns:a16="http://schemas.microsoft.com/office/drawing/2014/main" val="20000"/>
                    </a:ext>
                  </a:extLst>
                </a:gridCol>
                <a:gridCol w="1037663">
                  <a:extLst>
                    <a:ext uri="{9D8B030D-6E8A-4147-A177-3AD203B41FA5}">
                      <a16:colId xmlns:a16="http://schemas.microsoft.com/office/drawing/2014/main" val="20001"/>
                    </a:ext>
                  </a:extLst>
                </a:gridCol>
                <a:gridCol w="2456256">
                  <a:extLst>
                    <a:ext uri="{9D8B030D-6E8A-4147-A177-3AD203B41FA5}">
                      <a16:colId xmlns:a16="http://schemas.microsoft.com/office/drawing/2014/main" val="20002"/>
                    </a:ext>
                  </a:extLst>
                </a:gridCol>
                <a:gridCol w="1023467">
                  <a:extLst>
                    <a:ext uri="{9D8B030D-6E8A-4147-A177-3AD203B41FA5}">
                      <a16:colId xmlns:a16="http://schemas.microsoft.com/office/drawing/2014/main" val="20003"/>
                    </a:ext>
                  </a:extLst>
                </a:gridCol>
                <a:gridCol w="2470451">
                  <a:extLst>
                    <a:ext uri="{9D8B030D-6E8A-4147-A177-3AD203B41FA5}">
                      <a16:colId xmlns:a16="http://schemas.microsoft.com/office/drawing/2014/main" val="20004"/>
                    </a:ext>
                  </a:extLst>
                </a:gridCol>
              </a:tblGrid>
              <a:tr h="370850">
                <a:tc rowSpan="2">
                  <a:txBody>
                    <a:bodyPr/>
                    <a:lstStyle/>
                    <a:p>
                      <a:pPr marL="0" marR="0" lvl="0" indent="0" algn="ctr" rtl="0">
                        <a:spcBef>
                          <a:spcPts val="0"/>
                        </a:spcBef>
                        <a:spcAft>
                          <a:spcPts val="0"/>
                        </a:spcAft>
                        <a:buNone/>
                      </a:pPr>
                      <a:r>
                        <a:rPr lang="en-US" sz="2000" u="none" strike="noStrike" cap="none"/>
                        <a:t>Model</a:t>
                      </a:r>
                      <a:endParaRPr sz="2000" u="none" strike="noStrike" cap="none"/>
                    </a:p>
                  </a:txBody>
                  <a:tcPr marL="91450" marR="91450" marT="45725" marB="45725" anchor="ctr"/>
                </a:tc>
                <a:tc rowSpan="2">
                  <a:txBody>
                    <a:bodyPr/>
                    <a:lstStyle/>
                    <a:p>
                      <a:pPr marL="0" marR="0" lvl="0" indent="0" algn="ctr" rtl="0">
                        <a:spcBef>
                          <a:spcPts val="0"/>
                        </a:spcBef>
                        <a:spcAft>
                          <a:spcPts val="0"/>
                        </a:spcAft>
                        <a:buNone/>
                      </a:pPr>
                      <a:r>
                        <a:rPr lang="en-US" sz="2000" u="none" strike="noStrike" cap="none"/>
                        <a:t>Prior </a:t>
                      </a:r>
                      <a:endParaRPr sz="2000" u="none" strike="noStrike" cap="none"/>
                    </a:p>
                  </a:txBody>
                  <a:tcPr marL="91450" marR="91450" marT="45725" marB="45725" anchor="ctr"/>
                </a:tc>
                <a:tc gridSpan="2">
                  <a:txBody>
                    <a:bodyPr/>
                    <a:lstStyle/>
                    <a:p>
                      <a:pPr marL="0" marR="0" lvl="0" indent="0" algn="ctr" rtl="0">
                        <a:spcBef>
                          <a:spcPts val="0"/>
                        </a:spcBef>
                        <a:spcAft>
                          <a:spcPts val="0"/>
                        </a:spcAft>
                        <a:buNone/>
                      </a:pPr>
                      <a:r>
                        <a:rPr lang="en-US" sz="1800" u="none" strike="noStrike" cap="none" dirty="0"/>
                        <a:t>Adopt the Technology?</a:t>
                      </a:r>
                      <a:endParaRPr sz="1800" u="none" strike="noStrike" cap="none" dirty="0"/>
                    </a:p>
                  </a:txBody>
                  <a:tcPr marL="91450" marR="91450" marT="45725" marB="45725"/>
                </a:tc>
                <a:tc hMerge="1">
                  <a:txBody>
                    <a:bodyPr/>
                    <a:lstStyle/>
                    <a:p>
                      <a:endParaRPr lang="en-US"/>
                    </a:p>
                  </a:txBody>
                  <a:tcPr/>
                </a:tc>
                <a:tc rowSpan="2">
                  <a:txBody>
                    <a:bodyPr/>
                    <a:lstStyle/>
                    <a:p>
                      <a:pPr marL="0" marR="0" lvl="0" indent="0" algn="ctr" rtl="0">
                        <a:spcBef>
                          <a:spcPts val="0"/>
                        </a:spcBef>
                        <a:spcAft>
                          <a:spcPts val="0"/>
                        </a:spcAft>
                        <a:buNone/>
                      </a:pPr>
                      <a:r>
                        <a:rPr lang="en-US" sz="2000" u="none" strike="noStrike" cap="none" dirty="0"/>
                        <a:t>EV with perfect information</a:t>
                      </a:r>
                      <a:endParaRPr sz="2000" u="none" strike="noStrike" cap="none" dirty="0"/>
                    </a:p>
                  </a:txBody>
                  <a:tcPr marL="91450" marR="91450" marT="45725" marB="45725" anchor="ctr"/>
                </a:tc>
                <a:extLst>
                  <a:ext uri="{0D108BD9-81ED-4DB2-BD59-A6C34878D82A}">
                    <a16:rowId xmlns:a16="http://schemas.microsoft.com/office/drawing/2014/main" val="10000"/>
                  </a:ext>
                </a:extLst>
              </a:tr>
              <a:tr h="370850">
                <a:tc vMerge="1">
                  <a:txBody>
                    <a:bodyPr/>
                    <a:lstStyle/>
                    <a:p>
                      <a:endParaRPr lang="en-US"/>
                    </a:p>
                  </a:txBody>
                  <a:tcPr/>
                </a:tc>
                <a:tc vMerge="1">
                  <a:txBody>
                    <a:bodyPr/>
                    <a:lstStyle/>
                    <a:p>
                      <a:endParaRPr lang="en-US"/>
                    </a:p>
                  </a:txBody>
                  <a:tcPr/>
                </a:tc>
                <a:tc>
                  <a:txBody>
                    <a:bodyPr/>
                    <a:lstStyle/>
                    <a:p>
                      <a:pPr marL="0" marR="0" lvl="0" indent="0" algn="ctr" rtl="0">
                        <a:spcBef>
                          <a:spcPts val="0"/>
                        </a:spcBef>
                        <a:spcAft>
                          <a:spcPts val="0"/>
                        </a:spcAft>
                        <a:buNone/>
                      </a:pPr>
                      <a:r>
                        <a:rPr lang="en-US" sz="2000" u="none" strike="noStrike" cap="none"/>
                        <a:t>Yes</a:t>
                      </a:r>
                      <a:endParaRPr sz="2000" u="none" strike="noStrike" cap="none"/>
                    </a:p>
                  </a:txBody>
                  <a:tcPr marL="91450" marR="91450" marT="45725" marB="45725" anchor="ctr">
                    <a:solidFill>
                      <a:schemeClr val="accent3">
                        <a:lumMod val="40000"/>
                        <a:lumOff val="60000"/>
                      </a:schemeClr>
                    </a:solidFill>
                  </a:tcPr>
                </a:tc>
                <a:tc>
                  <a:txBody>
                    <a:bodyPr/>
                    <a:lstStyle/>
                    <a:p>
                      <a:pPr marL="0" marR="0" lvl="0" indent="0" algn="ctr" rtl="0">
                        <a:spcBef>
                          <a:spcPts val="0"/>
                        </a:spcBef>
                        <a:spcAft>
                          <a:spcPts val="0"/>
                        </a:spcAft>
                        <a:buNone/>
                      </a:pPr>
                      <a:r>
                        <a:rPr lang="en-US" sz="2000" u="none" strike="noStrike" cap="none" dirty="0"/>
                        <a:t>No</a:t>
                      </a:r>
                      <a:endParaRPr sz="2000" u="none" strike="noStrike" cap="none" dirty="0"/>
                    </a:p>
                  </a:txBody>
                  <a:tcPr marL="91450" marR="91450" marT="45725" marB="45725" anchor="ctr">
                    <a:solidFill>
                      <a:schemeClr val="accent3">
                        <a:lumMod val="40000"/>
                        <a:lumOff val="60000"/>
                      </a:schemeClr>
                    </a:solidFill>
                  </a:tcPr>
                </a:tc>
                <a:tc vMerge="1">
                  <a:txBody>
                    <a:bodyPr/>
                    <a:lstStyle/>
                    <a:p>
                      <a:endParaRPr lang="en-US"/>
                    </a:p>
                  </a:txBody>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u="none" strike="noStrike" cap="none" dirty="0">
                          <a:solidFill>
                            <a:schemeClr val="accent6"/>
                          </a:solidFill>
                        </a:rPr>
                        <a:t>1 (optimistic)</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solidFill>
                            <a:schemeClr val="accent6"/>
                          </a:solidFill>
                        </a:rPr>
                        <a:t>0.5</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t>(</a:t>
                      </a:r>
                      <a:r>
                        <a:rPr lang="en-US" sz="2000" dirty="0">
                          <a:solidFill>
                            <a:schemeClr val="accent6"/>
                          </a:solidFill>
                        </a:rPr>
                        <a:t>0.8</a:t>
                      </a:r>
                      <a:r>
                        <a:rPr lang="en-US" sz="2000" dirty="0"/>
                        <a:t>)*70+(</a:t>
                      </a:r>
                      <a:r>
                        <a:rPr lang="en-US" sz="2000" dirty="0">
                          <a:solidFill>
                            <a:schemeClr val="accent6"/>
                          </a:solidFill>
                        </a:rPr>
                        <a:t>0.2</a:t>
                      </a:r>
                      <a:r>
                        <a:rPr lang="en-US" sz="2000" dirty="0"/>
                        <a:t>)*10=58</a:t>
                      </a:r>
                      <a:endParaRPr sz="2000" dirty="0"/>
                    </a:p>
                  </a:txBody>
                  <a:tcPr marL="91450" marR="91450" marT="45725" marB="45725"/>
                </a:tc>
                <a:tc>
                  <a:txBody>
                    <a:bodyPr/>
                    <a:lstStyle/>
                    <a:p>
                      <a:pPr marL="0" marR="0" lvl="0" indent="0" algn="ctr" rtl="0">
                        <a:spcBef>
                          <a:spcPts val="0"/>
                        </a:spcBef>
                        <a:spcAft>
                          <a:spcPts val="0"/>
                        </a:spcAft>
                        <a:buNone/>
                      </a:pPr>
                      <a:r>
                        <a:rPr lang="en-US" sz="2000" dirty="0">
                          <a:highlight>
                            <a:srgbClr val="E6D5F3"/>
                          </a:highlight>
                        </a:rPr>
                        <a:t>40</a:t>
                      </a:r>
                      <a:endParaRPr sz="2000" dirty="0">
                        <a:highlight>
                          <a:srgbClr val="E6D5F3"/>
                        </a:highlight>
                      </a:endParaRPr>
                    </a:p>
                  </a:txBody>
                  <a:tcPr marL="91450" marR="91450" marT="45725" marB="45725"/>
                </a:tc>
                <a:tc>
                  <a:txBody>
                    <a:bodyPr/>
                    <a:lstStyle/>
                    <a:p>
                      <a:pPr marL="0" marR="0" lvl="0" indent="0" algn="ctr" rtl="0">
                        <a:spcBef>
                          <a:spcPts val="0"/>
                        </a:spcBef>
                        <a:spcAft>
                          <a:spcPts val="0"/>
                        </a:spcAft>
                        <a:buNone/>
                      </a:pPr>
                      <a:endParaRPr sz="20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000" dirty="0">
                          <a:solidFill>
                            <a:schemeClr val="accent1"/>
                          </a:solidFill>
                        </a:rPr>
                        <a:t>2 (pessimistic)</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accent1"/>
                          </a:solidFill>
                        </a:rPr>
                        <a:t>0.5</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Palatino Linotype"/>
                        <a:buNone/>
                      </a:pPr>
                      <a:r>
                        <a:rPr lang="en-US" sz="2000" dirty="0">
                          <a:solidFill>
                            <a:schemeClr val="bg1"/>
                          </a:solidFill>
                        </a:rPr>
                        <a:t>(0.4)*70+(0.6)*10=34</a:t>
                      </a:r>
                      <a:endParaRPr sz="2000" dirty="0">
                        <a:solidFill>
                          <a:schemeClr val="bg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2">
                  <a:txBody>
                    <a:bodyPr/>
                    <a:lstStyle/>
                    <a:p>
                      <a:pPr marL="0" marR="0" lvl="0" indent="0" algn="l" rtl="0">
                        <a:spcBef>
                          <a:spcPts val="0"/>
                        </a:spcBef>
                        <a:spcAft>
                          <a:spcPts val="0"/>
                        </a:spcAft>
                        <a:buNone/>
                      </a:pPr>
                      <a:r>
                        <a:rPr lang="en-US" sz="2000" b="1" dirty="0">
                          <a:solidFill>
                            <a:schemeClr val="tx1"/>
                          </a:solidFill>
                        </a:rPr>
                        <a:t>EV with uncertainty</a:t>
                      </a:r>
                      <a:endParaRPr sz="2000" b="1" dirty="0">
                        <a:solidFill>
                          <a:schemeClr val="tx1"/>
                        </a:solidFill>
                      </a:endParaRPr>
                    </a:p>
                  </a:txBody>
                  <a:tcPr marL="91450" marR="91450" marT="45725" marB="45725">
                    <a:lnT w="12700" cap="flat" cmpd="sng">
                      <a:solidFill>
                        <a:schemeClr val="dk1"/>
                      </a:solidFill>
                      <a:prstDash val="solid"/>
                      <a:round/>
                      <a:headEnd type="none" w="sm" len="sm"/>
                      <a:tailEnd type="none" w="sm" len="sm"/>
                    </a:lnT>
                    <a:solidFill>
                      <a:schemeClr val="accent4"/>
                    </a:solidFill>
                  </a:tcPr>
                </a:tc>
                <a:tc hMerge="1">
                  <a:txBody>
                    <a:bodyPr/>
                    <a:lstStyle/>
                    <a:p>
                      <a:endParaRPr lang="en-US"/>
                    </a:p>
                  </a:txBody>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800"/>
                        <a:buFont typeface="Palatino Linotype"/>
                        <a:buNone/>
                      </a:pPr>
                      <a:endParaRPr sz="2000" dirty="0"/>
                    </a:p>
                  </a:txBody>
                  <a:tcPr marL="91450" marR="91450" marT="45725" marB="45725">
                    <a:lnT w="12700" cap="flat" cmpd="sng">
                      <a:solidFill>
                        <a:schemeClr val="dk1"/>
                      </a:solidFill>
                      <a:prstDash val="solid"/>
                      <a:round/>
                      <a:headEnd type="none" w="sm" len="sm"/>
                      <a:tailEnd type="none" w="sm" len="sm"/>
                    </a:lnT>
                    <a:solidFill>
                      <a:schemeClr val="lt2"/>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1672BB93-EF15-D99C-4A70-A27E57541C20}"/>
              </a:ext>
            </a:extLst>
          </p:cNvPr>
          <p:cNvSpPr txBox="1"/>
          <p:nvPr/>
        </p:nvSpPr>
        <p:spPr>
          <a:xfrm>
            <a:off x="478715" y="1220252"/>
            <a:ext cx="6099586" cy="646331"/>
          </a:xfrm>
          <a:prstGeom prst="rect">
            <a:avLst/>
          </a:prstGeom>
          <a:noFill/>
        </p:spPr>
        <p:txBody>
          <a:bodyPr wrap="square">
            <a:spAutoFit/>
          </a:bodyPr>
          <a:lstStyle/>
          <a:p>
            <a:r>
              <a:rPr lang="en-US" sz="3600" b="0" i="0" u="none" strike="noStrike" cap="none" dirty="0">
                <a:solidFill>
                  <a:schemeClr val="dk2"/>
                </a:solidFill>
                <a:latin typeface="+mj-lt"/>
                <a:ea typeface="Palatino Linotype"/>
                <a:cs typeface="Palatino Linotype"/>
                <a:sym typeface="Palatino Linotype"/>
              </a:rPr>
              <a:t>EVPI: Hatchery Example</a:t>
            </a:r>
            <a:endParaRPr lang="en-US" sz="3600" dirty="0"/>
          </a:p>
        </p:txBody>
      </p:sp>
      <p:sp>
        <p:nvSpPr>
          <p:cNvPr id="8" name="Rectangle 7">
            <a:extLst>
              <a:ext uri="{FF2B5EF4-FFF2-40B4-BE49-F238E27FC236}">
                <a16:creationId xmlns:a16="http://schemas.microsoft.com/office/drawing/2014/main" id="{AE63FFE9-4068-3524-703E-35F2E31A93D7}"/>
              </a:ext>
            </a:extLst>
          </p:cNvPr>
          <p:cNvSpPr/>
          <p:nvPr/>
        </p:nvSpPr>
        <p:spPr>
          <a:xfrm>
            <a:off x="4195483" y="2926080"/>
            <a:ext cx="2404334" cy="322730"/>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361BF8-656D-66C6-89DB-2B327654F7BA}"/>
              </a:ext>
            </a:extLst>
          </p:cNvPr>
          <p:cNvSpPr/>
          <p:nvPr/>
        </p:nvSpPr>
        <p:spPr>
          <a:xfrm>
            <a:off x="3572643" y="5055826"/>
            <a:ext cx="4344296" cy="60260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Probability it works * Frys (in 1000s) + probability it doesn’t work * Frys (in 1000s) </a:t>
            </a:r>
          </a:p>
        </p:txBody>
      </p:sp>
      <p:sp>
        <p:nvSpPr>
          <p:cNvPr id="11" name="Google Shape;1042;p50">
            <a:extLst>
              <a:ext uri="{FF2B5EF4-FFF2-40B4-BE49-F238E27FC236}">
                <a16:creationId xmlns:a16="http://schemas.microsoft.com/office/drawing/2014/main" id="{79244B5E-89D3-DD3F-94E5-79AF6D093D61}"/>
              </a:ext>
            </a:extLst>
          </p:cNvPr>
          <p:cNvSpPr txBox="1"/>
          <p:nvPr/>
        </p:nvSpPr>
        <p:spPr>
          <a:xfrm>
            <a:off x="1377393" y="4327247"/>
            <a:ext cx="8663302"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EVPI calculation</a:t>
            </a:r>
            <a:endParaRPr dirty="0"/>
          </a:p>
          <a:p>
            <a:pPr marR="0" lvl="0" algn="l" rtl="0">
              <a:spcBef>
                <a:spcPts val="0"/>
              </a:spcBef>
              <a:spcAft>
                <a:spcPts val="0"/>
              </a:spcAft>
              <a:buClr>
                <a:schemeClr val="dk1"/>
              </a:buClr>
              <a:buSzPts val="1800"/>
            </a:pPr>
            <a:r>
              <a:rPr lang="en-US" sz="1800" dirty="0">
                <a:solidFill>
                  <a:schemeClr val="dk1"/>
                </a:solidFill>
                <a:latin typeface="Palatino Linotype"/>
                <a:ea typeface="Palatino Linotype"/>
                <a:cs typeface="Palatino Linotype"/>
                <a:sym typeface="Palatino Linotype"/>
              </a:rPr>
              <a:t>1. Calculate EV for each model and alternative</a:t>
            </a:r>
            <a:endParaRPr dirty="0"/>
          </a:p>
          <a:p>
            <a:pPr marL="342900" marR="0" lvl="0" indent="-228600" algn="l" rtl="0">
              <a:spcBef>
                <a:spcPts val="0"/>
              </a:spcBef>
              <a:spcAft>
                <a:spcPts val="0"/>
              </a:spcAft>
              <a:buClr>
                <a:schemeClr val="dk1"/>
              </a:buClr>
              <a:buSzPts val="1800"/>
              <a:buFont typeface="Century Gothic"/>
              <a:buNone/>
            </a:pPr>
            <a:endParaRPr sz="1800" dirty="0">
              <a:solidFill>
                <a:schemeClr val="dk1"/>
              </a:solidFill>
              <a:latin typeface="Palatino Linotype"/>
              <a:ea typeface="Palatino Linotype"/>
              <a:cs typeface="Palatino Linotype"/>
              <a:sym typeface="Palatino Linotype"/>
            </a:endParaRPr>
          </a:p>
        </p:txBody>
      </p:sp>
    </p:spTree>
    <p:extLst>
      <p:ext uri="{BB962C8B-B14F-4D97-AF65-F5344CB8AC3E}">
        <p14:creationId xmlns:p14="http://schemas.microsoft.com/office/powerpoint/2010/main" val="20967089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C15F4-683A-20E8-A823-AC54C72814A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7C875C-A5F7-478C-70B5-4C6F2EE2BB0A}"/>
              </a:ext>
            </a:extLst>
          </p:cNvPr>
          <p:cNvSpPr txBox="1"/>
          <p:nvPr/>
        </p:nvSpPr>
        <p:spPr>
          <a:xfrm>
            <a:off x="9278103" y="5808155"/>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grpSp>
        <p:nvGrpSpPr>
          <p:cNvPr id="25" name="Google Shape;968;p49">
            <a:extLst>
              <a:ext uri="{FF2B5EF4-FFF2-40B4-BE49-F238E27FC236}">
                <a16:creationId xmlns:a16="http://schemas.microsoft.com/office/drawing/2014/main" id="{C11467B4-E6DC-A51C-0745-C2F7C8D33F37}"/>
              </a:ext>
            </a:extLst>
          </p:cNvPr>
          <p:cNvGrpSpPr/>
          <p:nvPr/>
        </p:nvGrpSpPr>
        <p:grpSpPr>
          <a:xfrm>
            <a:off x="279310" y="751285"/>
            <a:ext cx="8467066" cy="6074183"/>
            <a:chOff x="154275" y="511624"/>
            <a:chExt cx="8467066" cy="6074183"/>
          </a:xfrm>
        </p:grpSpPr>
        <p:sp>
          <p:nvSpPr>
            <p:cNvPr id="26" name="Google Shape;969;p49">
              <a:extLst>
                <a:ext uri="{FF2B5EF4-FFF2-40B4-BE49-F238E27FC236}">
                  <a16:creationId xmlns:a16="http://schemas.microsoft.com/office/drawing/2014/main" id="{C10DC446-7F40-74AC-E16A-8ED9774219AC}"/>
                </a:ext>
              </a:extLst>
            </p:cNvPr>
            <p:cNvSpPr txBox="1"/>
            <p:nvPr/>
          </p:nvSpPr>
          <p:spPr>
            <a:xfrm>
              <a:off x="154275" y="3280143"/>
              <a:ext cx="1152011" cy="915709"/>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dirty="0">
                  <a:solidFill>
                    <a:schemeClr val="dk1"/>
                  </a:solidFill>
                  <a:latin typeface="+mj-lt"/>
                  <a:ea typeface="Arial"/>
                  <a:cs typeface="Arial"/>
                  <a:sym typeface="Arial"/>
                </a:rPr>
                <a:t>Research before deciding to adopt tech?</a:t>
              </a:r>
              <a:endParaRPr sz="1400" dirty="0">
                <a:solidFill>
                  <a:schemeClr val="dk1"/>
                </a:solidFill>
                <a:latin typeface="+mj-lt"/>
                <a:ea typeface="Arial"/>
                <a:cs typeface="Arial"/>
                <a:sym typeface="Arial"/>
              </a:endParaRPr>
            </a:p>
          </p:txBody>
        </p:sp>
        <p:sp>
          <p:nvSpPr>
            <p:cNvPr id="27" name="Google Shape;970;p49">
              <a:extLst>
                <a:ext uri="{FF2B5EF4-FFF2-40B4-BE49-F238E27FC236}">
                  <a16:creationId xmlns:a16="http://schemas.microsoft.com/office/drawing/2014/main" id="{B13AF953-0FDB-1726-C3B3-866B2AA9DB22}"/>
                </a:ext>
              </a:extLst>
            </p:cNvPr>
            <p:cNvSpPr/>
            <p:nvPr/>
          </p:nvSpPr>
          <p:spPr>
            <a:xfrm>
              <a:off x="3698671" y="4012035"/>
              <a:ext cx="1000991" cy="838200"/>
            </a:xfrm>
            <a:prstGeom prst="ellipse">
              <a:avLst/>
            </a:prstGeom>
            <a:noFill/>
            <a:ln w="2857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Model</a:t>
              </a:r>
              <a:endParaRPr>
                <a:latin typeface="+mj-lt"/>
              </a:endParaRPr>
            </a:p>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a:t>
              </a:r>
              <a:endParaRPr>
                <a:latin typeface="+mj-lt"/>
              </a:endParaRPr>
            </a:p>
          </p:txBody>
        </p:sp>
        <p:cxnSp>
          <p:nvCxnSpPr>
            <p:cNvPr id="28" name="Google Shape;971;p49">
              <a:extLst>
                <a:ext uri="{FF2B5EF4-FFF2-40B4-BE49-F238E27FC236}">
                  <a16:creationId xmlns:a16="http://schemas.microsoft.com/office/drawing/2014/main" id="{100B4365-B23A-1873-B90A-A3B4FD1AEB55}"/>
                </a:ext>
              </a:extLst>
            </p:cNvPr>
            <p:cNvCxnSpPr>
              <a:stCxn id="26" idx="3"/>
              <a:endCxn id="59" idx="3"/>
            </p:cNvCxnSpPr>
            <p:nvPr/>
          </p:nvCxnSpPr>
          <p:spPr>
            <a:xfrm rot="10800000" flipH="1">
              <a:off x="1306286" y="2788797"/>
              <a:ext cx="652800" cy="949200"/>
            </a:xfrm>
            <a:prstGeom prst="straightConnector1">
              <a:avLst/>
            </a:prstGeom>
            <a:noFill/>
            <a:ln w="25400" cap="flat" cmpd="sng">
              <a:solidFill>
                <a:schemeClr val="dk1"/>
              </a:solidFill>
              <a:prstDash val="solid"/>
              <a:round/>
              <a:headEnd type="none" w="sm" len="sm"/>
              <a:tailEnd type="stealth" w="sm" len="sm"/>
            </a:ln>
          </p:spPr>
        </p:cxnSp>
        <p:sp>
          <p:nvSpPr>
            <p:cNvPr id="29" name="Google Shape;973;p49">
              <a:extLst>
                <a:ext uri="{FF2B5EF4-FFF2-40B4-BE49-F238E27FC236}">
                  <a16:creationId xmlns:a16="http://schemas.microsoft.com/office/drawing/2014/main" id="{DC414616-F3DC-7B1F-2DD2-01B41B7CAF03}"/>
                </a:ext>
              </a:extLst>
            </p:cNvPr>
            <p:cNvSpPr txBox="1"/>
            <p:nvPr/>
          </p:nvSpPr>
          <p:spPr>
            <a:xfrm>
              <a:off x="7706941" y="3865958"/>
              <a:ext cx="914400" cy="457200"/>
            </a:xfrm>
            <a:prstGeom prst="rect">
              <a:avLst/>
            </a:prstGeom>
            <a:solidFill>
              <a:schemeClr val="accent2">
                <a:lumMod val="40000"/>
                <a:lumOff val="60000"/>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70,000</a:t>
              </a:r>
              <a:endParaRPr sz="1800" dirty="0">
                <a:solidFill>
                  <a:schemeClr val="dk1"/>
                </a:solidFill>
                <a:latin typeface="+mj-lt"/>
                <a:ea typeface="Arial"/>
                <a:cs typeface="Arial"/>
                <a:sym typeface="Arial"/>
              </a:endParaRPr>
            </a:p>
          </p:txBody>
        </p:sp>
        <p:sp>
          <p:nvSpPr>
            <p:cNvPr id="30" name="Google Shape;974;p49">
              <a:extLst>
                <a:ext uri="{FF2B5EF4-FFF2-40B4-BE49-F238E27FC236}">
                  <a16:creationId xmlns:a16="http://schemas.microsoft.com/office/drawing/2014/main" id="{5B46B7C2-3F96-3481-192E-7BFB56328143}"/>
                </a:ext>
              </a:extLst>
            </p:cNvPr>
            <p:cNvSpPr txBox="1"/>
            <p:nvPr/>
          </p:nvSpPr>
          <p:spPr>
            <a:xfrm>
              <a:off x="7706941" y="4405723"/>
              <a:ext cx="914400" cy="457200"/>
            </a:xfrm>
            <a:prstGeom prst="rect">
              <a:avLst/>
            </a:prstGeom>
            <a:solidFill>
              <a:schemeClr val="accent2">
                <a:lumMod val="40000"/>
                <a:lumOff val="60000"/>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10,000</a:t>
              </a:r>
              <a:endParaRPr sz="1800" dirty="0">
                <a:solidFill>
                  <a:schemeClr val="dk1"/>
                </a:solidFill>
                <a:latin typeface="+mj-lt"/>
                <a:ea typeface="Arial"/>
                <a:cs typeface="Arial"/>
                <a:sym typeface="Arial"/>
              </a:endParaRPr>
            </a:p>
          </p:txBody>
        </p:sp>
        <p:cxnSp>
          <p:nvCxnSpPr>
            <p:cNvPr id="31" name="Google Shape;975;p49">
              <a:extLst>
                <a:ext uri="{FF2B5EF4-FFF2-40B4-BE49-F238E27FC236}">
                  <a16:creationId xmlns:a16="http://schemas.microsoft.com/office/drawing/2014/main" id="{881C7147-EAD6-8510-CB59-A84E9E89DCE5}"/>
                </a:ext>
              </a:extLst>
            </p:cNvPr>
            <p:cNvCxnSpPr>
              <a:stCxn id="48" idx="6"/>
              <a:endCxn id="29" idx="1"/>
            </p:cNvCxnSpPr>
            <p:nvPr/>
          </p:nvCxnSpPr>
          <p:spPr>
            <a:xfrm rot="10800000" flipH="1">
              <a:off x="6738925" y="4094552"/>
              <a:ext cx="968100" cy="225900"/>
            </a:xfrm>
            <a:prstGeom prst="straightConnector1">
              <a:avLst/>
            </a:prstGeom>
            <a:noFill/>
            <a:ln w="25400" cap="flat" cmpd="sng">
              <a:solidFill>
                <a:schemeClr val="dk1"/>
              </a:solidFill>
              <a:prstDash val="solid"/>
              <a:round/>
              <a:headEnd type="none" w="sm" len="sm"/>
              <a:tailEnd type="stealth" w="sm" len="sm"/>
            </a:ln>
          </p:spPr>
        </p:cxnSp>
        <p:cxnSp>
          <p:nvCxnSpPr>
            <p:cNvPr id="32" name="Google Shape;977;p49">
              <a:extLst>
                <a:ext uri="{FF2B5EF4-FFF2-40B4-BE49-F238E27FC236}">
                  <a16:creationId xmlns:a16="http://schemas.microsoft.com/office/drawing/2014/main" id="{ECED2142-6E06-B528-B023-8A43537AE47C}"/>
                </a:ext>
              </a:extLst>
            </p:cNvPr>
            <p:cNvCxnSpPr>
              <a:stCxn id="48" idx="6"/>
              <a:endCxn id="30" idx="1"/>
            </p:cNvCxnSpPr>
            <p:nvPr/>
          </p:nvCxnSpPr>
          <p:spPr>
            <a:xfrm>
              <a:off x="6738925" y="4320452"/>
              <a:ext cx="968100" cy="313800"/>
            </a:xfrm>
            <a:prstGeom prst="straightConnector1">
              <a:avLst/>
            </a:prstGeom>
            <a:noFill/>
            <a:ln w="25400" cap="flat" cmpd="sng">
              <a:solidFill>
                <a:schemeClr val="dk1"/>
              </a:solidFill>
              <a:prstDash val="solid"/>
              <a:round/>
              <a:headEnd type="none" w="sm" len="sm"/>
              <a:tailEnd type="stealth" w="sm" len="sm"/>
            </a:ln>
          </p:spPr>
        </p:cxnSp>
        <p:cxnSp>
          <p:nvCxnSpPr>
            <p:cNvPr id="33" name="Google Shape;978;p49">
              <a:extLst>
                <a:ext uri="{FF2B5EF4-FFF2-40B4-BE49-F238E27FC236}">
                  <a16:creationId xmlns:a16="http://schemas.microsoft.com/office/drawing/2014/main" id="{D7244C27-FD3E-C839-B145-F4C805AB1AB0}"/>
                </a:ext>
              </a:extLst>
            </p:cNvPr>
            <p:cNvCxnSpPr>
              <a:stCxn id="26" idx="3"/>
              <a:endCxn id="38" idx="0"/>
            </p:cNvCxnSpPr>
            <p:nvPr/>
          </p:nvCxnSpPr>
          <p:spPr>
            <a:xfrm>
              <a:off x="1306286" y="3737997"/>
              <a:ext cx="992100" cy="1084500"/>
            </a:xfrm>
            <a:prstGeom prst="straightConnector1">
              <a:avLst/>
            </a:prstGeom>
            <a:noFill/>
            <a:ln w="25400" cap="flat" cmpd="sng">
              <a:solidFill>
                <a:schemeClr val="dk1"/>
              </a:solidFill>
              <a:prstDash val="solid"/>
              <a:round/>
              <a:headEnd type="none" w="sm" len="sm"/>
              <a:tailEnd type="stealth" w="sm" len="sm"/>
            </a:ln>
          </p:spPr>
        </p:cxnSp>
        <p:sp>
          <p:nvSpPr>
            <p:cNvPr id="34" name="Google Shape;980;p49">
              <a:extLst>
                <a:ext uri="{FF2B5EF4-FFF2-40B4-BE49-F238E27FC236}">
                  <a16:creationId xmlns:a16="http://schemas.microsoft.com/office/drawing/2014/main" id="{6256CCC4-D55E-DD94-F56D-8265C85D5C85}"/>
                </a:ext>
              </a:extLst>
            </p:cNvPr>
            <p:cNvSpPr txBox="1"/>
            <p:nvPr/>
          </p:nvSpPr>
          <p:spPr>
            <a:xfrm>
              <a:off x="1371600" y="2812640"/>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35" name="Google Shape;981;p49">
              <a:extLst>
                <a:ext uri="{FF2B5EF4-FFF2-40B4-BE49-F238E27FC236}">
                  <a16:creationId xmlns:a16="http://schemas.microsoft.com/office/drawing/2014/main" id="{2D3E8646-ECD1-37D7-FAF8-D13172D64DC5}"/>
                </a:ext>
              </a:extLst>
            </p:cNvPr>
            <p:cNvSpPr txBox="1"/>
            <p:nvPr/>
          </p:nvSpPr>
          <p:spPr>
            <a:xfrm>
              <a:off x="1365188" y="4181426"/>
              <a:ext cx="3513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sp>
          <p:nvSpPr>
            <p:cNvPr id="36" name="Google Shape;982;p49">
              <a:extLst>
                <a:ext uri="{FF2B5EF4-FFF2-40B4-BE49-F238E27FC236}">
                  <a16:creationId xmlns:a16="http://schemas.microsoft.com/office/drawing/2014/main" id="{7116E79D-78B3-FF20-C7DC-CDD649C63CE5}"/>
                </a:ext>
              </a:extLst>
            </p:cNvPr>
            <p:cNvSpPr txBox="1"/>
            <p:nvPr/>
          </p:nvSpPr>
          <p:spPr>
            <a:xfrm>
              <a:off x="6730072" y="3392168"/>
              <a:ext cx="184150" cy="11764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600">
                <a:solidFill>
                  <a:schemeClr val="dk2"/>
                </a:solidFill>
                <a:latin typeface="+mj-lt"/>
                <a:ea typeface="Arial"/>
                <a:cs typeface="Arial"/>
                <a:sym typeface="Arial"/>
              </a:endParaRPr>
            </a:p>
          </p:txBody>
        </p:sp>
        <p:sp>
          <p:nvSpPr>
            <p:cNvPr id="37" name="Google Shape;984;p49">
              <a:extLst>
                <a:ext uri="{FF2B5EF4-FFF2-40B4-BE49-F238E27FC236}">
                  <a16:creationId xmlns:a16="http://schemas.microsoft.com/office/drawing/2014/main" id="{D0192425-8EB4-ADFB-17F3-481D08EFEBA9}"/>
                </a:ext>
              </a:extLst>
            </p:cNvPr>
            <p:cNvSpPr txBox="1"/>
            <p:nvPr/>
          </p:nvSpPr>
          <p:spPr>
            <a:xfrm>
              <a:off x="7706941" y="6128607"/>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 </a:t>
              </a:r>
              <a:endParaRPr dirty="0">
                <a:latin typeface="+mj-lt"/>
              </a:endParaRPr>
            </a:p>
          </p:txBody>
        </p:sp>
        <p:sp>
          <p:nvSpPr>
            <p:cNvPr id="38" name="Google Shape;979;p49">
              <a:extLst>
                <a:ext uri="{FF2B5EF4-FFF2-40B4-BE49-F238E27FC236}">
                  <a16:creationId xmlns:a16="http://schemas.microsoft.com/office/drawing/2014/main" id="{0ED74C8F-698C-D3EE-414B-C60E4F183C7B}"/>
                </a:ext>
              </a:extLst>
            </p:cNvPr>
            <p:cNvSpPr txBox="1"/>
            <p:nvPr/>
          </p:nvSpPr>
          <p:spPr>
            <a:xfrm>
              <a:off x="1716566" y="4822483"/>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cxnSp>
          <p:nvCxnSpPr>
            <p:cNvPr id="39" name="Google Shape;985;p49">
              <a:extLst>
                <a:ext uri="{FF2B5EF4-FFF2-40B4-BE49-F238E27FC236}">
                  <a16:creationId xmlns:a16="http://schemas.microsoft.com/office/drawing/2014/main" id="{823852EA-F23D-1A42-446F-2A1DA01E4E50}"/>
                </a:ext>
              </a:extLst>
            </p:cNvPr>
            <p:cNvCxnSpPr>
              <a:stCxn id="38" idx="3"/>
              <a:endCxn id="27" idx="2"/>
            </p:cNvCxnSpPr>
            <p:nvPr/>
          </p:nvCxnSpPr>
          <p:spPr>
            <a:xfrm rot="10800000" flipH="1">
              <a:off x="2880348" y="4431133"/>
              <a:ext cx="818400" cy="684300"/>
            </a:xfrm>
            <a:prstGeom prst="straightConnector1">
              <a:avLst/>
            </a:prstGeom>
            <a:noFill/>
            <a:ln w="25400" cap="flat" cmpd="sng">
              <a:solidFill>
                <a:schemeClr val="dk1"/>
              </a:solidFill>
              <a:prstDash val="solid"/>
              <a:round/>
              <a:headEnd type="none" w="sm" len="sm"/>
              <a:tailEnd type="stealth" w="sm" len="sm"/>
            </a:ln>
          </p:spPr>
        </p:cxnSp>
        <p:cxnSp>
          <p:nvCxnSpPr>
            <p:cNvPr id="40" name="Google Shape;986;p49">
              <a:extLst>
                <a:ext uri="{FF2B5EF4-FFF2-40B4-BE49-F238E27FC236}">
                  <a16:creationId xmlns:a16="http://schemas.microsoft.com/office/drawing/2014/main" id="{E22EC700-1CC6-C9B9-F864-F8463BDB8342}"/>
                </a:ext>
              </a:extLst>
            </p:cNvPr>
            <p:cNvCxnSpPr>
              <a:stCxn id="38" idx="3"/>
              <a:endCxn id="37" idx="1"/>
            </p:cNvCxnSpPr>
            <p:nvPr/>
          </p:nvCxnSpPr>
          <p:spPr>
            <a:xfrm>
              <a:off x="2880348" y="5115433"/>
              <a:ext cx="4826700" cy="1241700"/>
            </a:xfrm>
            <a:prstGeom prst="straightConnector1">
              <a:avLst/>
            </a:prstGeom>
            <a:noFill/>
            <a:ln w="25400" cap="flat" cmpd="sng">
              <a:solidFill>
                <a:schemeClr val="dk1"/>
              </a:solidFill>
              <a:prstDash val="solid"/>
              <a:round/>
              <a:headEnd type="none" w="sm" len="sm"/>
              <a:tailEnd type="stealth" w="sm" len="sm"/>
            </a:ln>
          </p:spPr>
        </p:cxnSp>
        <p:sp>
          <p:nvSpPr>
            <p:cNvPr id="41" name="Google Shape;987;p49">
              <a:extLst>
                <a:ext uri="{FF2B5EF4-FFF2-40B4-BE49-F238E27FC236}">
                  <a16:creationId xmlns:a16="http://schemas.microsoft.com/office/drawing/2014/main" id="{A90262FB-3B15-974C-2326-939EC2037949}"/>
                </a:ext>
              </a:extLst>
            </p:cNvPr>
            <p:cNvSpPr txBox="1"/>
            <p:nvPr/>
          </p:nvSpPr>
          <p:spPr>
            <a:xfrm>
              <a:off x="3003629" y="4330509"/>
              <a:ext cx="338554" cy="369332"/>
            </a:xfrm>
            <a:prstGeom prst="rect">
              <a:avLst/>
            </a:pr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42" name="Google Shape;988;p49">
              <a:extLst>
                <a:ext uri="{FF2B5EF4-FFF2-40B4-BE49-F238E27FC236}">
                  <a16:creationId xmlns:a16="http://schemas.microsoft.com/office/drawing/2014/main" id="{50148630-B29F-3D44-63B3-468A5C4DA214}"/>
                </a:ext>
              </a:extLst>
            </p:cNvPr>
            <p:cNvSpPr txBox="1"/>
            <p:nvPr/>
          </p:nvSpPr>
          <p:spPr>
            <a:xfrm>
              <a:off x="2997217" y="5272502"/>
              <a:ext cx="351378"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cxnSp>
          <p:nvCxnSpPr>
            <p:cNvPr id="43" name="Google Shape;989;p49">
              <a:extLst>
                <a:ext uri="{FF2B5EF4-FFF2-40B4-BE49-F238E27FC236}">
                  <a16:creationId xmlns:a16="http://schemas.microsoft.com/office/drawing/2014/main" id="{A868B5F1-DD42-F5C8-EE7A-338A3595A7EA}"/>
                </a:ext>
              </a:extLst>
            </p:cNvPr>
            <p:cNvCxnSpPr>
              <a:stCxn id="27" idx="6"/>
              <a:endCxn id="48" idx="2"/>
            </p:cNvCxnSpPr>
            <p:nvPr/>
          </p:nvCxnSpPr>
          <p:spPr>
            <a:xfrm rot="10800000" flipH="1">
              <a:off x="4699662" y="4320435"/>
              <a:ext cx="1080300" cy="110700"/>
            </a:xfrm>
            <a:prstGeom prst="straightConnector1">
              <a:avLst/>
            </a:prstGeom>
            <a:noFill/>
            <a:ln w="25400" cap="flat" cmpd="sng">
              <a:solidFill>
                <a:schemeClr val="dk1"/>
              </a:solidFill>
              <a:prstDash val="solid"/>
              <a:round/>
              <a:headEnd type="none" w="sm" len="sm"/>
              <a:tailEnd type="stealth" w="sm" len="sm"/>
            </a:ln>
          </p:spPr>
        </p:cxnSp>
        <p:cxnSp>
          <p:nvCxnSpPr>
            <p:cNvPr id="47" name="Google Shape;990;p49">
              <a:extLst>
                <a:ext uri="{FF2B5EF4-FFF2-40B4-BE49-F238E27FC236}">
                  <a16:creationId xmlns:a16="http://schemas.microsoft.com/office/drawing/2014/main" id="{62219270-401E-7D67-2A0D-BFB3D31591F4}"/>
                </a:ext>
              </a:extLst>
            </p:cNvPr>
            <p:cNvCxnSpPr>
              <a:stCxn id="27" idx="5"/>
              <a:endCxn id="49" idx="2"/>
            </p:cNvCxnSpPr>
            <p:nvPr/>
          </p:nvCxnSpPr>
          <p:spPr>
            <a:xfrm>
              <a:off x="4553070" y="4727484"/>
              <a:ext cx="1227000" cy="667500"/>
            </a:xfrm>
            <a:prstGeom prst="straightConnector1">
              <a:avLst/>
            </a:prstGeom>
            <a:noFill/>
            <a:ln w="25400" cap="flat" cmpd="sng">
              <a:solidFill>
                <a:schemeClr val="dk1"/>
              </a:solidFill>
              <a:prstDash val="solid"/>
              <a:round/>
              <a:headEnd type="none" w="sm" len="sm"/>
              <a:tailEnd type="stealth" w="sm" len="sm"/>
            </a:ln>
          </p:spPr>
        </p:cxnSp>
        <p:sp>
          <p:nvSpPr>
            <p:cNvPr id="48" name="Google Shape;976;p49">
              <a:extLst>
                <a:ext uri="{FF2B5EF4-FFF2-40B4-BE49-F238E27FC236}">
                  <a16:creationId xmlns:a16="http://schemas.microsoft.com/office/drawing/2014/main" id="{CE8D410A-BB43-FA3D-053C-869D3A7D8E1C}"/>
                </a:ext>
              </a:extLst>
            </p:cNvPr>
            <p:cNvSpPr/>
            <p:nvPr/>
          </p:nvSpPr>
          <p:spPr>
            <a:xfrm>
              <a:off x="5780044" y="3889707"/>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2"/>
                  </a:solidFill>
                  <a:latin typeface="+mj-lt"/>
                  <a:ea typeface="Palatino Linotype"/>
                  <a:cs typeface="Palatino Linotype"/>
                  <a:sym typeface="Palatino Linotype"/>
                </a:rPr>
                <a:t>Work?</a:t>
              </a:r>
              <a:endParaRPr dirty="0">
                <a:latin typeface="+mj-lt"/>
              </a:endParaRPr>
            </a:p>
          </p:txBody>
        </p:sp>
        <p:sp>
          <p:nvSpPr>
            <p:cNvPr id="49" name="Google Shape;991;p49">
              <a:extLst>
                <a:ext uri="{FF2B5EF4-FFF2-40B4-BE49-F238E27FC236}">
                  <a16:creationId xmlns:a16="http://schemas.microsoft.com/office/drawing/2014/main" id="{92CD3FC8-00DC-28C5-2E1B-9B00B55C18D4}"/>
                </a:ext>
              </a:extLst>
            </p:cNvPr>
            <p:cNvSpPr/>
            <p:nvPr/>
          </p:nvSpPr>
          <p:spPr>
            <a:xfrm>
              <a:off x="5780044" y="4964342"/>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50" name="Google Shape;992;p49">
              <a:extLst>
                <a:ext uri="{FF2B5EF4-FFF2-40B4-BE49-F238E27FC236}">
                  <a16:creationId xmlns:a16="http://schemas.microsoft.com/office/drawing/2014/main" id="{DEB360A6-CAC4-F0A4-A1FE-22E1D0718963}"/>
                </a:ext>
              </a:extLst>
            </p:cNvPr>
            <p:cNvSpPr txBox="1"/>
            <p:nvPr/>
          </p:nvSpPr>
          <p:spPr>
            <a:xfrm>
              <a:off x="4725658" y="3742069"/>
              <a:ext cx="971741" cy="523220"/>
            </a:xfrm>
            <a:prstGeom prst="rect">
              <a:avLst/>
            </a:pr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9242"/>
                  </a:solidFill>
                  <a:latin typeface="+mj-lt"/>
                  <a:sym typeface="Arial"/>
                </a:rPr>
                <a:t>Optimistic</a:t>
              </a:r>
              <a:endParaRPr dirty="0">
                <a:solidFill>
                  <a:srgbClr val="009242"/>
                </a:solidFill>
                <a:latin typeface="+mj-lt"/>
              </a:endParaRPr>
            </a:p>
            <a:p>
              <a:pPr marL="0" marR="0" lvl="0" indent="0" algn="l" rtl="0">
                <a:spcBef>
                  <a:spcPts val="0"/>
                </a:spcBef>
                <a:spcAft>
                  <a:spcPts val="0"/>
                </a:spcAft>
                <a:buNone/>
              </a:pPr>
              <a:r>
                <a:rPr lang="en-US" sz="1400" dirty="0">
                  <a:solidFill>
                    <a:srgbClr val="009242"/>
                  </a:solidFill>
                  <a:latin typeface="+mj-lt"/>
                  <a:ea typeface="Arial"/>
                  <a:cs typeface="Arial"/>
                  <a:sym typeface="Arial"/>
                </a:rPr>
                <a:t>Model 1</a:t>
              </a:r>
              <a:endParaRPr sz="1400" dirty="0">
                <a:solidFill>
                  <a:srgbClr val="009242"/>
                </a:solidFill>
                <a:latin typeface="+mj-lt"/>
                <a:ea typeface="Arial"/>
                <a:cs typeface="Arial"/>
                <a:sym typeface="Arial"/>
              </a:endParaRPr>
            </a:p>
          </p:txBody>
        </p:sp>
        <p:sp>
          <p:nvSpPr>
            <p:cNvPr id="51" name="Google Shape;993;p49">
              <a:extLst>
                <a:ext uri="{FF2B5EF4-FFF2-40B4-BE49-F238E27FC236}">
                  <a16:creationId xmlns:a16="http://schemas.microsoft.com/office/drawing/2014/main" id="{F709E2B3-E467-566D-2EA3-9D6E3E7C8E6E}"/>
                </a:ext>
              </a:extLst>
            </p:cNvPr>
            <p:cNvSpPr txBox="1"/>
            <p:nvPr/>
          </p:nvSpPr>
          <p:spPr>
            <a:xfrm>
              <a:off x="4114505" y="4901751"/>
              <a:ext cx="1082348"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00FF"/>
                  </a:solidFill>
                  <a:latin typeface="+mj-lt"/>
                  <a:sym typeface="Arial"/>
                </a:rPr>
                <a:t>Pessimistic</a:t>
              </a:r>
              <a:endParaRPr dirty="0">
                <a:solidFill>
                  <a:srgbClr val="0000FF"/>
                </a:solidFill>
                <a:latin typeface="+mj-lt"/>
              </a:endParaRPr>
            </a:p>
            <a:p>
              <a:pPr marL="0" marR="0" lvl="0" indent="0" algn="l" rtl="0">
                <a:spcBef>
                  <a:spcPts val="0"/>
                </a:spcBef>
                <a:spcAft>
                  <a:spcPts val="0"/>
                </a:spcAft>
                <a:buNone/>
              </a:pPr>
              <a:r>
                <a:rPr lang="en-US" sz="1400" dirty="0">
                  <a:solidFill>
                    <a:srgbClr val="0000FF"/>
                  </a:solidFill>
                  <a:latin typeface="+mj-lt"/>
                  <a:ea typeface="Arial"/>
                  <a:cs typeface="Arial"/>
                  <a:sym typeface="Arial"/>
                </a:rPr>
                <a:t>Model 2</a:t>
              </a:r>
              <a:endParaRPr sz="1400" dirty="0">
                <a:solidFill>
                  <a:srgbClr val="0000FF"/>
                </a:solidFill>
                <a:latin typeface="+mj-lt"/>
                <a:ea typeface="Arial"/>
                <a:cs typeface="Arial"/>
                <a:sym typeface="Arial"/>
              </a:endParaRPr>
            </a:p>
          </p:txBody>
        </p:sp>
        <p:sp>
          <p:nvSpPr>
            <p:cNvPr id="52" name="Google Shape;994;p49">
              <a:extLst>
                <a:ext uri="{FF2B5EF4-FFF2-40B4-BE49-F238E27FC236}">
                  <a16:creationId xmlns:a16="http://schemas.microsoft.com/office/drawing/2014/main" id="{CB570D57-85AC-C439-A808-C30B37CA4BC5}"/>
                </a:ext>
              </a:extLst>
            </p:cNvPr>
            <p:cNvSpPr txBox="1"/>
            <p:nvPr/>
          </p:nvSpPr>
          <p:spPr>
            <a:xfrm>
              <a:off x="7706941" y="4999968"/>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53" name="Google Shape;995;p49">
              <a:extLst>
                <a:ext uri="{FF2B5EF4-FFF2-40B4-BE49-F238E27FC236}">
                  <a16:creationId xmlns:a16="http://schemas.microsoft.com/office/drawing/2014/main" id="{ACCE0E6B-C995-E8F5-E1DD-11E4E3B23CC1}"/>
                </a:ext>
              </a:extLst>
            </p:cNvPr>
            <p:cNvSpPr txBox="1"/>
            <p:nvPr/>
          </p:nvSpPr>
          <p:spPr>
            <a:xfrm>
              <a:off x="7706941" y="5527214"/>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54" name="Google Shape;996;p49">
              <a:extLst>
                <a:ext uri="{FF2B5EF4-FFF2-40B4-BE49-F238E27FC236}">
                  <a16:creationId xmlns:a16="http://schemas.microsoft.com/office/drawing/2014/main" id="{15C5E2CC-4328-27EC-28F5-95B82E2344F6}"/>
                </a:ext>
              </a:extLst>
            </p:cNvPr>
            <p:cNvCxnSpPr>
              <a:stCxn id="49" idx="6"/>
              <a:endCxn id="52" idx="1"/>
            </p:cNvCxnSpPr>
            <p:nvPr/>
          </p:nvCxnSpPr>
          <p:spPr>
            <a:xfrm rot="10800000" flipH="1">
              <a:off x="6738925" y="5228587"/>
              <a:ext cx="968100" cy="166500"/>
            </a:xfrm>
            <a:prstGeom prst="straightConnector1">
              <a:avLst/>
            </a:prstGeom>
            <a:noFill/>
            <a:ln w="25400" cap="flat" cmpd="sng">
              <a:solidFill>
                <a:schemeClr val="dk1"/>
              </a:solidFill>
              <a:prstDash val="solid"/>
              <a:round/>
              <a:headEnd type="none" w="sm" len="sm"/>
              <a:tailEnd type="stealth" w="sm" len="sm"/>
            </a:ln>
          </p:spPr>
        </p:cxnSp>
        <p:cxnSp>
          <p:nvCxnSpPr>
            <p:cNvPr id="55" name="Google Shape;997;p49">
              <a:extLst>
                <a:ext uri="{FF2B5EF4-FFF2-40B4-BE49-F238E27FC236}">
                  <a16:creationId xmlns:a16="http://schemas.microsoft.com/office/drawing/2014/main" id="{F2CFB14D-614E-353C-90C6-9844F94DF74A}"/>
                </a:ext>
              </a:extLst>
            </p:cNvPr>
            <p:cNvCxnSpPr>
              <a:stCxn id="49" idx="6"/>
              <a:endCxn id="53" idx="1"/>
            </p:cNvCxnSpPr>
            <p:nvPr/>
          </p:nvCxnSpPr>
          <p:spPr>
            <a:xfrm>
              <a:off x="6738925" y="5395087"/>
              <a:ext cx="968100" cy="360600"/>
            </a:xfrm>
            <a:prstGeom prst="straightConnector1">
              <a:avLst/>
            </a:prstGeom>
            <a:noFill/>
            <a:ln w="25400" cap="flat" cmpd="sng">
              <a:solidFill>
                <a:schemeClr val="dk1"/>
              </a:solidFill>
              <a:prstDash val="solid"/>
              <a:round/>
              <a:headEnd type="none" w="sm" len="sm"/>
              <a:tailEnd type="stealth" w="sm" len="sm"/>
            </a:ln>
          </p:spPr>
        </p:cxnSp>
        <p:sp>
          <p:nvSpPr>
            <p:cNvPr id="56" name="Google Shape;999;p49">
              <a:extLst>
                <a:ext uri="{FF2B5EF4-FFF2-40B4-BE49-F238E27FC236}">
                  <a16:creationId xmlns:a16="http://schemas.microsoft.com/office/drawing/2014/main" id="{CEAC033E-3944-3717-331F-E1ADBC8A7A6F}"/>
                </a:ext>
              </a:extLst>
            </p:cNvPr>
            <p:cNvSpPr txBox="1"/>
            <p:nvPr/>
          </p:nvSpPr>
          <p:spPr>
            <a:xfrm>
              <a:off x="6941315" y="4901751"/>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0.4</a:t>
              </a:r>
              <a:endParaRPr sz="1800" dirty="0">
                <a:solidFill>
                  <a:srgbClr val="0000FF"/>
                </a:solidFill>
                <a:latin typeface="+mj-lt"/>
                <a:ea typeface="Arial"/>
                <a:cs typeface="Arial"/>
                <a:sym typeface="Arial"/>
              </a:endParaRPr>
            </a:p>
          </p:txBody>
        </p:sp>
        <p:sp>
          <p:nvSpPr>
            <p:cNvPr id="57" name="Google Shape;1000;p49">
              <a:extLst>
                <a:ext uri="{FF2B5EF4-FFF2-40B4-BE49-F238E27FC236}">
                  <a16:creationId xmlns:a16="http://schemas.microsoft.com/office/drawing/2014/main" id="{D18E1A9D-7FA2-234E-8EA0-9AFBDDBF4F2D}"/>
                </a:ext>
              </a:extLst>
            </p:cNvPr>
            <p:cNvSpPr txBox="1"/>
            <p:nvPr/>
          </p:nvSpPr>
          <p:spPr>
            <a:xfrm>
              <a:off x="6941315" y="4499346"/>
              <a:ext cx="505267" cy="369332"/>
            </a:xfrm>
            <a:prstGeom prst="rect">
              <a:avLst/>
            </a:pr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0.2</a:t>
              </a:r>
              <a:endParaRPr sz="1800" dirty="0">
                <a:solidFill>
                  <a:srgbClr val="00B050"/>
                </a:solidFill>
                <a:latin typeface="+mj-lt"/>
                <a:ea typeface="Arial"/>
                <a:cs typeface="Arial"/>
                <a:sym typeface="Arial"/>
              </a:endParaRPr>
            </a:p>
          </p:txBody>
        </p:sp>
        <p:sp>
          <p:nvSpPr>
            <p:cNvPr id="58" name="Google Shape;1001;p49">
              <a:extLst>
                <a:ext uri="{FF2B5EF4-FFF2-40B4-BE49-F238E27FC236}">
                  <a16:creationId xmlns:a16="http://schemas.microsoft.com/office/drawing/2014/main" id="{13E26A4E-B47E-CEE5-401C-A40EDB30FCDA}"/>
                </a:ext>
              </a:extLst>
            </p:cNvPr>
            <p:cNvSpPr txBox="1"/>
            <p:nvPr/>
          </p:nvSpPr>
          <p:spPr>
            <a:xfrm>
              <a:off x="6941315" y="3821787"/>
              <a:ext cx="505267" cy="369332"/>
            </a:xfrm>
            <a:prstGeom prst="rect">
              <a:avLst/>
            </a:prstGeom>
            <a:solidFill>
              <a:schemeClr val="accent2">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0.8</a:t>
              </a:r>
              <a:endParaRPr sz="1800" dirty="0">
                <a:solidFill>
                  <a:srgbClr val="00B050"/>
                </a:solidFill>
                <a:latin typeface="+mj-lt"/>
                <a:ea typeface="Arial"/>
                <a:cs typeface="Arial"/>
                <a:sym typeface="Arial"/>
              </a:endParaRPr>
            </a:p>
          </p:txBody>
        </p:sp>
        <p:sp>
          <p:nvSpPr>
            <p:cNvPr id="59" name="Google Shape;972;p49">
              <a:extLst>
                <a:ext uri="{FF2B5EF4-FFF2-40B4-BE49-F238E27FC236}">
                  <a16:creationId xmlns:a16="http://schemas.microsoft.com/office/drawing/2014/main" id="{97EA9BE8-51F2-A506-DB08-E2778FF4A971}"/>
                </a:ext>
              </a:extLst>
            </p:cNvPr>
            <p:cNvSpPr/>
            <p:nvPr/>
          </p:nvSpPr>
          <p:spPr>
            <a:xfrm>
              <a:off x="1808106" y="2073442"/>
              <a:ext cx="1030035" cy="838200"/>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dirty="0">
                  <a:solidFill>
                    <a:schemeClr val="dk2"/>
                  </a:solidFill>
                  <a:latin typeface="+mj-lt"/>
                  <a:ea typeface="Palatino Linotype"/>
                  <a:cs typeface="Palatino Linotype"/>
                  <a:sym typeface="Palatino Linotype"/>
                </a:rPr>
                <a:t>Model?</a:t>
              </a:r>
              <a:endParaRPr dirty="0">
                <a:latin typeface="+mj-lt"/>
              </a:endParaRPr>
            </a:p>
          </p:txBody>
        </p:sp>
        <p:sp>
          <p:nvSpPr>
            <p:cNvPr id="60" name="Google Shape;1002;p49">
              <a:extLst>
                <a:ext uri="{FF2B5EF4-FFF2-40B4-BE49-F238E27FC236}">
                  <a16:creationId xmlns:a16="http://schemas.microsoft.com/office/drawing/2014/main" id="{DE79E390-4D7F-CE0A-8EE5-32C97B31CCEB}"/>
                </a:ext>
              </a:extLst>
            </p:cNvPr>
            <p:cNvSpPr txBox="1"/>
            <p:nvPr/>
          </p:nvSpPr>
          <p:spPr>
            <a:xfrm>
              <a:off x="2334480" y="1429844"/>
              <a:ext cx="971741"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9242"/>
                  </a:solidFill>
                  <a:latin typeface="+mj-lt"/>
                  <a:sym typeface="Arial"/>
                </a:rPr>
                <a:t>Optimistic</a:t>
              </a:r>
              <a:endParaRPr dirty="0">
                <a:solidFill>
                  <a:srgbClr val="009242"/>
                </a:solidFill>
                <a:latin typeface="+mj-lt"/>
              </a:endParaRPr>
            </a:p>
            <a:p>
              <a:pPr marL="0" marR="0" lvl="0" indent="0" algn="l" rtl="0">
                <a:spcBef>
                  <a:spcPts val="0"/>
                </a:spcBef>
                <a:spcAft>
                  <a:spcPts val="0"/>
                </a:spcAft>
                <a:buNone/>
              </a:pPr>
              <a:r>
                <a:rPr lang="en-US" sz="1400" dirty="0">
                  <a:solidFill>
                    <a:srgbClr val="009242"/>
                  </a:solidFill>
                  <a:latin typeface="+mj-lt"/>
                  <a:ea typeface="Arial"/>
                  <a:cs typeface="Arial"/>
                  <a:sym typeface="Arial"/>
                </a:rPr>
                <a:t>Model 1</a:t>
              </a:r>
              <a:endParaRPr sz="1400" dirty="0">
                <a:solidFill>
                  <a:srgbClr val="009242"/>
                </a:solidFill>
                <a:latin typeface="+mj-lt"/>
                <a:ea typeface="Arial"/>
                <a:cs typeface="Arial"/>
                <a:sym typeface="Arial"/>
              </a:endParaRPr>
            </a:p>
          </p:txBody>
        </p:sp>
        <p:sp>
          <p:nvSpPr>
            <p:cNvPr id="61" name="Google Shape;1003;p49">
              <a:extLst>
                <a:ext uri="{FF2B5EF4-FFF2-40B4-BE49-F238E27FC236}">
                  <a16:creationId xmlns:a16="http://schemas.microsoft.com/office/drawing/2014/main" id="{220C91A7-6999-DBD5-A37A-FE73FBC673A2}"/>
                </a:ext>
              </a:extLst>
            </p:cNvPr>
            <p:cNvSpPr txBox="1"/>
            <p:nvPr/>
          </p:nvSpPr>
          <p:spPr>
            <a:xfrm>
              <a:off x="2368218" y="2868948"/>
              <a:ext cx="1082348"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rgbClr val="0000FF"/>
                  </a:solidFill>
                  <a:latin typeface="+mj-lt"/>
                  <a:sym typeface="Arial"/>
                </a:rPr>
                <a:t>Pessimistic</a:t>
              </a:r>
              <a:endParaRPr dirty="0">
                <a:solidFill>
                  <a:srgbClr val="0000FF"/>
                </a:solidFill>
                <a:latin typeface="+mj-lt"/>
              </a:endParaRPr>
            </a:p>
            <a:p>
              <a:pPr marL="0" marR="0" lvl="0" indent="0" algn="l" rtl="0">
                <a:spcBef>
                  <a:spcPts val="0"/>
                </a:spcBef>
                <a:spcAft>
                  <a:spcPts val="0"/>
                </a:spcAft>
                <a:buNone/>
              </a:pPr>
              <a:r>
                <a:rPr lang="en-US" sz="1400" dirty="0">
                  <a:solidFill>
                    <a:srgbClr val="0000FF"/>
                  </a:solidFill>
                  <a:latin typeface="+mj-lt"/>
                  <a:ea typeface="Arial"/>
                  <a:cs typeface="Arial"/>
                  <a:sym typeface="Arial"/>
                </a:rPr>
                <a:t>Model 2</a:t>
              </a:r>
              <a:endParaRPr sz="1400" dirty="0">
                <a:solidFill>
                  <a:srgbClr val="0000FF"/>
                </a:solidFill>
                <a:latin typeface="+mj-lt"/>
                <a:ea typeface="Arial"/>
                <a:cs typeface="Arial"/>
                <a:sym typeface="Arial"/>
              </a:endParaRPr>
            </a:p>
          </p:txBody>
        </p:sp>
        <p:cxnSp>
          <p:nvCxnSpPr>
            <p:cNvPr id="62" name="Google Shape;1004;p49">
              <a:extLst>
                <a:ext uri="{FF2B5EF4-FFF2-40B4-BE49-F238E27FC236}">
                  <a16:creationId xmlns:a16="http://schemas.microsoft.com/office/drawing/2014/main" id="{965F88BC-3BF4-CE0F-A9B5-9584949B6FF1}"/>
                </a:ext>
              </a:extLst>
            </p:cNvPr>
            <p:cNvCxnSpPr>
              <a:stCxn id="59" idx="7"/>
              <a:endCxn id="65" idx="1"/>
            </p:cNvCxnSpPr>
            <p:nvPr/>
          </p:nvCxnSpPr>
          <p:spPr>
            <a:xfrm rot="10800000" flipH="1">
              <a:off x="2687296" y="1553594"/>
              <a:ext cx="848700" cy="642600"/>
            </a:xfrm>
            <a:prstGeom prst="straightConnector1">
              <a:avLst/>
            </a:prstGeom>
            <a:noFill/>
            <a:ln w="25400" cap="flat" cmpd="sng">
              <a:solidFill>
                <a:schemeClr val="dk1"/>
              </a:solidFill>
              <a:prstDash val="solid"/>
              <a:round/>
              <a:headEnd type="none" w="sm" len="sm"/>
              <a:tailEnd type="stealth" w="sm" len="sm"/>
            </a:ln>
          </p:spPr>
        </p:cxnSp>
        <p:cxnSp>
          <p:nvCxnSpPr>
            <p:cNvPr id="63" name="Google Shape;1006;p49">
              <a:extLst>
                <a:ext uri="{FF2B5EF4-FFF2-40B4-BE49-F238E27FC236}">
                  <a16:creationId xmlns:a16="http://schemas.microsoft.com/office/drawing/2014/main" id="{17379482-5D57-C3D1-C11F-8DDC75E7A950}"/>
                </a:ext>
              </a:extLst>
            </p:cNvPr>
            <p:cNvCxnSpPr>
              <a:stCxn id="59" idx="5"/>
              <a:endCxn id="64" idx="1"/>
            </p:cNvCxnSpPr>
            <p:nvPr/>
          </p:nvCxnSpPr>
          <p:spPr>
            <a:xfrm>
              <a:off x="2687296" y="2788890"/>
              <a:ext cx="848700" cy="51300"/>
            </a:xfrm>
            <a:prstGeom prst="straightConnector1">
              <a:avLst/>
            </a:prstGeom>
            <a:noFill/>
            <a:ln w="25400" cap="flat" cmpd="sng">
              <a:solidFill>
                <a:schemeClr val="dk1"/>
              </a:solidFill>
              <a:prstDash val="solid"/>
              <a:round/>
              <a:headEnd type="none" w="sm" len="sm"/>
              <a:tailEnd type="stealth" w="sm" len="sm"/>
            </a:ln>
          </p:spPr>
        </p:cxnSp>
        <p:sp>
          <p:nvSpPr>
            <p:cNvPr id="64" name="Google Shape;1007;p49">
              <a:extLst>
                <a:ext uri="{FF2B5EF4-FFF2-40B4-BE49-F238E27FC236}">
                  <a16:creationId xmlns:a16="http://schemas.microsoft.com/office/drawing/2014/main" id="{CB764230-BA17-1A08-F57F-9A83FF4189D0}"/>
                </a:ext>
              </a:extLst>
            </p:cNvPr>
            <p:cNvSpPr txBox="1"/>
            <p:nvPr/>
          </p:nvSpPr>
          <p:spPr>
            <a:xfrm>
              <a:off x="3535881" y="2547099"/>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sp>
          <p:nvSpPr>
            <p:cNvPr id="65" name="Google Shape;1005;p49">
              <a:extLst>
                <a:ext uri="{FF2B5EF4-FFF2-40B4-BE49-F238E27FC236}">
                  <a16:creationId xmlns:a16="http://schemas.microsoft.com/office/drawing/2014/main" id="{0A34B6C9-29F2-397D-A6A7-A4E569268F4A}"/>
                </a:ext>
              </a:extLst>
            </p:cNvPr>
            <p:cNvSpPr txBox="1"/>
            <p:nvPr/>
          </p:nvSpPr>
          <p:spPr>
            <a:xfrm>
              <a:off x="3535881" y="1260771"/>
              <a:ext cx="1163782" cy="585901"/>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400">
                  <a:solidFill>
                    <a:schemeClr val="dk1"/>
                  </a:solidFill>
                  <a:latin typeface="+mj-lt"/>
                  <a:ea typeface="Arial"/>
                  <a:cs typeface="Arial"/>
                  <a:sym typeface="Arial"/>
                </a:rPr>
                <a:t>Adopt technology?</a:t>
              </a:r>
              <a:endParaRPr sz="1400">
                <a:solidFill>
                  <a:schemeClr val="dk1"/>
                </a:solidFill>
                <a:latin typeface="+mj-lt"/>
                <a:ea typeface="Arial"/>
                <a:cs typeface="Arial"/>
                <a:sym typeface="Arial"/>
              </a:endParaRPr>
            </a:p>
          </p:txBody>
        </p:sp>
        <p:cxnSp>
          <p:nvCxnSpPr>
            <p:cNvPr id="66" name="Google Shape;1008;p49">
              <a:extLst>
                <a:ext uri="{FF2B5EF4-FFF2-40B4-BE49-F238E27FC236}">
                  <a16:creationId xmlns:a16="http://schemas.microsoft.com/office/drawing/2014/main" id="{F8EE6B2B-858E-40BC-916A-8D133EF75FD4}"/>
                </a:ext>
              </a:extLst>
            </p:cNvPr>
            <p:cNvCxnSpPr>
              <a:stCxn id="65" idx="3"/>
              <a:endCxn id="80" idx="2"/>
            </p:cNvCxnSpPr>
            <p:nvPr/>
          </p:nvCxnSpPr>
          <p:spPr>
            <a:xfrm rot="10800000" flipH="1">
              <a:off x="4699663" y="972622"/>
              <a:ext cx="1080300" cy="581100"/>
            </a:xfrm>
            <a:prstGeom prst="straightConnector1">
              <a:avLst/>
            </a:prstGeom>
            <a:noFill/>
            <a:ln w="25400" cap="flat" cmpd="sng">
              <a:solidFill>
                <a:schemeClr val="dk1"/>
              </a:solidFill>
              <a:prstDash val="solid"/>
              <a:round/>
              <a:headEnd type="none" w="sm" len="sm"/>
              <a:tailEnd type="stealth" w="sm" len="sm"/>
            </a:ln>
          </p:spPr>
        </p:cxnSp>
        <p:cxnSp>
          <p:nvCxnSpPr>
            <p:cNvPr id="67" name="Google Shape;1010;p49">
              <a:extLst>
                <a:ext uri="{FF2B5EF4-FFF2-40B4-BE49-F238E27FC236}">
                  <a16:creationId xmlns:a16="http://schemas.microsoft.com/office/drawing/2014/main" id="{3B16E04F-0E1A-C492-E1F3-4EF4327FBF7A}"/>
                </a:ext>
              </a:extLst>
            </p:cNvPr>
            <p:cNvCxnSpPr>
              <a:stCxn id="65" idx="3"/>
              <a:endCxn id="74" idx="1"/>
            </p:cNvCxnSpPr>
            <p:nvPr/>
          </p:nvCxnSpPr>
          <p:spPr>
            <a:xfrm>
              <a:off x="4699663" y="1553722"/>
              <a:ext cx="3007200" cy="291900"/>
            </a:xfrm>
            <a:prstGeom prst="straightConnector1">
              <a:avLst/>
            </a:prstGeom>
            <a:noFill/>
            <a:ln w="25400" cap="flat" cmpd="sng">
              <a:solidFill>
                <a:schemeClr val="dk1"/>
              </a:solidFill>
              <a:prstDash val="solid"/>
              <a:round/>
              <a:headEnd type="none" w="sm" len="sm"/>
              <a:tailEnd type="stealth" w="sm" len="sm"/>
            </a:ln>
          </p:spPr>
        </p:cxnSp>
        <p:sp>
          <p:nvSpPr>
            <p:cNvPr id="68" name="Google Shape;1012;p49">
              <a:extLst>
                <a:ext uri="{FF2B5EF4-FFF2-40B4-BE49-F238E27FC236}">
                  <a16:creationId xmlns:a16="http://schemas.microsoft.com/office/drawing/2014/main" id="{206DDCBF-254D-E8E3-7E6E-FB4A08310390}"/>
                </a:ext>
              </a:extLst>
            </p:cNvPr>
            <p:cNvSpPr txBox="1"/>
            <p:nvPr/>
          </p:nvSpPr>
          <p:spPr>
            <a:xfrm>
              <a:off x="4942022" y="947096"/>
              <a:ext cx="338554" cy="369332"/>
            </a:xfrm>
            <a:prstGeom prst="rect">
              <a:avLst/>
            </a:prstGeom>
            <a:solidFill>
              <a:schemeClr val="accent3">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mj-lt"/>
                  <a:ea typeface="Arial"/>
                  <a:cs typeface="Arial"/>
                  <a:sym typeface="Arial"/>
                </a:rPr>
                <a:t>Y</a:t>
              </a:r>
              <a:endParaRPr sz="1800" dirty="0">
                <a:solidFill>
                  <a:schemeClr val="dk1"/>
                </a:solidFill>
                <a:latin typeface="+mj-lt"/>
                <a:ea typeface="Arial"/>
                <a:cs typeface="Arial"/>
                <a:sym typeface="Arial"/>
              </a:endParaRPr>
            </a:p>
          </p:txBody>
        </p:sp>
        <p:sp>
          <p:nvSpPr>
            <p:cNvPr id="69" name="Google Shape;1013;p49">
              <a:extLst>
                <a:ext uri="{FF2B5EF4-FFF2-40B4-BE49-F238E27FC236}">
                  <a16:creationId xmlns:a16="http://schemas.microsoft.com/office/drawing/2014/main" id="{DDD3579F-EEEC-6E0C-3A44-D11FAF147A6D}"/>
                </a:ext>
              </a:extLst>
            </p:cNvPr>
            <p:cNvSpPr txBox="1"/>
            <p:nvPr/>
          </p:nvSpPr>
          <p:spPr>
            <a:xfrm>
              <a:off x="4964579" y="1662006"/>
              <a:ext cx="293441"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cxnSp>
          <p:nvCxnSpPr>
            <p:cNvPr id="70" name="Google Shape;1014;p49">
              <a:extLst>
                <a:ext uri="{FF2B5EF4-FFF2-40B4-BE49-F238E27FC236}">
                  <a16:creationId xmlns:a16="http://schemas.microsoft.com/office/drawing/2014/main" id="{1C1C100F-6F86-7363-169E-0D35C3ED3CCD}"/>
                </a:ext>
              </a:extLst>
            </p:cNvPr>
            <p:cNvCxnSpPr>
              <a:stCxn id="64" idx="3"/>
              <a:endCxn id="87" idx="2"/>
            </p:cNvCxnSpPr>
            <p:nvPr/>
          </p:nvCxnSpPr>
          <p:spPr>
            <a:xfrm rot="10800000" flipH="1">
              <a:off x="4699663" y="2499850"/>
              <a:ext cx="1080300" cy="340200"/>
            </a:xfrm>
            <a:prstGeom prst="straightConnector1">
              <a:avLst/>
            </a:prstGeom>
            <a:noFill/>
            <a:ln w="25400" cap="flat" cmpd="sng">
              <a:solidFill>
                <a:schemeClr val="dk1"/>
              </a:solidFill>
              <a:prstDash val="solid"/>
              <a:round/>
              <a:headEnd type="none" w="sm" len="sm"/>
              <a:tailEnd type="stealth" w="sm" len="sm"/>
            </a:ln>
          </p:spPr>
        </p:cxnSp>
        <p:cxnSp>
          <p:nvCxnSpPr>
            <p:cNvPr id="71" name="Google Shape;1016;p49">
              <a:extLst>
                <a:ext uri="{FF2B5EF4-FFF2-40B4-BE49-F238E27FC236}">
                  <a16:creationId xmlns:a16="http://schemas.microsoft.com/office/drawing/2014/main" id="{64E30895-2CC3-C483-DAF7-545FA17FEB94}"/>
                </a:ext>
              </a:extLst>
            </p:cNvPr>
            <p:cNvCxnSpPr>
              <a:stCxn id="64" idx="3"/>
              <a:endCxn id="75" idx="1"/>
            </p:cNvCxnSpPr>
            <p:nvPr/>
          </p:nvCxnSpPr>
          <p:spPr>
            <a:xfrm>
              <a:off x="4699663" y="2840050"/>
              <a:ext cx="3007200" cy="657300"/>
            </a:xfrm>
            <a:prstGeom prst="straightConnector1">
              <a:avLst/>
            </a:prstGeom>
            <a:noFill/>
            <a:ln w="25400" cap="flat" cmpd="sng">
              <a:solidFill>
                <a:schemeClr val="dk1"/>
              </a:solidFill>
              <a:prstDash val="solid"/>
              <a:round/>
              <a:headEnd type="none" w="sm" len="sm"/>
              <a:tailEnd type="stealth" w="sm" len="sm"/>
            </a:ln>
          </p:spPr>
        </p:cxnSp>
        <p:sp>
          <p:nvSpPr>
            <p:cNvPr id="72" name="Google Shape;1018;p49">
              <a:extLst>
                <a:ext uri="{FF2B5EF4-FFF2-40B4-BE49-F238E27FC236}">
                  <a16:creationId xmlns:a16="http://schemas.microsoft.com/office/drawing/2014/main" id="{B28B69A2-E9D1-DEE0-B573-494476839F00}"/>
                </a:ext>
              </a:extLst>
            </p:cNvPr>
            <p:cNvSpPr txBox="1"/>
            <p:nvPr/>
          </p:nvSpPr>
          <p:spPr>
            <a:xfrm>
              <a:off x="4942022" y="2315058"/>
              <a:ext cx="338554"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Y</a:t>
              </a:r>
              <a:endParaRPr sz="1800">
                <a:solidFill>
                  <a:schemeClr val="dk1"/>
                </a:solidFill>
                <a:latin typeface="+mj-lt"/>
                <a:ea typeface="Arial"/>
                <a:cs typeface="Arial"/>
                <a:sym typeface="Arial"/>
              </a:endParaRPr>
            </a:p>
          </p:txBody>
        </p:sp>
        <p:sp>
          <p:nvSpPr>
            <p:cNvPr id="73" name="Google Shape;1019;p49">
              <a:extLst>
                <a:ext uri="{FF2B5EF4-FFF2-40B4-BE49-F238E27FC236}">
                  <a16:creationId xmlns:a16="http://schemas.microsoft.com/office/drawing/2014/main" id="{7BC16E9F-45E0-4F5A-AB30-E6F1B038B000}"/>
                </a:ext>
              </a:extLst>
            </p:cNvPr>
            <p:cNvSpPr txBox="1"/>
            <p:nvPr/>
          </p:nvSpPr>
          <p:spPr>
            <a:xfrm flipH="1">
              <a:off x="4946183" y="3022836"/>
              <a:ext cx="330233"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chemeClr val="dk1"/>
                  </a:solidFill>
                  <a:latin typeface="+mj-lt"/>
                  <a:ea typeface="Arial"/>
                  <a:cs typeface="Arial"/>
                  <a:sym typeface="Arial"/>
                </a:rPr>
                <a:t>N</a:t>
              </a:r>
              <a:endParaRPr sz="1800">
                <a:solidFill>
                  <a:schemeClr val="dk1"/>
                </a:solidFill>
                <a:latin typeface="+mj-lt"/>
                <a:ea typeface="Arial"/>
                <a:cs typeface="Arial"/>
                <a:sym typeface="Arial"/>
              </a:endParaRPr>
            </a:p>
          </p:txBody>
        </p:sp>
        <p:sp>
          <p:nvSpPr>
            <p:cNvPr id="74" name="Google Shape;1011;p49">
              <a:extLst>
                <a:ext uri="{FF2B5EF4-FFF2-40B4-BE49-F238E27FC236}">
                  <a16:creationId xmlns:a16="http://schemas.microsoft.com/office/drawing/2014/main" id="{DC567B06-B95D-816C-3593-E6E58A1BDB0B}"/>
                </a:ext>
              </a:extLst>
            </p:cNvPr>
            <p:cNvSpPr txBox="1"/>
            <p:nvPr/>
          </p:nvSpPr>
          <p:spPr>
            <a:xfrm>
              <a:off x="7706941" y="1617171"/>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a:t>
              </a:r>
              <a:endParaRPr sz="1800" dirty="0">
                <a:solidFill>
                  <a:schemeClr val="dk1"/>
                </a:solidFill>
                <a:latin typeface="+mj-lt"/>
                <a:ea typeface="Arial"/>
                <a:cs typeface="Arial"/>
                <a:sym typeface="Arial"/>
              </a:endParaRPr>
            </a:p>
          </p:txBody>
        </p:sp>
        <p:sp>
          <p:nvSpPr>
            <p:cNvPr id="75" name="Google Shape;1017;p49">
              <a:extLst>
                <a:ext uri="{FF2B5EF4-FFF2-40B4-BE49-F238E27FC236}">
                  <a16:creationId xmlns:a16="http://schemas.microsoft.com/office/drawing/2014/main" id="{9FDCE09A-95FD-BBE2-981B-A204B7129365}"/>
                </a:ext>
              </a:extLst>
            </p:cNvPr>
            <p:cNvSpPr txBox="1"/>
            <p:nvPr/>
          </p:nvSpPr>
          <p:spPr>
            <a:xfrm>
              <a:off x="7706941" y="3268743"/>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40,000</a:t>
              </a:r>
              <a:endParaRPr sz="1800" dirty="0">
                <a:solidFill>
                  <a:schemeClr val="dk1"/>
                </a:solidFill>
                <a:latin typeface="+mj-lt"/>
                <a:ea typeface="Arial"/>
                <a:cs typeface="Arial"/>
                <a:sym typeface="Arial"/>
              </a:endParaRPr>
            </a:p>
          </p:txBody>
        </p:sp>
        <p:sp>
          <p:nvSpPr>
            <p:cNvPr id="76" name="Google Shape;1020;p49">
              <a:extLst>
                <a:ext uri="{FF2B5EF4-FFF2-40B4-BE49-F238E27FC236}">
                  <a16:creationId xmlns:a16="http://schemas.microsoft.com/office/drawing/2014/main" id="{C2EEC190-A047-7C4D-D394-A281B228B750}"/>
                </a:ext>
              </a:extLst>
            </p:cNvPr>
            <p:cNvSpPr txBox="1"/>
            <p:nvPr/>
          </p:nvSpPr>
          <p:spPr>
            <a:xfrm>
              <a:off x="7688163" y="548322"/>
              <a:ext cx="914400" cy="457200"/>
            </a:xfrm>
            <a:prstGeom prst="rect">
              <a:avLst/>
            </a:prstGeom>
            <a:solidFill>
              <a:schemeClr val="accent3">
                <a:lumMod val="40000"/>
                <a:lumOff val="60000"/>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70,000</a:t>
              </a:r>
              <a:endParaRPr sz="1800" dirty="0">
                <a:solidFill>
                  <a:schemeClr val="dk1"/>
                </a:solidFill>
                <a:latin typeface="+mj-lt"/>
                <a:ea typeface="Arial"/>
                <a:cs typeface="Arial"/>
                <a:sym typeface="Arial"/>
              </a:endParaRPr>
            </a:p>
          </p:txBody>
        </p:sp>
        <p:sp>
          <p:nvSpPr>
            <p:cNvPr id="77" name="Google Shape;1021;p49">
              <a:extLst>
                <a:ext uri="{FF2B5EF4-FFF2-40B4-BE49-F238E27FC236}">
                  <a16:creationId xmlns:a16="http://schemas.microsoft.com/office/drawing/2014/main" id="{AEC823A2-4104-6583-3A71-335F0E3C2F8C}"/>
                </a:ext>
              </a:extLst>
            </p:cNvPr>
            <p:cNvSpPr txBox="1"/>
            <p:nvPr/>
          </p:nvSpPr>
          <p:spPr>
            <a:xfrm>
              <a:off x="7688163" y="1075953"/>
              <a:ext cx="914400" cy="457200"/>
            </a:xfrm>
            <a:prstGeom prst="rect">
              <a:avLst/>
            </a:prstGeom>
            <a:solidFill>
              <a:schemeClr val="accent3">
                <a:lumMod val="40000"/>
                <a:lumOff val="60000"/>
              </a:schemeClr>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dirty="0">
                  <a:solidFill>
                    <a:schemeClr val="dk1"/>
                  </a:solidFill>
                  <a:latin typeface="+mj-lt"/>
                  <a:ea typeface="Arial"/>
                  <a:cs typeface="Arial"/>
                  <a:sym typeface="Arial"/>
                </a:rPr>
                <a:t>10,000</a:t>
              </a:r>
              <a:endParaRPr sz="1800" dirty="0">
                <a:solidFill>
                  <a:schemeClr val="dk1"/>
                </a:solidFill>
                <a:latin typeface="+mj-lt"/>
                <a:ea typeface="Arial"/>
                <a:cs typeface="Arial"/>
                <a:sym typeface="Arial"/>
              </a:endParaRPr>
            </a:p>
          </p:txBody>
        </p:sp>
        <p:cxnSp>
          <p:nvCxnSpPr>
            <p:cNvPr id="78" name="Google Shape;1022;p49">
              <a:extLst>
                <a:ext uri="{FF2B5EF4-FFF2-40B4-BE49-F238E27FC236}">
                  <a16:creationId xmlns:a16="http://schemas.microsoft.com/office/drawing/2014/main" id="{0C39B4D6-DA47-C299-3E72-0461939814A1}"/>
                </a:ext>
              </a:extLst>
            </p:cNvPr>
            <p:cNvCxnSpPr>
              <a:stCxn id="80" idx="6"/>
              <a:endCxn id="76" idx="1"/>
            </p:cNvCxnSpPr>
            <p:nvPr/>
          </p:nvCxnSpPr>
          <p:spPr>
            <a:xfrm rot="10800000" flipH="1">
              <a:off x="6738925" y="776983"/>
              <a:ext cx="949200" cy="195600"/>
            </a:xfrm>
            <a:prstGeom prst="straightConnector1">
              <a:avLst/>
            </a:prstGeom>
            <a:noFill/>
            <a:ln w="25400" cap="flat" cmpd="sng">
              <a:solidFill>
                <a:schemeClr val="dk1"/>
              </a:solidFill>
              <a:prstDash val="solid"/>
              <a:round/>
              <a:headEnd type="none" w="sm" len="sm"/>
              <a:tailEnd type="stealth" w="sm" len="sm"/>
            </a:ln>
          </p:spPr>
        </p:cxnSp>
        <p:cxnSp>
          <p:nvCxnSpPr>
            <p:cNvPr id="79" name="Google Shape;1023;p49">
              <a:extLst>
                <a:ext uri="{FF2B5EF4-FFF2-40B4-BE49-F238E27FC236}">
                  <a16:creationId xmlns:a16="http://schemas.microsoft.com/office/drawing/2014/main" id="{09C25560-495E-CFA9-2BB2-655811D3DCDD}"/>
                </a:ext>
              </a:extLst>
            </p:cNvPr>
            <p:cNvCxnSpPr>
              <a:stCxn id="80" idx="6"/>
              <a:endCxn id="77" idx="1"/>
            </p:cNvCxnSpPr>
            <p:nvPr/>
          </p:nvCxnSpPr>
          <p:spPr>
            <a:xfrm>
              <a:off x="6738925" y="972583"/>
              <a:ext cx="949200" cy="332100"/>
            </a:xfrm>
            <a:prstGeom prst="straightConnector1">
              <a:avLst/>
            </a:prstGeom>
            <a:noFill/>
            <a:ln w="25400" cap="flat" cmpd="sng">
              <a:solidFill>
                <a:schemeClr val="dk1"/>
              </a:solidFill>
              <a:prstDash val="solid"/>
              <a:round/>
              <a:headEnd type="none" w="sm" len="sm"/>
              <a:tailEnd type="stealth" w="sm" len="sm"/>
            </a:ln>
          </p:spPr>
        </p:cxnSp>
        <p:sp>
          <p:nvSpPr>
            <p:cNvPr id="80" name="Google Shape;1009;p49">
              <a:extLst>
                <a:ext uri="{FF2B5EF4-FFF2-40B4-BE49-F238E27FC236}">
                  <a16:creationId xmlns:a16="http://schemas.microsoft.com/office/drawing/2014/main" id="{1A1FE143-41D2-6C37-A9A3-C4D1563E9E6E}"/>
                </a:ext>
              </a:extLst>
            </p:cNvPr>
            <p:cNvSpPr/>
            <p:nvPr/>
          </p:nvSpPr>
          <p:spPr>
            <a:xfrm>
              <a:off x="5780044" y="541839"/>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81" name="Google Shape;1024;p49">
              <a:extLst>
                <a:ext uri="{FF2B5EF4-FFF2-40B4-BE49-F238E27FC236}">
                  <a16:creationId xmlns:a16="http://schemas.microsoft.com/office/drawing/2014/main" id="{50B68559-34AB-DDDD-5C2C-0FC3E8D3652E}"/>
                </a:ext>
              </a:extLst>
            </p:cNvPr>
            <p:cNvSpPr txBox="1"/>
            <p:nvPr/>
          </p:nvSpPr>
          <p:spPr>
            <a:xfrm>
              <a:off x="6941315" y="1143637"/>
              <a:ext cx="505267" cy="369332"/>
            </a:xfrm>
            <a:prstGeom prst="rect">
              <a:avLst/>
            </a:prstGeom>
            <a:solidFill>
              <a:schemeClr val="accent3">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0.2</a:t>
              </a:r>
              <a:endParaRPr sz="1800" dirty="0">
                <a:solidFill>
                  <a:srgbClr val="00B050"/>
                </a:solidFill>
                <a:latin typeface="+mj-lt"/>
                <a:ea typeface="Arial"/>
                <a:cs typeface="Arial"/>
                <a:sym typeface="Arial"/>
              </a:endParaRPr>
            </a:p>
          </p:txBody>
        </p:sp>
        <p:sp>
          <p:nvSpPr>
            <p:cNvPr id="82" name="Google Shape;1025;p49">
              <a:extLst>
                <a:ext uri="{FF2B5EF4-FFF2-40B4-BE49-F238E27FC236}">
                  <a16:creationId xmlns:a16="http://schemas.microsoft.com/office/drawing/2014/main" id="{8F33BE31-751B-6914-3CB1-5D30A9058157}"/>
                </a:ext>
              </a:extLst>
            </p:cNvPr>
            <p:cNvSpPr txBox="1"/>
            <p:nvPr/>
          </p:nvSpPr>
          <p:spPr>
            <a:xfrm>
              <a:off x="6941315" y="511624"/>
              <a:ext cx="505267" cy="369332"/>
            </a:xfrm>
            <a:prstGeom prst="rect">
              <a:avLst/>
            </a:prstGeom>
            <a:solidFill>
              <a:schemeClr val="accent3">
                <a:lumMod val="40000"/>
                <a:lumOff val="60000"/>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B050"/>
                  </a:solidFill>
                  <a:latin typeface="+mj-lt"/>
                  <a:ea typeface="Arial"/>
                  <a:cs typeface="Arial"/>
                  <a:sym typeface="Arial"/>
                </a:rPr>
                <a:t>0.8</a:t>
              </a:r>
              <a:endParaRPr sz="1800" dirty="0">
                <a:solidFill>
                  <a:srgbClr val="00B050"/>
                </a:solidFill>
                <a:latin typeface="+mj-lt"/>
                <a:ea typeface="Arial"/>
                <a:cs typeface="Arial"/>
                <a:sym typeface="Arial"/>
              </a:endParaRPr>
            </a:p>
          </p:txBody>
        </p:sp>
        <p:sp>
          <p:nvSpPr>
            <p:cNvPr id="83" name="Google Shape;1026;p49">
              <a:extLst>
                <a:ext uri="{FF2B5EF4-FFF2-40B4-BE49-F238E27FC236}">
                  <a16:creationId xmlns:a16="http://schemas.microsoft.com/office/drawing/2014/main" id="{FA43BC04-5BC0-3EF4-AA1C-4D0FC3AA6824}"/>
                </a:ext>
              </a:extLst>
            </p:cNvPr>
            <p:cNvSpPr txBox="1"/>
            <p:nvPr/>
          </p:nvSpPr>
          <p:spPr>
            <a:xfrm>
              <a:off x="7706941" y="2218422"/>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70,000</a:t>
              </a:r>
              <a:endParaRPr sz="1800">
                <a:solidFill>
                  <a:schemeClr val="dk1"/>
                </a:solidFill>
                <a:latin typeface="+mj-lt"/>
                <a:ea typeface="Arial"/>
                <a:cs typeface="Arial"/>
                <a:sym typeface="Arial"/>
              </a:endParaRPr>
            </a:p>
          </p:txBody>
        </p:sp>
        <p:sp>
          <p:nvSpPr>
            <p:cNvPr id="84" name="Google Shape;1027;p49">
              <a:extLst>
                <a:ext uri="{FF2B5EF4-FFF2-40B4-BE49-F238E27FC236}">
                  <a16:creationId xmlns:a16="http://schemas.microsoft.com/office/drawing/2014/main" id="{7754C394-6C91-7B0E-857B-75FDF2C6EDDA}"/>
                </a:ext>
              </a:extLst>
            </p:cNvPr>
            <p:cNvSpPr txBox="1"/>
            <p:nvPr/>
          </p:nvSpPr>
          <p:spPr>
            <a:xfrm>
              <a:off x="7706941" y="2738427"/>
              <a:ext cx="914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1">
              <a:noAutofit/>
            </a:bodyPr>
            <a:lstStyle/>
            <a:p>
              <a:pPr marL="0" marR="0" lvl="0" indent="0" algn="ctr" rtl="0">
                <a:spcBef>
                  <a:spcPts val="0"/>
                </a:spcBef>
                <a:spcAft>
                  <a:spcPts val="0"/>
                </a:spcAft>
                <a:buNone/>
              </a:pPr>
              <a:r>
                <a:rPr lang="en-US" sz="1800">
                  <a:solidFill>
                    <a:schemeClr val="dk1"/>
                  </a:solidFill>
                  <a:latin typeface="+mj-lt"/>
                  <a:ea typeface="Arial"/>
                  <a:cs typeface="Arial"/>
                  <a:sym typeface="Arial"/>
                </a:rPr>
                <a:t>10,000</a:t>
              </a:r>
              <a:endParaRPr sz="1800">
                <a:solidFill>
                  <a:schemeClr val="dk1"/>
                </a:solidFill>
                <a:latin typeface="+mj-lt"/>
                <a:ea typeface="Arial"/>
                <a:cs typeface="Arial"/>
                <a:sym typeface="Arial"/>
              </a:endParaRPr>
            </a:p>
          </p:txBody>
        </p:sp>
        <p:cxnSp>
          <p:nvCxnSpPr>
            <p:cNvPr id="85" name="Google Shape;1028;p49">
              <a:extLst>
                <a:ext uri="{FF2B5EF4-FFF2-40B4-BE49-F238E27FC236}">
                  <a16:creationId xmlns:a16="http://schemas.microsoft.com/office/drawing/2014/main" id="{2F9E6885-D68A-928F-C736-24673478C14E}"/>
                </a:ext>
              </a:extLst>
            </p:cNvPr>
            <p:cNvCxnSpPr>
              <a:stCxn id="87" idx="6"/>
              <a:endCxn id="83" idx="1"/>
            </p:cNvCxnSpPr>
            <p:nvPr/>
          </p:nvCxnSpPr>
          <p:spPr>
            <a:xfrm rot="10800000" flipH="1">
              <a:off x="6738925" y="2446923"/>
              <a:ext cx="968100" cy="52800"/>
            </a:xfrm>
            <a:prstGeom prst="straightConnector1">
              <a:avLst/>
            </a:prstGeom>
            <a:noFill/>
            <a:ln w="25400" cap="flat" cmpd="sng">
              <a:solidFill>
                <a:schemeClr val="dk1"/>
              </a:solidFill>
              <a:prstDash val="solid"/>
              <a:round/>
              <a:headEnd type="none" w="sm" len="sm"/>
              <a:tailEnd type="stealth" w="sm" len="sm"/>
            </a:ln>
          </p:spPr>
        </p:cxnSp>
        <p:cxnSp>
          <p:nvCxnSpPr>
            <p:cNvPr id="86" name="Google Shape;1029;p49">
              <a:extLst>
                <a:ext uri="{FF2B5EF4-FFF2-40B4-BE49-F238E27FC236}">
                  <a16:creationId xmlns:a16="http://schemas.microsoft.com/office/drawing/2014/main" id="{A3DB9F5C-63E5-114B-9E84-F66398C74406}"/>
                </a:ext>
              </a:extLst>
            </p:cNvPr>
            <p:cNvCxnSpPr>
              <a:stCxn id="87" idx="6"/>
              <a:endCxn id="84" idx="1"/>
            </p:cNvCxnSpPr>
            <p:nvPr/>
          </p:nvCxnSpPr>
          <p:spPr>
            <a:xfrm>
              <a:off x="6738925" y="2499723"/>
              <a:ext cx="968100" cy="467400"/>
            </a:xfrm>
            <a:prstGeom prst="straightConnector1">
              <a:avLst/>
            </a:prstGeom>
            <a:noFill/>
            <a:ln w="25400" cap="flat" cmpd="sng">
              <a:solidFill>
                <a:schemeClr val="dk1"/>
              </a:solidFill>
              <a:prstDash val="solid"/>
              <a:round/>
              <a:headEnd type="none" w="sm" len="sm"/>
              <a:tailEnd type="stealth" w="sm" len="sm"/>
            </a:ln>
          </p:spPr>
        </p:cxnSp>
        <p:sp>
          <p:nvSpPr>
            <p:cNvPr id="87" name="Google Shape;1015;p49">
              <a:extLst>
                <a:ext uri="{FF2B5EF4-FFF2-40B4-BE49-F238E27FC236}">
                  <a16:creationId xmlns:a16="http://schemas.microsoft.com/office/drawing/2014/main" id="{BA0D828D-74B4-ED01-C052-70E3D4DF2342}"/>
                </a:ext>
              </a:extLst>
            </p:cNvPr>
            <p:cNvSpPr/>
            <p:nvPr/>
          </p:nvSpPr>
          <p:spPr>
            <a:xfrm>
              <a:off x="5780044" y="2068979"/>
              <a:ext cx="958881" cy="861489"/>
            </a:xfrm>
            <a:prstGeom prst="ellipse">
              <a:avLst/>
            </a:prstGeom>
            <a:noFill/>
            <a:ln w="28575" cap="flat" cmpd="sng">
              <a:solidFill>
                <a:schemeClr val="tx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a:solidFill>
                    <a:schemeClr val="dk2"/>
                  </a:solidFill>
                  <a:latin typeface="+mj-lt"/>
                  <a:ea typeface="Palatino Linotype"/>
                  <a:cs typeface="Palatino Linotype"/>
                  <a:sym typeface="Palatino Linotype"/>
                </a:rPr>
                <a:t>Work?</a:t>
              </a:r>
              <a:endParaRPr>
                <a:latin typeface="+mj-lt"/>
              </a:endParaRPr>
            </a:p>
          </p:txBody>
        </p:sp>
        <p:sp>
          <p:nvSpPr>
            <p:cNvPr id="88" name="Google Shape;1031;p49">
              <a:extLst>
                <a:ext uri="{FF2B5EF4-FFF2-40B4-BE49-F238E27FC236}">
                  <a16:creationId xmlns:a16="http://schemas.microsoft.com/office/drawing/2014/main" id="{5788B988-6B80-556A-1D54-816C389AE757}"/>
                </a:ext>
              </a:extLst>
            </p:cNvPr>
            <p:cNvSpPr txBox="1"/>
            <p:nvPr/>
          </p:nvSpPr>
          <p:spPr>
            <a:xfrm>
              <a:off x="6941315" y="2078838"/>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0.4</a:t>
              </a:r>
              <a:endParaRPr sz="1800" dirty="0">
                <a:solidFill>
                  <a:srgbClr val="0000FF"/>
                </a:solidFill>
                <a:latin typeface="+mj-lt"/>
                <a:ea typeface="Arial"/>
                <a:cs typeface="Arial"/>
                <a:sym typeface="Arial"/>
              </a:endParaRPr>
            </a:p>
          </p:txBody>
        </p:sp>
      </p:grpSp>
      <p:sp>
        <p:nvSpPr>
          <p:cNvPr id="89" name="Google Shape;960;p48">
            <a:extLst>
              <a:ext uri="{FF2B5EF4-FFF2-40B4-BE49-F238E27FC236}">
                <a16:creationId xmlns:a16="http://schemas.microsoft.com/office/drawing/2014/main" id="{A46D0617-BA73-E351-C884-0ED2E6A49A95}"/>
              </a:ext>
            </a:extLst>
          </p:cNvPr>
          <p:cNvSpPr/>
          <p:nvPr/>
        </p:nvSpPr>
        <p:spPr>
          <a:xfrm>
            <a:off x="306373" y="6211669"/>
            <a:ext cx="5535537" cy="6463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8000"/>
                </a:solidFill>
                <a:latin typeface="+mj-lt"/>
                <a:ea typeface="Palatino Linotype"/>
                <a:cs typeface="Palatino Linotype"/>
                <a:sym typeface="Palatino Linotype"/>
              </a:rPr>
              <a:t>Optimistic (Model 1): Probability that it works = 0.8</a:t>
            </a:r>
            <a:endParaRPr sz="1800" dirty="0">
              <a:solidFill>
                <a:srgbClr val="008000"/>
              </a:solidFill>
              <a:latin typeface="+mj-lt"/>
              <a:ea typeface="Palatino Linotype"/>
              <a:cs typeface="Palatino Linotype"/>
              <a:sym typeface="Palatino Linotype"/>
            </a:endParaRPr>
          </a:p>
          <a:p>
            <a:pPr marL="0" marR="0" lvl="0" indent="0" algn="l" rtl="0">
              <a:spcBef>
                <a:spcPts val="0"/>
              </a:spcBef>
              <a:spcAft>
                <a:spcPts val="0"/>
              </a:spcAft>
              <a:buNone/>
            </a:pPr>
            <a:r>
              <a:rPr lang="en-US" sz="1800" dirty="0">
                <a:solidFill>
                  <a:srgbClr val="0000FF"/>
                </a:solidFill>
                <a:latin typeface="+mj-lt"/>
                <a:ea typeface="Palatino Linotype"/>
                <a:cs typeface="Palatino Linotype"/>
                <a:sym typeface="Palatino Linotype"/>
              </a:rPr>
              <a:t>Pessimistic (Model 2): Probability that it works = 0.4</a:t>
            </a:r>
            <a:endParaRPr sz="1800" dirty="0">
              <a:solidFill>
                <a:srgbClr val="0000FF"/>
              </a:solidFill>
              <a:latin typeface="+mj-lt"/>
              <a:ea typeface="Palatino Linotype"/>
              <a:cs typeface="Palatino Linotype"/>
              <a:sym typeface="Palatino Linotype"/>
            </a:endParaRPr>
          </a:p>
        </p:txBody>
      </p:sp>
      <p:sp>
        <p:nvSpPr>
          <p:cNvPr id="90" name="Google Shape;1025;p49">
            <a:extLst>
              <a:ext uri="{FF2B5EF4-FFF2-40B4-BE49-F238E27FC236}">
                <a16:creationId xmlns:a16="http://schemas.microsoft.com/office/drawing/2014/main" id="{A403BFF2-7A82-3A43-FA9E-AA89EAAAAA07}"/>
              </a:ext>
            </a:extLst>
          </p:cNvPr>
          <p:cNvSpPr txBox="1"/>
          <p:nvPr/>
        </p:nvSpPr>
        <p:spPr>
          <a:xfrm>
            <a:off x="2976765" y="2142729"/>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B050"/>
                </a:solidFill>
                <a:latin typeface="+mj-lt"/>
                <a:ea typeface="Arial"/>
                <a:cs typeface="Arial"/>
                <a:sym typeface="Arial"/>
              </a:rPr>
              <a:t>0.5</a:t>
            </a:r>
            <a:endParaRPr sz="1800" b="1" dirty="0">
              <a:solidFill>
                <a:srgbClr val="00B050"/>
              </a:solidFill>
              <a:latin typeface="+mj-lt"/>
              <a:ea typeface="Arial"/>
              <a:cs typeface="Arial"/>
              <a:sym typeface="Arial"/>
            </a:endParaRPr>
          </a:p>
        </p:txBody>
      </p:sp>
      <p:sp>
        <p:nvSpPr>
          <p:cNvPr id="91" name="Google Shape;1031;p49">
            <a:extLst>
              <a:ext uri="{FF2B5EF4-FFF2-40B4-BE49-F238E27FC236}">
                <a16:creationId xmlns:a16="http://schemas.microsoft.com/office/drawing/2014/main" id="{9F37DB6B-B25F-2BC1-4813-60D869F46D33}"/>
              </a:ext>
            </a:extLst>
          </p:cNvPr>
          <p:cNvSpPr txBox="1"/>
          <p:nvPr/>
        </p:nvSpPr>
        <p:spPr>
          <a:xfrm>
            <a:off x="7051018" y="3001144"/>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0.6</a:t>
            </a:r>
            <a:endParaRPr sz="1800" dirty="0">
              <a:solidFill>
                <a:srgbClr val="0000FF"/>
              </a:solidFill>
              <a:latin typeface="+mj-lt"/>
              <a:ea typeface="Arial"/>
              <a:cs typeface="Arial"/>
              <a:sym typeface="Arial"/>
            </a:endParaRPr>
          </a:p>
        </p:txBody>
      </p:sp>
      <p:sp>
        <p:nvSpPr>
          <p:cNvPr id="92" name="Google Shape;1031;p49">
            <a:extLst>
              <a:ext uri="{FF2B5EF4-FFF2-40B4-BE49-F238E27FC236}">
                <a16:creationId xmlns:a16="http://schemas.microsoft.com/office/drawing/2014/main" id="{9069A711-C132-2B39-DCF5-1B4E9E012658}"/>
              </a:ext>
            </a:extLst>
          </p:cNvPr>
          <p:cNvSpPr txBox="1"/>
          <p:nvPr/>
        </p:nvSpPr>
        <p:spPr>
          <a:xfrm>
            <a:off x="7073560" y="5815603"/>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rgbClr val="0000FF"/>
                </a:solidFill>
                <a:latin typeface="+mj-lt"/>
                <a:ea typeface="Arial"/>
                <a:cs typeface="Arial"/>
                <a:sym typeface="Arial"/>
              </a:rPr>
              <a:t>0.6</a:t>
            </a:r>
            <a:endParaRPr sz="1800" dirty="0">
              <a:solidFill>
                <a:srgbClr val="0000FF"/>
              </a:solidFill>
              <a:latin typeface="+mj-lt"/>
              <a:ea typeface="Arial"/>
              <a:cs typeface="Arial"/>
              <a:sym typeface="Arial"/>
            </a:endParaRPr>
          </a:p>
        </p:txBody>
      </p:sp>
      <p:sp>
        <p:nvSpPr>
          <p:cNvPr id="93" name="Google Shape;1031;p49">
            <a:extLst>
              <a:ext uri="{FF2B5EF4-FFF2-40B4-BE49-F238E27FC236}">
                <a16:creationId xmlns:a16="http://schemas.microsoft.com/office/drawing/2014/main" id="{2EAC02E9-8EFE-7B69-25A4-3F6D5A0DE806}"/>
              </a:ext>
            </a:extLst>
          </p:cNvPr>
          <p:cNvSpPr txBox="1"/>
          <p:nvPr/>
        </p:nvSpPr>
        <p:spPr>
          <a:xfrm>
            <a:off x="2995155" y="2732370"/>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00FF"/>
                </a:solidFill>
                <a:latin typeface="+mj-lt"/>
                <a:ea typeface="Arial"/>
                <a:cs typeface="Arial"/>
                <a:sym typeface="Arial"/>
              </a:rPr>
              <a:t>0.5</a:t>
            </a:r>
            <a:endParaRPr sz="1800" b="1" dirty="0">
              <a:solidFill>
                <a:srgbClr val="0000FF"/>
              </a:solidFill>
              <a:latin typeface="+mj-lt"/>
              <a:ea typeface="Arial"/>
              <a:cs typeface="Arial"/>
              <a:sym typeface="Arial"/>
            </a:endParaRPr>
          </a:p>
        </p:txBody>
      </p:sp>
      <p:sp>
        <p:nvSpPr>
          <p:cNvPr id="94" name="Google Shape;1025;p49">
            <a:extLst>
              <a:ext uri="{FF2B5EF4-FFF2-40B4-BE49-F238E27FC236}">
                <a16:creationId xmlns:a16="http://schemas.microsoft.com/office/drawing/2014/main" id="{C732D217-CADE-FD9A-9893-3FC15025CE2E}"/>
              </a:ext>
            </a:extLst>
          </p:cNvPr>
          <p:cNvSpPr txBox="1"/>
          <p:nvPr/>
        </p:nvSpPr>
        <p:spPr>
          <a:xfrm>
            <a:off x="5141943" y="4562207"/>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B050"/>
                </a:solidFill>
                <a:latin typeface="+mj-lt"/>
                <a:ea typeface="Arial"/>
                <a:cs typeface="Arial"/>
                <a:sym typeface="Arial"/>
              </a:rPr>
              <a:t>0.5</a:t>
            </a:r>
            <a:endParaRPr sz="1800" b="1" dirty="0">
              <a:solidFill>
                <a:srgbClr val="00B050"/>
              </a:solidFill>
              <a:latin typeface="+mj-lt"/>
              <a:ea typeface="Arial"/>
              <a:cs typeface="Arial"/>
              <a:sym typeface="Arial"/>
            </a:endParaRPr>
          </a:p>
        </p:txBody>
      </p:sp>
      <p:sp>
        <p:nvSpPr>
          <p:cNvPr id="95" name="Google Shape;1031;p49">
            <a:extLst>
              <a:ext uri="{FF2B5EF4-FFF2-40B4-BE49-F238E27FC236}">
                <a16:creationId xmlns:a16="http://schemas.microsoft.com/office/drawing/2014/main" id="{9FEE4DBC-31EF-569E-8B04-35683B6978C0}"/>
              </a:ext>
            </a:extLst>
          </p:cNvPr>
          <p:cNvSpPr txBox="1"/>
          <p:nvPr/>
        </p:nvSpPr>
        <p:spPr>
          <a:xfrm>
            <a:off x="5138689" y="5000348"/>
            <a:ext cx="505267" cy="369332"/>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b="1" dirty="0">
                <a:solidFill>
                  <a:srgbClr val="0000FF"/>
                </a:solidFill>
                <a:latin typeface="+mj-lt"/>
                <a:ea typeface="Arial"/>
                <a:cs typeface="Arial"/>
                <a:sym typeface="Arial"/>
              </a:rPr>
              <a:t>0.5</a:t>
            </a:r>
            <a:endParaRPr sz="1800" b="1" dirty="0">
              <a:solidFill>
                <a:srgbClr val="0000FF"/>
              </a:solidFill>
              <a:latin typeface="+mj-lt"/>
              <a:ea typeface="Arial"/>
              <a:cs typeface="Arial"/>
              <a:sym typeface="Arial"/>
            </a:endParaRPr>
          </a:p>
        </p:txBody>
      </p:sp>
      <p:sp>
        <p:nvSpPr>
          <p:cNvPr id="6" name="Content Placeholder 2">
            <a:extLst>
              <a:ext uri="{FF2B5EF4-FFF2-40B4-BE49-F238E27FC236}">
                <a16:creationId xmlns:a16="http://schemas.microsoft.com/office/drawing/2014/main" id="{559FA75E-C6CF-E6FD-367D-934129447F29}"/>
              </a:ext>
            </a:extLst>
          </p:cNvPr>
          <p:cNvSpPr txBox="1">
            <a:spLocks/>
          </p:cNvSpPr>
          <p:nvPr/>
        </p:nvSpPr>
        <p:spPr>
          <a:xfrm>
            <a:off x="9320318" y="1245183"/>
            <a:ext cx="2511378" cy="4577235"/>
          </a:xfrm>
          <a:prstGeom prst="rect">
            <a:avLst/>
          </a:prstGeom>
          <a:solidFill>
            <a:schemeClr val="accent6">
              <a:lumMod val="20000"/>
              <a:lumOff val="80000"/>
            </a:schemeClr>
          </a:solid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Example: </a:t>
            </a:r>
            <a:r>
              <a:rPr lang="en-US" dirty="0"/>
              <a:t>Hatchery problem – will a new technology improve the hatchery? </a:t>
            </a:r>
          </a:p>
          <a:p>
            <a:pPr marL="0" indent="0">
              <a:buNone/>
            </a:pPr>
            <a:r>
              <a:rPr lang="en-US" dirty="0"/>
              <a:t>And how much would you pay to find out which model (hypothesis) is true?</a:t>
            </a:r>
          </a:p>
        </p:txBody>
      </p:sp>
      <p:sp>
        <p:nvSpPr>
          <p:cNvPr id="7" name="Title 1">
            <a:extLst>
              <a:ext uri="{FF2B5EF4-FFF2-40B4-BE49-F238E27FC236}">
                <a16:creationId xmlns:a16="http://schemas.microsoft.com/office/drawing/2014/main" id="{6268D22C-B022-7FED-C3C7-3046091EB194}"/>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sp>
        <p:nvSpPr>
          <p:cNvPr id="3" name="Rectangle 2">
            <a:extLst>
              <a:ext uri="{FF2B5EF4-FFF2-40B4-BE49-F238E27FC236}">
                <a16:creationId xmlns:a16="http://schemas.microsoft.com/office/drawing/2014/main" id="{061C5FB1-8757-699D-C72B-9D2B4E4E6A31}"/>
              </a:ext>
            </a:extLst>
          </p:cNvPr>
          <p:cNvSpPr/>
          <p:nvPr/>
        </p:nvSpPr>
        <p:spPr>
          <a:xfrm>
            <a:off x="548640" y="871369"/>
            <a:ext cx="1286549" cy="38093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Equivalent</a:t>
            </a:r>
          </a:p>
        </p:txBody>
      </p:sp>
      <p:sp>
        <p:nvSpPr>
          <p:cNvPr id="5" name="Rectangle 4">
            <a:extLst>
              <a:ext uri="{FF2B5EF4-FFF2-40B4-BE49-F238E27FC236}">
                <a16:creationId xmlns:a16="http://schemas.microsoft.com/office/drawing/2014/main" id="{36740C39-1F75-3359-9FE7-133E90BD6208}"/>
              </a:ext>
            </a:extLst>
          </p:cNvPr>
          <p:cNvSpPr/>
          <p:nvPr/>
        </p:nvSpPr>
        <p:spPr>
          <a:xfrm>
            <a:off x="563325" y="1347151"/>
            <a:ext cx="1286549" cy="380933"/>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Equivalent</a:t>
            </a:r>
          </a:p>
        </p:txBody>
      </p:sp>
    </p:spTree>
    <p:extLst>
      <p:ext uri="{BB962C8B-B14F-4D97-AF65-F5344CB8AC3E}">
        <p14:creationId xmlns:p14="http://schemas.microsoft.com/office/powerpoint/2010/main" val="9592407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D6B65A-C68B-F6F3-08DA-349F98A9871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86D8590-E9FF-FF51-6CA7-C503E0816921}"/>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7" name="Title 1">
            <a:extLst>
              <a:ext uri="{FF2B5EF4-FFF2-40B4-BE49-F238E27FC236}">
                <a16:creationId xmlns:a16="http://schemas.microsoft.com/office/drawing/2014/main" id="{256A5577-538F-79D4-0DDB-7A76DB266D96}"/>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graphicFrame>
        <p:nvGraphicFramePr>
          <p:cNvPr id="2" name="Google Shape;1040;p50">
            <a:extLst>
              <a:ext uri="{FF2B5EF4-FFF2-40B4-BE49-F238E27FC236}">
                <a16:creationId xmlns:a16="http://schemas.microsoft.com/office/drawing/2014/main" id="{2E26528C-35E4-2E28-A512-7A4BE23EB4BE}"/>
              </a:ext>
            </a:extLst>
          </p:cNvPr>
          <p:cNvGraphicFramePr/>
          <p:nvPr>
            <p:extLst>
              <p:ext uri="{D42A27DB-BD31-4B8C-83A1-F6EECF244321}">
                <p14:modId xmlns:p14="http://schemas.microsoft.com/office/powerpoint/2010/main" val="3541907452"/>
              </p:ext>
            </p:extLst>
          </p:nvPr>
        </p:nvGraphicFramePr>
        <p:xfrm>
          <a:off x="1377393" y="2118990"/>
          <a:ext cx="8734796" cy="1955850"/>
        </p:xfrm>
        <a:graphic>
          <a:graphicData uri="http://schemas.openxmlformats.org/drawingml/2006/table">
            <a:tbl>
              <a:tblPr firstRow="1" bandRow="1">
                <a:noFill/>
              </a:tblPr>
              <a:tblGrid>
                <a:gridCol w="1746959">
                  <a:extLst>
                    <a:ext uri="{9D8B030D-6E8A-4147-A177-3AD203B41FA5}">
                      <a16:colId xmlns:a16="http://schemas.microsoft.com/office/drawing/2014/main" val="20000"/>
                    </a:ext>
                  </a:extLst>
                </a:gridCol>
                <a:gridCol w="1037663">
                  <a:extLst>
                    <a:ext uri="{9D8B030D-6E8A-4147-A177-3AD203B41FA5}">
                      <a16:colId xmlns:a16="http://schemas.microsoft.com/office/drawing/2014/main" val="20001"/>
                    </a:ext>
                  </a:extLst>
                </a:gridCol>
                <a:gridCol w="2456256">
                  <a:extLst>
                    <a:ext uri="{9D8B030D-6E8A-4147-A177-3AD203B41FA5}">
                      <a16:colId xmlns:a16="http://schemas.microsoft.com/office/drawing/2014/main" val="20002"/>
                    </a:ext>
                  </a:extLst>
                </a:gridCol>
                <a:gridCol w="1023467">
                  <a:extLst>
                    <a:ext uri="{9D8B030D-6E8A-4147-A177-3AD203B41FA5}">
                      <a16:colId xmlns:a16="http://schemas.microsoft.com/office/drawing/2014/main" val="20003"/>
                    </a:ext>
                  </a:extLst>
                </a:gridCol>
                <a:gridCol w="2470451">
                  <a:extLst>
                    <a:ext uri="{9D8B030D-6E8A-4147-A177-3AD203B41FA5}">
                      <a16:colId xmlns:a16="http://schemas.microsoft.com/office/drawing/2014/main" val="20004"/>
                    </a:ext>
                  </a:extLst>
                </a:gridCol>
              </a:tblGrid>
              <a:tr h="370850">
                <a:tc rowSpan="2">
                  <a:txBody>
                    <a:bodyPr/>
                    <a:lstStyle/>
                    <a:p>
                      <a:pPr marL="0" marR="0" lvl="0" indent="0" algn="ctr" rtl="0">
                        <a:spcBef>
                          <a:spcPts val="0"/>
                        </a:spcBef>
                        <a:spcAft>
                          <a:spcPts val="0"/>
                        </a:spcAft>
                        <a:buNone/>
                      </a:pPr>
                      <a:r>
                        <a:rPr lang="en-US" sz="2000" u="none" strike="noStrike" cap="none"/>
                        <a:t>Model</a:t>
                      </a:r>
                      <a:endParaRPr sz="2000" u="none" strike="noStrike" cap="none"/>
                    </a:p>
                  </a:txBody>
                  <a:tcPr marL="91450" marR="91450" marT="45725" marB="45725" anchor="ctr"/>
                </a:tc>
                <a:tc rowSpan="2">
                  <a:txBody>
                    <a:bodyPr/>
                    <a:lstStyle/>
                    <a:p>
                      <a:pPr marL="0" marR="0" lvl="0" indent="0" algn="ctr" rtl="0">
                        <a:spcBef>
                          <a:spcPts val="0"/>
                        </a:spcBef>
                        <a:spcAft>
                          <a:spcPts val="0"/>
                        </a:spcAft>
                        <a:buNone/>
                      </a:pPr>
                      <a:r>
                        <a:rPr lang="en-US" sz="2000" u="none" strike="noStrike" cap="none"/>
                        <a:t>Prior </a:t>
                      </a:r>
                      <a:endParaRPr sz="2000" u="none" strike="noStrike" cap="none"/>
                    </a:p>
                  </a:txBody>
                  <a:tcPr marL="91450" marR="91450" marT="45725" marB="45725" anchor="ctr"/>
                </a:tc>
                <a:tc gridSpan="2">
                  <a:txBody>
                    <a:bodyPr/>
                    <a:lstStyle/>
                    <a:p>
                      <a:pPr marL="0" marR="0" lvl="0" indent="0" algn="ctr" rtl="0">
                        <a:spcBef>
                          <a:spcPts val="0"/>
                        </a:spcBef>
                        <a:spcAft>
                          <a:spcPts val="0"/>
                        </a:spcAft>
                        <a:buNone/>
                      </a:pPr>
                      <a:r>
                        <a:rPr lang="en-US" sz="1800" u="none" strike="noStrike" cap="none" dirty="0"/>
                        <a:t>Adopt the Technology?</a:t>
                      </a:r>
                      <a:endParaRPr sz="1800" u="none" strike="noStrike" cap="none" dirty="0"/>
                    </a:p>
                  </a:txBody>
                  <a:tcPr marL="91450" marR="91450" marT="45725" marB="45725"/>
                </a:tc>
                <a:tc hMerge="1">
                  <a:txBody>
                    <a:bodyPr/>
                    <a:lstStyle/>
                    <a:p>
                      <a:endParaRPr lang="en-US"/>
                    </a:p>
                  </a:txBody>
                  <a:tcPr/>
                </a:tc>
                <a:tc rowSpan="2">
                  <a:txBody>
                    <a:bodyPr/>
                    <a:lstStyle/>
                    <a:p>
                      <a:pPr marL="0" marR="0" lvl="0" indent="0" algn="ctr" rtl="0">
                        <a:spcBef>
                          <a:spcPts val="0"/>
                        </a:spcBef>
                        <a:spcAft>
                          <a:spcPts val="0"/>
                        </a:spcAft>
                        <a:buNone/>
                      </a:pPr>
                      <a:r>
                        <a:rPr lang="en-US" sz="2000" u="none" strike="noStrike" cap="none" dirty="0"/>
                        <a:t>EV with perfect information</a:t>
                      </a:r>
                      <a:endParaRPr sz="2000" u="none" strike="noStrike" cap="none" dirty="0"/>
                    </a:p>
                  </a:txBody>
                  <a:tcPr marL="91450" marR="91450" marT="45725" marB="45725" anchor="ctr"/>
                </a:tc>
                <a:extLst>
                  <a:ext uri="{0D108BD9-81ED-4DB2-BD59-A6C34878D82A}">
                    <a16:rowId xmlns:a16="http://schemas.microsoft.com/office/drawing/2014/main" val="10000"/>
                  </a:ext>
                </a:extLst>
              </a:tr>
              <a:tr h="370850">
                <a:tc vMerge="1">
                  <a:txBody>
                    <a:bodyPr/>
                    <a:lstStyle/>
                    <a:p>
                      <a:endParaRPr lang="en-US"/>
                    </a:p>
                  </a:txBody>
                  <a:tcPr/>
                </a:tc>
                <a:tc vMerge="1">
                  <a:txBody>
                    <a:bodyPr/>
                    <a:lstStyle/>
                    <a:p>
                      <a:endParaRPr lang="en-US"/>
                    </a:p>
                  </a:txBody>
                  <a:tcPr/>
                </a:tc>
                <a:tc>
                  <a:txBody>
                    <a:bodyPr/>
                    <a:lstStyle/>
                    <a:p>
                      <a:pPr marL="0" marR="0" lvl="0" indent="0" algn="ctr" rtl="0">
                        <a:spcBef>
                          <a:spcPts val="0"/>
                        </a:spcBef>
                        <a:spcAft>
                          <a:spcPts val="0"/>
                        </a:spcAft>
                        <a:buNone/>
                      </a:pPr>
                      <a:r>
                        <a:rPr lang="en-US" sz="2000" u="none" strike="noStrike" cap="none"/>
                        <a:t>Yes</a:t>
                      </a:r>
                      <a:endParaRPr sz="2000" u="none" strike="noStrike" cap="none"/>
                    </a:p>
                  </a:txBody>
                  <a:tcPr marL="91450" marR="91450" marT="45725" marB="45725" anchor="ctr">
                    <a:solidFill>
                      <a:schemeClr val="accent3">
                        <a:lumMod val="40000"/>
                        <a:lumOff val="60000"/>
                      </a:schemeClr>
                    </a:solidFill>
                  </a:tcPr>
                </a:tc>
                <a:tc>
                  <a:txBody>
                    <a:bodyPr/>
                    <a:lstStyle/>
                    <a:p>
                      <a:pPr marL="0" marR="0" lvl="0" indent="0" algn="ctr" rtl="0">
                        <a:spcBef>
                          <a:spcPts val="0"/>
                        </a:spcBef>
                        <a:spcAft>
                          <a:spcPts val="0"/>
                        </a:spcAft>
                        <a:buNone/>
                      </a:pPr>
                      <a:r>
                        <a:rPr lang="en-US" sz="2000" u="none" strike="noStrike" cap="none" dirty="0"/>
                        <a:t>No</a:t>
                      </a:r>
                      <a:endParaRPr sz="2000" u="none" strike="noStrike" cap="none" dirty="0"/>
                    </a:p>
                  </a:txBody>
                  <a:tcPr marL="91450" marR="91450" marT="45725" marB="45725" anchor="ctr">
                    <a:solidFill>
                      <a:schemeClr val="accent3">
                        <a:lumMod val="40000"/>
                        <a:lumOff val="60000"/>
                      </a:schemeClr>
                    </a:solidFill>
                  </a:tcPr>
                </a:tc>
                <a:tc vMerge="1">
                  <a:txBody>
                    <a:bodyPr/>
                    <a:lstStyle/>
                    <a:p>
                      <a:endParaRPr lang="en-US"/>
                    </a:p>
                  </a:txBody>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u="none" strike="noStrike" cap="none" dirty="0">
                          <a:solidFill>
                            <a:schemeClr val="accent6"/>
                          </a:solidFill>
                        </a:rPr>
                        <a:t>1 (optimistic)</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solidFill>
                            <a:schemeClr val="accent6"/>
                          </a:solidFill>
                        </a:rPr>
                        <a:t>0.5</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t>(</a:t>
                      </a:r>
                      <a:r>
                        <a:rPr lang="en-US" sz="2000" dirty="0">
                          <a:solidFill>
                            <a:schemeClr val="accent6"/>
                          </a:solidFill>
                        </a:rPr>
                        <a:t>0.8</a:t>
                      </a:r>
                      <a:r>
                        <a:rPr lang="en-US" sz="2000" dirty="0"/>
                        <a:t>)*70+(</a:t>
                      </a:r>
                      <a:r>
                        <a:rPr lang="en-US" sz="2000" dirty="0">
                          <a:solidFill>
                            <a:schemeClr val="accent6"/>
                          </a:solidFill>
                        </a:rPr>
                        <a:t>0.2</a:t>
                      </a:r>
                      <a:r>
                        <a:rPr lang="en-US" sz="2000" dirty="0"/>
                        <a:t>)*10=58</a:t>
                      </a:r>
                      <a:endParaRPr sz="2000" dirty="0"/>
                    </a:p>
                  </a:txBody>
                  <a:tcPr marL="91450" marR="91450" marT="45725" marB="45725"/>
                </a:tc>
                <a:tc>
                  <a:txBody>
                    <a:bodyPr/>
                    <a:lstStyle/>
                    <a:p>
                      <a:pPr marL="0" marR="0" lvl="0" indent="0" algn="ctr" rtl="0">
                        <a:spcBef>
                          <a:spcPts val="0"/>
                        </a:spcBef>
                        <a:spcAft>
                          <a:spcPts val="0"/>
                        </a:spcAft>
                        <a:buNone/>
                      </a:pPr>
                      <a:r>
                        <a:rPr lang="en-US" sz="2000" dirty="0"/>
                        <a:t>40</a:t>
                      </a:r>
                      <a:endParaRPr sz="2000" dirty="0"/>
                    </a:p>
                  </a:txBody>
                  <a:tcPr marL="91450" marR="91450" marT="45725" marB="45725">
                    <a:noFill/>
                  </a:tcPr>
                </a:tc>
                <a:tc>
                  <a:txBody>
                    <a:bodyPr/>
                    <a:lstStyle/>
                    <a:p>
                      <a:pPr marL="0" marR="0" lvl="0" indent="0" algn="ctr" rtl="0">
                        <a:spcBef>
                          <a:spcPts val="0"/>
                        </a:spcBef>
                        <a:spcAft>
                          <a:spcPts val="0"/>
                        </a:spcAft>
                        <a:buNone/>
                      </a:pPr>
                      <a:endParaRPr sz="20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000" dirty="0">
                          <a:solidFill>
                            <a:schemeClr val="accent1"/>
                          </a:solidFill>
                        </a:rPr>
                        <a:t>2 (pessimistic)</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accent1"/>
                          </a:solidFill>
                        </a:rPr>
                        <a:t>0.5</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Palatino Linotype"/>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2">
                  <a:txBody>
                    <a:bodyPr/>
                    <a:lstStyle/>
                    <a:p>
                      <a:pPr marL="0" marR="0" lvl="0" indent="0" algn="l" rtl="0">
                        <a:spcBef>
                          <a:spcPts val="0"/>
                        </a:spcBef>
                        <a:spcAft>
                          <a:spcPts val="0"/>
                        </a:spcAft>
                        <a:buNone/>
                      </a:pPr>
                      <a:r>
                        <a:rPr lang="en-US" sz="2000" b="1" dirty="0">
                          <a:solidFill>
                            <a:schemeClr val="tx1"/>
                          </a:solidFill>
                        </a:rPr>
                        <a:t>EV with uncertainty</a:t>
                      </a:r>
                      <a:endParaRPr sz="2000" b="1" dirty="0">
                        <a:solidFill>
                          <a:schemeClr val="tx1"/>
                        </a:solidFill>
                      </a:endParaRPr>
                    </a:p>
                  </a:txBody>
                  <a:tcPr marL="91450" marR="91450" marT="45725" marB="45725">
                    <a:lnT w="12700" cap="flat" cmpd="sng">
                      <a:solidFill>
                        <a:schemeClr val="dk1"/>
                      </a:solidFill>
                      <a:prstDash val="solid"/>
                      <a:round/>
                      <a:headEnd type="none" w="sm" len="sm"/>
                      <a:tailEnd type="none" w="sm" len="sm"/>
                    </a:lnT>
                    <a:solidFill>
                      <a:schemeClr val="accent4"/>
                    </a:solidFill>
                  </a:tcPr>
                </a:tc>
                <a:tc hMerge="1">
                  <a:txBody>
                    <a:bodyPr/>
                    <a:lstStyle/>
                    <a:p>
                      <a:endParaRPr lang="en-US"/>
                    </a:p>
                  </a:txBody>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800"/>
                        <a:buFont typeface="Palatino Linotype"/>
                        <a:buNone/>
                      </a:pPr>
                      <a:endParaRPr sz="2000" dirty="0"/>
                    </a:p>
                  </a:txBody>
                  <a:tcPr marL="91450" marR="91450" marT="45725" marB="45725">
                    <a:lnT w="12700" cap="flat" cmpd="sng">
                      <a:solidFill>
                        <a:schemeClr val="dk1"/>
                      </a:solidFill>
                      <a:prstDash val="solid"/>
                      <a:round/>
                      <a:headEnd type="none" w="sm" len="sm"/>
                      <a:tailEnd type="none" w="sm" len="sm"/>
                    </a:lnT>
                    <a:solidFill>
                      <a:schemeClr val="lt2"/>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B248934B-5A4D-EC91-5643-A09C4A6CD2CF}"/>
              </a:ext>
            </a:extLst>
          </p:cNvPr>
          <p:cNvSpPr txBox="1"/>
          <p:nvPr/>
        </p:nvSpPr>
        <p:spPr>
          <a:xfrm>
            <a:off x="478715" y="1220252"/>
            <a:ext cx="6099586" cy="646331"/>
          </a:xfrm>
          <a:prstGeom prst="rect">
            <a:avLst/>
          </a:prstGeom>
          <a:noFill/>
        </p:spPr>
        <p:txBody>
          <a:bodyPr wrap="square">
            <a:spAutoFit/>
          </a:bodyPr>
          <a:lstStyle/>
          <a:p>
            <a:r>
              <a:rPr lang="en-US" sz="3600" b="0" i="0" u="none" strike="noStrike" cap="none" dirty="0">
                <a:solidFill>
                  <a:schemeClr val="dk2"/>
                </a:solidFill>
                <a:latin typeface="+mj-lt"/>
                <a:ea typeface="Palatino Linotype"/>
                <a:cs typeface="Palatino Linotype"/>
                <a:sym typeface="Palatino Linotype"/>
              </a:rPr>
              <a:t>EVPI: Hatchery Example</a:t>
            </a:r>
            <a:endParaRPr lang="en-US" sz="3600" dirty="0"/>
          </a:p>
        </p:txBody>
      </p:sp>
      <p:sp>
        <p:nvSpPr>
          <p:cNvPr id="10" name="Rectangle 9">
            <a:extLst>
              <a:ext uri="{FF2B5EF4-FFF2-40B4-BE49-F238E27FC236}">
                <a16:creationId xmlns:a16="http://schemas.microsoft.com/office/drawing/2014/main" id="{8493D083-4495-2E1A-25A3-8726AD22053A}"/>
              </a:ext>
            </a:extLst>
          </p:cNvPr>
          <p:cNvSpPr/>
          <p:nvPr/>
        </p:nvSpPr>
        <p:spPr>
          <a:xfrm>
            <a:off x="3572643" y="5055826"/>
            <a:ext cx="4344296" cy="602607"/>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 Probability it works * Frys (in 1000s) + probability it doesn’t work * Frys (in 1000s) </a:t>
            </a:r>
          </a:p>
        </p:txBody>
      </p:sp>
      <p:sp>
        <p:nvSpPr>
          <p:cNvPr id="11" name="Google Shape;1042;p50">
            <a:extLst>
              <a:ext uri="{FF2B5EF4-FFF2-40B4-BE49-F238E27FC236}">
                <a16:creationId xmlns:a16="http://schemas.microsoft.com/office/drawing/2014/main" id="{E3F03B2A-077B-002B-5442-30C76191FA07}"/>
              </a:ext>
            </a:extLst>
          </p:cNvPr>
          <p:cNvSpPr txBox="1"/>
          <p:nvPr/>
        </p:nvSpPr>
        <p:spPr>
          <a:xfrm>
            <a:off x="1377393" y="4327247"/>
            <a:ext cx="8663302" cy="92333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EVPI calculation</a:t>
            </a:r>
            <a:endParaRPr dirty="0"/>
          </a:p>
          <a:p>
            <a:pPr marR="0" lvl="0" algn="l" rtl="0">
              <a:spcBef>
                <a:spcPts val="0"/>
              </a:spcBef>
              <a:spcAft>
                <a:spcPts val="0"/>
              </a:spcAft>
              <a:buClr>
                <a:schemeClr val="dk1"/>
              </a:buClr>
              <a:buSzPts val="1800"/>
            </a:pPr>
            <a:r>
              <a:rPr lang="en-US" sz="1800" dirty="0">
                <a:solidFill>
                  <a:schemeClr val="dk1"/>
                </a:solidFill>
                <a:latin typeface="Palatino Linotype"/>
                <a:ea typeface="Palatino Linotype"/>
                <a:cs typeface="Palatino Linotype"/>
                <a:sym typeface="Palatino Linotype"/>
              </a:rPr>
              <a:t>1. Calculate EV for each model and alternative</a:t>
            </a:r>
            <a:endParaRPr sz="1800" dirty="0">
              <a:solidFill>
                <a:schemeClr val="dk1"/>
              </a:solidFill>
              <a:latin typeface="Palatino Linotype"/>
              <a:ea typeface="Palatino Linotype"/>
              <a:cs typeface="Palatino Linotype"/>
              <a:sym typeface="Palatino Linotype"/>
            </a:endParaRPr>
          </a:p>
        </p:txBody>
      </p:sp>
      <p:sp>
        <p:nvSpPr>
          <p:cNvPr id="6" name="TextBox 5">
            <a:extLst>
              <a:ext uri="{FF2B5EF4-FFF2-40B4-BE49-F238E27FC236}">
                <a16:creationId xmlns:a16="http://schemas.microsoft.com/office/drawing/2014/main" id="{63793974-757D-7A3D-ADCE-DB895E3B5ABA}"/>
              </a:ext>
            </a:extLst>
          </p:cNvPr>
          <p:cNvSpPr txBox="1"/>
          <p:nvPr/>
        </p:nvSpPr>
        <p:spPr>
          <a:xfrm>
            <a:off x="4201757" y="3282735"/>
            <a:ext cx="3508786" cy="400110"/>
          </a:xfrm>
          <a:prstGeom prst="rect">
            <a:avLst/>
          </a:prstGeom>
          <a:noFill/>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2000" dirty="0">
                <a:solidFill>
                  <a:schemeClr val="tx1"/>
                </a:solidFill>
              </a:rPr>
              <a:t>(</a:t>
            </a:r>
            <a:r>
              <a:rPr lang="en-US" sz="2000" dirty="0">
                <a:solidFill>
                  <a:schemeClr val="accent1"/>
                </a:solidFill>
              </a:rPr>
              <a:t>0.4</a:t>
            </a:r>
            <a:r>
              <a:rPr lang="en-US" sz="2000" dirty="0">
                <a:solidFill>
                  <a:schemeClr val="tx1"/>
                </a:solidFill>
              </a:rPr>
              <a:t>)*70+(</a:t>
            </a:r>
            <a:r>
              <a:rPr lang="en-US" sz="2000" dirty="0">
                <a:solidFill>
                  <a:schemeClr val="accent1"/>
                </a:solidFill>
              </a:rPr>
              <a:t>0.6</a:t>
            </a:r>
            <a:r>
              <a:rPr lang="en-US" sz="2000" dirty="0">
                <a:solidFill>
                  <a:schemeClr val="tx1"/>
                </a:solidFill>
              </a:rPr>
              <a:t>)*10=34        40</a:t>
            </a:r>
          </a:p>
        </p:txBody>
      </p:sp>
    </p:spTree>
    <p:extLst>
      <p:ext uri="{BB962C8B-B14F-4D97-AF65-F5344CB8AC3E}">
        <p14:creationId xmlns:p14="http://schemas.microsoft.com/office/powerpoint/2010/main" val="320828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9DBC7-2463-7F25-FC9C-97F5324051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1226658-D2F0-2CB2-30E3-567E7E2FF45A}"/>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7" name="Title 1">
            <a:extLst>
              <a:ext uri="{FF2B5EF4-FFF2-40B4-BE49-F238E27FC236}">
                <a16:creationId xmlns:a16="http://schemas.microsoft.com/office/drawing/2014/main" id="{FAC82730-CE2A-4C8F-5C4E-C683D41FD777}"/>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graphicFrame>
        <p:nvGraphicFramePr>
          <p:cNvPr id="2" name="Google Shape;1040;p50">
            <a:extLst>
              <a:ext uri="{FF2B5EF4-FFF2-40B4-BE49-F238E27FC236}">
                <a16:creationId xmlns:a16="http://schemas.microsoft.com/office/drawing/2014/main" id="{16CB82D9-7246-0725-6FDC-838A070B957D}"/>
              </a:ext>
            </a:extLst>
          </p:cNvPr>
          <p:cNvGraphicFramePr/>
          <p:nvPr>
            <p:extLst>
              <p:ext uri="{D42A27DB-BD31-4B8C-83A1-F6EECF244321}">
                <p14:modId xmlns:p14="http://schemas.microsoft.com/office/powerpoint/2010/main" val="2780634432"/>
              </p:ext>
            </p:extLst>
          </p:nvPr>
        </p:nvGraphicFramePr>
        <p:xfrm>
          <a:off x="1377393" y="2118990"/>
          <a:ext cx="8734796" cy="1955850"/>
        </p:xfrm>
        <a:graphic>
          <a:graphicData uri="http://schemas.openxmlformats.org/drawingml/2006/table">
            <a:tbl>
              <a:tblPr firstRow="1" bandRow="1">
                <a:noFill/>
              </a:tblPr>
              <a:tblGrid>
                <a:gridCol w="1746959">
                  <a:extLst>
                    <a:ext uri="{9D8B030D-6E8A-4147-A177-3AD203B41FA5}">
                      <a16:colId xmlns:a16="http://schemas.microsoft.com/office/drawing/2014/main" val="20000"/>
                    </a:ext>
                  </a:extLst>
                </a:gridCol>
                <a:gridCol w="1037663">
                  <a:extLst>
                    <a:ext uri="{9D8B030D-6E8A-4147-A177-3AD203B41FA5}">
                      <a16:colId xmlns:a16="http://schemas.microsoft.com/office/drawing/2014/main" val="20001"/>
                    </a:ext>
                  </a:extLst>
                </a:gridCol>
                <a:gridCol w="2456256">
                  <a:extLst>
                    <a:ext uri="{9D8B030D-6E8A-4147-A177-3AD203B41FA5}">
                      <a16:colId xmlns:a16="http://schemas.microsoft.com/office/drawing/2014/main" val="20002"/>
                    </a:ext>
                  </a:extLst>
                </a:gridCol>
                <a:gridCol w="1023467">
                  <a:extLst>
                    <a:ext uri="{9D8B030D-6E8A-4147-A177-3AD203B41FA5}">
                      <a16:colId xmlns:a16="http://schemas.microsoft.com/office/drawing/2014/main" val="20003"/>
                    </a:ext>
                  </a:extLst>
                </a:gridCol>
                <a:gridCol w="2470451">
                  <a:extLst>
                    <a:ext uri="{9D8B030D-6E8A-4147-A177-3AD203B41FA5}">
                      <a16:colId xmlns:a16="http://schemas.microsoft.com/office/drawing/2014/main" val="20004"/>
                    </a:ext>
                  </a:extLst>
                </a:gridCol>
              </a:tblGrid>
              <a:tr h="370850">
                <a:tc rowSpan="2">
                  <a:txBody>
                    <a:bodyPr/>
                    <a:lstStyle/>
                    <a:p>
                      <a:pPr marL="0" marR="0" lvl="0" indent="0" algn="ctr" rtl="0">
                        <a:spcBef>
                          <a:spcPts val="0"/>
                        </a:spcBef>
                        <a:spcAft>
                          <a:spcPts val="0"/>
                        </a:spcAft>
                        <a:buNone/>
                      </a:pPr>
                      <a:r>
                        <a:rPr lang="en-US" sz="2000" u="none" strike="noStrike" cap="none"/>
                        <a:t>Model</a:t>
                      </a:r>
                      <a:endParaRPr sz="2000" u="none" strike="noStrike" cap="none"/>
                    </a:p>
                  </a:txBody>
                  <a:tcPr marL="91450" marR="91450" marT="45725" marB="45725" anchor="ctr"/>
                </a:tc>
                <a:tc rowSpan="2">
                  <a:txBody>
                    <a:bodyPr/>
                    <a:lstStyle/>
                    <a:p>
                      <a:pPr marL="0" marR="0" lvl="0" indent="0" algn="ctr" rtl="0">
                        <a:spcBef>
                          <a:spcPts val="0"/>
                        </a:spcBef>
                        <a:spcAft>
                          <a:spcPts val="0"/>
                        </a:spcAft>
                        <a:buNone/>
                      </a:pPr>
                      <a:r>
                        <a:rPr lang="en-US" sz="2000" u="none" strike="noStrike" cap="none"/>
                        <a:t>Prior </a:t>
                      </a:r>
                      <a:endParaRPr sz="2000" u="none" strike="noStrike" cap="none"/>
                    </a:p>
                  </a:txBody>
                  <a:tcPr marL="91450" marR="91450" marT="45725" marB="45725" anchor="ctr"/>
                </a:tc>
                <a:tc gridSpan="2">
                  <a:txBody>
                    <a:bodyPr/>
                    <a:lstStyle/>
                    <a:p>
                      <a:pPr marL="0" marR="0" lvl="0" indent="0" algn="ctr" rtl="0">
                        <a:spcBef>
                          <a:spcPts val="0"/>
                        </a:spcBef>
                        <a:spcAft>
                          <a:spcPts val="0"/>
                        </a:spcAft>
                        <a:buNone/>
                      </a:pPr>
                      <a:r>
                        <a:rPr lang="en-US" sz="1800" u="none" strike="noStrike" cap="none" dirty="0"/>
                        <a:t>Adopt the Technology?</a:t>
                      </a:r>
                      <a:endParaRPr sz="1800" u="none" strike="noStrike" cap="none" dirty="0"/>
                    </a:p>
                  </a:txBody>
                  <a:tcPr marL="91450" marR="91450" marT="45725" marB="45725"/>
                </a:tc>
                <a:tc hMerge="1">
                  <a:txBody>
                    <a:bodyPr/>
                    <a:lstStyle/>
                    <a:p>
                      <a:endParaRPr lang="en-US"/>
                    </a:p>
                  </a:txBody>
                  <a:tcPr/>
                </a:tc>
                <a:tc rowSpan="2">
                  <a:txBody>
                    <a:bodyPr/>
                    <a:lstStyle/>
                    <a:p>
                      <a:pPr marL="0" marR="0" lvl="0" indent="0" algn="ctr" rtl="0">
                        <a:spcBef>
                          <a:spcPts val="0"/>
                        </a:spcBef>
                        <a:spcAft>
                          <a:spcPts val="0"/>
                        </a:spcAft>
                        <a:buNone/>
                      </a:pPr>
                      <a:r>
                        <a:rPr lang="en-US" sz="2000" u="none" strike="noStrike" cap="none" dirty="0"/>
                        <a:t>EV with perfect information</a:t>
                      </a:r>
                      <a:endParaRPr sz="2000" u="none" strike="noStrike" cap="none" dirty="0"/>
                    </a:p>
                  </a:txBody>
                  <a:tcPr marL="91450" marR="91450" marT="45725" marB="45725" anchor="ctr"/>
                </a:tc>
                <a:extLst>
                  <a:ext uri="{0D108BD9-81ED-4DB2-BD59-A6C34878D82A}">
                    <a16:rowId xmlns:a16="http://schemas.microsoft.com/office/drawing/2014/main" val="10000"/>
                  </a:ext>
                </a:extLst>
              </a:tr>
              <a:tr h="370850">
                <a:tc vMerge="1">
                  <a:txBody>
                    <a:bodyPr/>
                    <a:lstStyle/>
                    <a:p>
                      <a:endParaRPr lang="en-US"/>
                    </a:p>
                  </a:txBody>
                  <a:tcPr/>
                </a:tc>
                <a:tc vMerge="1">
                  <a:txBody>
                    <a:bodyPr/>
                    <a:lstStyle/>
                    <a:p>
                      <a:endParaRPr lang="en-US"/>
                    </a:p>
                  </a:txBody>
                  <a:tcPr/>
                </a:tc>
                <a:tc>
                  <a:txBody>
                    <a:bodyPr/>
                    <a:lstStyle/>
                    <a:p>
                      <a:pPr marL="0" marR="0" lvl="0" indent="0" algn="ctr" rtl="0">
                        <a:spcBef>
                          <a:spcPts val="0"/>
                        </a:spcBef>
                        <a:spcAft>
                          <a:spcPts val="0"/>
                        </a:spcAft>
                        <a:buNone/>
                      </a:pPr>
                      <a:r>
                        <a:rPr lang="en-US" sz="2000" u="none" strike="noStrike" cap="none"/>
                        <a:t>Yes</a:t>
                      </a:r>
                      <a:endParaRPr sz="2000" u="none" strike="noStrike" cap="none"/>
                    </a:p>
                  </a:txBody>
                  <a:tcPr marL="91450" marR="91450" marT="45725" marB="45725" anchor="ctr">
                    <a:solidFill>
                      <a:schemeClr val="accent3">
                        <a:lumMod val="40000"/>
                        <a:lumOff val="60000"/>
                      </a:schemeClr>
                    </a:solidFill>
                  </a:tcPr>
                </a:tc>
                <a:tc>
                  <a:txBody>
                    <a:bodyPr/>
                    <a:lstStyle/>
                    <a:p>
                      <a:pPr marL="0" marR="0" lvl="0" indent="0" algn="ctr" rtl="0">
                        <a:spcBef>
                          <a:spcPts val="0"/>
                        </a:spcBef>
                        <a:spcAft>
                          <a:spcPts val="0"/>
                        </a:spcAft>
                        <a:buNone/>
                      </a:pPr>
                      <a:r>
                        <a:rPr lang="en-US" sz="2000" u="none" strike="noStrike" cap="none" dirty="0"/>
                        <a:t>No</a:t>
                      </a:r>
                      <a:endParaRPr sz="2000" u="none" strike="noStrike" cap="none" dirty="0"/>
                    </a:p>
                  </a:txBody>
                  <a:tcPr marL="91450" marR="91450" marT="45725" marB="45725" anchor="ctr">
                    <a:solidFill>
                      <a:schemeClr val="accent3">
                        <a:lumMod val="40000"/>
                        <a:lumOff val="60000"/>
                      </a:schemeClr>
                    </a:solidFill>
                  </a:tcPr>
                </a:tc>
                <a:tc vMerge="1">
                  <a:txBody>
                    <a:bodyPr/>
                    <a:lstStyle/>
                    <a:p>
                      <a:endParaRPr lang="en-US"/>
                    </a:p>
                  </a:txBody>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u="none" strike="noStrike" cap="none" dirty="0">
                          <a:solidFill>
                            <a:schemeClr val="accent6"/>
                          </a:solidFill>
                        </a:rPr>
                        <a:t>1 (optimistic)</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solidFill>
                            <a:schemeClr val="accent6"/>
                          </a:solidFill>
                        </a:rPr>
                        <a:t>0.5</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t>(</a:t>
                      </a:r>
                      <a:r>
                        <a:rPr lang="en-US" sz="2000" dirty="0">
                          <a:solidFill>
                            <a:schemeClr val="accent6"/>
                          </a:solidFill>
                        </a:rPr>
                        <a:t>0.8</a:t>
                      </a:r>
                      <a:r>
                        <a:rPr lang="en-US" sz="2000" dirty="0"/>
                        <a:t>)*70+(</a:t>
                      </a:r>
                      <a:r>
                        <a:rPr lang="en-US" sz="2000" dirty="0">
                          <a:solidFill>
                            <a:schemeClr val="accent6"/>
                          </a:solidFill>
                        </a:rPr>
                        <a:t>0.2</a:t>
                      </a:r>
                      <a:r>
                        <a:rPr lang="en-US" sz="2000" dirty="0"/>
                        <a:t>)*10=58</a:t>
                      </a:r>
                      <a:endParaRPr sz="2000" dirty="0"/>
                    </a:p>
                  </a:txBody>
                  <a:tcPr marL="91450" marR="91450" marT="45725" marB="45725"/>
                </a:tc>
                <a:tc>
                  <a:txBody>
                    <a:bodyPr/>
                    <a:lstStyle/>
                    <a:p>
                      <a:pPr marL="0" marR="0" lvl="0" indent="0" algn="ctr" rtl="0">
                        <a:spcBef>
                          <a:spcPts val="0"/>
                        </a:spcBef>
                        <a:spcAft>
                          <a:spcPts val="0"/>
                        </a:spcAft>
                        <a:buNone/>
                      </a:pPr>
                      <a:r>
                        <a:rPr lang="en-US" sz="2000" dirty="0"/>
                        <a:t>40</a:t>
                      </a:r>
                      <a:endParaRPr sz="2000" dirty="0"/>
                    </a:p>
                  </a:txBody>
                  <a:tcPr marL="91450" marR="91450" marT="45725" marB="45725">
                    <a:noFill/>
                  </a:tcPr>
                </a:tc>
                <a:tc>
                  <a:txBody>
                    <a:bodyPr/>
                    <a:lstStyle/>
                    <a:p>
                      <a:pPr marL="0" marR="0" lvl="0" indent="0" algn="ctr" rtl="0">
                        <a:spcBef>
                          <a:spcPts val="0"/>
                        </a:spcBef>
                        <a:spcAft>
                          <a:spcPts val="0"/>
                        </a:spcAft>
                        <a:buNone/>
                      </a:pPr>
                      <a:r>
                        <a:rPr lang="en-US" sz="2000" dirty="0"/>
                        <a:t>58</a:t>
                      </a:r>
                      <a:endParaRPr sz="200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000" dirty="0">
                          <a:solidFill>
                            <a:schemeClr val="accent1"/>
                          </a:solidFill>
                        </a:rPr>
                        <a:t>2 (pessimistic)</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accent1"/>
                          </a:solidFill>
                        </a:rPr>
                        <a:t>0.5</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Palatino Linotype"/>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t>40</a:t>
                      </a:r>
                      <a:endParaRPr sz="2000" dirty="0"/>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2">
                  <a:txBody>
                    <a:bodyPr/>
                    <a:lstStyle/>
                    <a:p>
                      <a:pPr marL="0" marR="0" lvl="0" indent="0" algn="l" rtl="0">
                        <a:spcBef>
                          <a:spcPts val="0"/>
                        </a:spcBef>
                        <a:spcAft>
                          <a:spcPts val="0"/>
                        </a:spcAft>
                        <a:buNone/>
                      </a:pPr>
                      <a:r>
                        <a:rPr lang="en-US" sz="2000" b="1" dirty="0">
                          <a:solidFill>
                            <a:schemeClr val="tx1"/>
                          </a:solidFill>
                        </a:rPr>
                        <a:t>EV with uncertainty</a:t>
                      </a:r>
                      <a:endParaRPr sz="2000" b="1" dirty="0">
                        <a:solidFill>
                          <a:schemeClr val="tx1"/>
                        </a:solidFill>
                      </a:endParaRPr>
                    </a:p>
                  </a:txBody>
                  <a:tcPr marL="91450" marR="91450" marT="45725" marB="45725">
                    <a:lnT w="12700" cap="flat" cmpd="sng">
                      <a:solidFill>
                        <a:schemeClr val="dk1"/>
                      </a:solidFill>
                      <a:prstDash val="solid"/>
                      <a:round/>
                      <a:headEnd type="none" w="sm" len="sm"/>
                      <a:tailEnd type="none" w="sm" len="sm"/>
                    </a:lnT>
                    <a:solidFill>
                      <a:schemeClr val="accent4"/>
                    </a:solidFill>
                  </a:tcPr>
                </a:tc>
                <a:tc hMerge="1">
                  <a:txBody>
                    <a:bodyPr/>
                    <a:lstStyle/>
                    <a:p>
                      <a:endParaRPr lang="en-US"/>
                    </a:p>
                  </a:txBody>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800"/>
                        <a:buFont typeface="Palatino Linotype"/>
                        <a:buNone/>
                      </a:pPr>
                      <a:endParaRPr sz="2000" dirty="0"/>
                    </a:p>
                  </a:txBody>
                  <a:tcPr marL="91450" marR="91450" marT="45725" marB="45725">
                    <a:lnT w="12700" cap="flat" cmpd="sng">
                      <a:solidFill>
                        <a:schemeClr val="dk1"/>
                      </a:solidFill>
                      <a:prstDash val="solid"/>
                      <a:round/>
                      <a:headEnd type="none" w="sm" len="sm"/>
                      <a:tailEnd type="none" w="sm" len="sm"/>
                    </a:lnT>
                    <a:solidFill>
                      <a:schemeClr val="lt2"/>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5B651690-003F-103B-5B15-A9BFE7A57419}"/>
              </a:ext>
            </a:extLst>
          </p:cNvPr>
          <p:cNvSpPr txBox="1"/>
          <p:nvPr/>
        </p:nvSpPr>
        <p:spPr>
          <a:xfrm>
            <a:off x="478715" y="1220252"/>
            <a:ext cx="6099586" cy="646331"/>
          </a:xfrm>
          <a:prstGeom prst="rect">
            <a:avLst/>
          </a:prstGeom>
          <a:noFill/>
        </p:spPr>
        <p:txBody>
          <a:bodyPr wrap="square">
            <a:spAutoFit/>
          </a:bodyPr>
          <a:lstStyle/>
          <a:p>
            <a:r>
              <a:rPr lang="en-US" sz="3600" b="0" i="0" u="none" strike="noStrike" cap="none" dirty="0">
                <a:solidFill>
                  <a:schemeClr val="dk2"/>
                </a:solidFill>
                <a:latin typeface="+mj-lt"/>
                <a:ea typeface="Palatino Linotype"/>
                <a:cs typeface="Palatino Linotype"/>
                <a:sym typeface="Palatino Linotype"/>
              </a:rPr>
              <a:t>EVPI: Hatchery Example</a:t>
            </a:r>
            <a:endParaRPr lang="en-US" sz="3600" dirty="0"/>
          </a:p>
        </p:txBody>
      </p:sp>
      <p:sp>
        <p:nvSpPr>
          <p:cNvPr id="11" name="Google Shape;1042;p50">
            <a:extLst>
              <a:ext uri="{FF2B5EF4-FFF2-40B4-BE49-F238E27FC236}">
                <a16:creationId xmlns:a16="http://schemas.microsoft.com/office/drawing/2014/main" id="{1F3159A3-07AF-3200-8415-DB61EE4F0E56}"/>
              </a:ext>
            </a:extLst>
          </p:cNvPr>
          <p:cNvSpPr txBox="1"/>
          <p:nvPr/>
        </p:nvSpPr>
        <p:spPr>
          <a:xfrm>
            <a:off x="1377393" y="4327247"/>
            <a:ext cx="8663302" cy="192017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EVPI calculation</a:t>
            </a:r>
            <a:endParaRPr dirty="0"/>
          </a:p>
          <a:p>
            <a:pPr marL="342900" marR="0" lvl="0" indent="-342900" algn="l" rtl="0">
              <a:spcBef>
                <a:spcPts val="0"/>
              </a:spcBef>
              <a:spcAft>
                <a:spcPts val="0"/>
              </a:spcAft>
              <a:buClr>
                <a:schemeClr val="dk1"/>
              </a:buClr>
              <a:buSzPts val="1800"/>
              <a:buAutoNum type="arabicPeriod"/>
            </a:pPr>
            <a:r>
              <a:rPr lang="en-US" sz="1800" dirty="0">
                <a:solidFill>
                  <a:schemeClr val="dk1"/>
                </a:solidFill>
                <a:latin typeface="Palatino Linotype"/>
                <a:ea typeface="Palatino Linotype"/>
                <a:cs typeface="Palatino Linotype"/>
                <a:sym typeface="Palatino Linotype"/>
              </a:rPr>
              <a:t>Calculate EV for each model and alternative</a:t>
            </a:r>
          </a:p>
          <a:p>
            <a:pPr marL="342900" marR="0" lvl="0" indent="-342900" algn="l" rtl="0">
              <a:spcBef>
                <a:spcPts val="0"/>
              </a:spcBef>
              <a:spcAft>
                <a:spcPts val="0"/>
              </a:spcAft>
              <a:buClr>
                <a:schemeClr val="dk1"/>
              </a:buClr>
              <a:buSzPts val="1800"/>
              <a:buAutoNum type="arabicPeriod"/>
            </a:pPr>
            <a:r>
              <a:rPr lang="en-US" dirty="0">
                <a:solidFill>
                  <a:schemeClr val="dk1"/>
                </a:solidFill>
                <a:latin typeface="Palatino Linotype"/>
                <a:ea typeface="Palatino Linotype"/>
                <a:cs typeface="Palatino Linotype"/>
                <a:sym typeface="Palatino Linotype"/>
              </a:rPr>
              <a:t>Calculate EV </a:t>
            </a:r>
            <a:r>
              <a:rPr lang="en-US" b="1" dirty="0">
                <a:solidFill>
                  <a:srgbClr val="7030A0"/>
                </a:solidFill>
                <a:latin typeface="Palatino Linotype"/>
                <a:ea typeface="Palatino Linotype"/>
                <a:cs typeface="Palatino Linotype"/>
                <a:sym typeface="Palatino Linotype"/>
              </a:rPr>
              <a:t>under certainty</a:t>
            </a:r>
          </a:p>
          <a:p>
            <a:pPr lvl="1">
              <a:buClr>
                <a:schemeClr val="dk1"/>
              </a:buClr>
              <a:buSzPts val="1800"/>
            </a:pPr>
            <a:r>
              <a:rPr lang="en-US" dirty="0">
                <a:solidFill>
                  <a:schemeClr val="dk1"/>
                </a:solidFill>
                <a:latin typeface="Palatino Linotype"/>
                <a:ea typeface="Palatino Linotype"/>
                <a:cs typeface="Palatino Linotype"/>
                <a:sym typeface="Palatino Linotype"/>
              </a:rPr>
              <a:t> </a:t>
            </a:r>
            <a:endParaRPr dirty="0">
              <a:solidFill>
                <a:schemeClr val="dk1"/>
              </a:solidFill>
              <a:latin typeface="Palatino Linotype"/>
              <a:ea typeface="Palatino Linotype"/>
              <a:cs typeface="Palatino Linotype"/>
              <a:sym typeface="Palatino Linotype"/>
            </a:endParaRPr>
          </a:p>
        </p:txBody>
      </p:sp>
      <p:sp>
        <p:nvSpPr>
          <p:cNvPr id="6" name="TextBox 5">
            <a:extLst>
              <a:ext uri="{FF2B5EF4-FFF2-40B4-BE49-F238E27FC236}">
                <a16:creationId xmlns:a16="http://schemas.microsoft.com/office/drawing/2014/main" id="{3592286E-0192-F964-D002-33101607655E}"/>
              </a:ext>
            </a:extLst>
          </p:cNvPr>
          <p:cNvSpPr txBox="1"/>
          <p:nvPr/>
        </p:nvSpPr>
        <p:spPr>
          <a:xfrm>
            <a:off x="4201757" y="3282735"/>
            <a:ext cx="3508786" cy="400110"/>
          </a:xfrm>
          <a:prstGeom prst="rect">
            <a:avLst/>
          </a:prstGeom>
          <a:noFill/>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2000" dirty="0">
                <a:solidFill>
                  <a:schemeClr val="tx1"/>
                </a:solidFill>
              </a:rPr>
              <a:t>(</a:t>
            </a:r>
            <a:r>
              <a:rPr lang="en-US" sz="2000" dirty="0">
                <a:solidFill>
                  <a:schemeClr val="accent1"/>
                </a:solidFill>
              </a:rPr>
              <a:t>0.4</a:t>
            </a:r>
            <a:r>
              <a:rPr lang="en-US" sz="2000" dirty="0">
                <a:solidFill>
                  <a:schemeClr val="tx1"/>
                </a:solidFill>
              </a:rPr>
              <a:t>)*70+(</a:t>
            </a:r>
            <a:r>
              <a:rPr lang="en-US" sz="2000" dirty="0">
                <a:solidFill>
                  <a:schemeClr val="accent1"/>
                </a:solidFill>
              </a:rPr>
              <a:t>0.6</a:t>
            </a:r>
            <a:r>
              <a:rPr lang="en-US" sz="2000" dirty="0">
                <a:solidFill>
                  <a:schemeClr val="tx1"/>
                </a:solidFill>
              </a:rPr>
              <a:t>)*10=34        40</a:t>
            </a:r>
          </a:p>
        </p:txBody>
      </p:sp>
      <p:sp>
        <p:nvSpPr>
          <p:cNvPr id="3" name="Oval 2">
            <a:extLst>
              <a:ext uri="{FF2B5EF4-FFF2-40B4-BE49-F238E27FC236}">
                <a16:creationId xmlns:a16="http://schemas.microsoft.com/office/drawing/2014/main" id="{11DF16AB-18B9-9131-D6A1-44FEA8327878}"/>
              </a:ext>
            </a:extLst>
          </p:cNvPr>
          <p:cNvSpPr/>
          <p:nvPr/>
        </p:nvSpPr>
        <p:spPr>
          <a:xfrm>
            <a:off x="6228678" y="2934724"/>
            <a:ext cx="349623" cy="324382"/>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DA464BC6-C9C0-663B-7C3D-E2A32B143E73}"/>
              </a:ext>
            </a:extLst>
          </p:cNvPr>
          <p:cNvSpPr/>
          <p:nvPr/>
        </p:nvSpPr>
        <p:spPr>
          <a:xfrm>
            <a:off x="6927925" y="3320599"/>
            <a:ext cx="349623" cy="324382"/>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9274D9F8-47FA-A0F8-4F73-D22E1E0AE050}"/>
              </a:ext>
            </a:extLst>
          </p:cNvPr>
          <p:cNvSpPr txBox="1"/>
          <p:nvPr/>
        </p:nvSpPr>
        <p:spPr>
          <a:xfrm>
            <a:off x="7584143" y="3675442"/>
            <a:ext cx="2571078" cy="384721"/>
          </a:xfrm>
          <a:prstGeom prst="rect">
            <a:avLst/>
          </a:prstGeom>
          <a:noFill/>
          <a:ln w="57150">
            <a:solidFill>
              <a:srgbClr val="7030A0"/>
            </a:solidFill>
          </a:ln>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1900" dirty="0"/>
              <a:t>(0.5)*58 + (0.5)*40 = 49</a:t>
            </a:r>
            <a:endParaRPr lang="en-US" sz="1900" dirty="0">
              <a:solidFill>
                <a:schemeClr val="tx1"/>
              </a:solidFill>
            </a:endParaRPr>
          </a:p>
        </p:txBody>
      </p:sp>
      <p:sp>
        <p:nvSpPr>
          <p:cNvPr id="12" name="TextBox 11">
            <a:extLst>
              <a:ext uri="{FF2B5EF4-FFF2-40B4-BE49-F238E27FC236}">
                <a16:creationId xmlns:a16="http://schemas.microsoft.com/office/drawing/2014/main" id="{C36B395D-270B-8A3B-1467-F86F2502F23B}"/>
              </a:ext>
            </a:extLst>
          </p:cNvPr>
          <p:cNvSpPr txBox="1"/>
          <p:nvPr/>
        </p:nvSpPr>
        <p:spPr>
          <a:xfrm>
            <a:off x="4490947" y="4884194"/>
            <a:ext cx="1175274" cy="369332"/>
          </a:xfrm>
          <a:prstGeom prst="rect">
            <a:avLst/>
          </a:prstGeom>
          <a:noFill/>
        </p:spPr>
        <p:txBody>
          <a:bodyPr wrap="square">
            <a:spAutoFit/>
          </a:bodyPr>
          <a:lstStyle/>
          <a:p>
            <a:pPr lvl="1">
              <a:buClr>
                <a:schemeClr val="dk1"/>
              </a:buClr>
              <a:buSzPts val="1800"/>
            </a:pPr>
            <a:r>
              <a:rPr lang="en-US" b="1" dirty="0">
                <a:solidFill>
                  <a:srgbClr val="7030A0"/>
                </a:solidFill>
                <a:latin typeface="Palatino Linotype"/>
                <a:ea typeface="Palatino Linotype"/>
                <a:cs typeface="Palatino Linotype"/>
                <a:sym typeface="Palatino Linotype"/>
              </a:rPr>
              <a:t>= 49</a:t>
            </a:r>
            <a:endParaRPr lang="en-US" dirty="0">
              <a:solidFill>
                <a:srgbClr val="7030A0"/>
              </a:solidFill>
              <a:latin typeface="Palatino Linotype"/>
              <a:ea typeface="Palatino Linotype"/>
              <a:cs typeface="Palatino Linotype"/>
              <a:sym typeface="Palatino Linotype"/>
            </a:endParaRPr>
          </a:p>
        </p:txBody>
      </p:sp>
    </p:spTree>
    <p:extLst>
      <p:ext uri="{BB962C8B-B14F-4D97-AF65-F5344CB8AC3E}">
        <p14:creationId xmlns:p14="http://schemas.microsoft.com/office/powerpoint/2010/main" val="38273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5D6A3-9B66-7277-0717-F26555DC289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36A5A9C-CFC8-1208-E586-584C19DDEC24}"/>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7" name="Title 1">
            <a:extLst>
              <a:ext uri="{FF2B5EF4-FFF2-40B4-BE49-F238E27FC236}">
                <a16:creationId xmlns:a16="http://schemas.microsoft.com/office/drawing/2014/main" id="{08A421DA-7C41-D72E-68D8-449D20735001}"/>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graphicFrame>
        <p:nvGraphicFramePr>
          <p:cNvPr id="2" name="Google Shape;1040;p50">
            <a:extLst>
              <a:ext uri="{FF2B5EF4-FFF2-40B4-BE49-F238E27FC236}">
                <a16:creationId xmlns:a16="http://schemas.microsoft.com/office/drawing/2014/main" id="{732EDA45-3037-5970-7BFB-DEE8F46F80CB}"/>
              </a:ext>
            </a:extLst>
          </p:cNvPr>
          <p:cNvGraphicFramePr/>
          <p:nvPr/>
        </p:nvGraphicFramePr>
        <p:xfrm>
          <a:off x="1377393" y="2118990"/>
          <a:ext cx="8734796" cy="1955850"/>
        </p:xfrm>
        <a:graphic>
          <a:graphicData uri="http://schemas.openxmlformats.org/drawingml/2006/table">
            <a:tbl>
              <a:tblPr firstRow="1" bandRow="1">
                <a:noFill/>
              </a:tblPr>
              <a:tblGrid>
                <a:gridCol w="1746959">
                  <a:extLst>
                    <a:ext uri="{9D8B030D-6E8A-4147-A177-3AD203B41FA5}">
                      <a16:colId xmlns:a16="http://schemas.microsoft.com/office/drawing/2014/main" val="20000"/>
                    </a:ext>
                  </a:extLst>
                </a:gridCol>
                <a:gridCol w="1037663">
                  <a:extLst>
                    <a:ext uri="{9D8B030D-6E8A-4147-A177-3AD203B41FA5}">
                      <a16:colId xmlns:a16="http://schemas.microsoft.com/office/drawing/2014/main" val="20001"/>
                    </a:ext>
                  </a:extLst>
                </a:gridCol>
                <a:gridCol w="2456256">
                  <a:extLst>
                    <a:ext uri="{9D8B030D-6E8A-4147-A177-3AD203B41FA5}">
                      <a16:colId xmlns:a16="http://schemas.microsoft.com/office/drawing/2014/main" val="20002"/>
                    </a:ext>
                  </a:extLst>
                </a:gridCol>
                <a:gridCol w="1023467">
                  <a:extLst>
                    <a:ext uri="{9D8B030D-6E8A-4147-A177-3AD203B41FA5}">
                      <a16:colId xmlns:a16="http://schemas.microsoft.com/office/drawing/2014/main" val="20003"/>
                    </a:ext>
                  </a:extLst>
                </a:gridCol>
                <a:gridCol w="2470451">
                  <a:extLst>
                    <a:ext uri="{9D8B030D-6E8A-4147-A177-3AD203B41FA5}">
                      <a16:colId xmlns:a16="http://schemas.microsoft.com/office/drawing/2014/main" val="20004"/>
                    </a:ext>
                  </a:extLst>
                </a:gridCol>
              </a:tblGrid>
              <a:tr h="370850">
                <a:tc rowSpan="2">
                  <a:txBody>
                    <a:bodyPr/>
                    <a:lstStyle/>
                    <a:p>
                      <a:pPr marL="0" marR="0" lvl="0" indent="0" algn="ctr" rtl="0">
                        <a:spcBef>
                          <a:spcPts val="0"/>
                        </a:spcBef>
                        <a:spcAft>
                          <a:spcPts val="0"/>
                        </a:spcAft>
                        <a:buNone/>
                      </a:pPr>
                      <a:r>
                        <a:rPr lang="en-US" sz="2000" u="none" strike="noStrike" cap="none"/>
                        <a:t>Model</a:t>
                      </a:r>
                      <a:endParaRPr sz="2000" u="none" strike="noStrike" cap="none"/>
                    </a:p>
                  </a:txBody>
                  <a:tcPr marL="91450" marR="91450" marT="45725" marB="45725" anchor="ctr"/>
                </a:tc>
                <a:tc rowSpan="2">
                  <a:txBody>
                    <a:bodyPr/>
                    <a:lstStyle/>
                    <a:p>
                      <a:pPr marL="0" marR="0" lvl="0" indent="0" algn="ctr" rtl="0">
                        <a:spcBef>
                          <a:spcPts val="0"/>
                        </a:spcBef>
                        <a:spcAft>
                          <a:spcPts val="0"/>
                        </a:spcAft>
                        <a:buNone/>
                      </a:pPr>
                      <a:r>
                        <a:rPr lang="en-US" sz="2000" u="none" strike="noStrike" cap="none"/>
                        <a:t>Prior </a:t>
                      </a:r>
                      <a:endParaRPr sz="2000" u="none" strike="noStrike" cap="none"/>
                    </a:p>
                  </a:txBody>
                  <a:tcPr marL="91450" marR="91450" marT="45725" marB="45725" anchor="ctr"/>
                </a:tc>
                <a:tc gridSpan="2">
                  <a:txBody>
                    <a:bodyPr/>
                    <a:lstStyle/>
                    <a:p>
                      <a:pPr marL="0" marR="0" lvl="0" indent="0" algn="ctr" rtl="0">
                        <a:spcBef>
                          <a:spcPts val="0"/>
                        </a:spcBef>
                        <a:spcAft>
                          <a:spcPts val="0"/>
                        </a:spcAft>
                        <a:buNone/>
                      </a:pPr>
                      <a:r>
                        <a:rPr lang="en-US" sz="1800" u="none" strike="noStrike" cap="none" dirty="0"/>
                        <a:t>Adopt the Technology?</a:t>
                      </a:r>
                      <a:endParaRPr sz="1800" u="none" strike="noStrike" cap="none" dirty="0"/>
                    </a:p>
                  </a:txBody>
                  <a:tcPr marL="91450" marR="91450" marT="45725" marB="45725"/>
                </a:tc>
                <a:tc hMerge="1">
                  <a:txBody>
                    <a:bodyPr/>
                    <a:lstStyle/>
                    <a:p>
                      <a:endParaRPr lang="en-US"/>
                    </a:p>
                  </a:txBody>
                  <a:tcPr/>
                </a:tc>
                <a:tc rowSpan="2">
                  <a:txBody>
                    <a:bodyPr/>
                    <a:lstStyle/>
                    <a:p>
                      <a:pPr marL="0" marR="0" lvl="0" indent="0" algn="ctr" rtl="0">
                        <a:spcBef>
                          <a:spcPts val="0"/>
                        </a:spcBef>
                        <a:spcAft>
                          <a:spcPts val="0"/>
                        </a:spcAft>
                        <a:buNone/>
                      </a:pPr>
                      <a:r>
                        <a:rPr lang="en-US" sz="2000" u="none" strike="noStrike" cap="none" dirty="0"/>
                        <a:t>EV with perfect information</a:t>
                      </a:r>
                      <a:endParaRPr sz="2000" u="none" strike="noStrike" cap="none" dirty="0"/>
                    </a:p>
                  </a:txBody>
                  <a:tcPr marL="91450" marR="91450" marT="45725" marB="45725" anchor="ctr"/>
                </a:tc>
                <a:extLst>
                  <a:ext uri="{0D108BD9-81ED-4DB2-BD59-A6C34878D82A}">
                    <a16:rowId xmlns:a16="http://schemas.microsoft.com/office/drawing/2014/main" val="10000"/>
                  </a:ext>
                </a:extLst>
              </a:tr>
              <a:tr h="370850">
                <a:tc vMerge="1">
                  <a:txBody>
                    <a:bodyPr/>
                    <a:lstStyle/>
                    <a:p>
                      <a:endParaRPr lang="en-US"/>
                    </a:p>
                  </a:txBody>
                  <a:tcPr/>
                </a:tc>
                <a:tc vMerge="1">
                  <a:txBody>
                    <a:bodyPr/>
                    <a:lstStyle/>
                    <a:p>
                      <a:endParaRPr lang="en-US"/>
                    </a:p>
                  </a:txBody>
                  <a:tcPr/>
                </a:tc>
                <a:tc>
                  <a:txBody>
                    <a:bodyPr/>
                    <a:lstStyle/>
                    <a:p>
                      <a:pPr marL="0" marR="0" lvl="0" indent="0" algn="ctr" rtl="0">
                        <a:spcBef>
                          <a:spcPts val="0"/>
                        </a:spcBef>
                        <a:spcAft>
                          <a:spcPts val="0"/>
                        </a:spcAft>
                        <a:buNone/>
                      </a:pPr>
                      <a:r>
                        <a:rPr lang="en-US" sz="2000" u="none" strike="noStrike" cap="none"/>
                        <a:t>Yes</a:t>
                      </a:r>
                      <a:endParaRPr sz="2000" u="none" strike="noStrike" cap="none"/>
                    </a:p>
                  </a:txBody>
                  <a:tcPr marL="91450" marR="91450" marT="45725" marB="45725" anchor="ctr">
                    <a:solidFill>
                      <a:schemeClr val="accent3">
                        <a:lumMod val="40000"/>
                        <a:lumOff val="60000"/>
                      </a:schemeClr>
                    </a:solidFill>
                  </a:tcPr>
                </a:tc>
                <a:tc>
                  <a:txBody>
                    <a:bodyPr/>
                    <a:lstStyle/>
                    <a:p>
                      <a:pPr marL="0" marR="0" lvl="0" indent="0" algn="ctr" rtl="0">
                        <a:spcBef>
                          <a:spcPts val="0"/>
                        </a:spcBef>
                        <a:spcAft>
                          <a:spcPts val="0"/>
                        </a:spcAft>
                        <a:buNone/>
                      </a:pPr>
                      <a:r>
                        <a:rPr lang="en-US" sz="2000" u="none" strike="noStrike" cap="none" dirty="0"/>
                        <a:t>No</a:t>
                      </a:r>
                      <a:endParaRPr sz="2000" u="none" strike="noStrike" cap="none" dirty="0"/>
                    </a:p>
                  </a:txBody>
                  <a:tcPr marL="91450" marR="91450" marT="45725" marB="45725" anchor="ctr">
                    <a:solidFill>
                      <a:schemeClr val="accent3">
                        <a:lumMod val="40000"/>
                        <a:lumOff val="60000"/>
                      </a:schemeClr>
                    </a:solidFill>
                  </a:tcPr>
                </a:tc>
                <a:tc vMerge="1">
                  <a:txBody>
                    <a:bodyPr/>
                    <a:lstStyle/>
                    <a:p>
                      <a:endParaRPr lang="en-US"/>
                    </a:p>
                  </a:txBody>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u="none" strike="noStrike" cap="none" dirty="0">
                          <a:solidFill>
                            <a:schemeClr val="accent6"/>
                          </a:solidFill>
                        </a:rPr>
                        <a:t>1 (optimistic)</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solidFill>
                            <a:schemeClr val="accent6"/>
                          </a:solidFill>
                        </a:rPr>
                        <a:t>0.5</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t>(</a:t>
                      </a:r>
                      <a:r>
                        <a:rPr lang="en-US" sz="2000" dirty="0">
                          <a:solidFill>
                            <a:schemeClr val="accent6"/>
                          </a:solidFill>
                        </a:rPr>
                        <a:t>0.8</a:t>
                      </a:r>
                      <a:r>
                        <a:rPr lang="en-US" sz="2000" dirty="0"/>
                        <a:t>)*70+(</a:t>
                      </a:r>
                      <a:r>
                        <a:rPr lang="en-US" sz="2000" dirty="0">
                          <a:solidFill>
                            <a:schemeClr val="accent6"/>
                          </a:solidFill>
                        </a:rPr>
                        <a:t>0.2</a:t>
                      </a:r>
                      <a:r>
                        <a:rPr lang="en-US" sz="2000" dirty="0"/>
                        <a:t>)*10=58</a:t>
                      </a:r>
                      <a:endParaRPr sz="2000" dirty="0"/>
                    </a:p>
                  </a:txBody>
                  <a:tcPr marL="91450" marR="91450" marT="45725" marB="45725"/>
                </a:tc>
                <a:tc>
                  <a:txBody>
                    <a:bodyPr/>
                    <a:lstStyle/>
                    <a:p>
                      <a:pPr marL="0" marR="0" lvl="0" indent="0" algn="ctr" rtl="0">
                        <a:spcBef>
                          <a:spcPts val="0"/>
                        </a:spcBef>
                        <a:spcAft>
                          <a:spcPts val="0"/>
                        </a:spcAft>
                        <a:buNone/>
                      </a:pPr>
                      <a:r>
                        <a:rPr lang="en-US" sz="2000" dirty="0"/>
                        <a:t>40</a:t>
                      </a:r>
                      <a:endParaRPr sz="2000" dirty="0"/>
                    </a:p>
                  </a:txBody>
                  <a:tcPr marL="91450" marR="91450" marT="45725" marB="45725">
                    <a:noFill/>
                  </a:tcPr>
                </a:tc>
                <a:tc>
                  <a:txBody>
                    <a:bodyPr/>
                    <a:lstStyle/>
                    <a:p>
                      <a:pPr marL="0" marR="0" lvl="0" indent="0" algn="ctr" rtl="0">
                        <a:spcBef>
                          <a:spcPts val="0"/>
                        </a:spcBef>
                        <a:spcAft>
                          <a:spcPts val="0"/>
                        </a:spcAft>
                        <a:buNone/>
                      </a:pPr>
                      <a:r>
                        <a:rPr lang="en-US" sz="2000" dirty="0"/>
                        <a:t>58</a:t>
                      </a:r>
                      <a:endParaRPr sz="200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000" dirty="0">
                          <a:solidFill>
                            <a:schemeClr val="accent1"/>
                          </a:solidFill>
                        </a:rPr>
                        <a:t>2 (pessimistic)</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accent1"/>
                          </a:solidFill>
                        </a:rPr>
                        <a:t>0.5</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Palatino Linotype"/>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t>40</a:t>
                      </a:r>
                      <a:endParaRPr sz="2000" dirty="0"/>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2">
                  <a:txBody>
                    <a:bodyPr/>
                    <a:lstStyle/>
                    <a:p>
                      <a:pPr marL="0" marR="0" lvl="0" indent="0" algn="l" rtl="0">
                        <a:spcBef>
                          <a:spcPts val="0"/>
                        </a:spcBef>
                        <a:spcAft>
                          <a:spcPts val="0"/>
                        </a:spcAft>
                        <a:buNone/>
                      </a:pPr>
                      <a:r>
                        <a:rPr lang="en-US" sz="2000" b="1" dirty="0">
                          <a:solidFill>
                            <a:schemeClr val="tx1"/>
                          </a:solidFill>
                        </a:rPr>
                        <a:t>EV with uncertainty</a:t>
                      </a:r>
                      <a:endParaRPr sz="2000" b="1" dirty="0">
                        <a:solidFill>
                          <a:schemeClr val="tx1"/>
                        </a:solidFill>
                      </a:endParaRPr>
                    </a:p>
                  </a:txBody>
                  <a:tcPr marL="91450" marR="91450" marT="45725" marB="45725">
                    <a:lnT w="12700" cap="flat" cmpd="sng">
                      <a:solidFill>
                        <a:schemeClr val="dk1"/>
                      </a:solidFill>
                      <a:prstDash val="solid"/>
                      <a:round/>
                      <a:headEnd type="none" w="sm" len="sm"/>
                      <a:tailEnd type="none" w="sm" len="sm"/>
                    </a:lnT>
                    <a:solidFill>
                      <a:schemeClr val="accent4"/>
                    </a:solidFill>
                  </a:tcPr>
                </a:tc>
                <a:tc hMerge="1">
                  <a:txBody>
                    <a:bodyPr/>
                    <a:lstStyle/>
                    <a:p>
                      <a:endParaRPr lang="en-US"/>
                    </a:p>
                  </a:txBody>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800"/>
                        <a:buFont typeface="Palatino Linotype"/>
                        <a:buNone/>
                      </a:pPr>
                      <a:endParaRPr sz="2000" dirty="0"/>
                    </a:p>
                  </a:txBody>
                  <a:tcPr marL="91450" marR="91450" marT="45725" marB="45725">
                    <a:lnT w="12700" cap="flat" cmpd="sng">
                      <a:solidFill>
                        <a:schemeClr val="dk1"/>
                      </a:solidFill>
                      <a:prstDash val="solid"/>
                      <a:round/>
                      <a:headEnd type="none" w="sm" len="sm"/>
                      <a:tailEnd type="none" w="sm" len="sm"/>
                    </a:lnT>
                    <a:solidFill>
                      <a:schemeClr val="lt2"/>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EDB79204-5204-DF3E-DA42-5A7A6ECD558F}"/>
              </a:ext>
            </a:extLst>
          </p:cNvPr>
          <p:cNvSpPr txBox="1"/>
          <p:nvPr/>
        </p:nvSpPr>
        <p:spPr>
          <a:xfrm>
            <a:off x="478715" y="1220252"/>
            <a:ext cx="6099586" cy="646331"/>
          </a:xfrm>
          <a:prstGeom prst="rect">
            <a:avLst/>
          </a:prstGeom>
          <a:noFill/>
        </p:spPr>
        <p:txBody>
          <a:bodyPr wrap="square">
            <a:spAutoFit/>
          </a:bodyPr>
          <a:lstStyle/>
          <a:p>
            <a:r>
              <a:rPr lang="en-US" sz="3600" b="0" i="0" u="none" strike="noStrike" cap="none" dirty="0">
                <a:solidFill>
                  <a:schemeClr val="dk2"/>
                </a:solidFill>
                <a:latin typeface="+mj-lt"/>
                <a:ea typeface="Palatino Linotype"/>
                <a:cs typeface="Palatino Linotype"/>
                <a:sym typeface="Palatino Linotype"/>
              </a:rPr>
              <a:t>EVPI: Hatchery Example</a:t>
            </a:r>
            <a:endParaRPr lang="en-US" sz="3600" dirty="0"/>
          </a:p>
        </p:txBody>
      </p:sp>
      <p:sp>
        <p:nvSpPr>
          <p:cNvPr id="11" name="Google Shape;1042;p50">
            <a:extLst>
              <a:ext uri="{FF2B5EF4-FFF2-40B4-BE49-F238E27FC236}">
                <a16:creationId xmlns:a16="http://schemas.microsoft.com/office/drawing/2014/main" id="{E39CED3E-0EDE-4F6B-FD69-D694997F4BBA}"/>
              </a:ext>
            </a:extLst>
          </p:cNvPr>
          <p:cNvSpPr txBox="1"/>
          <p:nvPr/>
        </p:nvSpPr>
        <p:spPr>
          <a:xfrm>
            <a:off x="1377393" y="4327247"/>
            <a:ext cx="8663302" cy="192017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EVPI calculation</a:t>
            </a:r>
            <a:endParaRPr dirty="0"/>
          </a:p>
          <a:p>
            <a:pPr marL="342900" marR="0" lvl="0" indent="-342900" algn="l" rtl="0">
              <a:spcBef>
                <a:spcPts val="0"/>
              </a:spcBef>
              <a:spcAft>
                <a:spcPts val="0"/>
              </a:spcAft>
              <a:buClr>
                <a:schemeClr val="dk1"/>
              </a:buClr>
              <a:buSzPts val="1800"/>
              <a:buAutoNum type="arabicPeriod"/>
            </a:pPr>
            <a:r>
              <a:rPr lang="en-US" sz="1800" dirty="0">
                <a:solidFill>
                  <a:schemeClr val="dk1"/>
                </a:solidFill>
                <a:latin typeface="Palatino Linotype"/>
                <a:ea typeface="Palatino Linotype"/>
                <a:cs typeface="Palatino Linotype"/>
                <a:sym typeface="Palatino Linotype"/>
              </a:rPr>
              <a:t>Calculate EV for each model and alternative</a:t>
            </a:r>
          </a:p>
          <a:p>
            <a:pPr marL="342900" marR="0" lvl="0" indent="-342900" algn="l" rtl="0">
              <a:spcBef>
                <a:spcPts val="0"/>
              </a:spcBef>
              <a:spcAft>
                <a:spcPts val="0"/>
              </a:spcAft>
              <a:buClr>
                <a:schemeClr val="dk1"/>
              </a:buClr>
              <a:buSzPts val="1800"/>
              <a:buAutoNum type="arabicPeriod"/>
            </a:pPr>
            <a:r>
              <a:rPr lang="en-US" dirty="0">
                <a:solidFill>
                  <a:schemeClr val="dk1"/>
                </a:solidFill>
                <a:latin typeface="Palatino Linotype"/>
                <a:ea typeface="Palatino Linotype"/>
                <a:cs typeface="Palatino Linotype"/>
                <a:sym typeface="Palatino Linotype"/>
              </a:rPr>
              <a:t>Calculate EV </a:t>
            </a:r>
            <a:r>
              <a:rPr lang="en-US" b="1" dirty="0">
                <a:solidFill>
                  <a:srgbClr val="7030A0"/>
                </a:solidFill>
                <a:latin typeface="Palatino Linotype"/>
                <a:ea typeface="Palatino Linotype"/>
                <a:cs typeface="Palatino Linotype"/>
                <a:sym typeface="Palatino Linotype"/>
              </a:rPr>
              <a:t>under certainty</a:t>
            </a:r>
          </a:p>
          <a:p>
            <a:pPr marL="342900" marR="0" lvl="0" indent="-342900" algn="l" rtl="0">
              <a:spcBef>
                <a:spcPts val="0"/>
              </a:spcBef>
              <a:spcAft>
                <a:spcPts val="0"/>
              </a:spcAft>
              <a:buClr>
                <a:schemeClr val="dk1"/>
              </a:buClr>
              <a:buSzPts val="1800"/>
              <a:buAutoNum type="arabicPeriod"/>
            </a:pPr>
            <a:r>
              <a:rPr lang="en-US" dirty="0">
                <a:latin typeface="Palatino Linotype"/>
                <a:ea typeface="Palatino Linotype"/>
                <a:cs typeface="Palatino Linotype"/>
                <a:sym typeface="Palatino Linotype"/>
              </a:rPr>
              <a:t>Calculate EV </a:t>
            </a:r>
            <a:r>
              <a:rPr lang="en-US" b="1" dirty="0">
                <a:solidFill>
                  <a:srgbClr val="FF0000"/>
                </a:solidFill>
                <a:latin typeface="Palatino Linotype"/>
                <a:ea typeface="Palatino Linotype"/>
                <a:cs typeface="Palatino Linotype"/>
                <a:sym typeface="Palatino Linotype"/>
              </a:rPr>
              <a:t>under uncertainty</a:t>
            </a:r>
          </a:p>
        </p:txBody>
      </p:sp>
      <p:sp>
        <p:nvSpPr>
          <p:cNvPr id="6" name="TextBox 5">
            <a:extLst>
              <a:ext uri="{FF2B5EF4-FFF2-40B4-BE49-F238E27FC236}">
                <a16:creationId xmlns:a16="http://schemas.microsoft.com/office/drawing/2014/main" id="{3342BF9C-F022-2725-F206-D873D01BFBB9}"/>
              </a:ext>
            </a:extLst>
          </p:cNvPr>
          <p:cNvSpPr txBox="1"/>
          <p:nvPr/>
        </p:nvSpPr>
        <p:spPr>
          <a:xfrm>
            <a:off x="4201757" y="3282735"/>
            <a:ext cx="3508786" cy="400110"/>
          </a:xfrm>
          <a:prstGeom prst="rect">
            <a:avLst/>
          </a:prstGeom>
          <a:noFill/>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2000" dirty="0">
                <a:solidFill>
                  <a:schemeClr val="tx1"/>
                </a:solidFill>
              </a:rPr>
              <a:t>(</a:t>
            </a:r>
            <a:r>
              <a:rPr lang="en-US" sz="2000" dirty="0">
                <a:solidFill>
                  <a:schemeClr val="accent1"/>
                </a:solidFill>
              </a:rPr>
              <a:t>0.4</a:t>
            </a:r>
            <a:r>
              <a:rPr lang="en-US" sz="2000" dirty="0">
                <a:solidFill>
                  <a:schemeClr val="tx1"/>
                </a:solidFill>
              </a:rPr>
              <a:t>)*70+(</a:t>
            </a:r>
            <a:r>
              <a:rPr lang="en-US" sz="2000" dirty="0">
                <a:solidFill>
                  <a:schemeClr val="accent1"/>
                </a:solidFill>
              </a:rPr>
              <a:t>0.6</a:t>
            </a:r>
            <a:r>
              <a:rPr lang="en-US" sz="2000" dirty="0">
                <a:solidFill>
                  <a:schemeClr val="tx1"/>
                </a:solidFill>
              </a:rPr>
              <a:t>)*10=34        40</a:t>
            </a:r>
          </a:p>
        </p:txBody>
      </p:sp>
      <p:sp>
        <p:nvSpPr>
          <p:cNvPr id="3" name="Oval 2">
            <a:extLst>
              <a:ext uri="{FF2B5EF4-FFF2-40B4-BE49-F238E27FC236}">
                <a16:creationId xmlns:a16="http://schemas.microsoft.com/office/drawing/2014/main" id="{99EFB0F5-4010-D31B-C685-36A91700C313}"/>
              </a:ext>
            </a:extLst>
          </p:cNvPr>
          <p:cNvSpPr/>
          <p:nvPr/>
        </p:nvSpPr>
        <p:spPr>
          <a:xfrm>
            <a:off x="6228678" y="2934724"/>
            <a:ext cx="349623" cy="324382"/>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FDDCFCE-964B-C552-0111-6BED388AC18B}"/>
              </a:ext>
            </a:extLst>
          </p:cNvPr>
          <p:cNvSpPr/>
          <p:nvPr/>
        </p:nvSpPr>
        <p:spPr>
          <a:xfrm>
            <a:off x="6228678" y="3336381"/>
            <a:ext cx="349623" cy="324382"/>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A121614-1BD8-9790-CD54-CEEAF157FD9A}"/>
              </a:ext>
            </a:extLst>
          </p:cNvPr>
          <p:cNvSpPr txBox="1"/>
          <p:nvPr/>
        </p:nvSpPr>
        <p:spPr>
          <a:xfrm>
            <a:off x="7584143" y="3675442"/>
            <a:ext cx="2571078" cy="384721"/>
          </a:xfrm>
          <a:prstGeom prst="rect">
            <a:avLst/>
          </a:prstGeom>
          <a:noFill/>
          <a:ln w="57150">
            <a:solidFill>
              <a:srgbClr val="7030A0"/>
            </a:solidFill>
          </a:ln>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1900" dirty="0"/>
              <a:t>(0.5)*58 + (0.5)*40 = 49</a:t>
            </a:r>
            <a:endParaRPr lang="en-US" sz="1900" dirty="0">
              <a:solidFill>
                <a:schemeClr val="tx1"/>
              </a:solidFill>
            </a:endParaRPr>
          </a:p>
        </p:txBody>
      </p:sp>
      <p:sp>
        <p:nvSpPr>
          <p:cNvPr id="10" name="TextBox 9">
            <a:extLst>
              <a:ext uri="{FF2B5EF4-FFF2-40B4-BE49-F238E27FC236}">
                <a16:creationId xmlns:a16="http://schemas.microsoft.com/office/drawing/2014/main" id="{134E7AF9-25F2-974C-0131-EA092C1377B0}"/>
              </a:ext>
            </a:extLst>
          </p:cNvPr>
          <p:cNvSpPr txBox="1"/>
          <p:nvPr/>
        </p:nvSpPr>
        <p:spPr>
          <a:xfrm>
            <a:off x="4169483" y="3675441"/>
            <a:ext cx="3339354" cy="384721"/>
          </a:xfrm>
          <a:prstGeom prst="rect">
            <a:avLst/>
          </a:prstGeom>
          <a:noFill/>
          <a:ln w="57150">
            <a:solidFill>
              <a:srgbClr val="FF0000"/>
            </a:solidFill>
          </a:ln>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1900" dirty="0"/>
              <a:t>(0.5)*58 + (0.5)*34 = 46       40</a:t>
            </a:r>
            <a:endParaRPr lang="en-US" sz="1900" dirty="0">
              <a:solidFill>
                <a:schemeClr val="tx1"/>
              </a:solidFill>
            </a:endParaRPr>
          </a:p>
        </p:txBody>
      </p:sp>
      <p:sp>
        <p:nvSpPr>
          <p:cNvPr id="13" name="TextBox 12">
            <a:extLst>
              <a:ext uri="{FF2B5EF4-FFF2-40B4-BE49-F238E27FC236}">
                <a16:creationId xmlns:a16="http://schemas.microsoft.com/office/drawing/2014/main" id="{C51B657E-B97F-A413-0F38-1EDAFFB95B0C}"/>
              </a:ext>
            </a:extLst>
          </p:cNvPr>
          <p:cNvSpPr txBox="1"/>
          <p:nvPr/>
        </p:nvSpPr>
        <p:spPr>
          <a:xfrm>
            <a:off x="4490947" y="4884194"/>
            <a:ext cx="1175274" cy="369332"/>
          </a:xfrm>
          <a:prstGeom prst="rect">
            <a:avLst/>
          </a:prstGeom>
          <a:noFill/>
        </p:spPr>
        <p:txBody>
          <a:bodyPr wrap="square">
            <a:spAutoFit/>
          </a:bodyPr>
          <a:lstStyle/>
          <a:p>
            <a:pPr lvl="1">
              <a:buClr>
                <a:schemeClr val="dk1"/>
              </a:buClr>
              <a:buSzPts val="1800"/>
            </a:pPr>
            <a:r>
              <a:rPr lang="en-US" b="1" dirty="0">
                <a:solidFill>
                  <a:srgbClr val="7030A0"/>
                </a:solidFill>
                <a:latin typeface="Palatino Linotype"/>
                <a:ea typeface="Palatino Linotype"/>
                <a:cs typeface="Palatino Linotype"/>
                <a:sym typeface="Palatino Linotype"/>
              </a:rPr>
              <a:t>= 49</a:t>
            </a:r>
            <a:endParaRPr lang="en-US" dirty="0">
              <a:solidFill>
                <a:srgbClr val="7030A0"/>
              </a:solidFill>
              <a:latin typeface="Palatino Linotype"/>
              <a:ea typeface="Palatino Linotype"/>
              <a:cs typeface="Palatino Linotype"/>
              <a:sym typeface="Palatino Linotype"/>
            </a:endParaRPr>
          </a:p>
        </p:txBody>
      </p:sp>
      <p:sp>
        <p:nvSpPr>
          <p:cNvPr id="14" name="TextBox 13">
            <a:extLst>
              <a:ext uri="{FF2B5EF4-FFF2-40B4-BE49-F238E27FC236}">
                <a16:creationId xmlns:a16="http://schemas.microsoft.com/office/drawing/2014/main" id="{20B344C2-2CC5-6353-DBAE-6F1B13997B52}"/>
              </a:ext>
            </a:extLst>
          </p:cNvPr>
          <p:cNvSpPr txBox="1"/>
          <p:nvPr/>
        </p:nvSpPr>
        <p:spPr>
          <a:xfrm>
            <a:off x="4780876" y="5136601"/>
            <a:ext cx="1175274" cy="369332"/>
          </a:xfrm>
          <a:prstGeom prst="rect">
            <a:avLst/>
          </a:prstGeom>
          <a:noFill/>
        </p:spPr>
        <p:txBody>
          <a:bodyPr wrap="square">
            <a:spAutoFit/>
          </a:bodyPr>
          <a:lstStyle/>
          <a:p>
            <a:pPr lvl="1">
              <a:buClr>
                <a:schemeClr val="dk1"/>
              </a:buClr>
              <a:buSzPts val="1800"/>
            </a:pPr>
            <a:r>
              <a:rPr lang="en-US" b="1" dirty="0">
                <a:solidFill>
                  <a:srgbClr val="FF0000"/>
                </a:solidFill>
                <a:latin typeface="Palatino Linotype"/>
                <a:ea typeface="Palatino Linotype"/>
                <a:cs typeface="Palatino Linotype"/>
                <a:sym typeface="Palatino Linotype"/>
              </a:rPr>
              <a:t>= 46 </a:t>
            </a:r>
            <a:endParaRPr lang="en-US" dirty="0">
              <a:solidFill>
                <a:schemeClr val="dk1"/>
              </a:solidFill>
              <a:latin typeface="Palatino Linotype"/>
              <a:ea typeface="Palatino Linotype"/>
              <a:cs typeface="Palatino Linotype"/>
              <a:sym typeface="Palatino Linotype"/>
            </a:endParaRPr>
          </a:p>
        </p:txBody>
      </p:sp>
    </p:spTree>
    <p:extLst>
      <p:ext uri="{BB962C8B-B14F-4D97-AF65-F5344CB8AC3E}">
        <p14:creationId xmlns:p14="http://schemas.microsoft.com/office/powerpoint/2010/main" val="1768592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292E9-BEF9-68BE-D629-6C31901F199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42720CE-7E1A-FE23-52FA-45A65D010C20}"/>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
        <p:nvSpPr>
          <p:cNvPr id="7" name="Title 1">
            <a:extLst>
              <a:ext uri="{FF2B5EF4-FFF2-40B4-BE49-F238E27FC236}">
                <a16:creationId xmlns:a16="http://schemas.microsoft.com/office/drawing/2014/main" id="{39E00272-C394-05C5-46AD-621E823460FE}"/>
              </a:ext>
            </a:extLst>
          </p:cNvPr>
          <p:cNvSpPr>
            <a:spLocks noGrp="1"/>
          </p:cNvSpPr>
          <p:nvPr>
            <p:ph type="title"/>
          </p:nvPr>
        </p:nvSpPr>
        <p:spPr>
          <a:xfrm>
            <a:off x="279310" y="172800"/>
            <a:ext cx="10515600" cy="431985"/>
          </a:xfrm>
        </p:spPr>
        <p:txBody>
          <a:bodyPr>
            <a:normAutofit fontScale="90000"/>
          </a:bodyPr>
          <a:lstStyle/>
          <a:p>
            <a:r>
              <a:rPr lang="en-US" dirty="0"/>
              <a:t>Expected value of perfect information (EVPI)</a:t>
            </a:r>
          </a:p>
        </p:txBody>
      </p:sp>
      <p:graphicFrame>
        <p:nvGraphicFramePr>
          <p:cNvPr id="2" name="Google Shape;1040;p50">
            <a:extLst>
              <a:ext uri="{FF2B5EF4-FFF2-40B4-BE49-F238E27FC236}">
                <a16:creationId xmlns:a16="http://schemas.microsoft.com/office/drawing/2014/main" id="{7D390751-72DB-519D-1264-E93F30184C33}"/>
              </a:ext>
            </a:extLst>
          </p:cNvPr>
          <p:cNvGraphicFramePr/>
          <p:nvPr>
            <p:extLst>
              <p:ext uri="{D42A27DB-BD31-4B8C-83A1-F6EECF244321}">
                <p14:modId xmlns:p14="http://schemas.microsoft.com/office/powerpoint/2010/main" val="927648672"/>
              </p:ext>
            </p:extLst>
          </p:nvPr>
        </p:nvGraphicFramePr>
        <p:xfrm>
          <a:off x="1377393" y="2118990"/>
          <a:ext cx="8734796" cy="1955850"/>
        </p:xfrm>
        <a:graphic>
          <a:graphicData uri="http://schemas.openxmlformats.org/drawingml/2006/table">
            <a:tbl>
              <a:tblPr firstRow="1" bandRow="1">
                <a:noFill/>
              </a:tblPr>
              <a:tblGrid>
                <a:gridCol w="1746959">
                  <a:extLst>
                    <a:ext uri="{9D8B030D-6E8A-4147-A177-3AD203B41FA5}">
                      <a16:colId xmlns:a16="http://schemas.microsoft.com/office/drawing/2014/main" val="20000"/>
                    </a:ext>
                  </a:extLst>
                </a:gridCol>
                <a:gridCol w="1037663">
                  <a:extLst>
                    <a:ext uri="{9D8B030D-6E8A-4147-A177-3AD203B41FA5}">
                      <a16:colId xmlns:a16="http://schemas.microsoft.com/office/drawing/2014/main" val="20001"/>
                    </a:ext>
                  </a:extLst>
                </a:gridCol>
                <a:gridCol w="2456256">
                  <a:extLst>
                    <a:ext uri="{9D8B030D-6E8A-4147-A177-3AD203B41FA5}">
                      <a16:colId xmlns:a16="http://schemas.microsoft.com/office/drawing/2014/main" val="20002"/>
                    </a:ext>
                  </a:extLst>
                </a:gridCol>
                <a:gridCol w="1023467">
                  <a:extLst>
                    <a:ext uri="{9D8B030D-6E8A-4147-A177-3AD203B41FA5}">
                      <a16:colId xmlns:a16="http://schemas.microsoft.com/office/drawing/2014/main" val="20003"/>
                    </a:ext>
                  </a:extLst>
                </a:gridCol>
                <a:gridCol w="2470451">
                  <a:extLst>
                    <a:ext uri="{9D8B030D-6E8A-4147-A177-3AD203B41FA5}">
                      <a16:colId xmlns:a16="http://schemas.microsoft.com/office/drawing/2014/main" val="20004"/>
                    </a:ext>
                  </a:extLst>
                </a:gridCol>
              </a:tblGrid>
              <a:tr h="370850">
                <a:tc rowSpan="2">
                  <a:txBody>
                    <a:bodyPr/>
                    <a:lstStyle/>
                    <a:p>
                      <a:pPr marL="0" marR="0" lvl="0" indent="0" algn="ctr" rtl="0">
                        <a:spcBef>
                          <a:spcPts val="0"/>
                        </a:spcBef>
                        <a:spcAft>
                          <a:spcPts val="0"/>
                        </a:spcAft>
                        <a:buNone/>
                      </a:pPr>
                      <a:r>
                        <a:rPr lang="en-US" sz="2000" u="none" strike="noStrike" cap="none"/>
                        <a:t>Model</a:t>
                      </a:r>
                      <a:endParaRPr sz="2000" u="none" strike="noStrike" cap="none"/>
                    </a:p>
                  </a:txBody>
                  <a:tcPr marL="91450" marR="91450" marT="45725" marB="45725" anchor="ctr"/>
                </a:tc>
                <a:tc rowSpan="2">
                  <a:txBody>
                    <a:bodyPr/>
                    <a:lstStyle/>
                    <a:p>
                      <a:pPr marL="0" marR="0" lvl="0" indent="0" algn="ctr" rtl="0">
                        <a:spcBef>
                          <a:spcPts val="0"/>
                        </a:spcBef>
                        <a:spcAft>
                          <a:spcPts val="0"/>
                        </a:spcAft>
                        <a:buNone/>
                      </a:pPr>
                      <a:r>
                        <a:rPr lang="en-US" sz="2000" u="none" strike="noStrike" cap="none"/>
                        <a:t>Prior </a:t>
                      </a:r>
                      <a:endParaRPr sz="2000" u="none" strike="noStrike" cap="none"/>
                    </a:p>
                  </a:txBody>
                  <a:tcPr marL="91450" marR="91450" marT="45725" marB="45725" anchor="ctr"/>
                </a:tc>
                <a:tc gridSpan="2">
                  <a:txBody>
                    <a:bodyPr/>
                    <a:lstStyle/>
                    <a:p>
                      <a:pPr marL="0" marR="0" lvl="0" indent="0" algn="ctr" rtl="0">
                        <a:spcBef>
                          <a:spcPts val="0"/>
                        </a:spcBef>
                        <a:spcAft>
                          <a:spcPts val="0"/>
                        </a:spcAft>
                        <a:buNone/>
                      </a:pPr>
                      <a:r>
                        <a:rPr lang="en-US" sz="1800" u="none" strike="noStrike" cap="none" dirty="0"/>
                        <a:t>Adopt the Technology?</a:t>
                      </a:r>
                      <a:endParaRPr sz="1800" u="none" strike="noStrike" cap="none" dirty="0"/>
                    </a:p>
                  </a:txBody>
                  <a:tcPr marL="91450" marR="91450" marT="45725" marB="45725"/>
                </a:tc>
                <a:tc hMerge="1">
                  <a:txBody>
                    <a:bodyPr/>
                    <a:lstStyle/>
                    <a:p>
                      <a:endParaRPr lang="en-US"/>
                    </a:p>
                  </a:txBody>
                  <a:tcPr/>
                </a:tc>
                <a:tc rowSpan="2">
                  <a:txBody>
                    <a:bodyPr/>
                    <a:lstStyle/>
                    <a:p>
                      <a:pPr marL="0" marR="0" lvl="0" indent="0" algn="ctr" rtl="0">
                        <a:spcBef>
                          <a:spcPts val="0"/>
                        </a:spcBef>
                        <a:spcAft>
                          <a:spcPts val="0"/>
                        </a:spcAft>
                        <a:buNone/>
                      </a:pPr>
                      <a:r>
                        <a:rPr lang="en-US" sz="2000" u="none" strike="noStrike" cap="none" dirty="0"/>
                        <a:t>EV with perfect information</a:t>
                      </a:r>
                      <a:endParaRPr sz="2000" u="none" strike="noStrike" cap="none" dirty="0"/>
                    </a:p>
                  </a:txBody>
                  <a:tcPr marL="91450" marR="91450" marT="45725" marB="45725" anchor="ctr"/>
                </a:tc>
                <a:extLst>
                  <a:ext uri="{0D108BD9-81ED-4DB2-BD59-A6C34878D82A}">
                    <a16:rowId xmlns:a16="http://schemas.microsoft.com/office/drawing/2014/main" val="10000"/>
                  </a:ext>
                </a:extLst>
              </a:tr>
              <a:tr h="370850">
                <a:tc vMerge="1">
                  <a:txBody>
                    <a:bodyPr/>
                    <a:lstStyle/>
                    <a:p>
                      <a:endParaRPr lang="en-US"/>
                    </a:p>
                  </a:txBody>
                  <a:tcPr/>
                </a:tc>
                <a:tc vMerge="1">
                  <a:txBody>
                    <a:bodyPr/>
                    <a:lstStyle/>
                    <a:p>
                      <a:endParaRPr lang="en-US"/>
                    </a:p>
                  </a:txBody>
                  <a:tcPr/>
                </a:tc>
                <a:tc>
                  <a:txBody>
                    <a:bodyPr/>
                    <a:lstStyle/>
                    <a:p>
                      <a:pPr marL="0" marR="0" lvl="0" indent="0" algn="ctr" rtl="0">
                        <a:spcBef>
                          <a:spcPts val="0"/>
                        </a:spcBef>
                        <a:spcAft>
                          <a:spcPts val="0"/>
                        </a:spcAft>
                        <a:buNone/>
                      </a:pPr>
                      <a:r>
                        <a:rPr lang="en-US" sz="2000" u="none" strike="noStrike" cap="none"/>
                        <a:t>Yes</a:t>
                      </a:r>
                      <a:endParaRPr sz="2000" u="none" strike="noStrike" cap="none"/>
                    </a:p>
                  </a:txBody>
                  <a:tcPr marL="91450" marR="91450" marT="45725" marB="45725" anchor="ctr">
                    <a:solidFill>
                      <a:schemeClr val="accent3">
                        <a:lumMod val="40000"/>
                        <a:lumOff val="60000"/>
                      </a:schemeClr>
                    </a:solidFill>
                  </a:tcPr>
                </a:tc>
                <a:tc>
                  <a:txBody>
                    <a:bodyPr/>
                    <a:lstStyle/>
                    <a:p>
                      <a:pPr marL="0" marR="0" lvl="0" indent="0" algn="ctr" rtl="0">
                        <a:spcBef>
                          <a:spcPts val="0"/>
                        </a:spcBef>
                        <a:spcAft>
                          <a:spcPts val="0"/>
                        </a:spcAft>
                        <a:buNone/>
                      </a:pPr>
                      <a:r>
                        <a:rPr lang="en-US" sz="2000" u="none" strike="noStrike" cap="none" dirty="0"/>
                        <a:t>No</a:t>
                      </a:r>
                      <a:endParaRPr sz="2000" u="none" strike="noStrike" cap="none" dirty="0"/>
                    </a:p>
                  </a:txBody>
                  <a:tcPr marL="91450" marR="91450" marT="45725" marB="45725" anchor="ctr">
                    <a:solidFill>
                      <a:schemeClr val="accent3">
                        <a:lumMod val="40000"/>
                        <a:lumOff val="60000"/>
                      </a:schemeClr>
                    </a:solidFill>
                  </a:tcPr>
                </a:tc>
                <a:tc vMerge="1">
                  <a:txBody>
                    <a:bodyPr/>
                    <a:lstStyle/>
                    <a:p>
                      <a:endParaRPr lang="en-US"/>
                    </a:p>
                  </a:txBody>
                  <a:tcPr/>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2000" u="none" strike="noStrike" cap="none" dirty="0">
                          <a:solidFill>
                            <a:schemeClr val="accent6"/>
                          </a:solidFill>
                        </a:rPr>
                        <a:t>1 (optimistic)</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solidFill>
                            <a:schemeClr val="accent6"/>
                          </a:solidFill>
                        </a:rPr>
                        <a:t>0.5</a:t>
                      </a:r>
                      <a:endParaRPr sz="2000" dirty="0">
                        <a:solidFill>
                          <a:schemeClr val="accent6"/>
                        </a:solidFill>
                      </a:endParaRPr>
                    </a:p>
                  </a:txBody>
                  <a:tcPr marL="91450" marR="91450" marT="45725" marB="45725"/>
                </a:tc>
                <a:tc>
                  <a:txBody>
                    <a:bodyPr/>
                    <a:lstStyle/>
                    <a:p>
                      <a:pPr marL="0" marR="0" lvl="0" indent="0" algn="ctr" rtl="0">
                        <a:spcBef>
                          <a:spcPts val="0"/>
                        </a:spcBef>
                        <a:spcAft>
                          <a:spcPts val="0"/>
                        </a:spcAft>
                        <a:buNone/>
                      </a:pPr>
                      <a:r>
                        <a:rPr lang="en-US" sz="2000" dirty="0"/>
                        <a:t>(</a:t>
                      </a:r>
                      <a:r>
                        <a:rPr lang="en-US" sz="2000" dirty="0">
                          <a:solidFill>
                            <a:schemeClr val="accent6"/>
                          </a:solidFill>
                        </a:rPr>
                        <a:t>0.8</a:t>
                      </a:r>
                      <a:r>
                        <a:rPr lang="en-US" sz="2000" dirty="0"/>
                        <a:t>)*70+(</a:t>
                      </a:r>
                      <a:r>
                        <a:rPr lang="en-US" sz="2000" dirty="0">
                          <a:solidFill>
                            <a:schemeClr val="accent6"/>
                          </a:solidFill>
                        </a:rPr>
                        <a:t>0.2</a:t>
                      </a:r>
                      <a:r>
                        <a:rPr lang="en-US" sz="2000" dirty="0"/>
                        <a:t>)*10=58</a:t>
                      </a:r>
                      <a:endParaRPr sz="2000" dirty="0"/>
                    </a:p>
                  </a:txBody>
                  <a:tcPr marL="91450" marR="91450" marT="45725" marB="45725"/>
                </a:tc>
                <a:tc>
                  <a:txBody>
                    <a:bodyPr/>
                    <a:lstStyle/>
                    <a:p>
                      <a:pPr marL="0" marR="0" lvl="0" indent="0" algn="ctr" rtl="0">
                        <a:spcBef>
                          <a:spcPts val="0"/>
                        </a:spcBef>
                        <a:spcAft>
                          <a:spcPts val="0"/>
                        </a:spcAft>
                        <a:buNone/>
                      </a:pPr>
                      <a:r>
                        <a:rPr lang="en-US" sz="2000" dirty="0"/>
                        <a:t>40</a:t>
                      </a:r>
                      <a:endParaRPr sz="2000" dirty="0"/>
                    </a:p>
                  </a:txBody>
                  <a:tcPr marL="91450" marR="91450" marT="45725" marB="45725">
                    <a:noFill/>
                  </a:tcPr>
                </a:tc>
                <a:tc>
                  <a:txBody>
                    <a:bodyPr/>
                    <a:lstStyle/>
                    <a:p>
                      <a:pPr marL="0" marR="0" lvl="0" indent="0" algn="ctr" rtl="0">
                        <a:spcBef>
                          <a:spcPts val="0"/>
                        </a:spcBef>
                        <a:spcAft>
                          <a:spcPts val="0"/>
                        </a:spcAft>
                        <a:buNone/>
                      </a:pPr>
                      <a:r>
                        <a:rPr lang="en-US" sz="2000" dirty="0"/>
                        <a:t>58</a:t>
                      </a:r>
                      <a:endParaRPr sz="200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2000" dirty="0">
                          <a:solidFill>
                            <a:schemeClr val="accent1"/>
                          </a:solidFill>
                        </a:rPr>
                        <a:t>2 (pessimistic)</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solidFill>
                            <a:schemeClr val="accent1"/>
                          </a:solidFill>
                        </a:rPr>
                        <a:t>0.5</a:t>
                      </a:r>
                      <a:endParaRPr sz="2000" dirty="0">
                        <a:solidFill>
                          <a:schemeClr val="accent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800"/>
                        <a:buFont typeface="Palatino Linotype"/>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endParaRPr sz="2000" dirty="0">
                        <a:solidFill>
                          <a:schemeClr val="tx1"/>
                        </a:solidFill>
                      </a:endParaRPr>
                    </a:p>
                  </a:txBody>
                  <a:tcPr marL="91450" marR="91450" marT="45725" marB="45725">
                    <a:lnB w="12700" cap="flat" cmpd="sng">
                      <a:solidFill>
                        <a:schemeClr val="dk1"/>
                      </a:solidFill>
                      <a:prstDash val="solid"/>
                      <a:round/>
                      <a:headEnd type="none" w="sm" len="sm"/>
                      <a:tailEnd type="none" w="sm" len="sm"/>
                    </a:lnB>
                  </a:tcPr>
                </a:tc>
                <a:tc>
                  <a:txBody>
                    <a:bodyPr/>
                    <a:lstStyle/>
                    <a:p>
                      <a:pPr marL="0" marR="0" lvl="0" indent="0" algn="ctr" rtl="0">
                        <a:spcBef>
                          <a:spcPts val="0"/>
                        </a:spcBef>
                        <a:spcAft>
                          <a:spcPts val="0"/>
                        </a:spcAft>
                        <a:buNone/>
                      </a:pPr>
                      <a:r>
                        <a:rPr lang="en-US" sz="2000" dirty="0"/>
                        <a:t>40</a:t>
                      </a:r>
                      <a:endParaRPr sz="2000" dirty="0"/>
                    </a:p>
                  </a:txBody>
                  <a:tcPr marL="91450" marR="91450" marT="45725" marB="45725">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70850">
                <a:tc gridSpan="2">
                  <a:txBody>
                    <a:bodyPr/>
                    <a:lstStyle/>
                    <a:p>
                      <a:pPr marL="0" marR="0" lvl="0" indent="0" algn="l" rtl="0">
                        <a:spcBef>
                          <a:spcPts val="0"/>
                        </a:spcBef>
                        <a:spcAft>
                          <a:spcPts val="0"/>
                        </a:spcAft>
                        <a:buNone/>
                      </a:pPr>
                      <a:r>
                        <a:rPr lang="en-US" sz="2000" b="1" dirty="0">
                          <a:solidFill>
                            <a:schemeClr val="tx1"/>
                          </a:solidFill>
                        </a:rPr>
                        <a:t>EV with uncertainty</a:t>
                      </a:r>
                      <a:endParaRPr sz="2000" b="1" dirty="0">
                        <a:solidFill>
                          <a:schemeClr val="tx1"/>
                        </a:solidFill>
                      </a:endParaRPr>
                    </a:p>
                  </a:txBody>
                  <a:tcPr marL="91450" marR="91450" marT="45725" marB="45725">
                    <a:lnT w="12700" cap="flat" cmpd="sng">
                      <a:solidFill>
                        <a:schemeClr val="dk1"/>
                      </a:solidFill>
                      <a:prstDash val="solid"/>
                      <a:round/>
                      <a:headEnd type="none" w="sm" len="sm"/>
                      <a:tailEnd type="none" w="sm" len="sm"/>
                    </a:lnT>
                    <a:solidFill>
                      <a:schemeClr val="accent4"/>
                    </a:solidFill>
                  </a:tcPr>
                </a:tc>
                <a:tc hMerge="1">
                  <a:txBody>
                    <a:bodyPr/>
                    <a:lstStyle/>
                    <a:p>
                      <a:endParaRPr lang="en-US"/>
                    </a:p>
                  </a:txBody>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ctr" rtl="0">
                        <a:spcBef>
                          <a:spcPts val="0"/>
                        </a:spcBef>
                        <a:spcAft>
                          <a:spcPts val="0"/>
                        </a:spcAft>
                        <a:buNone/>
                      </a:pPr>
                      <a:endParaRPr sz="2000" dirty="0"/>
                    </a:p>
                  </a:txBody>
                  <a:tcPr marL="91450" marR="91450" marT="45725" marB="45725">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800"/>
                        <a:buFont typeface="Palatino Linotype"/>
                        <a:buNone/>
                      </a:pPr>
                      <a:endParaRPr sz="2000" dirty="0"/>
                    </a:p>
                  </a:txBody>
                  <a:tcPr marL="91450" marR="91450" marT="45725" marB="45725">
                    <a:lnT w="12700" cap="flat" cmpd="sng">
                      <a:solidFill>
                        <a:schemeClr val="dk1"/>
                      </a:solidFill>
                      <a:prstDash val="solid"/>
                      <a:round/>
                      <a:headEnd type="none" w="sm" len="sm"/>
                      <a:tailEnd type="none" w="sm" len="sm"/>
                    </a:lnT>
                    <a:solidFill>
                      <a:schemeClr val="lt2"/>
                    </a:solid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1AC8DD4A-B86D-C7C9-5B27-9B41EF0F8976}"/>
              </a:ext>
            </a:extLst>
          </p:cNvPr>
          <p:cNvSpPr txBox="1"/>
          <p:nvPr/>
        </p:nvSpPr>
        <p:spPr>
          <a:xfrm>
            <a:off x="478715" y="1220252"/>
            <a:ext cx="6099586" cy="646331"/>
          </a:xfrm>
          <a:prstGeom prst="rect">
            <a:avLst/>
          </a:prstGeom>
          <a:noFill/>
        </p:spPr>
        <p:txBody>
          <a:bodyPr wrap="square">
            <a:spAutoFit/>
          </a:bodyPr>
          <a:lstStyle/>
          <a:p>
            <a:r>
              <a:rPr lang="en-US" sz="3600" b="0" i="0" u="none" strike="noStrike" cap="none" dirty="0">
                <a:solidFill>
                  <a:schemeClr val="dk2"/>
                </a:solidFill>
                <a:latin typeface="+mj-lt"/>
                <a:ea typeface="Palatino Linotype"/>
                <a:cs typeface="Palatino Linotype"/>
                <a:sym typeface="Palatino Linotype"/>
              </a:rPr>
              <a:t>EVPI: Hatchery Example</a:t>
            </a:r>
            <a:endParaRPr lang="en-US" sz="3600" dirty="0"/>
          </a:p>
        </p:txBody>
      </p:sp>
      <p:sp>
        <p:nvSpPr>
          <p:cNvPr id="11" name="Google Shape;1042;p50">
            <a:extLst>
              <a:ext uri="{FF2B5EF4-FFF2-40B4-BE49-F238E27FC236}">
                <a16:creationId xmlns:a16="http://schemas.microsoft.com/office/drawing/2014/main" id="{AD8B2900-7BF3-A5F1-A333-AEB91086236D}"/>
              </a:ext>
            </a:extLst>
          </p:cNvPr>
          <p:cNvSpPr txBox="1"/>
          <p:nvPr/>
        </p:nvSpPr>
        <p:spPr>
          <a:xfrm>
            <a:off x="1377393" y="4327247"/>
            <a:ext cx="8663302" cy="1920178"/>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dirty="0">
                <a:solidFill>
                  <a:schemeClr val="dk1"/>
                </a:solidFill>
                <a:latin typeface="Palatino Linotype"/>
                <a:ea typeface="Palatino Linotype"/>
                <a:cs typeface="Palatino Linotype"/>
                <a:sym typeface="Palatino Linotype"/>
              </a:rPr>
              <a:t>EVPI calculation</a:t>
            </a:r>
            <a:endParaRPr dirty="0"/>
          </a:p>
          <a:p>
            <a:pPr marL="342900" marR="0" lvl="0" indent="-342900" algn="l" rtl="0">
              <a:spcBef>
                <a:spcPts val="0"/>
              </a:spcBef>
              <a:spcAft>
                <a:spcPts val="0"/>
              </a:spcAft>
              <a:buClr>
                <a:schemeClr val="dk1"/>
              </a:buClr>
              <a:buSzPts val="1800"/>
              <a:buAutoNum type="arabicPeriod"/>
            </a:pPr>
            <a:r>
              <a:rPr lang="en-US" sz="1800" dirty="0">
                <a:solidFill>
                  <a:schemeClr val="dk1"/>
                </a:solidFill>
                <a:latin typeface="Palatino Linotype"/>
                <a:ea typeface="Palatino Linotype"/>
                <a:cs typeface="Palatino Linotype"/>
                <a:sym typeface="Palatino Linotype"/>
              </a:rPr>
              <a:t>Calculate EV for each model and alternative</a:t>
            </a:r>
          </a:p>
          <a:p>
            <a:pPr marL="342900" marR="0" lvl="0" indent="-342900" algn="l" rtl="0">
              <a:spcBef>
                <a:spcPts val="0"/>
              </a:spcBef>
              <a:spcAft>
                <a:spcPts val="0"/>
              </a:spcAft>
              <a:buClr>
                <a:schemeClr val="dk1"/>
              </a:buClr>
              <a:buSzPts val="1800"/>
              <a:buAutoNum type="arabicPeriod"/>
            </a:pPr>
            <a:r>
              <a:rPr lang="en-US" dirty="0">
                <a:solidFill>
                  <a:schemeClr val="dk1"/>
                </a:solidFill>
                <a:latin typeface="Palatino Linotype"/>
                <a:ea typeface="Palatino Linotype"/>
                <a:cs typeface="Palatino Linotype"/>
                <a:sym typeface="Palatino Linotype"/>
              </a:rPr>
              <a:t>Calculate EV </a:t>
            </a:r>
            <a:r>
              <a:rPr lang="en-US" b="1" dirty="0">
                <a:solidFill>
                  <a:srgbClr val="7030A0"/>
                </a:solidFill>
                <a:latin typeface="Palatino Linotype"/>
                <a:ea typeface="Palatino Linotype"/>
                <a:cs typeface="Palatino Linotype"/>
                <a:sym typeface="Palatino Linotype"/>
              </a:rPr>
              <a:t>under certainty</a:t>
            </a:r>
          </a:p>
          <a:p>
            <a:pPr marL="342900" marR="0" lvl="0" indent="-342900" algn="l" rtl="0">
              <a:spcBef>
                <a:spcPts val="0"/>
              </a:spcBef>
              <a:spcAft>
                <a:spcPts val="0"/>
              </a:spcAft>
              <a:buClr>
                <a:schemeClr val="dk1"/>
              </a:buClr>
              <a:buSzPts val="1800"/>
              <a:buAutoNum type="arabicPeriod"/>
            </a:pPr>
            <a:r>
              <a:rPr lang="en-US" dirty="0">
                <a:latin typeface="Palatino Linotype"/>
                <a:ea typeface="Palatino Linotype"/>
                <a:cs typeface="Palatino Linotype"/>
                <a:sym typeface="Palatino Linotype"/>
              </a:rPr>
              <a:t>Calculate EV </a:t>
            </a:r>
            <a:r>
              <a:rPr lang="en-US" b="1" dirty="0">
                <a:solidFill>
                  <a:srgbClr val="FF0000"/>
                </a:solidFill>
                <a:latin typeface="Palatino Linotype"/>
                <a:ea typeface="Palatino Linotype"/>
                <a:cs typeface="Palatino Linotype"/>
                <a:sym typeface="Palatino Linotype"/>
              </a:rPr>
              <a:t>under uncertainty</a:t>
            </a:r>
          </a:p>
          <a:p>
            <a:pPr marL="342900" marR="0" lvl="0" indent="-342900" algn="l" rtl="0">
              <a:spcBef>
                <a:spcPts val="0"/>
              </a:spcBef>
              <a:spcAft>
                <a:spcPts val="0"/>
              </a:spcAft>
              <a:buClr>
                <a:schemeClr val="dk1"/>
              </a:buClr>
              <a:buSzPts val="1800"/>
              <a:buAutoNum type="arabicPeriod"/>
            </a:pPr>
            <a:r>
              <a:rPr lang="en-US" dirty="0">
                <a:latin typeface="Palatino Linotype"/>
                <a:ea typeface="Palatino Linotype"/>
                <a:cs typeface="Palatino Linotype"/>
                <a:sym typeface="Palatino Linotype"/>
              </a:rPr>
              <a:t>Calculate EVPI = EV under certainty – EV under uncertainty  </a:t>
            </a:r>
          </a:p>
        </p:txBody>
      </p:sp>
      <p:sp>
        <p:nvSpPr>
          <p:cNvPr id="6" name="TextBox 5">
            <a:extLst>
              <a:ext uri="{FF2B5EF4-FFF2-40B4-BE49-F238E27FC236}">
                <a16:creationId xmlns:a16="http://schemas.microsoft.com/office/drawing/2014/main" id="{42E0D9A1-7A8F-CC82-E34B-A1DC7C732CF7}"/>
              </a:ext>
            </a:extLst>
          </p:cNvPr>
          <p:cNvSpPr txBox="1"/>
          <p:nvPr/>
        </p:nvSpPr>
        <p:spPr>
          <a:xfrm>
            <a:off x="4201757" y="3282735"/>
            <a:ext cx="3508786" cy="400110"/>
          </a:xfrm>
          <a:prstGeom prst="rect">
            <a:avLst/>
          </a:prstGeom>
          <a:noFill/>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2000" dirty="0">
                <a:solidFill>
                  <a:schemeClr val="tx1"/>
                </a:solidFill>
              </a:rPr>
              <a:t>(</a:t>
            </a:r>
            <a:r>
              <a:rPr lang="en-US" sz="2000" dirty="0">
                <a:solidFill>
                  <a:schemeClr val="accent1"/>
                </a:solidFill>
              </a:rPr>
              <a:t>0.4</a:t>
            </a:r>
            <a:r>
              <a:rPr lang="en-US" sz="2000" dirty="0">
                <a:solidFill>
                  <a:schemeClr val="tx1"/>
                </a:solidFill>
              </a:rPr>
              <a:t>)*70+(</a:t>
            </a:r>
            <a:r>
              <a:rPr lang="en-US" sz="2000" dirty="0">
                <a:solidFill>
                  <a:schemeClr val="accent1"/>
                </a:solidFill>
              </a:rPr>
              <a:t>0.6</a:t>
            </a:r>
            <a:r>
              <a:rPr lang="en-US" sz="2000" dirty="0">
                <a:solidFill>
                  <a:schemeClr val="tx1"/>
                </a:solidFill>
              </a:rPr>
              <a:t>)*10=34        40</a:t>
            </a:r>
          </a:p>
        </p:txBody>
      </p:sp>
      <p:sp>
        <p:nvSpPr>
          <p:cNvPr id="3" name="Oval 2">
            <a:extLst>
              <a:ext uri="{FF2B5EF4-FFF2-40B4-BE49-F238E27FC236}">
                <a16:creationId xmlns:a16="http://schemas.microsoft.com/office/drawing/2014/main" id="{EF3A0074-D913-7AF2-52E8-76A565696D21}"/>
              </a:ext>
            </a:extLst>
          </p:cNvPr>
          <p:cNvSpPr/>
          <p:nvPr/>
        </p:nvSpPr>
        <p:spPr>
          <a:xfrm>
            <a:off x="6228678" y="2934724"/>
            <a:ext cx="349623" cy="324382"/>
          </a:xfrm>
          <a:prstGeom prst="ellipse">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D0659FF-1ED5-8C06-C490-232E13C6D3E2}"/>
              </a:ext>
            </a:extLst>
          </p:cNvPr>
          <p:cNvSpPr/>
          <p:nvPr/>
        </p:nvSpPr>
        <p:spPr>
          <a:xfrm>
            <a:off x="6228678" y="3336381"/>
            <a:ext cx="349623" cy="324382"/>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3A520D8-45C0-E19A-0164-7DCC1BAD5A64}"/>
              </a:ext>
            </a:extLst>
          </p:cNvPr>
          <p:cNvSpPr txBox="1"/>
          <p:nvPr/>
        </p:nvSpPr>
        <p:spPr>
          <a:xfrm>
            <a:off x="7584143" y="3675442"/>
            <a:ext cx="2571078" cy="384721"/>
          </a:xfrm>
          <a:prstGeom prst="rect">
            <a:avLst/>
          </a:prstGeom>
          <a:noFill/>
          <a:ln w="57150">
            <a:solidFill>
              <a:srgbClr val="7030A0"/>
            </a:solidFill>
          </a:ln>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1900" dirty="0"/>
              <a:t>(0.5)*58 + (0.5)*40 = 49</a:t>
            </a:r>
            <a:endParaRPr lang="en-US" sz="1900" dirty="0">
              <a:solidFill>
                <a:schemeClr val="tx1"/>
              </a:solidFill>
            </a:endParaRPr>
          </a:p>
        </p:txBody>
      </p:sp>
      <p:sp>
        <p:nvSpPr>
          <p:cNvPr id="10" name="TextBox 9">
            <a:extLst>
              <a:ext uri="{FF2B5EF4-FFF2-40B4-BE49-F238E27FC236}">
                <a16:creationId xmlns:a16="http://schemas.microsoft.com/office/drawing/2014/main" id="{B785996A-3E8C-4B13-8166-32D7A419C0E2}"/>
              </a:ext>
            </a:extLst>
          </p:cNvPr>
          <p:cNvSpPr txBox="1"/>
          <p:nvPr/>
        </p:nvSpPr>
        <p:spPr>
          <a:xfrm>
            <a:off x="4169483" y="3675441"/>
            <a:ext cx="3339354" cy="384721"/>
          </a:xfrm>
          <a:prstGeom prst="rect">
            <a:avLst/>
          </a:prstGeom>
          <a:noFill/>
          <a:ln w="57150">
            <a:solidFill>
              <a:srgbClr val="FF0000"/>
            </a:solidFill>
          </a:ln>
        </p:spPr>
        <p:txBody>
          <a:bodyPr wrap="square">
            <a:spAutoFit/>
          </a:bodyPr>
          <a:lstStyle/>
          <a:p>
            <a:pPr marL="0" marR="0" lvl="0" indent="0" rtl="0">
              <a:lnSpc>
                <a:spcPct val="100000"/>
              </a:lnSpc>
              <a:spcBef>
                <a:spcPts val="0"/>
              </a:spcBef>
              <a:spcAft>
                <a:spcPts val="0"/>
              </a:spcAft>
              <a:buClr>
                <a:schemeClr val="dk1"/>
              </a:buClr>
              <a:buSzPts val="1800"/>
              <a:buFont typeface="Palatino Linotype"/>
              <a:buNone/>
            </a:pPr>
            <a:r>
              <a:rPr lang="en-US" sz="1900" dirty="0"/>
              <a:t>(0.5)*58 + (0.5)*34 = 46       40</a:t>
            </a:r>
            <a:endParaRPr lang="en-US" sz="1900" dirty="0">
              <a:solidFill>
                <a:schemeClr val="tx1"/>
              </a:solidFill>
            </a:endParaRPr>
          </a:p>
        </p:txBody>
      </p:sp>
      <p:sp>
        <p:nvSpPr>
          <p:cNvPr id="13" name="TextBox 12">
            <a:extLst>
              <a:ext uri="{FF2B5EF4-FFF2-40B4-BE49-F238E27FC236}">
                <a16:creationId xmlns:a16="http://schemas.microsoft.com/office/drawing/2014/main" id="{3757D3FA-0BBB-52B8-4795-D4489830632D}"/>
              </a:ext>
            </a:extLst>
          </p:cNvPr>
          <p:cNvSpPr txBox="1"/>
          <p:nvPr/>
        </p:nvSpPr>
        <p:spPr>
          <a:xfrm>
            <a:off x="4490947" y="4884194"/>
            <a:ext cx="1175274" cy="369332"/>
          </a:xfrm>
          <a:prstGeom prst="rect">
            <a:avLst/>
          </a:prstGeom>
          <a:noFill/>
        </p:spPr>
        <p:txBody>
          <a:bodyPr wrap="square">
            <a:spAutoFit/>
          </a:bodyPr>
          <a:lstStyle/>
          <a:p>
            <a:pPr lvl="1">
              <a:buClr>
                <a:schemeClr val="dk1"/>
              </a:buClr>
              <a:buSzPts val="1800"/>
            </a:pPr>
            <a:r>
              <a:rPr lang="en-US" b="1" dirty="0">
                <a:solidFill>
                  <a:srgbClr val="7030A0"/>
                </a:solidFill>
                <a:latin typeface="Palatino Linotype"/>
                <a:ea typeface="Palatino Linotype"/>
                <a:cs typeface="Palatino Linotype"/>
                <a:sym typeface="Palatino Linotype"/>
              </a:rPr>
              <a:t>= 49</a:t>
            </a:r>
            <a:endParaRPr lang="en-US" dirty="0">
              <a:solidFill>
                <a:srgbClr val="7030A0"/>
              </a:solidFill>
              <a:latin typeface="Palatino Linotype"/>
              <a:ea typeface="Palatino Linotype"/>
              <a:cs typeface="Palatino Linotype"/>
              <a:sym typeface="Palatino Linotype"/>
            </a:endParaRPr>
          </a:p>
        </p:txBody>
      </p:sp>
      <p:sp>
        <p:nvSpPr>
          <p:cNvPr id="14" name="TextBox 13">
            <a:extLst>
              <a:ext uri="{FF2B5EF4-FFF2-40B4-BE49-F238E27FC236}">
                <a16:creationId xmlns:a16="http://schemas.microsoft.com/office/drawing/2014/main" id="{124B1F1B-E195-9B99-FDF7-F12365EE9959}"/>
              </a:ext>
            </a:extLst>
          </p:cNvPr>
          <p:cNvSpPr txBox="1"/>
          <p:nvPr/>
        </p:nvSpPr>
        <p:spPr>
          <a:xfrm>
            <a:off x="4780876" y="5136601"/>
            <a:ext cx="1175274" cy="369332"/>
          </a:xfrm>
          <a:prstGeom prst="rect">
            <a:avLst/>
          </a:prstGeom>
          <a:noFill/>
        </p:spPr>
        <p:txBody>
          <a:bodyPr wrap="square">
            <a:spAutoFit/>
          </a:bodyPr>
          <a:lstStyle/>
          <a:p>
            <a:pPr lvl="1">
              <a:buClr>
                <a:schemeClr val="dk1"/>
              </a:buClr>
              <a:buSzPts val="1800"/>
            </a:pPr>
            <a:r>
              <a:rPr lang="en-US" b="1" dirty="0">
                <a:solidFill>
                  <a:srgbClr val="FF0000"/>
                </a:solidFill>
                <a:latin typeface="Palatino Linotype"/>
                <a:ea typeface="Palatino Linotype"/>
                <a:cs typeface="Palatino Linotype"/>
                <a:sym typeface="Palatino Linotype"/>
              </a:rPr>
              <a:t>= 46 </a:t>
            </a:r>
            <a:endParaRPr lang="en-US" dirty="0">
              <a:solidFill>
                <a:schemeClr val="dk1"/>
              </a:solidFill>
              <a:latin typeface="Palatino Linotype"/>
              <a:ea typeface="Palatino Linotype"/>
              <a:cs typeface="Palatino Linotype"/>
              <a:sym typeface="Palatino Linotype"/>
            </a:endParaRPr>
          </a:p>
        </p:txBody>
      </p:sp>
      <p:sp>
        <p:nvSpPr>
          <p:cNvPr id="12" name="TextBox 11">
            <a:extLst>
              <a:ext uri="{FF2B5EF4-FFF2-40B4-BE49-F238E27FC236}">
                <a16:creationId xmlns:a16="http://schemas.microsoft.com/office/drawing/2014/main" id="{3F85CBC0-55F3-1FAD-E985-ED0339AB8EE6}"/>
              </a:ext>
            </a:extLst>
          </p:cNvPr>
          <p:cNvSpPr txBox="1"/>
          <p:nvPr/>
        </p:nvSpPr>
        <p:spPr>
          <a:xfrm>
            <a:off x="7584143" y="5431949"/>
            <a:ext cx="2068910" cy="369332"/>
          </a:xfrm>
          <a:prstGeom prst="rect">
            <a:avLst/>
          </a:prstGeom>
          <a:noFill/>
        </p:spPr>
        <p:txBody>
          <a:bodyPr wrap="square">
            <a:spAutoFit/>
          </a:bodyPr>
          <a:lstStyle/>
          <a:p>
            <a:pPr lvl="1">
              <a:buClr>
                <a:schemeClr val="dk1"/>
              </a:buClr>
              <a:buSzPts val="1800"/>
            </a:pPr>
            <a:r>
              <a:rPr lang="en-US" b="1" dirty="0">
                <a:latin typeface="Palatino Linotype"/>
                <a:ea typeface="Palatino Linotype"/>
                <a:cs typeface="Palatino Linotype"/>
                <a:sym typeface="Palatino Linotype"/>
              </a:rPr>
              <a:t>= 49 – 46 = 3 </a:t>
            </a:r>
            <a:endParaRPr lang="en-US" dirty="0">
              <a:latin typeface="Palatino Linotype"/>
              <a:ea typeface="Palatino Linotype"/>
              <a:cs typeface="Palatino Linotype"/>
              <a:sym typeface="Palatino Linotype"/>
            </a:endParaRPr>
          </a:p>
        </p:txBody>
      </p:sp>
    </p:spTree>
    <p:extLst>
      <p:ext uri="{BB962C8B-B14F-4D97-AF65-F5344CB8AC3E}">
        <p14:creationId xmlns:p14="http://schemas.microsoft.com/office/powerpoint/2010/main" val="1177819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55A37DB-BBFB-F446-9E0E-80255CA61978}"/>
              </a:ext>
            </a:extLst>
          </p:cNvPr>
          <p:cNvSpPr>
            <a:spLocks noGrp="1"/>
          </p:cNvSpPr>
          <p:nvPr>
            <p:ph type="title"/>
          </p:nvPr>
        </p:nvSpPr>
        <p:spPr>
          <a:xfrm>
            <a:off x="0" y="150593"/>
            <a:ext cx="12192000" cy="818216"/>
          </a:xfrm>
          <a:solidFill>
            <a:schemeClr val="accent5">
              <a:lumMod val="20000"/>
              <a:lumOff val="80000"/>
            </a:schemeClr>
          </a:solidFill>
        </p:spPr>
        <p:txBody>
          <a:bodyPr/>
          <a:lstStyle/>
          <a:p>
            <a:pPr algn="ctr"/>
            <a:r>
              <a:rPr lang="en-US" dirty="0"/>
              <a:t>Skills Check Task 2 – Calculate EVPI</a:t>
            </a:r>
          </a:p>
        </p:txBody>
      </p:sp>
      <p:pic>
        <p:nvPicPr>
          <p:cNvPr id="6" name="Graphic 5" descr="Sparrow outline">
            <a:extLst>
              <a:ext uri="{FF2B5EF4-FFF2-40B4-BE49-F238E27FC236}">
                <a16:creationId xmlns:a16="http://schemas.microsoft.com/office/drawing/2014/main" id="{20D0A376-357A-718E-9CF3-B7160FCDA87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12187" y="130819"/>
            <a:ext cx="914400" cy="914400"/>
          </a:xfrm>
          <a:prstGeom prst="rect">
            <a:avLst/>
          </a:prstGeom>
        </p:spPr>
      </p:pic>
      <p:graphicFrame>
        <p:nvGraphicFramePr>
          <p:cNvPr id="9" name="Table 8">
            <a:extLst>
              <a:ext uri="{FF2B5EF4-FFF2-40B4-BE49-F238E27FC236}">
                <a16:creationId xmlns:a16="http://schemas.microsoft.com/office/drawing/2014/main" id="{BC69E434-0884-B455-D7D3-38F369E853D1}"/>
              </a:ext>
            </a:extLst>
          </p:cNvPr>
          <p:cNvGraphicFramePr>
            <a:graphicFrameLocks noGrp="1"/>
          </p:cNvGraphicFramePr>
          <p:nvPr>
            <p:extLst>
              <p:ext uri="{D42A27DB-BD31-4B8C-83A1-F6EECF244321}">
                <p14:modId xmlns:p14="http://schemas.microsoft.com/office/powerpoint/2010/main" val="180673896"/>
              </p:ext>
            </p:extLst>
          </p:nvPr>
        </p:nvGraphicFramePr>
        <p:xfrm>
          <a:off x="288398" y="2164515"/>
          <a:ext cx="11533094" cy="2102485"/>
        </p:xfrm>
        <a:graphic>
          <a:graphicData uri="http://schemas.openxmlformats.org/drawingml/2006/table">
            <a:tbl>
              <a:tblPr firstRow="1" bandRow="1"/>
              <a:tblGrid>
                <a:gridCol w="2011372">
                  <a:extLst>
                    <a:ext uri="{9D8B030D-6E8A-4147-A177-3AD203B41FA5}">
                      <a16:colId xmlns:a16="http://schemas.microsoft.com/office/drawing/2014/main" val="1185600747"/>
                    </a:ext>
                  </a:extLst>
                </a:gridCol>
                <a:gridCol w="2011372">
                  <a:extLst>
                    <a:ext uri="{9D8B030D-6E8A-4147-A177-3AD203B41FA5}">
                      <a16:colId xmlns:a16="http://schemas.microsoft.com/office/drawing/2014/main" val="2632079848"/>
                    </a:ext>
                  </a:extLst>
                </a:gridCol>
                <a:gridCol w="355507">
                  <a:extLst>
                    <a:ext uri="{9D8B030D-6E8A-4147-A177-3AD203B41FA5}">
                      <a16:colId xmlns:a16="http://schemas.microsoft.com/office/drawing/2014/main" val="1824081171"/>
                    </a:ext>
                  </a:extLst>
                </a:gridCol>
                <a:gridCol w="3640230">
                  <a:extLst>
                    <a:ext uri="{9D8B030D-6E8A-4147-A177-3AD203B41FA5}">
                      <a16:colId xmlns:a16="http://schemas.microsoft.com/office/drawing/2014/main" val="4121281471"/>
                    </a:ext>
                  </a:extLst>
                </a:gridCol>
                <a:gridCol w="3514613">
                  <a:extLst>
                    <a:ext uri="{9D8B030D-6E8A-4147-A177-3AD203B41FA5}">
                      <a16:colId xmlns:a16="http://schemas.microsoft.com/office/drawing/2014/main" val="728438038"/>
                    </a:ext>
                  </a:extLst>
                </a:gridCol>
              </a:tblGrid>
              <a:tr h="262890">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Calibri" panose="020F0502020204030204" pitchFamily="34" charset="0"/>
                        </a:rPr>
                        <a:t>Hypothesis</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marL="0" marR="0">
                        <a:lnSpc>
                          <a:spcPct val="107000"/>
                        </a:lnSpc>
                        <a:spcAft>
                          <a:spcPts val="800"/>
                        </a:spcAft>
                        <a:buNone/>
                      </a:pPr>
                      <a:r>
                        <a:rPr lang="en-US" sz="2400" b="1">
                          <a:solidFill>
                            <a:srgbClr val="000000"/>
                          </a:solidFill>
                          <a:effectLst/>
                          <a:latin typeface="Calibri" panose="020F0502020204030204" pitchFamily="34" charset="0"/>
                          <a:ea typeface="Calibri" panose="020F0502020204030204" pitchFamily="34" charset="0"/>
                          <a:cs typeface="Calibri" panose="020F0502020204030204" pitchFamily="34" charset="0"/>
                        </a:rPr>
                        <a:t>Belief</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a:lnSpc>
                          <a:spcPct val="107000"/>
                        </a:lnSpc>
                        <a:buNone/>
                      </a:pPr>
                      <a:endParaRPr lang="en-US" sz="2400" dirty="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gridSpan="2">
                  <a:txBody>
                    <a:bodyPr/>
                    <a:lstStyle/>
                    <a:p>
                      <a:pPr marL="0" marR="0">
                        <a:lnSpc>
                          <a:spcPct val="107000"/>
                        </a:lnSpc>
                        <a:spcAft>
                          <a:spcPts val="800"/>
                        </a:spcAft>
                        <a:buNone/>
                      </a:pPr>
                      <a:r>
                        <a:rPr lang="en-US" sz="2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Predicted Survival under Alternative and Hypothesis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hMerge="1">
                  <a:txBody>
                    <a:bodyPr/>
                    <a:lstStyle/>
                    <a:p>
                      <a:endParaRPr lang="en-US"/>
                    </a:p>
                  </a:txBody>
                  <a:tcPr/>
                </a:tc>
                <a:extLst>
                  <a:ext uri="{0D108BD9-81ED-4DB2-BD59-A6C34878D82A}">
                    <a16:rowId xmlns:a16="http://schemas.microsoft.com/office/drawing/2014/main" val="1374601971"/>
                  </a:ext>
                </a:extLst>
              </a:tr>
              <a:tr h="407669">
                <a:tc>
                  <a:txBody>
                    <a:bodyPr/>
                    <a:lstStyle/>
                    <a:p>
                      <a:pPr>
                        <a:lnSpc>
                          <a:spcPct val="107000"/>
                        </a:lnSpc>
                        <a:buNone/>
                      </a:pPr>
                      <a:r>
                        <a:rPr lang="en-US" sz="1800" i="1" dirty="0">
                          <a:effectLst/>
                          <a:latin typeface="Calibri" panose="020F0502020204030204" pitchFamily="34" charset="0"/>
                          <a:cs typeface="Times New Roman" panose="02020603050405020304" pitchFamily="18" charset="0"/>
                        </a:rPr>
                        <a:t>*See Task 1 uncertainty #1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dirty="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1 (A1) – </a:t>
                      </a:r>
                    </a:p>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Heavy Burn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2 (A2)–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Moderate Burn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1402316384"/>
                  </a:ext>
                </a:extLst>
              </a:tr>
              <a:tr h="0">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H1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0.7</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extLst>
                  <a:ext uri="{0D108BD9-81ED-4DB2-BD59-A6C34878D82A}">
                    <a16:rowId xmlns:a16="http://schemas.microsoft.com/office/drawing/2014/main" val="1801547850"/>
                  </a:ext>
                </a:extLst>
              </a:tr>
              <a:tr h="26289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dirty="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0.65</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284763849"/>
                  </a:ext>
                </a:extLst>
              </a:tr>
            </a:tbl>
          </a:graphicData>
        </a:graphic>
      </p:graphicFrame>
      <p:sp>
        <p:nvSpPr>
          <p:cNvPr id="11" name="TextBox 10">
            <a:extLst>
              <a:ext uri="{FF2B5EF4-FFF2-40B4-BE49-F238E27FC236}">
                <a16:creationId xmlns:a16="http://schemas.microsoft.com/office/drawing/2014/main" id="{8732F21A-843F-3E29-28B4-394BE9D6AE6C}"/>
              </a:ext>
            </a:extLst>
          </p:cNvPr>
          <p:cNvSpPr txBox="1"/>
          <p:nvPr/>
        </p:nvSpPr>
        <p:spPr>
          <a:xfrm>
            <a:off x="329453" y="1034354"/>
            <a:ext cx="7781813" cy="865173"/>
          </a:xfrm>
          <a:prstGeom prst="rect">
            <a:avLst/>
          </a:prstGeom>
          <a:noFill/>
        </p:spPr>
        <p:txBody>
          <a:bodyPr wrap="square">
            <a:spAutoFit/>
          </a:bodyPr>
          <a:lstStyle/>
          <a:p>
            <a:pPr marL="0" marR="0">
              <a:lnSpc>
                <a:spcPct val="107000"/>
              </a:lnSpc>
              <a:spcAft>
                <a:spcPts val="800"/>
              </a:spcAft>
              <a:buNone/>
            </a:pPr>
            <a:r>
              <a:rPr lang="en-US" sz="2400" b="1" u="sng" dirty="0">
                <a:latin typeface="Calibri" panose="020F0502020204030204" pitchFamily="34" charset="0"/>
                <a:ea typeface="Calibri" panose="020F0502020204030204" pitchFamily="34" charset="0"/>
                <a:cs typeface="Calibri" panose="020F0502020204030204" pitchFamily="34" charset="0"/>
              </a:rPr>
              <a:t>TASK: Calculate EVPI to determine whether we s</a:t>
            </a:r>
            <a:r>
              <a:rPr lang="en-US" sz="2400" b="1" u="sng" dirty="0">
                <a:effectLst/>
                <a:latin typeface="Calibri" panose="020F0502020204030204" pitchFamily="34" charset="0"/>
                <a:ea typeface="Calibri" panose="020F0502020204030204" pitchFamily="34" charset="0"/>
                <a:cs typeface="Calibri" panose="020F0502020204030204" pitchFamily="34" charset="0"/>
              </a:rPr>
              <a:t>hould undertake research to determine which hypothesis is true?  </a:t>
            </a:r>
            <a:endParaRPr lang="en-US" sz="2400" b="1" u="sng"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5" name="TextBox 14">
            <a:extLst>
              <a:ext uri="{FF2B5EF4-FFF2-40B4-BE49-F238E27FC236}">
                <a16:creationId xmlns:a16="http://schemas.microsoft.com/office/drawing/2014/main" id="{17F1AAFB-6C14-06E4-483D-A7A2BAFC0A3C}"/>
              </a:ext>
            </a:extLst>
          </p:cNvPr>
          <p:cNvSpPr txBox="1"/>
          <p:nvPr/>
        </p:nvSpPr>
        <p:spPr>
          <a:xfrm>
            <a:off x="329453" y="4259657"/>
            <a:ext cx="11533094" cy="2267737"/>
          </a:xfrm>
          <a:prstGeom prst="rect">
            <a:avLst/>
          </a:prstGeom>
          <a:noFill/>
        </p:spPr>
        <p:txBody>
          <a:bodyPr wrap="square">
            <a:spAutoFit/>
          </a:bodyPr>
          <a:lstStyle/>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1. Calculate EV for each alternative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EV(A1) = </a:t>
            </a:r>
            <a:r>
              <a:rPr lang="en-US" sz="1800" dirty="0" err="1">
                <a:effectLst/>
                <a:latin typeface="Calibri" panose="020F0502020204030204" pitchFamily="34" charset="0"/>
                <a:ea typeface="Calibri" panose="020F0502020204030204" pitchFamily="34" charset="0"/>
                <a:cs typeface="Calibri" panose="020F0502020204030204" pitchFamily="34" charset="0"/>
              </a:rPr>
              <a:t>Pr</a:t>
            </a:r>
            <a:r>
              <a:rPr lang="en-US" sz="1800" dirty="0">
                <a:effectLst/>
                <a:latin typeface="Calibri" panose="020F0502020204030204" pitchFamily="34" charset="0"/>
                <a:ea typeface="Calibri" panose="020F0502020204030204" pitchFamily="34" charset="0"/>
                <a:cs typeface="Calibri" panose="020F0502020204030204" pitchFamily="34" charset="0"/>
              </a:rPr>
              <a:t>(H1)*V(A1|H1)+</a:t>
            </a:r>
            <a:r>
              <a:rPr lang="en-US" sz="1800" dirty="0" err="1">
                <a:effectLst/>
                <a:latin typeface="Calibri" panose="020F0502020204030204" pitchFamily="34" charset="0"/>
                <a:ea typeface="Calibri" panose="020F0502020204030204" pitchFamily="34" charset="0"/>
                <a:cs typeface="Calibri" panose="020F0502020204030204" pitchFamily="34" charset="0"/>
              </a:rPr>
              <a:t>Pr</a:t>
            </a:r>
            <a:r>
              <a:rPr lang="en-US" sz="1800" dirty="0">
                <a:effectLst/>
                <a:latin typeface="Calibri" panose="020F0502020204030204" pitchFamily="34" charset="0"/>
                <a:ea typeface="Calibri" panose="020F0502020204030204" pitchFamily="34" charset="0"/>
                <a:cs typeface="Calibri" panose="020F0502020204030204" pitchFamily="34" charset="0"/>
              </a:rPr>
              <a:t>(H2)*V(A1|H2) =</a:t>
            </a:r>
            <a:r>
              <a:rPr lang="en-US" dirty="0">
                <a:latin typeface="Calibri" panose="020F0502020204030204" pitchFamily="34" charset="0"/>
                <a:ea typeface="Calibri" panose="020F0502020204030204" pitchFamily="34" charset="0"/>
                <a:cs typeface="Calibri" panose="020F0502020204030204" pitchFamily="34" charset="0"/>
              </a:rPr>
              <a:t> 0.4*0.7 + 0.6*0.45 = 0.55</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Aft>
                <a:spcPts val="8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Calibri" panose="020F0502020204030204" pitchFamily="34" charset="0"/>
              </a:rPr>
              <a:t>EV(A2) = </a:t>
            </a:r>
            <a:r>
              <a:rPr lang="en-US" sz="1800" dirty="0" err="1">
                <a:effectLst/>
                <a:latin typeface="Calibri" panose="020F0502020204030204" pitchFamily="34" charset="0"/>
                <a:ea typeface="Calibri" panose="020F0502020204030204" pitchFamily="34" charset="0"/>
                <a:cs typeface="Calibri" panose="020F0502020204030204" pitchFamily="34" charset="0"/>
              </a:rPr>
              <a:t>Pr</a:t>
            </a:r>
            <a:r>
              <a:rPr lang="en-US" sz="1800" dirty="0">
                <a:effectLst/>
                <a:latin typeface="Calibri" panose="020F0502020204030204" pitchFamily="34" charset="0"/>
                <a:ea typeface="Calibri" panose="020F0502020204030204" pitchFamily="34" charset="0"/>
                <a:cs typeface="Calibri" panose="020F0502020204030204" pitchFamily="34" charset="0"/>
              </a:rPr>
              <a:t>(H1)*V(A2|H1)+</a:t>
            </a:r>
            <a:r>
              <a:rPr lang="en-US" sz="1800" dirty="0" err="1">
                <a:effectLst/>
                <a:latin typeface="Calibri" panose="020F0502020204030204" pitchFamily="34" charset="0"/>
                <a:ea typeface="Calibri" panose="020F0502020204030204" pitchFamily="34" charset="0"/>
                <a:cs typeface="Calibri" panose="020F0502020204030204" pitchFamily="34" charset="0"/>
              </a:rPr>
              <a:t>Pr</a:t>
            </a:r>
            <a:r>
              <a:rPr lang="en-US" sz="1800" dirty="0">
                <a:effectLst/>
                <a:latin typeface="Calibri" panose="020F0502020204030204" pitchFamily="34" charset="0"/>
                <a:ea typeface="Calibri" panose="020F0502020204030204" pitchFamily="34" charset="0"/>
                <a:cs typeface="Calibri" panose="020F0502020204030204" pitchFamily="34" charset="0"/>
              </a:rPr>
              <a:t>(H2)*V(A2|H2) = ? </a:t>
            </a:r>
            <a:r>
              <a:rPr lang="en-US" sz="18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[You will answer!]</a:t>
            </a:r>
          </a:p>
          <a:p>
            <a:pPr>
              <a:lnSpc>
                <a:spcPct val="107000"/>
              </a:lnSpc>
              <a:spcAft>
                <a:spcPts val="800"/>
              </a:spcAft>
            </a:pPr>
            <a:r>
              <a:rPr lang="en-US" dirty="0">
                <a:latin typeface="Calibri" panose="020F0502020204030204" pitchFamily="34" charset="0"/>
                <a:ea typeface="Calibri" panose="020F0502020204030204" pitchFamily="34" charset="0"/>
                <a:cs typeface="Calibri" panose="020F0502020204030204" pitchFamily="34" charset="0"/>
              </a:rPr>
              <a:t>2. Calculate EV(Uncertainty) = ? </a:t>
            </a: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[You will answer!] </a:t>
            </a:r>
            <a:r>
              <a:rPr lang="en-US" i="1" dirty="0">
                <a:latin typeface="Calibri" panose="020F0502020204030204" pitchFamily="34" charset="0"/>
                <a:ea typeface="Calibri" panose="020F0502020204030204" pitchFamily="34" charset="0"/>
                <a:cs typeface="Calibri" panose="020F0502020204030204" pitchFamily="34" charset="0"/>
              </a:rPr>
              <a:t>Hint the maximum between EV(A1) and EV(A2)</a:t>
            </a:r>
            <a:endParaRPr lang="en-US" sz="1800" i="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3. Calculate EV(Certainty) = </a:t>
            </a:r>
            <a:r>
              <a:rPr lang="en-US" sz="1800" dirty="0" err="1">
                <a:effectLst/>
                <a:latin typeface="Calibri" panose="020F0502020204030204" pitchFamily="34" charset="0"/>
                <a:ea typeface="Calibri" panose="020F0502020204030204" pitchFamily="34" charset="0"/>
                <a:cs typeface="Calibri" panose="020F0502020204030204" pitchFamily="34" charset="0"/>
              </a:rPr>
              <a:t>Pr</a:t>
            </a:r>
            <a:r>
              <a:rPr lang="en-US" sz="1800" dirty="0">
                <a:effectLst/>
                <a:latin typeface="Calibri" panose="020F0502020204030204" pitchFamily="34" charset="0"/>
                <a:ea typeface="Calibri" panose="020F0502020204030204" pitchFamily="34" charset="0"/>
                <a:cs typeface="Calibri" panose="020F0502020204030204" pitchFamily="34" charset="0"/>
              </a:rPr>
              <a:t>(H1)*</a:t>
            </a:r>
            <a:r>
              <a:rPr lang="en-US" sz="1800" dirty="0" err="1">
                <a:effectLst/>
                <a:latin typeface="Calibri" panose="020F0502020204030204" pitchFamily="34" charset="0"/>
                <a:ea typeface="Calibri" panose="020F0502020204030204" pitchFamily="34" charset="0"/>
                <a:cs typeface="Calibri" panose="020F0502020204030204" pitchFamily="34" charset="0"/>
              </a:rPr>
              <a:t>max</a:t>
            </a:r>
            <a:r>
              <a:rPr lang="en-US" sz="1800" baseline="-25000" dirty="0" err="1">
                <a:effectLst/>
                <a:latin typeface="Calibri" panose="020F0502020204030204" pitchFamily="34" charset="0"/>
                <a:ea typeface="Calibri" panose="020F0502020204030204" pitchFamily="34" charset="0"/>
                <a:cs typeface="Calibri" panose="020F0502020204030204" pitchFamily="34" charset="0"/>
              </a:rPr>
              <a:t>A</a:t>
            </a:r>
            <a:r>
              <a:rPr lang="en-US" sz="1800" dirty="0" err="1">
                <a:effectLst/>
                <a:latin typeface="Calibri" panose="020F0502020204030204" pitchFamily="34" charset="0"/>
                <a:ea typeface="Calibri" panose="020F0502020204030204" pitchFamily="34" charset="0"/>
                <a:cs typeface="Calibri" panose="020F0502020204030204" pitchFamily="34" charset="0"/>
              </a:rPr>
              <a:t>V</a:t>
            </a:r>
            <a:r>
              <a:rPr lang="en-US" sz="1800" dirty="0">
                <a:effectLst/>
                <a:latin typeface="Calibri" panose="020F0502020204030204" pitchFamily="34" charset="0"/>
                <a:ea typeface="Calibri" panose="020F0502020204030204" pitchFamily="34" charset="0"/>
                <a:cs typeface="Calibri" panose="020F0502020204030204" pitchFamily="34" charset="0"/>
              </a:rPr>
              <a:t>(A|H1)+</a:t>
            </a:r>
            <a:r>
              <a:rPr lang="en-US" sz="1800" dirty="0" err="1">
                <a:effectLst/>
                <a:latin typeface="Calibri" panose="020F0502020204030204" pitchFamily="34" charset="0"/>
                <a:ea typeface="Calibri" panose="020F0502020204030204" pitchFamily="34" charset="0"/>
                <a:cs typeface="Calibri" panose="020F0502020204030204" pitchFamily="34" charset="0"/>
              </a:rPr>
              <a:t>Pr</a:t>
            </a:r>
            <a:r>
              <a:rPr lang="en-US" sz="1800" dirty="0">
                <a:effectLst/>
                <a:latin typeface="Calibri" panose="020F0502020204030204" pitchFamily="34" charset="0"/>
                <a:ea typeface="Calibri" panose="020F0502020204030204" pitchFamily="34" charset="0"/>
                <a:cs typeface="Calibri" panose="020F0502020204030204" pitchFamily="34" charset="0"/>
              </a:rPr>
              <a:t>(H2)*</a:t>
            </a:r>
            <a:r>
              <a:rPr lang="en-US" sz="1800" dirty="0" err="1">
                <a:effectLst/>
                <a:latin typeface="Calibri" panose="020F0502020204030204" pitchFamily="34" charset="0"/>
                <a:ea typeface="Calibri" panose="020F0502020204030204" pitchFamily="34" charset="0"/>
                <a:cs typeface="Calibri" panose="020F0502020204030204" pitchFamily="34" charset="0"/>
              </a:rPr>
              <a:t>max</a:t>
            </a:r>
            <a:r>
              <a:rPr lang="en-US" sz="1800" baseline="-25000" dirty="0" err="1">
                <a:effectLst/>
                <a:latin typeface="Calibri" panose="020F0502020204030204" pitchFamily="34" charset="0"/>
                <a:ea typeface="Calibri" panose="020F0502020204030204" pitchFamily="34" charset="0"/>
                <a:cs typeface="Calibri" panose="020F0502020204030204" pitchFamily="34" charset="0"/>
              </a:rPr>
              <a:t>A</a:t>
            </a:r>
            <a:r>
              <a:rPr lang="en-US" sz="1800" dirty="0" err="1">
                <a:effectLst/>
                <a:latin typeface="Calibri" panose="020F0502020204030204" pitchFamily="34" charset="0"/>
                <a:ea typeface="Calibri" panose="020F0502020204030204" pitchFamily="34" charset="0"/>
                <a:cs typeface="Calibri" panose="020F0502020204030204" pitchFamily="34" charset="0"/>
              </a:rPr>
              <a:t>V</a:t>
            </a:r>
            <a:r>
              <a:rPr lang="en-US" sz="1800" dirty="0">
                <a:effectLst/>
                <a:latin typeface="Calibri" panose="020F0502020204030204" pitchFamily="34" charset="0"/>
                <a:ea typeface="Calibri" panose="020F0502020204030204" pitchFamily="34" charset="0"/>
                <a:cs typeface="Calibri" panose="020F0502020204030204" pitchFamily="34" charset="0"/>
              </a:rPr>
              <a:t>(A|H2)</a:t>
            </a:r>
            <a:r>
              <a:rPr lang="en-US" dirty="0">
                <a:latin typeface="Calibri" panose="020F0502020204030204" pitchFamily="34" charset="0"/>
                <a:ea typeface="Calibri" panose="020F0502020204030204" pitchFamily="34" charset="0"/>
                <a:cs typeface="Calibri" panose="020F0502020204030204" pitchFamily="34" charset="0"/>
              </a:rPr>
              <a:t> = ? </a:t>
            </a: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[You will answer!]</a:t>
            </a:r>
          </a:p>
          <a:p>
            <a:pPr>
              <a:lnSpc>
                <a:spcPct val="107000"/>
              </a:lnSpc>
              <a:spcAft>
                <a:spcPts val="8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4. Calculate EVPI = EV(Certainty) – EV(Uncertainty)</a:t>
            </a:r>
            <a:r>
              <a:rPr lang="en-US" dirty="0">
                <a:latin typeface="Calibri" panose="020F0502020204030204" pitchFamily="34" charset="0"/>
                <a:ea typeface="Calibri" panose="020F0502020204030204" pitchFamily="34" charset="0"/>
                <a:cs typeface="Calibri" panose="020F0502020204030204" pitchFamily="34" charset="0"/>
              </a:rPr>
              <a:t> = ? </a:t>
            </a:r>
            <a:r>
              <a:rPr lang="en-US" b="1" dirty="0">
                <a:solidFill>
                  <a:srgbClr val="FF0000"/>
                </a:solidFill>
                <a:latin typeface="Calibri" panose="020F0502020204030204" pitchFamily="34" charset="0"/>
                <a:ea typeface="Calibri" panose="020F0502020204030204" pitchFamily="34" charset="0"/>
                <a:cs typeface="Calibri" panose="020F0502020204030204" pitchFamily="34" charset="0"/>
              </a:rPr>
              <a:t>[You will answer!]</a:t>
            </a:r>
          </a:p>
        </p:txBody>
      </p:sp>
      <p:sp>
        <p:nvSpPr>
          <p:cNvPr id="17" name="TextBox 16">
            <a:extLst>
              <a:ext uri="{FF2B5EF4-FFF2-40B4-BE49-F238E27FC236}">
                <a16:creationId xmlns:a16="http://schemas.microsoft.com/office/drawing/2014/main" id="{1036060D-A832-9F28-6C7C-656836DAB499}"/>
              </a:ext>
            </a:extLst>
          </p:cNvPr>
          <p:cNvSpPr txBox="1"/>
          <p:nvPr/>
        </p:nvSpPr>
        <p:spPr>
          <a:xfrm>
            <a:off x="7993920" y="1030680"/>
            <a:ext cx="4097675" cy="1077218"/>
          </a:xfrm>
          <a:prstGeom prst="rect">
            <a:avLst/>
          </a:prstGeom>
          <a:solidFill>
            <a:schemeClr val="accent4">
              <a:lumMod val="20000"/>
              <a:lumOff val="80000"/>
            </a:schemeClr>
          </a:solidFill>
        </p:spPr>
        <p:txBody>
          <a:bodyPr wrap="square">
            <a:spAutoFit/>
          </a:bodyPr>
          <a:lstStyle/>
          <a:p>
            <a:r>
              <a:rPr lang="en-US" sz="1600" dirty="0">
                <a:effectLst/>
                <a:latin typeface="Calibri" panose="020F0502020204030204" pitchFamily="34" charset="0"/>
                <a:ea typeface="Calibri" panose="020F0502020204030204" pitchFamily="34" charset="0"/>
                <a:cs typeface="Calibri" panose="020F0502020204030204" pitchFamily="34" charset="0"/>
              </a:rPr>
              <a:t>Notation example:</a:t>
            </a:r>
          </a:p>
          <a:p>
            <a:r>
              <a:rPr lang="en-US" sz="1600" dirty="0">
                <a:effectLst/>
                <a:latin typeface="Calibri" panose="020F0502020204030204" pitchFamily="34" charset="0"/>
                <a:ea typeface="Calibri" panose="020F0502020204030204" pitchFamily="34" charset="0"/>
                <a:cs typeface="Calibri" panose="020F0502020204030204" pitchFamily="34" charset="0"/>
              </a:rPr>
              <a:t>V(A1|H1) = outcome of A1 given H2 is true</a:t>
            </a:r>
          </a:p>
          <a:p>
            <a:r>
              <a:rPr lang="en-US" sz="1600" dirty="0" err="1">
                <a:latin typeface="Calibri" panose="020F0502020204030204" pitchFamily="34" charset="0"/>
                <a:ea typeface="Calibri" panose="020F0502020204030204" pitchFamily="34" charset="0"/>
                <a:cs typeface="Calibri" panose="020F0502020204030204" pitchFamily="34" charset="0"/>
              </a:rPr>
              <a:t>max</a:t>
            </a:r>
            <a:r>
              <a:rPr lang="en-US" sz="1600" baseline="-25000" dirty="0" err="1">
                <a:latin typeface="Calibri" panose="020F0502020204030204" pitchFamily="34" charset="0"/>
                <a:ea typeface="Calibri" panose="020F0502020204030204" pitchFamily="34" charset="0"/>
                <a:cs typeface="Calibri" panose="020F0502020204030204" pitchFamily="34" charset="0"/>
              </a:rPr>
              <a:t>A</a:t>
            </a:r>
            <a:r>
              <a:rPr lang="en-US" sz="1600" dirty="0" err="1">
                <a:latin typeface="Calibri" panose="020F0502020204030204" pitchFamily="34" charset="0"/>
                <a:ea typeface="Calibri" panose="020F0502020204030204" pitchFamily="34" charset="0"/>
                <a:cs typeface="Calibri" panose="020F0502020204030204" pitchFamily="34" charset="0"/>
              </a:rPr>
              <a:t>V</a:t>
            </a:r>
            <a:r>
              <a:rPr lang="en-US" sz="1600" dirty="0">
                <a:latin typeface="Calibri" panose="020F0502020204030204" pitchFamily="34" charset="0"/>
                <a:ea typeface="Calibri" panose="020F0502020204030204" pitchFamily="34" charset="0"/>
                <a:cs typeface="Calibri" panose="020F0502020204030204" pitchFamily="34" charset="0"/>
              </a:rPr>
              <a:t>(A|H2) = Maximum outcomes across all alternatives if H2 is true</a:t>
            </a:r>
            <a:endParaRPr lang="en-US" sz="1600" dirty="0"/>
          </a:p>
        </p:txBody>
      </p:sp>
      <p:sp>
        <p:nvSpPr>
          <p:cNvPr id="20" name="TextBox 19">
            <a:extLst>
              <a:ext uri="{FF2B5EF4-FFF2-40B4-BE49-F238E27FC236}">
                <a16:creationId xmlns:a16="http://schemas.microsoft.com/office/drawing/2014/main" id="{BFD37A3D-79F8-31AA-7593-BE197A6803AF}"/>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Tree>
    <p:extLst>
      <p:ext uri="{BB962C8B-B14F-4D97-AF65-F5344CB8AC3E}">
        <p14:creationId xmlns:p14="http://schemas.microsoft.com/office/powerpoint/2010/main" val="34967671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0336A-B4FE-8473-7CD8-BDEB04B5F990}"/>
              </a:ext>
            </a:extLst>
          </p:cNvPr>
          <p:cNvSpPr>
            <a:spLocks noGrp="1"/>
          </p:cNvSpPr>
          <p:nvPr>
            <p:ph type="title"/>
          </p:nvPr>
        </p:nvSpPr>
        <p:spPr/>
        <p:txBody>
          <a:bodyPr/>
          <a:lstStyle/>
          <a:p>
            <a:r>
              <a:rPr lang="en-US" dirty="0"/>
              <a:t>Other VOI analysis:</a:t>
            </a:r>
          </a:p>
        </p:txBody>
      </p:sp>
      <p:sp>
        <p:nvSpPr>
          <p:cNvPr id="3" name="Content Placeholder 2">
            <a:extLst>
              <a:ext uri="{FF2B5EF4-FFF2-40B4-BE49-F238E27FC236}">
                <a16:creationId xmlns:a16="http://schemas.microsoft.com/office/drawing/2014/main" id="{EE2CD490-55F4-8F89-7101-6EFFA023E7F0}"/>
              </a:ext>
            </a:extLst>
          </p:cNvPr>
          <p:cNvSpPr>
            <a:spLocks noGrp="1"/>
          </p:cNvSpPr>
          <p:nvPr>
            <p:ph idx="1"/>
          </p:nvPr>
        </p:nvSpPr>
        <p:spPr>
          <a:xfrm>
            <a:off x="838200" y="1581374"/>
            <a:ext cx="10515600" cy="4595589"/>
          </a:xfrm>
        </p:spPr>
        <p:txBody>
          <a:bodyPr>
            <a:normAutofit lnSpcReduction="10000"/>
          </a:bodyPr>
          <a:lstStyle/>
          <a:p>
            <a:pPr lvl="1"/>
            <a:r>
              <a:rPr lang="en-US" b="1" dirty="0"/>
              <a:t>Expected Value of Perfect Information (EVPI): </a:t>
            </a:r>
            <a:r>
              <a:rPr lang="en-US" dirty="0"/>
              <a:t>how much would we expect our management outcomes to improve it we could completely eliminate uncertainty? </a:t>
            </a:r>
          </a:p>
          <a:p>
            <a:pPr lvl="1"/>
            <a:endParaRPr lang="en-US" dirty="0"/>
          </a:p>
          <a:p>
            <a:pPr lvl="1"/>
            <a:r>
              <a:rPr lang="en-US" b="1" dirty="0"/>
              <a:t>Expected Value of Partial Perfect Information (EVPXI): </a:t>
            </a:r>
            <a:r>
              <a:rPr lang="en-US" dirty="0"/>
              <a:t>how much would we expect our management outcomes to improve if we could completely eliminate one source of uncertainty? </a:t>
            </a:r>
          </a:p>
          <a:p>
            <a:pPr lvl="1"/>
            <a:endParaRPr lang="en-US" dirty="0"/>
          </a:p>
          <a:p>
            <a:pPr lvl="1"/>
            <a:r>
              <a:rPr lang="en-US" b="1" dirty="0"/>
              <a:t>Expected Value of Sample Information (EVSI): </a:t>
            </a:r>
            <a:r>
              <a:rPr lang="en-US" dirty="0"/>
              <a:t>how much would we expect our management outcomes to improve if we could get a sample of information?</a:t>
            </a:r>
          </a:p>
          <a:p>
            <a:pPr lvl="1"/>
            <a:endParaRPr lang="en-US" dirty="0"/>
          </a:p>
          <a:p>
            <a:pPr lvl="1"/>
            <a:r>
              <a:rPr lang="en-US" b="1" dirty="0"/>
              <a:t>Qualitative Value of Information (</a:t>
            </a:r>
            <a:r>
              <a:rPr lang="en-US" b="1" dirty="0" err="1"/>
              <a:t>QVoI</a:t>
            </a:r>
            <a:r>
              <a:rPr lang="en-US" b="1" dirty="0"/>
              <a:t>): </a:t>
            </a:r>
            <a:r>
              <a:rPr lang="en-US" dirty="0"/>
              <a:t>a measure of EVPI based on a qualitative analysis </a:t>
            </a:r>
          </a:p>
          <a:p>
            <a:endParaRPr lang="en-US" dirty="0"/>
          </a:p>
        </p:txBody>
      </p:sp>
      <p:sp>
        <p:nvSpPr>
          <p:cNvPr id="4" name="TextBox 3">
            <a:extLst>
              <a:ext uri="{FF2B5EF4-FFF2-40B4-BE49-F238E27FC236}">
                <a16:creationId xmlns:a16="http://schemas.microsoft.com/office/drawing/2014/main" id="{A145EACA-742F-562C-C336-B417B556C4EE}"/>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Tree>
    <p:extLst>
      <p:ext uri="{BB962C8B-B14F-4D97-AF65-F5344CB8AC3E}">
        <p14:creationId xmlns:p14="http://schemas.microsoft.com/office/powerpoint/2010/main" val="1704994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367B8-2E5D-B8B0-96D9-1B64A3693E2F}"/>
              </a:ext>
            </a:extLst>
          </p:cNvPr>
          <p:cNvSpPr>
            <a:spLocks noGrp="1"/>
          </p:cNvSpPr>
          <p:nvPr>
            <p:ph type="title"/>
          </p:nvPr>
        </p:nvSpPr>
        <p:spPr/>
        <p:txBody>
          <a:bodyPr/>
          <a:lstStyle/>
          <a:p>
            <a:r>
              <a:rPr lang="en-US" dirty="0"/>
              <a:t>VOI summary:</a:t>
            </a:r>
          </a:p>
        </p:txBody>
      </p:sp>
      <p:sp>
        <p:nvSpPr>
          <p:cNvPr id="3" name="Content Placeholder 2">
            <a:extLst>
              <a:ext uri="{FF2B5EF4-FFF2-40B4-BE49-F238E27FC236}">
                <a16:creationId xmlns:a16="http://schemas.microsoft.com/office/drawing/2014/main" id="{63E76439-BD88-8945-DF12-C5E1D6D28681}"/>
              </a:ext>
            </a:extLst>
          </p:cNvPr>
          <p:cNvSpPr>
            <a:spLocks noGrp="1"/>
          </p:cNvSpPr>
          <p:nvPr>
            <p:ph idx="1"/>
          </p:nvPr>
        </p:nvSpPr>
        <p:spPr/>
        <p:txBody>
          <a:bodyPr/>
          <a:lstStyle/>
          <a:p>
            <a:pPr marL="342900" lvl="0" indent="-342900">
              <a:spcBef>
                <a:spcPts val="0"/>
              </a:spcBef>
              <a:buClr>
                <a:schemeClr val="tx1"/>
              </a:buClr>
              <a:buSzPts val="2590"/>
              <a:buFont typeface="Arial"/>
              <a:buChar char="•"/>
            </a:pPr>
            <a:r>
              <a:rPr lang="en-US" dirty="0">
                <a:ea typeface="Century Gothic"/>
                <a:cs typeface="Century Gothic"/>
                <a:sym typeface="Century Gothic"/>
              </a:rPr>
              <a:t>Reducing uncertainty before taking action is a sequence of decisions with trade-offs and risks</a:t>
            </a:r>
          </a:p>
          <a:p>
            <a:pPr marL="342900" lvl="0" indent="-342900">
              <a:spcBef>
                <a:spcPts val="0"/>
              </a:spcBef>
              <a:buClr>
                <a:schemeClr val="tx1"/>
              </a:buClr>
              <a:buSzPts val="2590"/>
              <a:buFont typeface="Arial"/>
              <a:buChar char="•"/>
            </a:pPr>
            <a:endParaRPr lang="en-US" sz="3200" dirty="0"/>
          </a:p>
          <a:p>
            <a:pPr marL="342900" lvl="0" indent="-342900">
              <a:spcBef>
                <a:spcPts val="518"/>
              </a:spcBef>
              <a:buClr>
                <a:schemeClr val="tx1"/>
              </a:buClr>
              <a:buSzPts val="2590"/>
              <a:buFont typeface="Arial"/>
              <a:buChar char="•"/>
            </a:pPr>
            <a:r>
              <a:rPr lang="en-US" dirty="0">
                <a:ea typeface="Century Gothic"/>
                <a:cs typeface="Century Gothic"/>
                <a:sym typeface="Century Gothic"/>
              </a:rPr>
              <a:t>Value of information is useful for evaluating how much management can be improved by reducing uncertainty and gauging how much one should pay for applied research</a:t>
            </a:r>
          </a:p>
          <a:p>
            <a:pPr marL="342900" lvl="0" indent="-342900">
              <a:spcBef>
                <a:spcPts val="518"/>
              </a:spcBef>
              <a:buClr>
                <a:schemeClr val="tx1"/>
              </a:buClr>
              <a:buSzPts val="2590"/>
              <a:buFont typeface="Arial"/>
              <a:buChar char="•"/>
            </a:pPr>
            <a:endParaRPr lang="en-US" sz="3200" dirty="0"/>
          </a:p>
          <a:p>
            <a:pPr marL="342900" lvl="0" indent="-342900">
              <a:spcBef>
                <a:spcPts val="518"/>
              </a:spcBef>
              <a:buClr>
                <a:schemeClr val="tx1"/>
              </a:buClr>
              <a:buSzPts val="2590"/>
              <a:buFont typeface="Arial"/>
              <a:buChar char="•"/>
            </a:pPr>
            <a:r>
              <a:rPr lang="en-US" dirty="0">
                <a:ea typeface="Century Gothic"/>
                <a:cs typeface="Century Gothic"/>
                <a:sym typeface="Century Gothic"/>
              </a:rPr>
              <a:t>If you can’t do it quantitatively, think about it conceptually or qualitatively</a:t>
            </a:r>
          </a:p>
          <a:p>
            <a:pPr>
              <a:buClr>
                <a:schemeClr val="tx1"/>
              </a:buClr>
            </a:pPr>
            <a:endParaRPr lang="en-US" dirty="0"/>
          </a:p>
        </p:txBody>
      </p:sp>
      <p:sp>
        <p:nvSpPr>
          <p:cNvPr id="6" name="TextBox 5">
            <a:extLst>
              <a:ext uri="{FF2B5EF4-FFF2-40B4-BE49-F238E27FC236}">
                <a16:creationId xmlns:a16="http://schemas.microsoft.com/office/drawing/2014/main" id="{9385136C-E84C-C06D-5FC9-53DD089E99A4}"/>
              </a:ext>
            </a:extLst>
          </p:cNvPr>
          <p:cNvSpPr txBox="1"/>
          <p:nvPr/>
        </p:nvSpPr>
        <p:spPr>
          <a:xfrm>
            <a:off x="-10758" y="6639420"/>
            <a:ext cx="2020629" cy="261610"/>
          </a:xfrm>
          <a:prstGeom prst="rect">
            <a:avLst/>
          </a:prstGeom>
          <a:noFill/>
        </p:spPr>
        <p:txBody>
          <a:bodyPr wrap="square">
            <a:spAutoFit/>
          </a:bodyPr>
          <a:lstStyle/>
          <a:p>
            <a:pPr marL="0" lvl="0" indent="0" rtl="0">
              <a:lnSpc>
                <a:spcPct val="100000"/>
              </a:lnSpc>
              <a:spcBef>
                <a:spcPts val="0"/>
              </a:spcBef>
              <a:spcAft>
                <a:spcPts val="0"/>
              </a:spcAft>
              <a:buClr>
                <a:schemeClr val="dk1"/>
              </a:buClr>
              <a:buSzPts val="1800"/>
              <a:buNone/>
            </a:pPr>
            <a:r>
              <a:rPr lang="en-US" sz="1100" dirty="0"/>
              <a:t>Developed by Sarah Converse</a:t>
            </a:r>
          </a:p>
        </p:txBody>
      </p:sp>
    </p:spTree>
    <p:extLst>
      <p:ext uri="{BB962C8B-B14F-4D97-AF65-F5344CB8AC3E}">
        <p14:creationId xmlns:p14="http://schemas.microsoft.com/office/powerpoint/2010/main" val="40582268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B79E0-7D41-2BAE-89D2-B43DE5918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BCE9D-904A-CDFE-5B71-E1052D3F3694}"/>
              </a:ext>
            </a:extLst>
          </p:cNvPr>
          <p:cNvSpPr>
            <a:spLocks noGrp="1"/>
          </p:cNvSpPr>
          <p:nvPr>
            <p:ph type="title"/>
          </p:nvPr>
        </p:nvSpPr>
        <p:spPr>
          <a:xfrm>
            <a:off x="838200" y="365125"/>
            <a:ext cx="10515600" cy="1325563"/>
          </a:xfrm>
        </p:spPr>
        <p:txBody>
          <a:bodyPr anchor="ctr">
            <a:normAutofit/>
          </a:bodyPr>
          <a:lstStyle/>
          <a:p>
            <a:r>
              <a:rPr lang="en-US" dirty="0"/>
              <a:t>Working with uncertainty</a:t>
            </a:r>
          </a:p>
        </p:txBody>
      </p:sp>
      <p:sp>
        <p:nvSpPr>
          <p:cNvPr id="3" name="Content Placeholder 2">
            <a:extLst>
              <a:ext uri="{FF2B5EF4-FFF2-40B4-BE49-F238E27FC236}">
                <a16:creationId xmlns:a16="http://schemas.microsoft.com/office/drawing/2014/main" id="{EC869056-7BA2-F17C-2322-6CDE462C740F}"/>
              </a:ext>
            </a:extLst>
          </p:cNvPr>
          <p:cNvSpPr>
            <a:spLocks noGrp="1"/>
          </p:cNvSpPr>
          <p:nvPr>
            <p:ph sz="half" idx="1"/>
          </p:nvPr>
        </p:nvSpPr>
        <p:spPr>
          <a:xfrm>
            <a:off x="1010322" y="1690688"/>
            <a:ext cx="7983071" cy="4381537"/>
          </a:xfrm>
        </p:spPr>
        <p:txBody>
          <a:bodyPr>
            <a:normAutofit/>
          </a:bodyPr>
          <a:lstStyle/>
          <a:p>
            <a:pPr marL="0" indent="0">
              <a:buNone/>
            </a:pPr>
            <a:r>
              <a:rPr lang="en-US" sz="3200" dirty="0"/>
              <a:t>Three Options:</a:t>
            </a:r>
          </a:p>
          <a:p>
            <a:pPr marL="514350" indent="-514350">
              <a:buFont typeface="+mj-lt"/>
              <a:buAutoNum type="arabicPeriod"/>
            </a:pPr>
            <a:r>
              <a:rPr lang="en-US" sz="3200" dirty="0"/>
              <a:t>Make decisions anyway</a:t>
            </a:r>
          </a:p>
          <a:p>
            <a:pPr marL="457200" lvl="1" indent="0">
              <a:buNone/>
            </a:pPr>
            <a:r>
              <a:rPr lang="en-US" sz="2800" dirty="0"/>
              <a:t>Risk tools: e.g., Decision Trees, Utility Theory </a:t>
            </a:r>
          </a:p>
          <a:p>
            <a:pPr marL="514350" indent="-514350">
              <a:buFont typeface="+mj-lt"/>
              <a:buAutoNum type="arabicPeriod"/>
            </a:pPr>
            <a:r>
              <a:rPr lang="en-US" sz="3200" dirty="0"/>
              <a:t>Conduct research to reduce uncertainty</a:t>
            </a:r>
          </a:p>
          <a:p>
            <a:pPr marL="457200" lvl="1" indent="0">
              <a:buNone/>
            </a:pPr>
            <a:r>
              <a:rPr lang="en-US" sz="2800" dirty="0"/>
              <a:t>Value of Information</a:t>
            </a:r>
          </a:p>
          <a:p>
            <a:pPr marL="514350" indent="-514350">
              <a:buFont typeface="+mj-lt"/>
              <a:buAutoNum type="arabicPeriod"/>
            </a:pPr>
            <a:r>
              <a:rPr lang="en-US" sz="3200" dirty="0"/>
              <a:t>Learn while managing</a:t>
            </a:r>
          </a:p>
          <a:p>
            <a:pPr marL="457200" lvl="1" indent="0">
              <a:buNone/>
            </a:pPr>
            <a:r>
              <a:rPr lang="en-US" sz="2800" dirty="0"/>
              <a:t>Adaptive management</a:t>
            </a:r>
          </a:p>
          <a:p>
            <a:endParaRPr lang="en-US" sz="3200" dirty="0"/>
          </a:p>
        </p:txBody>
      </p:sp>
      <p:sp>
        <p:nvSpPr>
          <p:cNvPr id="6" name="TextBox 5">
            <a:extLst>
              <a:ext uri="{FF2B5EF4-FFF2-40B4-BE49-F238E27FC236}">
                <a16:creationId xmlns:a16="http://schemas.microsoft.com/office/drawing/2014/main" id="{B8B531D4-15DF-821B-AE9B-14D6A8F7F524}"/>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
        <p:nvSpPr>
          <p:cNvPr id="4" name="Rectangle 3">
            <a:extLst>
              <a:ext uri="{FF2B5EF4-FFF2-40B4-BE49-F238E27FC236}">
                <a16:creationId xmlns:a16="http://schemas.microsoft.com/office/drawing/2014/main" id="{9CF93F68-BAE0-D8F1-5312-5A8222D0DC71}"/>
              </a:ext>
            </a:extLst>
          </p:cNvPr>
          <p:cNvSpPr/>
          <p:nvPr/>
        </p:nvSpPr>
        <p:spPr>
          <a:xfrm>
            <a:off x="1010323" y="2248348"/>
            <a:ext cx="7273066" cy="96818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B138CC00-820B-0CEB-BF5D-8B33D63FCF2F}"/>
              </a:ext>
            </a:extLst>
          </p:cNvPr>
          <p:cNvSpPr txBox="1"/>
          <p:nvPr/>
        </p:nvSpPr>
        <p:spPr>
          <a:xfrm>
            <a:off x="8283388" y="2248348"/>
            <a:ext cx="2554045" cy="830997"/>
          </a:xfrm>
          <a:prstGeom prst="rect">
            <a:avLst/>
          </a:prstGeom>
          <a:noFill/>
        </p:spPr>
        <p:txBody>
          <a:bodyPr wrap="square" rtlCol="0">
            <a:spAutoFit/>
          </a:bodyPr>
          <a:lstStyle/>
          <a:p>
            <a:pPr algn="ctr"/>
            <a:r>
              <a:rPr lang="en-US" sz="2400" b="1" dirty="0">
                <a:solidFill>
                  <a:srgbClr val="FF0000"/>
                </a:solidFill>
              </a:rPr>
              <a:t>Risk = topic for next week!</a:t>
            </a:r>
          </a:p>
        </p:txBody>
      </p:sp>
      <p:sp>
        <p:nvSpPr>
          <p:cNvPr id="8" name="Rectangle 7">
            <a:extLst>
              <a:ext uri="{FF2B5EF4-FFF2-40B4-BE49-F238E27FC236}">
                <a16:creationId xmlns:a16="http://schemas.microsoft.com/office/drawing/2014/main" id="{7672C368-6230-8177-E723-1164EC16D644}"/>
              </a:ext>
            </a:extLst>
          </p:cNvPr>
          <p:cNvSpPr/>
          <p:nvPr/>
        </p:nvSpPr>
        <p:spPr>
          <a:xfrm>
            <a:off x="1010321" y="3292865"/>
            <a:ext cx="7273066" cy="195686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94F800A-8055-A6A8-579F-447E123ECD08}"/>
              </a:ext>
            </a:extLst>
          </p:cNvPr>
          <p:cNvSpPr txBox="1"/>
          <p:nvPr/>
        </p:nvSpPr>
        <p:spPr>
          <a:xfrm>
            <a:off x="8283388" y="3784953"/>
            <a:ext cx="2554045" cy="461665"/>
          </a:xfrm>
          <a:prstGeom prst="rect">
            <a:avLst/>
          </a:prstGeom>
          <a:noFill/>
        </p:spPr>
        <p:txBody>
          <a:bodyPr wrap="square" rtlCol="0">
            <a:spAutoFit/>
          </a:bodyPr>
          <a:lstStyle/>
          <a:p>
            <a:pPr algn="ctr"/>
            <a:r>
              <a:rPr lang="en-US" sz="2400" b="1" dirty="0">
                <a:solidFill>
                  <a:srgbClr val="00B0F0"/>
                </a:solidFill>
              </a:rPr>
              <a:t>Topic for today</a:t>
            </a:r>
          </a:p>
        </p:txBody>
      </p:sp>
    </p:spTree>
    <p:extLst>
      <p:ext uri="{BB962C8B-B14F-4D97-AF65-F5344CB8AC3E}">
        <p14:creationId xmlns:p14="http://schemas.microsoft.com/office/powerpoint/2010/main" val="36354626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82E7468-47A4-56AC-34E1-AEAED61D5A9B}"/>
              </a:ext>
            </a:extLst>
          </p:cNvPr>
          <p:cNvPicPr>
            <a:picLocks noChangeAspect="1"/>
          </p:cNvPicPr>
          <p:nvPr/>
        </p:nvPicPr>
        <p:blipFill>
          <a:blip r:embed="rId2"/>
          <a:stretch>
            <a:fillRect/>
          </a:stretch>
        </p:blipFill>
        <p:spPr>
          <a:xfrm>
            <a:off x="3528511" y="1796527"/>
            <a:ext cx="5134978" cy="2871627"/>
          </a:xfrm>
          <a:prstGeom prst="rect">
            <a:avLst/>
          </a:prstGeom>
        </p:spPr>
      </p:pic>
      <p:sp>
        <p:nvSpPr>
          <p:cNvPr id="3" name="Content Placeholder 2">
            <a:extLst>
              <a:ext uri="{FF2B5EF4-FFF2-40B4-BE49-F238E27FC236}">
                <a16:creationId xmlns:a16="http://schemas.microsoft.com/office/drawing/2014/main" id="{89A5C67C-AB03-31E2-134B-5DBE14AF4498}"/>
              </a:ext>
            </a:extLst>
          </p:cNvPr>
          <p:cNvSpPr>
            <a:spLocks noGrp="1"/>
          </p:cNvSpPr>
          <p:nvPr>
            <p:ph sz="half" idx="1"/>
          </p:nvPr>
        </p:nvSpPr>
        <p:spPr>
          <a:xfrm>
            <a:off x="838200" y="1158603"/>
            <a:ext cx="10866120" cy="5476848"/>
          </a:xfrm>
        </p:spPr>
        <p:txBody>
          <a:bodyPr>
            <a:normAutofit fontScale="92500" lnSpcReduction="10000"/>
          </a:bodyPr>
          <a:lstStyle/>
          <a:p>
            <a:pPr indent="-457200">
              <a:spcBef>
                <a:spcPts val="0"/>
              </a:spcBef>
              <a:buSzPts val="2800"/>
            </a:pPr>
            <a:r>
              <a:rPr lang="en-US" dirty="0">
                <a:ea typeface="Palatino Linotype"/>
                <a:cs typeface="Palatino Linotype"/>
                <a:sym typeface="Palatino Linotype"/>
              </a:rPr>
              <a:t>Recurrent Decisions - </a:t>
            </a:r>
            <a:r>
              <a:rPr lang="en-US" dirty="0">
                <a:ea typeface="Century Gothic"/>
                <a:cs typeface="Century Gothic"/>
                <a:sym typeface="Century Gothic"/>
              </a:rPr>
              <a:t>decisions we make over and over (e.g., annual harvest limits, hatchery releases, translocations, etc.)</a:t>
            </a: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endParaRPr lang="en-US" dirty="0">
              <a:ea typeface="Century Gothic"/>
              <a:cs typeface="Century Gothic"/>
              <a:sym typeface="Century Gothic"/>
            </a:endParaRPr>
          </a:p>
          <a:p>
            <a:pPr indent="-457200">
              <a:spcBef>
                <a:spcPts val="0"/>
              </a:spcBef>
              <a:buSzPts val="2800"/>
            </a:pPr>
            <a:r>
              <a:rPr lang="en-US" dirty="0">
                <a:ea typeface="Century Gothic"/>
                <a:cs typeface="Century Gothic"/>
                <a:sym typeface="Century Gothic"/>
              </a:rPr>
              <a:t>Sometimes, if we are making recurrent decisions, we can use the opportunity to learn and adapt</a:t>
            </a:r>
          </a:p>
          <a:p>
            <a:pPr marL="0" indent="0">
              <a:spcBef>
                <a:spcPts val="0"/>
              </a:spcBef>
              <a:buSzPts val="2800"/>
              <a:buNone/>
            </a:pPr>
            <a:endParaRPr lang="en-US" dirty="0">
              <a:ea typeface="Century Gothic"/>
            </a:endParaRPr>
          </a:p>
          <a:p>
            <a:pPr indent="-457200">
              <a:spcBef>
                <a:spcPts val="0"/>
              </a:spcBef>
              <a:buSzPts val="2800"/>
            </a:pPr>
            <a:r>
              <a:rPr lang="en-US" dirty="0">
                <a:sym typeface="Century Gothic"/>
              </a:rPr>
              <a:t>When we use monitoring to reduce our uncertainty and adapt our management over time, we are doing </a:t>
            </a:r>
            <a:r>
              <a:rPr lang="en-US" b="1" i="1" dirty="0">
                <a:sym typeface="Century Gothic"/>
              </a:rPr>
              <a:t>adaptive management </a:t>
            </a:r>
            <a:endParaRPr lang="en-US" b="1" i="1" dirty="0"/>
          </a:p>
        </p:txBody>
      </p:sp>
      <p:sp>
        <p:nvSpPr>
          <p:cNvPr id="2" name="Title 1">
            <a:extLst>
              <a:ext uri="{FF2B5EF4-FFF2-40B4-BE49-F238E27FC236}">
                <a16:creationId xmlns:a16="http://schemas.microsoft.com/office/drawing/2014/main" id="{B351B747-080E-7907-166B-C5DF4AF7AEC6}"/>
              </a:ext>
            </a:extLst>
          </p:cNvPr>
          <p:cNvSpPr>
            <a:spLocks noGrp="1"/>
          </p:cNvSpPr>
          <p:nvPr>
            <p:ph type="title"/>
          </p:nvPr>
        </p:nvSpPr>
        <p:spPr>
          <a:xfrm>
            <a:off x="838200" y="15705"/>
            <a:ext cx="10515600" cy="1325563"/>
          </a:xfrm>
        </p:spPr>
        <p:txBody>
          <a:bodyPr/>
          <a:lstStyle/>
          <a:p>
            <a:r>
              <a:rPr lang="en-US" dirty="0"/>
              <a:t>3. Learn while managing </a:t>
            </a:r>
          </a:p>
        </p:txBody>
      </p:sp>
      <p:sp>
        <p:nvSpPr>
          <p:cNvPr id="5" name="TextBox 4">
            <a:extLst>
              <a:ext uri="{FF2B5EF4-FFF2-40B4-BE49-F238E27FC236}">
                <a16:creationId xmlns:a16="http://schemas.microsoft.com/office/drawing/2014/main" id="{AC947872-B124-47BE-241E-D34E720E4471}"/>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
        <p:nvSpPr>
          <p:cNvPr id="9" name="TextBox 8">
            <a:extLst>
              <a:ext uri="{FF2B5EF4-FFF2-40B4-BE49-F238E27FC236}">
                <a16:creationId xmlns:a16="http://schemas.microsoft.com/office/drawing/2014/main" id="{D094E6C7-6EFE-6523-C9BD-45B5562DC74C}"/>
              </a:ext>
            </a:extLst>
          </p:cNvPr>
          <p:cNvSpPr txBox="1"/>
          <p:nvPr/>
        </p:nvSpPr>
        <p:spPr>
          <a:xfrm>
            <a:off x="8663489" y="3897027"/>
            <a:ext cx="2532529" cy="646331"/>
          </a:xfrm>
          <a:prstGeom prst="rect">
            <a:avLst/>
          </a:prstGeom>
          <a:noFill/>
        </p:spPr>
        <p:txBody>
          <a:bodyPr wrap="square" rtlCol="0">
            <a:spAutoFit/>
          </a:bodyPr>
          <a:lstStyle/>
          <a:p>
            <a:r>
              <a:rPr lang="en-US" i="1" dirty="0">
                <a:solidFill>
                  <a:schemeClr val="accent3"/>
                </a:solidFill>
              </a:rPr>
              <a:t>DOI adaptive management guide</a:t>
            </a:r>
          </a:p>
        </p:txBody>
      </p:sp>
    </p:spTree>
    <p:extLst>
      <p:ext uri="{BB962C8B-B14F-4D97-AF65-F5344CB8AC3E}">
        <p14:creationId xmlns:p14="http://schemas.microsoft.com/office/powerpoint/2010/main" val="2457142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2AB65-A2B7-4C74-9CCF-3D9B295A08B9}"/>
              </a:ext>
            </a:extLst>
          </p:cNvPr>
          <p:cNvSpPr>
            <a:spLocks noGrp="1"/>
          </p:cNvSpPr>
          <p:nvPr>
            <p:ph type="title"/>
          </p:nvPr>
        </p:nvSpPr>
        <p:spPr/>
        <p:txBody>
          <a:bodyPr/>
          <a:lstStyle/>
          <a:p>
            <a:r>
              <a:rPr lang="en-US" dirty="0"/>
              <a:t>When can we use adaptive management?</a:t>
            </a:r>
          </a:p>
        </p:txBody>
      </p:sp>
      <p:sp>
        <p:nvSpPr>
          <p:cNvPr id="3" name="Content Placeholder 2">
            <a:extLst>
              <a:ext uri="{FF2B5EF4-FFF2-40B4-BE49-F238E27FC236}">
                <a16:creationId xmlns:a16="http://schemas.microsoft.com/office/drawing/2014/main" id="{436C5163-EAB3-BAB0-E5F8-A6A701372AB9}"/>
              </a:ext>
            </a:extLst>
          </p:cNvPr>
          <p:cNvSpPr>
            <a:spLocks noGrp="1"/>
          </p:cNvSpPr>
          <p:nvPr>
            <p:ph sz="half" idx="1"/>
          </p:nvPr>
        </p:nvSpPr>
        <p:spPr>
          <a:xfrm>
            <a:off x="769544" y="1731095"/>
            <a:ext cx="10209904" cy="2014855"/>
          </a:xfrm>
        </p:spPr>
        <p:txBody>
          <a:bodyPr>
            <a:normAutofit lnSpcReduction="10000"/>
          </a:bodyPr>
          <a:lstStyle/>
          <a:p>
            <a:r>
              <a:rPr lang="en-US" sz="3600" dirty="0"/>
              <a:t>If we have: </a:t>
            </a:r>
          </a:p>
          <a:p>
            <a:pPr lvl="1"/>
            <a:r>
              <a:rPr lang="en-US" sz="3200" dirty="0"/>
              <a:t>Repeated decisions</a:t>
            </a:r>
          </a:p>
          <a:p>
            <a:pPr lvl="1"/>
            <a:r>
              <a:rPr lang="en-US" sz="3200" dirty="0"/>
              <a:t>Uncertainty that is important to management (EVPI &gt; 0) </a:t>
            </a:r>
          </a:p>
          <a:p>
            <a:pPr lvl="1"/>
            <a:r>
              <a:rPr lang="en-US" sz="3200" dirty="0"/>
              <a:t>The ability to monitor to reduce our uncertainty</a:t>
            </a:r>
          </a:p>
          <a:p>
            <a:endParaRPr lang="en-US" sz="3600" dirty="0"/>
          </a:p>
        </p:txBody>
      </p:sp>
      <p:sp>
        <p:nvSpPr>
          <p:cNvPr id="5" name="TextBox 4">
            <a:extLst>
              <a:ext uri="{FF2B5EF4-FFF2-40B4-BE49-F238E27FC236}">
                <a16:creationId xmlns:a16="http://schemas.microsoft.com/office/drawing/2014/main" id="{5B1C3F6A-3B5B-FF4F-0639-3BD50816ACEC}"/>
              </a:ext>
            </a:extLst>
          </p:cNvPr>
          <p:cNvSpPr txBox="1"/>
          <p:nvPr/>
        </p:nvSpPr>
        <p:spPr>
          <a:xfrm>
            <a:off x="-11953" y="6635451"/>
            <a:ext cx="4570360" cy="276999"/>
          </a:xfrm>
          <a:prstGeom prst="rect">
            <a:avLst/>
          </a:prstGeom>
          <a:noFill/>
        </p:spPr>
        <p:txBody>
          <a:bodyPr wrap="square">
            <a:spAutoFit/>
          </a:bodyPr>
          <a:lstStyle/>
          <a:p>
            <a:r>
              <a:rPr lang="en-US" sz="1200" dirty="0"/>
              <a:t>Developed by Sarah Converse, Brielle Thompson</a:t>
            </a:r>
          </a:p>
        </p:txBody>
      </p:sp>
      <p:cxnSp>
        <p:nvCxnSpPr>
          <p:cNvPr id="6" name="Google Shape;205;p25">
            <a:extLst>
              <a:ext uri="{FF2B5EF4-FFF2-40B4-BE49-F238E27FC236}">
                <a16:creationId xmlns:a16="http://schemas.microsoft.com/office/drawing/2014/main" id="{332F4D7A-264B-81D7-664C-955F85AA0B16}"/>
              </a:ext>
            </a:extLst>
          </p:cNvPr>
          <p:cNvCxnSpPr>
            <a:cxnSpLocks/>
            <a:stCxn id="15" idx="0"/>
            <a:endCxn id="17" idx="2"/>
          </p:cNvCxnSpPr>
          <p:nvPr/>
        </p:nvCxnSpPr>
        <p:spPr>
          <a:xfrm flipV="1">
            <a:off x="8772486" y="5054429"/>
            <a:ext cx="1214413" cy="406838"/>
          </a:xfrm>
          <a:prstGeom prst="straightConnector1">
            <a:avLst/>
          </a:prstGeom>
          <a:noFill/>
          <a:ln w="76200" cap="flat" cmpd="sng">
            <a:solidFill>
              <a:schemeClr val="dk1"/>
            </a:solidFill>
            <a:prstDash val="solid"/>
            <a:round/>
            <a:headEnd type="none" w="med" len="med"/>
            <a:tailEnd type="triangle" w="med" len="med"/>
          </a:ln>
        </p:spPr>
      </p:cxnSp>
      <p:cxnSp>
        <p:nvCxnSpPr>
          <p:cNvPr id="7" name="Google Shape;205;p25">
            <a:extLst>
              <a:ext uri="{FF2B5EF4-FFF2-40B4-BE49-F238E27FC236}">
                <a16:creationId xmlns:a16="http://schemas.microsoft.com/office/drawing/2014/main" id="{0F5C4EA1-CE5B-AC25-D90A-051912A15BEB}"/>
              </a:ext>
            </a:extLst>
          </p:cNvPr>
          <p:cNvCxnSpPr>
            <a:cxnSpLocks/>
            <a:stCxn id="9" idx="0"/>
            <a:endCxn id="10" idx="2"/>
          </p:cNvCxnSpPr>
          <p:nvPr/>
        </p:nvCxnSpPr>
        <p:spPr>
          <a:xfrm flipV="1">
            <a:off x="3721602" y="5054430"/>
            <a:ext cx="1187139" cy="406837"/>
          </a:xfrm>
          <a:prstGeom prst="straightConnector1">
            <a:avLst/>
          </a:prstGeom>
          <a:noFill/>
          <a:ln w="76200" cap="flat" cmpd="sng">
            <a:solidFill>
              <a:schemeClr val="dk1"/>
            </a:solidFill>
            <a:prstDash val="solid"/>
            <a:round/>
            <a:headEnd type="none" w="med" len="med"/>
            <a:tailEnd type="triangle" w="med" len="med"/>
          </a:ln>
        </p:spPr>
      </p:cxnSp>
      <p:sp>
        <p:nvSpPr>
          <p:cNvPr id="8" name="Google Shape;197;p25">
            <a:extLst>
              <a:ext uri="{FF2B5EF4-FFF2-40B4-BE49-F238E27FC236}">
                <a16:creationId xmlns:a16="http://schemas.microsoft.com/office/drawing/2014/main" id="{2DCB9850-14E3-96B6-8377-BCBBC2F7EB08}"/>
              </a:ext>
            </a:extLst>
          </p:cNvPr>
          <p:cNvSpPr/>
          <p:nvPr/>
        </p:nvSpPr>
        <p:spPr>
          <a:xfrm>
            <a:off x="1547208" y="4410378"/>
            <a:ext cx="1985099" cy="644051"/>
          </a:xfrm>
          <a:prstGeom prst="rect">
            <a:avLst/>
          </a:prstGeom>
          <a:solidFill>
            <a:srgbClr val="C3D69B"/>
          </a:solidFill>
          <a:ln w="3810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Management</a:t>
            </a:r>
            <a:endParaRPr kumimoji="0"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9" name="Google Shape;198;p25">
            <a:extLst>
              <a:ext uri="{FF2B5EF4-FFF2-40B4-BE49-F238E27FC236}">
                <a16:creationId xmlns:a16="http://schemas.microsoft.com/office/drawing/2014/main" id="{DED4D749-6376-95E9-0B7B-AB8F367AACA8}"/>
              </a:ext>
            </a:extLst>
          </p:cNvPr>
          <p:cNvSpPr/>
          <p:nvPr/>
        </p:nvSpPr>
        <p:spPr>
          <a:xfrm>
            <a:off x="2884797" y="5461267"/>
            <a:ext cx="1673610" cy="644050"/>
          </a:xfrm>
          <a:prstGeom prst="rect">
            <a:avLst/>
          </a:prstGeom>
          <a:solidFill>
            <a:srgbClr val="F2CECE"/>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Monitor</a:t>
            </a:r>
            <a:endParaRPr kumimoji="0"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0" name="Google Shape;199;p25">
            <a:extLst>
              <a:ext uri="{FF2B5EF4-FFF2-40B4-BE49-F238E27FC236}">
                <a16:creationId xmlns:a16="http://schemas.microsoft.com/office/drawing/2014/main" id="{6065B353-6B01-CB85-017C-CB6B710BAF51}"/>
              </a:ext>
            </a:extLst>
          </p:cNvPr>
          <p:cNvSpPr/>
          <p:nvPr/>
        </p:nvSpPr>
        <p:spPr>
          <a:xfrm>
            <a:off x="3916191" y="4410380"/>
            <a:ext cx="1985099" cy="644050"/>
          </a:xfrm>
          <a:prstGeom prst="rect">
            <a:avLst/>
          </a:prstGeom>
          <a:solidFill>
            <a:srgbClr val="C6D9F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Assessment</a:t>
            </a:r>
            <a:endParaRPr kumimoji="0"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cxnSp>
        <p:nvCxnSpPr>
          <p:cNvPr id="11" name="Google Shape;201;p25">
            <a:extLst>
              <a:ext uri="{FF2B5EF4-FFF2-40B4-BE49-F238E27FC236}">
                <a16:creationId xmlns:a16="http://schemas.microsoft.com/office/drawing/2014/main" id="{BBFDDD4B-5A71-0186-B932-B71068AD8AE9}"/>
              </a:ext>
            </a:extLst>
          </p:cNvPr>
          <p:cNvCxnSpPr>
            <a:cxnSpLocks/>
            <a:stCxn id="10" idx="3"/>
            <a:endCxn id="14" idx="1"/>
          </p:cNvCxnSpPr>
          <p:nvPr/>
        </p:nvCxnSpPr>
        <p:spPr>
          <a:xfrm flipV="1">
            <a:off x="5901290" y="4732404"/>
            <a:ext cx="724076" cy="1"/>
          </a:xfrm>
          <a:prstGeom prst="straightConnector1">
            <a:avLst/>
          </a:prstGeom>
          <a:noFill/>
          <a:ln w="76200" cap="flat" cmpd="sng">
            <a:solidFill>
              <a:schemeClr val="dk1"/>
            </a:solidFill>
            <a:prstDash val="solid"/>
            <a:round/>
            <a:headEnd type="none" w="med" len="med"/>
            <a:tailEnd type="triangle" w="med" len="med"/>
          </a:ln>
        </p:spPr>
      </p:cxnSp>
      <p:cxnSp>
        <p:nvCxnSpPr>
          <p:cNvPr id="12" name="Google Shape;204;p25">
            <a:extLst>
              <a:ext uri="{FF2B5EF4-FFF2-40B4-BE49-F238E27FC236}">
                <a16:creationId xmlns:a16="http://schemas.microsoft.com/office/drawing/2014/main" id="{8C3BB0DB-8332-2D25-DE6F-0C82E7E6FCB4}"/>
              </a:ext>
            </a:extLst>
          </p:cNvPr>
          <p:cNvCxnSpPr>
            <a:cxnSpLocks/>
            <a:stCxn id="8" idx="2"/>
            <a:endCxn id="9" idx="0"/>
          </p:cNvCxnSpPr>
          <p:nvPr/>
        </p:nvCxnSpPr>
        <p:spPr>
          <a:xfrm>
            <a:off x="2539758" y="5054429"/>
            <a:ext cx="1181844" cy="406838"/>
          </a:xfrm>
          <a:prstGeom prst="straightConnector1">
            <a:avLst/>
          </a:prstGeom>
          <a:noFill/>
          <a:ln w="76200" cap="flat" cmpd="sng">
            <a:solidFill>
              <a:schemeClr val="dk1"/>
            </a:solidFill>
            <a:prstDash val="solid"/>
            <a:round/>
            <a:headEnd type="none" w="med" len="med"/>
            <a:tailEnd type="triangle" w="med" len="med"/>
          </a:ln>
        </p:spPr>
      </p:cxnSp>
      <p:cxnSp>
        <p:nvCxnSpPr>
          <p:cNvPr id="13" name="Google Shape;209;p25">
            <a:extLst>
              <a:ext uri="{FF2B5EF4-FFF2-40B4-BE49-F238E27FC236}">
                <a16:creationId xmlns:a16="http://schemas.microsoft.com/office/drawing/2014/main" id="{5ED1E89E-6506-16BC-1DCF-2CB7FA6DB140}"/>
              </a:ext>
            </a:extLst>
          </p:cNvPr>
          <p:cNvCxnSpPr>
            <a:cxnSpLocks/>
            <a:endCxn id="8" idx="1"/>
          </p:cNvCxnSpPr>
          <p:nvPr/>
        </p:nvCxnSpPr>
        <p:spPr>
          <a:xfrm>
            <a:off x="833008" y="4732404"/>
            <a:ext cx="714200" cy="0"/>
          </a:xfrm>
          <a:prstGeom prst="straightConnector1">
            <a:avLst/>
          </a:prstGeom>
          <a:noFill/>
          <a:ln w="76200" cap="flat" cmpd="sng">
            <a:solidFill>
              <a:schemeClr val="dk1"/>
            </a:solidFill>
            <a:prstDash val="solid"/>
            <a:round/>
            <a:headEnd type="none" w="med" len="med"/>
            <a:tailEnd type="triangle" w="med" len="med"/>
          </a:ln>
        </p:spPr>
      </p:cxnSp>
      <p:sp>
        <p:nvSpPr>
          <p:cNvPr id="14" name="Google Shape;197;p25">
            <a:extLst>
              <a:ext uri="{FF2B5EF4-FFF2-40B4-BE49-F238E27FC236}">
                <a16:creationId xmlns:a16="http://schemas.microsoft.com/office/drawing/2014/main" id="{2A79961B-811F-541C-45BF-2451A1F7AC07}"/>
              </a:ext>
            </a:extLst>
          </p:cNvPr>
          <p:cNvSpPr/>
          <p:nvPr/>
        </p:nvSpPr>
        <p:spPr>
          <a:xfrm>
            <a:off x="6625366" y="4410378"/>
            <a:ext cx="1985099" cy="644051"/>
          </a:xfrm>
          <a:prstGeom prst="rect">
            <a:avLst/>
          </a:prstGeom>
          <a:solidFill>
            <a:srgbClr val="C3D69B"/>
          </a:solidFill>
          <a:ln w="38100" cap="flat" cmpd="sng">
            <a:solidFill>
              <a:schemeClr val="tx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Management</a:t>
            </a:r>
            <a:endParaRPr kumimoji="0"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sp>
        <p:nvSpPr>
          <p:cNvPr id="15" name="Google Shape;198;p25">
            <a:extLst>
              <a:ext uri="{FF2B5EF4-FFF2-40B4-BE49-F238E27FC236}">
                <a16:creationId xmlns:a16="http://schemas.microsoft.com/office/drawing/2014/main" id="{D7DB68C2-90DA-F495-6914-86B82F0FFCE6}"/>
              </a:ext>
            </a:extLst>
          </p:cNvPr>
          <p:cNvSpPr/>
          <p:nvPr/>
        </p:nvSpPr>
        <p:spPr>
          <a:xfrm>
            <a:off x="7935681" y="5461267"/>
            <a:ext cx="1673610" cy="644050"/>
          </a:xfrm>
          <a:prstGeom prst="rect">
            <a:avLst/>
          </a:prstGeom>
          <a:solidFill>
            <a:srgbClr val="F2CECE"/>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Monitor</a:t>
            </a:r>
            <a:endParaRPr kumimoji="0"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cxnSp>
        <p:nvCxnSpPr>
          <p:cNvPr id="16" name="Google Shape;204;p25">
            <a:extLst>
              <a:ext uri="{FF2B5EF4-FFF2-40B4-BE49-F238E27FC236}">
                <a16:creationId xmlns:a16="http://schemas.microsoft.com/office/drawing/2014/main" id="{54F162FA-3FEE-5812-B93A-29DFE16C0659}"/>
              </a:ext>
            </a:extLst>
          </p:cNvPr>
          <p:cNvCxnSpPr>
            <a:cxnSpLocks/>
            <a:stCxn id="14" idx="2"/>
            <a:endCxn id="15" idx="0"/>
          </p:cNvCxnSpPr>
          <p:nvPr/>
        </p:nvCxnSpPr>
        <p:spPr>
          <a:xfrm>
            <a:off x="7617916" y="5054429"/>
            <a:ext cx="1154570" cy="406838"/>
          </a:xfrm>
          <a:prstGeom prst="straightConnector1">
            <a:avLst/>
          </a:prstGeom>
          <a:noFill/>
          <a:ln w="76200" cap="flat" cmpd="sng">
            <a:solidFill>
              <a:schemeClr val="dk1"/>
            </a:solidFill>
            <a:prstDash val="solid"/>
            <a:round/>
            <a:headEnd type="none" w="med" len="med"/>
            <a:tailEnd type="triangle" w="med" len="med"/>
          </a:ln>
        </p:spPr>
      </p:cxnSp>
      <p:sp>
        <p:nvSpPr>
          <p:cNvPr id="17" name="Google Shape;199;p25">
            <a:extLst>
              <a:ext uri="{FF2B5EF4-FFF2-40B4-BE49-F238E27FC236}">
                <a16:creationId xmlns:a16="http://schemas.microsoft.com/office/drawing/2014/main" id="{6F0A41A3-AE98-E32F-BB6B-B0D4405C7B02}"/>
              </a:ext>
            </a:extLst>
          </p:cNvPr>
          <p:cNvSpPr/>
          <p:nvPr/>
        </p:nvSpPr>
        <p:spPr>
          <a:xfrm>
            <a:off x="8994349" y="4410379"/>
            <a:ext cx="1985099" cy="644050"/>
          </a:xfrm>
          <a:prstGeom prst="rect">
            <a:avLst/>
          </a:prstGeom>
          <a:solidFill>
            <a:srgbClr val="C6D9F1"/>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Assessment</a:t>
            </a:r>
            <a:endParaRPr kumimoji="0" sz="2400" b="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endParaRPr>
          </a:p>
        </p:txBody>
      </p:sp>
      <p:cxnSp>
        <p:nvCxnSpPr>
          <p:cNvPr id="18" name="Google Shape;209;p25">
            <a:extLst>
              <a:ext uri="{FF2B5EF4-FFF2-40B4-BE49-F238E27FC236}">
                <a16:creationId xmlns:a16="http://schemas.microsoft.com/office/drawing/2014/main" id="{437E87CD-59F8-BA83-71F3-D79B3832143B}"/>
              </a:ext>
            </a:extLst>
          </p:cNvPr>
          <p:cNvCxnSpPr>
            <a:cxnSpLocks/>
            <a:stCxn id="17" idx="3"/>
          </p:cNvCxnSpPr>
          <p:nvPr/>
        </p:nvCxnSpPr>
        <p:spPr>
          <a:xfrm flipV="1">
            <a:off x="10979448" y="4730562"/>
            <a:ext cx="714200" cy="1842"/>
          </a:xfrm>
          <a:prstGeom prst="straightConnector1">
            <a:avLst/>
          </a:prstGeom>
          <a:noFill/>
          <a:ln w="76200" cap="flat" cmpd="sng">
            <a:solidFill>
              <a:schemeClr val="dk1"/>
            </a:solidFill>
            <a:prstDash val="solid"/>
            <a:round/>
            <a:headEnd type="none" w="med" len="med"/>
            <a:tailEnd type="triangle" w="med" len="med"/>
          </a:ln>
        </p:spPr>
      </p:cxnSp>
      <p:sp>
        <p:nvSpPr>
          <p:cNvPr id="19" name="Title 1">
            <a:extLst>
              <a:ext uri="{FF2B5EF4-FFF2-40B4-BE49-F238E27FC236}">
                <a16:creationId xmlns:a16="http://schemas.microsoft.com/office/drawing/2014/main" id="{180752AE-4A48-1856-8165-9EB74745AC82}"/>
              </a:ext>
            </a:extLst>
          </p:cNvPr>
          <p:cNvSpPr txBox="1">
            <a:spLocks/>
          </p:cNvSpPr>
          <p:nvPr/>
        </p:nvSpPr>
        <p:spPr>
          <a:xfrm>
            <a:off x="643755" y="3786358"/>
            <a:ext cx="10710045" cy="69930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Adaptive Management: </a:t>
            </a:r>
            <a:r>
              <a:rPr kumimoji="0" lang="en-US" sz="24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rPr>
              <a:t>learning by doing</a:t>
            </a:r>
            <a:endParaRPr kumimoji="0" lang="en-US" sz="2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Calibri"/>
            </a:endParaRPr>
          </a:p>
        </p:txBody>
      </p:sp>
    </p:spTree>
    <p:extLst>
      <p:ext uri="{BB962C8B-B14F-4D97-AF65-F5344CB8AC3E}">
        <p14:creationId xmlns:p14="http://schemas.microsoft.com/office/powerpoint/2010/main" val="387991584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25153-413F-D565-A504-FFB38DAB2B9E}"/>
              </a:ext>
            </a:extLst>
          </p:cNvPr>
          <p:cNvSpPr>
            <a:spLocks noGrp="1"/>
          </p:cNvSpPr>
          <p:nvPr>
            <p:ph type="title"/>
          </p:nvPr>
        </p:nvSpPr>
        <p:spPr>
          <a:xfrm>
            <a:off x="838200" y="588008"/>
            <a:ext cx="10515600" cy="710640"/>
          </a:xfrm>
        </p:spPr>
        <p:txBody>
          <a:bodyPr>
            <a:normAutofit/>
          </a:bodyPr>
          <a:lstStyle/>
          <a:p>
            <a:r>
              <a:rPr lang="en-US" sz="3600" b="1" dirty="0"/>
              <a:t>Questions to ask if adaptive management  is needed</a:t>
            </a:r>
          </a:p>
        </p:txBody>
      </p:sp>
      <p:sp>
        <p:nvSpPr>
          <p:cNvPr id="3" name="Content Placeholder 2">
            <a:extLst>
              <a:ext uri="{FF2B5EF4-FFF2-40B4-BE49-F238E27FC236}">
                <a16:creationId xmlns:a16="http://schemas.microsoft.com/office/drawing/2014/main" id="{54DB1A06-2FC7-5F5A-72BE-61275C5A8AC1}"/>
              </a:ext>
            </a:extLst>
          </p:cNvPr>
          <p:cNvSpPr>
            <a:spLocks noGrp="1"/>
          </p:cNvSpPr>
          <p:nvPr>
            <p:ph idx="1"/>
          </p:nvPr>
        </p:nvSpPr>
        <p:spPr>
          <a:xfrm>
            <a:off x="838200" y="1473798"/>
            <a:ext cx="10515600" cy="4970033"/>
          </a:xfrm>
        </p:spPr>
        <p:txBody>
          <a:bodyPr>
            <a:normAutofit fontScale="85000" lnSpcReduction="20000"/>
          </a:bodyPr>
          <a:lstStyle/>
          <a:p>
            <a:r>
              <a:rPr lang="en-US" dirty="0"/>
              <a:t>Do the uncertainties affect the choice of future management actions?</a:t>
            </a:r>
          </a:p>
          <a:p>
            <a:endParaRPr lang="en-US" dirty="0"/>
          </a:p>
          <a:p>
            <a:r>
              <a:rPr lang="en-US" dirty="0"/>
              <a:t>Does the spatial and temporal scale allow for formal and effective monitoring or experimentation?</a:t>
            </a:r>
          </a:p>
          <a:p>
            <a:endParaRPr lang="en-US" dirty="0"/>
          </a:p>
          <a:p>
            <a:r>
              <a:rPr lang="en-US" dirty="0"/>
              <a:t>Given the multiple objectives of stakeholders and potential risks, is experimentation really an option?</a:t>
            </a:r>
          </a:p>
          <a:p>
            <a:endParaRPr lang="en-US" dirty="0"/>
          </a:p>
          <a:p>
            <a:r>
              <a:rPr lang="en-US" dirty="0"/>
              <a:t>Is there sufficient institutional capacity to support an AM program?</a:t>
            </a:r>
          </a:p>
          <a:p>
            <a:endParaRPr lang="en-US" dirty="0"/>
          </a:p>
          <a:p>
            <a:r>
              <a:rPr lang="en-US" dirty="0"/>
              <a:t>Are there alternative ways to reduce the relevant uncertainties?</a:t>
            </a:r>
          </a:p>
          <a:p>
            <a:endParaRPr lang="en-US" dirty="0"/>
          </a:p>
          <a:p>
            <a:r>
              <a:rPr lang="en-US" dirty="0"/>
              <a:t>Do we have the capacity to collect monitoring data?</a:t>
            </a:r>
          </a:p>
        </p:txBody>
      </p:sp>
      <p:sp>
        <p:nvSpPr>
          <p:cNvPr id="4" name="TextBox 3">
            <a:extLst>
              <a:ext uri="{FF2B5EF4-FFF2-40B4-BE49-F238E27FC236}">
                <a16:creationId xmlns:a16="http://schemas.microsoft.com/office/drawing/2014/main" id="{8FC4D416-9E44-5952-D100-A1B1E5389CAE}"/>
              </a:ext>
            </a:extLst>
          </p:cNvPr>
          <p:cNvSpPr txBox="1"/>
          <p:nvPr/>
        </p:nvSpPr>
        <p:spPr>
          <a:xfrm>
            <a:off x="-11953" y="6635451"/>
            <a:ext cx="4570360" cy="276999"/>
          </a:xfrm>
          <a:prstGeom prst="rect">
            <a:avLst/>
          </a:prstGeom>
          <a:noFill/>
        </p:spPr>
        <p:txBody>
          <a:bodyPr wrap="square">
            <a:spAutoFit/>
          </a:bodyPr>
          <a:lstStyle/>
          <a:p>
            <a:r>
              <a:rPr lang="en-US" sz="1200" dirty="0"/>
              <a:t>Developed by Brielle Thompson</a:t>
            </a:r>
          </a:p>
        </p:txBody>
      </p:sp>
    </p:spTree>
    <p:extLst>
      <p:ext uri="{BB962C8B-B14F-4D97-AF65-F5344CB8AC3E}">
        <p14:creationId xmlns:p14="http://schemas.microsoft.com/office/powerpoint/2010/main" val="36130908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0541C-DEAF-1624-D8C6-D67E088736AA}"/>
              </a:ext>
            </a:extLst>
          </p:cNvPr>
          <p:cNvSpPr>
            <a:spLocks noGrp="1"/>
          </p:cNvSpPr>
          <p:nvPr>
            <p:ph type="title"/>
          </p:nvPr>
        </p:nvSpPr>
        <p:spPr>
          <a:xfrm>
            <a:off x="690728" y="332852"/>
            <a:ext cx="10938287" cy="1325563"/>
          </a:xfrm>
        </p:spPr>
        <p:txBody>
          <a:bodyPr>
            <a:normAutofit/>
          </a:bodyPr>
          <a:lstStyle/>
          <a:p>
            <a:pPr lvl="0" algn="ctr">
              <a:spcBef>
                <a:spcPts val="0"/>
              </a:spcBef>
              <a:buClr>
                <a:schemeClr val="dk2"/>
              </a:buClr>
              <a:buSzPts val="2800"/>
            </a:pPr>
            <a:r>
              <a:rPr lang="en-US" b="1" dirty="0">
                <a:ea typeface="Century Gothic"/>
                <a:cs typeface="Century Gothic"/>
                <a:sym typeface="Century Gothic"/>
              </a:rPr>
              <a:t>The purposes of monitoring in the context of adaptive management are to:</a:t>
            </a:r>
          </a:p>
        </p:txBody>
      </p:sp>
      <p:sp>
        <p:nvSpPr>
          <p:cNvPr id="3" name="Content Placeholder 2">
            <a:extLst>
              <a:ext uri="{FF2B5EF4-FFF2-40B4-BE49-F238E27FC236}">
                <a16:creationId xmlns:a16="http://schemas.microsoft.com/office/drawing/2014/main" id="{F66A15A4-FCE8-470C-1BCE-66E27AFC8449}"/>
              </a:ext>
            </a:extLst>
          </p:cNvPr>
          <p:cNvSpPr>
            <a:spLocks noGrp="1"/>
          </p:cNvSpPr>
          <p:nvPr>
            <p:ph sz="half" idx="1"/>
          </p:nvPr>
        </p:nvSpPr>
        <p:spPr>
          <a:xfrm>
            <a:off x="2437951" y="1901747"/>
            <a:ext cx="7316097" cy="3671533"/>
          </a:xfrm>
        </p:spPr>
        <p:txBody>
          <a:bodyPr>
            <a:normAutofit/>
          </a:bodyPr>
          <a:lstStyle/>
          <a:p>
            <a:pPr marL="0" lvl="0" indent="0" algn="ctr">
              <a:spcBef>
                <a:spcPts val="0"/>
              </a:spcBef>
              <a:buClr>
                <a:schemeClr val="dk2"/>
              </a:buClr>
              <a:buSzPts val="2800"/>
              <a:buNone/>
            </a:pPr>
            <a:endParaRPr lang="en-US" sz="3600" b="1" dirty="0"/>
          </a:p>
          <a:p>
            <a:pPr marL="514350" indent="-514350" algn="ctr">
              <a:spcBef>
                <a:spcPts val="560"/>
              </a:spcBef>
              <a:buSzPts val="2800"/>
              <a:buFont typeface="Century Gothic"/>
              <a:buAutoNum type="arabicPeriod"/>
            </a:pPr>
            <a:r>
              <a:rPr lang="en-US" dirty="0">
                <a:ea typeface="Century Gothic"/>
                <a:cs typeface="Century Gothic"/>
                <a:sym typeface="Century Gothic"/>
              </a:rPr>
              <a:t>Assess the state of a system</a:t>
            </a:r>
          </a:p>
          <a:p>
            <a:pPr marL="514350" indent="-514350" algn="ctr">
              <a:spcBef>
                <a:spcPts val="560"/>
              </a:spcBef>
              <a:buSzPts val="2800"/>
              <a:buFont typeface="Century Gothic"/>
              <a:buAutoNum type="arabicPeriod"/>
            </a:pPr>
            <a:endParaRPr lang="en-US" dirty="0">
              <a:ea typeface="Century Gothic"/>
              <a:cs typeface="Century Gothic"/>
              <a:sym typeface="Century Gothic"/>
            </a:endParaRPr>
          </a:p>
          <a:p>
            <a:pPr marL="514350" indent="-514350" algn="ctr">
              <a:spcBef>
                <a:spcPts val="560"/>
              </a:spcBef>
              <a:buSzPts val="2800"/>
              <a:buFont typeface="Century Gothic"/>
              <a:buAutoNum type="arabicPeriod"/>
            </a:pPr>
            <a:r>
              <a:rPr lang="en-US" dirty="0">
                <a:ea typeface="Century Gothic"/>
                <a:cs typeface="Century Gothic"/>
                <a:sym typeface="Century Gothic"/>
              </a:rPr>
              <a:t>Determine if objectives are being met (evaluate management performance)</a:t>
            </a:r>
          </a:p>
          <a:p>
            <a:pPr marL="514350" lvl="0" indent="-514350" algn="ctr">
              <a:spcBef>
                <a:spcPts val="560"/>
              </a:spcBef>
              <a:buSzPts val="2800"/>
              <a:buFont typeface="Century Gothic"/>
              <a:buAutoNum type="arabicPeriod"/>
            </a:pPr>
            <a:endParaRPr lang="en-US" dirty="0"/>
          </a:p>
          <a:p>
            <a:pPr marL="514350" lvl="0" indent="-514350" algn="ctr">
              <a:spcBef>
                <a:spcPts val="560"/>
              </a:spcBef>
              <a:buSzPts val="2800"/>
              <a:buFont typeface="Century Gothic"/>
              <a:buAutoNum type="arabicPeriod"/>
            </a:pPr>
            <a:r>
              <a:rPr lang="en-US" dirty="0">
                <a:ea typeface="Century Gothic"/>
                <a:cs typeface="Century Gothic"/>
                <a:sym typeface="Century Gothic"/>
              </a:rPr>
              <a:t>Resolve uncertainty about how system works (foster learning)</a:t>
            </a:r>
          </a:p>
        </p:txBody>
      </p:sp>
      <p:sp>
        <p:nvSpPr>
          <p:cNvPr id="6" name="TextBox 5">
            <a:extLst>
              <a:ext uri="{FF2B5EF4-FFF2-40B4-BE49-F238E27FC236}">
                <a16:creationId xmlns:a16="http://schemas.microsoft.com/office/drawing/2014/main" id="{53528D11-5794-3314-7C0D-EB45D910B5BB}"/>
              </a:ext>
            </a:extLst>
          </p:cNvPr>
          <p:cNvSpPr txBox="1"/>
          <p:nvPr/>
        </p:nvSpPr>
        <p:spPr>
          <a:xfrm>
            <a:off x="154193" y="5988734"/>
            <a:ext cx="11303597" cy="646331"/>
          </a:xfrm>
          <a:prstGeom prst="rect">
            <a:avLst/>
          </a:prstGeom>
          <a:noFill/>
        </p:spPr>
        <p:txBody>
          <a:bodyPr wrap="square">
            <a:spAutoFit/>
          </a:bodyPr>
          <a:lstStyle/>
          <a:p>
            <a:pPr marL="114300" indent="0">
              <a:buNone/>
            </a:pPr>
            <a:r>
              <a:rPr lang="en-US" sz="1800" dirty="0">
                <a:solidFill>
                  <a:srgbClr val="000000"/>
                </a:solidFill>
                <a:latin typeface="+mj-lt"/>
              </a:rPr>
              <a:t>Lyons</a:t>
            </a:r>
            <a:r>
              <a:rPr lang="en-US" sz="1800" dirty="0">
                <a:solidFill>
                  <a:prstClr val="black"/>
                </a:solidFill>
                <a:latin typeface="+mj-lt"/>
              </a:rPr>
              <a:t> JE, MC Runge, HP Laskowski, and WL Kendall. 2008. Monitoring in the context of structured decision-making and adaptive management. Journal of Wildlife Management 172: 1683-1692. </a:t>
            </a:r>
          </a:p>
        </p:txBody>
      </p:sp>
      <p:sp>
        <p:nvSpPr>
          <p:cNvPr id="7" name="TextBox 6">
            <a:extLst>
              <a:ext uri="{FF2B5EF4-FFF2-40B4-BE49-F238E27FC236}">
                <a16:creationId xmlns:a16="http://schemas.microsoft.com/office/drawing/2014/main" id="{B49F3D41-AB8C-DC94-52C8-CB2D1C3120F0}"/>
              </a:ext>
            </a:extLst>
          </p:cNvPr>
          <p:cNvSpPr txBox="1"/>
          <p:nvPr/>
        </p:nvSpPr>
        <p:spPr>
          <a:xfrm>
            <a:off x="-11953" y="6635451"/>
            <a:ext cx="4570360"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18911106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64205A6-DF65-F12E-BB1A-ACB2A4019CF4}"/>
              </a:ext>
            </a:extLst>
          </p:cNvPr>
          <p:cNvPicPr>
            <a:picLocks noChangeAspect="1"/>
          </p:cNvPicPr>
          <p:nvPr/>
        </p:nvPicPr>
        <p:blipFill>
          <a:blip r:embed="rId2"/>
          <a:stretch>
            <a:fillRect/>
          </a:stretch>
        </p:blipFill>
        <p:spPr>
          <a:xfrm>
            <a:off x="7756264" y="949914"/>
            <a:ext cx="3795853" cy="5309807"/>
          </a:xfrm>
          <a:prstGeom prst="rect">
            <a:avLst/>
          </a:prstGeom>
        </p:spPr>
      </p:pic>
      <p:sp>
        <p:nvSpPr>
          <p:cNvPr id="2" name="Title 1">
            <a:extLst>
              <a:ext uri="{FF2B5EF4-FFF2-40B4-BE49-F238E27FC236}">
                <a16:creationId xmlns:a16="http://schemas.microsoft.com/office/drawing/2014/main" id="{EB6FD4A2-FDE2-8D4A-CF9C-6AAE7D172C9C}"/>
              </a:ext>
            </a:extLst>
          </p:cNvPr>
          <p:cNvSpPr>
            <a:spLocks noGrp="1"/>
          </p:cNvSpPr>
          <p:nvPr>
            <p:ph type="title"/>
          </p:nvPr>
        </p:nvSpPr>
        <p:spPr/>
        <p:txBody>
          <a:bodyPr/>
          <a:lstStyle/>
          <a:p>
            <a:r>
              <a:rPr lang="en-US" dirty="0"/>
              <a:t>Framing Adaptive Management</a:t>
            </a:r>
          </a:p>
        </p:txBody>
      </p:sp>
      <p:sp>
        <p:nvSpPr>
          <p:cNvPr id="3" name="Content Placeholder 2">
            <a:extLst>
              <a:ext uri="{FF2B5EF4-FFF2-40B4-BE49-F238E27FC236}">
                <a16:creationId xmlns:a16="http://schemas.microsoft.com/office/drawing/2014/main" id="{2006174F-353F-9F2F-2B8D-6C780A3A8E46}"/>
              </a:ext>
            </a:extLst>
          </p:cNvPr>
          <p:cNvSpPr>
            <a:spLocks noGrp="1"/>
          </p:cNvSpPr>
          <p:nvPr>
            <p:ph sz="half" idx="1"/>
          </p:nvPr>
        </p:nvSpPr>
        <p:spPr>
          <a:xfrm>
            <a:off x="838200" y="1690688"/>
            <a:ext cx="5181600" cy="4351338"/>
          </a:xfrm>
        </p:spPr>
        <p:txBody>
          <a:bodyPr/>
          <a:lstStyle/>
          <a:p>
            <a:pPr marL="342900" lvl="0" indent="-342900">
              <a:spcBef>
                <a:spcPts val="0"/>
              </a:spcBef>
              <a:tabLst>
                <a:tab pos="457200" algn="l"/>
              </a:tabLst>
            </a:pPr>
            <a:r>
              <a:rPr lang="en-US" sz="2400" dirty="0">
                <a:ea typeface="Times New Roman" panose="02020603050405020304" pitchFamily="18" charset="0"/>
                <a:cs typeface="Calibri" panose="020F0502020204030204" pitchFamily="34" charset="0"/>
              </a:rPr>
              <a:t>Define the recurrent decision</a:t>
            </a:r>
            <a:endParaRPr lang="en-US" sz="2400" dirty="0">
              <a:ea typeface="Times New Roman" panose="02020603050405020304" pitchFamily="18" charset="0"/>
              <a:cs typeface="Times New Roman" panose="02020603050405020304" pitchFamily="18" charset="0"/>
            </a:endParaRPr>
          </a:p>
          <a:p>
            <a:pPr marL="342900" lvl="0" indent="-342900">
              <a:spcBef>
                <a:spcPts val="0"/>
              </a:spcBef>
              <a:tabLst>
                <a:tab pos="457200" algn="l"/>
              </a:tabLst>
            </a:pPr>
            <a:r>
              <a:rPr lang="en-US" sz="2400" dirty="0">
                <a:ea typeface="Times New Roman" panose="02020603050405020304" pitchFamily="18" charset="0"/>
                <a:cs typeface="Calibri" panose="020F0502020204030204" pitchFamily="34" charset="0"/>
              </a:rPr>
              <a:t>Identify the elements of the decision</a:t>
            </a:r>
            <a:endParaRPr lang="en-US" sz="2400" dirty="0">
              <a:ea typeface="Times New Roman" panose="02020603050405020304" pitchFamily="18" charset="0"/>
              <a:cs typeface="Times New Roman" panose="02020603050405020304" pitchFamily="18" charset="0"/>
            </a:endParaRPr>
          </a:p>
          <a:p>
            <a:pPr marL="742950" marR="0" lvl="1" indent="-285750">
              <a:spcBef>
                <a:spcPts val="0"/>
              </a:spcBef>
              <a:spcAft>
                <a:spcPts val="0"/>
              </a:spcAft>
              <a:buFont typeface="Courier New" panose="02070309020205020404" pitchFamily="49" charset="0"/>
              <a:buChar char="o"/>
              <a:tabLst>
                <a:tab pos="914400" algn="l"/>
              </a:tabLst>
            </a:pPr>
            <a:r>
              <a:rPr lang="en-US" dirty="0">
                <a:ea typeface="Times New Roman" panose="02020603050405020304" pitchFamily="18" charset="0"/>
                <a:cs typeface="Calibri" panose="020F0502020204030204" pitchFamily="34" charset="0"/>
              </a:rPr>
              <a:t>Objectives, alternatives, predictive models, tools for tradeoff analysis or optimization</a:t>
            </a:r>
            <a:endParaRPr lang="en-US" dirty="0">
              <a:ea typeface="Times New Roman" panose="02020603050405020304" pitchFamily="18" charset="0"/>
              <a:cs typeface="Times New Roman" panose="02020603050405020304" pitchFamily="18" charset="0"/>
            </a:endParaRPr>
          </a:p>
          <a:p>
            <a:pPr marL="342900" lvl="0" indent="-342900">
              <a:spcBef>
                <a:spcPts val="0"/>
              </a:spcBef>
              <a:tabLst>
                <a:tab pos="457200" algn="l"/>
              </a:tabLst>
            </a:pPr>
            <a:r>
              <a:rPr lang="en-US" sz="2400" dirty="0">
                <a:ea typeface="Times New Roman" panose="02020603050405020304" pitchFamily="18" charset="0"/>
                <a:cs typeface="Calibri" panose="020F0502020204030204" pitchFamily="34" charset="0"/>
              </a:rPr>
              <a:t>Determine what impedes the decision</a:t>
            </a:r>
            <a:endParaRPr lang="en-US" sz="2400" dirty="0">
              <a:ea typeface="Times New Roman" panose="02020603050405020304" pitchFamily="18" charset="0"/>
              <a:cs typeface="Times New Roman" panose="02020603050405020304" pitchFamily="18" charset="0"/>
            </a:endParaRPr>
          </a:p>
          <a:p>
            <a:pPr marL="742950" marR="0" lvl="1" indent="-285750">
              <a:spcBef>
                <a:spcPts val="0"/>
              </a:spcBef>
              <a:spcAft>
                <a:spcPts val="0"/>
              </a:spcAft>
              <a:buFont typeface="Courier New" panose="02070309020205020404" pitchFamily="49" charset="0"/>
              <a:buChar char="o"/>
              <a:tabLst>
                <a:tab pos="914400" algn="l"/>
              </a:tabLst>
            </a:pPr>
            <a:r>
              <a:rPr lang="en-US" dirty="0">
                <a:ea typeface="Times New Roman" panose="02020603050405020304" pitchFamily="18" charset="0"/>
                <a:cs typeface="Calibri" panose="020F0502020204030204" pitchFamily="34" charset="0"/>
              </a:rPr>
              <a:t>Which uncertainty is making the decision difficult?</a:t>
            </a:r>
            <a:endParaRPr lang="en-US" dirty="0">
              <a:ea typeface="Times New Roman" panose="02020603050405020304" pitchFamily="18" charset="0"/>
              <a:cs typeface="Times New Roman" panose="02020603050405020304" pitchFamily="18" charset="0"/>
            </a:endParaRPr>
          </a:p>
          <a:p>
            <a:pPr marL="742950" marR="0" lvl="1" indent="-285750">
              <a:spcBef>
                <a:spcPts val="0"/>
              </a:spcBef>
              <a:spcAft>
                <a:spcPts val="0"/>
              </a:spcAft>
              <a:buFont typeface="Courier New" panose="02070309020205020404" pitchFamily="49" charset="0"/>
              <a:buChar char="o"/>
              <a:tabLst>
                <a:tab pos="914400" algn="l"/>
              </a:tabLst>
            </a:pPr>
            <a:r>
              <a:rPr lang="en-US" dirty="0">
                <a:ea typeface="Times New Roman" panose="02020603050405020304" pitchFamily="18" charset="0"/>
                <a:cs typeface="Calibri" panose="020F0502020204030204" pitchFamily="34" charset="0"/>
              </a:rPr>
              <a:t>This will motivate use of adaptive management</a:t>
            </a:r>
            <a:endParaRPr lang="en-US" dirty="0">
              <a:ea typeface="Times New Roman" panose="02020603050405020304" pitchFamily="18" charset="0"/>
              <a:cs typeface="Times New Roman" panose="02020603050405020304" pitchFamily="18" charset="0"/>
            </a:endParaRPr>
          </a:p>
          <a:p>
            <a:endParaRPr lang="en-US" dirty="0"/>
          </a:p>
        </p:txBody>
      </p:sp>
      <p:sp>
        <p:nvSpPr>
          <p:cNvPr id="7" name="TextBox 6">
            <a:extLst>
              <a:ext uri="{FF2B5EF4-FFF2-40B4-BE49-F238E27FC236}">
                <a16:creationId xmlns:a16="http://schemas.microsoft.com/office/drawing/2014/main" id="{39D46191-55F0-C8D8-C44F-DFC5C31BA6AF}"/>
              </a:ext>
            </a:extLst>
          </p:cNvPr>
          <p:cNvSpPr txBox="1"/>
          <p:nvPr/>
        </p:nvSpPr>
        <p:spPr>
          <a:xfrm>
            <a:off x="-11953" y="6635451"/>
            <a:ext cx="4570360" cy="276999"/>
          </a:xfrm>
          <a:prstGeom prst="rect">
            <a:avLst/>
          </a:prstGeom>
          <a:noFill/>
        </p:spPr>
        <p:txBody>
          <a:bodyPr wrap="square">
            <a:spAutoFit/>
          </a:bodyPr>
          <a:lstStyle/>
          <a:p>
            <a:r>
              <a:rPr lang="en-US" sz="1200" dirty="0"/>
              <a:t>Developed by Sarah Converse, Brielle Thompson</a:t>
            </a:r>
          </a:p>
        </p:txBody>
      </p:sp>
      <p:sp>
        <p:nvSpPr>
          <p:cNvPr id="8" name="TextBox 7">
            <a:extLst>
              <a:ext uri="{FF2B5EF4-FFF2-40B4-BE49-F238E27FC236}">
                <a16:creationId xmlns:a16="http://schemas.microsoft.com/office/drawing/2014/main" id="{36EC0FE4-7BF7-8DA5-C4DA-D24D28B00349}"/>
              </a:ext>
            </a:extLst>
          </p:cNvPr>
          <p:cNvSpPr txBox="1"/>
          <p:nvPr/>
        </p:nvSpPr>
        <p:spPr>
          <a:xfrm>
            <a:off x="8595958" y="6312285"/>
            <a:ext cx="2850179" cy="461665"/>
          </a:xfrm>
          <a:prstGeom prst="rect">
            <a:avLst/>
          </a:prstGeom>
          <a:noFill/>
        </p:spPr>
        <p:txBody>
          <a:bodyPr wrap="square">
            <a:spAutoFit/>
          </a:bodyPr>
          <a:lstStyle/>
          <a:p>
            <a:pPr algn="ctr"/>
            <a:r>
              <a:rPr lang="en-US" sz="1200" dirty="0"/>
              <a:t>Williams et al. 2007 &amp; DOI Adaptive Management Guide</a:t>
            </a:r>
          </a:p>
        </p:txBody>
      </p:sp>
    </p:spTree>
    <p:extLst>
      <p:ext uri="{BB962C8B-B14F-4D97-AF65-F5344CB8AC3E}">
        <p14:creationId xmlns:p14="http://schemas.microsoft.com/office/powerpoint/2010/main" val="180649437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C97AE-9C74-146B-DFFF-FC22D01F49CD}"/>
              </a:ext>
            </a:extLst>
          </p:cNvPr>
          <p:cNvSpPr>
            <a:spLocks noGrp="1"/>
          </p:cNvSpPr>
          <p:nvPr>
            <p:ph type="title"/>
          </p:nvPr>
        </p:nvSpPr>
        <p:spPr>
          <a:xfrm>
            <a:off x="762000" y="384884"/>
            <a:ext cx="10515600" cy="592306"/>
          </a:xfrm>
        </p:spPr>
        <p:txBody>
          <a:bodyPr>
            <a:normAutofit fontScale="90000"/>
          </a:bodyPr>
          <a:lstStyle/>
          <a:p>
            <a:r>
              <a:rPr lang="en-US" dirty="0"/>
              <a:t>How does it work?</a:t>
            </a:r>
          </a:p>
        </p:txBody>
      </p:sp>
      <p:sp>
        <p:nvSpPr>
          <p:cNvPr id="3" name="Content Placeholder 2">
            <a:extLst>
              <a:ext uri="{FF2B5EF4-FFF2-40B4-BE49-F238E27FC236}">
                <a16:creationId xmlns:a16="http://schemas.microsoft.com/office/drawing/2014/main" id="{AE1B6B27-14AF-F0C0-B93A-002F3B20E454}"/>
              </a:ext>
            </a:extLst>
          </p:cNvPr>
          <p:cNvSpPr>
            <a:spLocks noGrp="1"/>
          </p:cNvSpPr>
          <p:nvPr>
            <p:ph sz="half" idx="1"/>
          </p:nvPr>
        </p:nvSpPr>
        <p:spPr>
          <a:xfrm>
            <a:off x="869577" y="1100192"/>
            <a:ext cx="9810973" cy="5330287"/>
          </a:xfrm>
        </p:spPr>
        <p:txBody>
          <a:bodyPr>
            <a:normAutofit fontScale="70000" lnSpcReduction="20000"/>
          </a:bodyPr>
          <a:lstStyle/>
          <a:p>
            <a:pPr marL="514350" lvl="0" indent="-514350">
              <a:buFont typeface="+mj-lt"/>
              <a:buAutoNum type="arabicPeriod"/>
            </a:pPr>
            <a:r>
              <a:rPr lang="en-US" dirty="0"/>
              <a:t>Structure the decision problem</a:t>
            </a:r>
          </a:p>
          <a:p>
            <a:pPr lvl="1">
              <a:buClr>
                <a:schemeClr val="tx1"/>
              </a:buClr>
            </a:pPr>
            <a:r>
              <a:rPr lang="en-US" dirty="0"/>
              <a:t>Objectives</a:t>
            </a:r>
          </a:p>
          <a:p>
            <a:pPr lvl="1">
              <a:buClr>
                <a:schemeClr val="tx1"/>
              </a:buClr>
            </a:pPr>
            <a:r>
              <a:rPr lang="en-US" dirty="0"/>
              <a:t>Alternatives</a:t>
            </a:r>
          </a:p>
          <a:p>
            <a:pPr marL="514350" lvl="0" indent="-514350">
              <a:buFont typeface="+mj-lt"/>
              <a:buAutoNum type="arabicPeriod"/>
            </a:pPr>
            <a:r>
              <a:rPr lang="en-US" dirty="0"/>
              <a:t>Develop predictive models that include key sources of uncertainty</a:t>
            </a:r>
          </a:p>
          <a:p>
            <a:pPr lvl="1"/>
            <a:r>
              <a:rPr lang="en-US" dirty="0"/>
              <a:t>Distinguish between reducible and irreducible uncertainty</a:t>
            </a:r>
          </a:p>
          <a:p>
            <a:pPr lvl="1"/>
            <a:r>
              <a:rPr lang="en-US" dirty="0"/>
              <a:t>Analyze the expected value of information to determine if the critical uncertainty is actually worth reducing</a:t>
            </a:r>
          </a:p>
          <a:p>
            <a:pPr marL="514350" lvl="0" indent="-514350">
              <a:buFont typeface="+mj-lt"/>
              <a:buAutoNum type="arabicPeriod"/>
            </a:pPr>
            <a:r>
              <a:rPr lang="en-US" dirty="0"/>
              <a:t>Identify a preferred management action, based on</a:t>
            </a:r>
          </a:p>
          <a:p>
            <a:pPr lvl="1"/>
            <a:r>
              <a:rPr lang="en-US" dirty="0"/>
              <a:t>Management objective(s)</a:t>
            </a:r>
          </a:p>
          <a:p>
            <a:pPr lvl="1"/>
            <a:r>
              <a:rPr lang="en-US" dirty="0"/>
              <a:t>Observed status of the resource</a:t>
            </a:r>
          </a:p>
          <a:p>
            <a:pPr lvl="1"/>
            <a:r>
              <a:rPr lang="en-US" dirty="0"/>
              <a:t>Weight of evidence (i.e., relative confidence in each of the alternative models)</a:t>
            </a:r>
          </a:p>
          <a:p>
            <a:pPr lvl="1"/>
            <a:r>
              <a:rPr lang="en-US" dirty="0"/>
              <a:t>Anticipated value of learning</a:t>
            </a:r>
          </a:p>
          <a:p>
            <a:pPr marL="514350" lvl="0" indent="-514350">
              <a:buFont typeface="+mj-lt"/>
              <a:buAutoNum type="arabicPeriod"/>
            </a:pPr>
            <a:r>
              <a:rPr lang="en-US" dirty="0"/>
              <a:t>The management decision is implemented, and the resource evolves to a new state</a:t>
            </a:r>
          </a:p>
          <a:p>
            <a:pPr marL="514350" lvl="0" indent="-514350">
              <a:buFont typeface="+mj-lt"/>
              <a:buAutoNum type="arabicPeriod"/>
            </a:pPr>
            <a:r>
              <a:rPr lang="en-US" dirty="0"/>
              <a:t>A monitoring program observes the resource response (new system state), and the observation is compared with the model‐specific predictions</a:t>
            </a:r>
          </a:p>
          <a:p>
            <a:pPr marL="514350" lvl="0" indent="-514350">
              <a:buFont typeface="+mj-lt"/>
              <a:buAutoNum type="arabicPeriod"/>
            </a:pPr>
            <a:r>
              <a:rPr lang="en-US" dirty="0"/>
              <a:t>Model‐specific weights are updated to reflect the new information</a:t>
            </a:r>
          </a:p>
          <a:p>
            <a:pPr lvl="1"/>
            <a:r>
              <a:rPr lang="en-US" dirty="0"/>
              <a:t>Weights increase for those models that more closely matched the observations</a:t>
            </a:r>
          </a:p>
          <a:p>
            <a:pPr lvl="1"/>
            <a:r>
              <a:rPr lang="en-US" dirty="0"/>
              <a:t>Weights decrease for models which showed poorer predictive capacity</a:t>
            </a:r>
          </a:p>
          <a:p>
            <a:pPr marL="514350" lvl="0" indent="-514350">
              <a:buFont typeface="+mj-lt"/>
              <a:buAutoNum type="arabicPeriod"/>
            </a:pPr>
            <a:r>
              <a:rPr lang="en-US" dirty="0"/>
              <a:t>Return to step 3</a:t>
            </a:r>
          </a:p>
          <a:p>
            <a:pPr marL="514350" indent="-514350">
              <a:buFont typeface="+mj-lt"/>
              <a:buAutoNum type="arabicPeriod"/>
            </a:pPr>
            <a:endParaRPr lang="en-US" dirty="0"/>
          </a:p>
        </p:txBody>
      </p:sp>
      <p:sp>
        <p:nvSpPr>
          <p:cNvPr id="6" name="TextBox 5">
            <a:extLst>
              <a:ext uri="{FF2B5EF4-FFF2-40B4-BE49-F238E27FC236}">
                <a16:creationId xmlns:a16="http://schemas.microsoft.com/office/drawing/2014/main" id="{23546333-E4E0-3616-01C7-B2E81686A992}"/>
              </a:ext>
            </a:extLst>
          </p:cNvPr>
          <p:cNvSpPr txBox="1"/>
          <p:nvPr/>
        </p:nvSpPr>
        <p:spPr>
          <a:xfrm>
            <a:off x="49305" y="6553482"/>
            <a:ext cx="12142695" cy="276999"/>
          </a:xfrm>
          <a:prstGeom prst="rect">
            <a:avLst/>
          </a:prstGeom>
          <a:noFill/>
        </p:spPr>
        <p:txBody>
          <a:bodyPr wrap="square">
            <a:spAutoFit/>
          </a:bodyPr>
          <a:lstStyle/>
          <a:p>
            <a:r>
              <a:rPr lang="en-US" sz="1200" dirty="0"/>
              <a:t>Developed by Runge MC, Nichols JD, Johnson FA, Eaton MJ, Romito AM, Breese G, Cochrane JF, Converse SJ, Eaton MJ, Larson MA, Lyons JE, Smith DR, Isham AF</a:t>
            </a:r>
          </a:p>
        </p:txBody>
      </p:sp>
    </p:spTree>
    <p:extLst>
      <p:ext uri="{BB962C8B-B14F-4D97-AF65-F5344CB8AC3E}">
        <p14:creationId xmlns:p14="http://schemas.microsoft.com/office/powerpoint/2010/main" val="28779860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70AFC2-E173-453B-A285-6F3CA808D1A6}"/>
              </a:ext>
            </a:extLst>
          </p:cNvPr>
          <p:cNvSpPr/>
          <p:nvPr/>
        </p:nvSpPr>
        <p:spPr>
          <a:xfrm>
            <a:off x="1665316" y="1147156"/>
            <a:ext cx="8936182" cy="8975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3" name="Rectangle 2"/>
          <p:cNvSpPr>
            <a:spLocks noGrp="1" noChangeArrowheads="1"/>
          </p:cNvSpPr>
          <p:nvPr>
            <p:ph type="title"/>
          </p:nvPr>
        </p:nvSpPr>
        <p:spPr>
          <a:xfrm>
            <a:off x="5916612" y="274638"/>
            <a:ext cx="4217988" cy="1143000"/>
          </a:xfrm>
        </p:spPr>
        <p:txBody>
          <a:bodyPr/>
          <a:lstStyle/>
          <a:p>
            <a:r>
              <a:rPr lang="en-US" altLang="en-US" dirty="0"/>
              <a:t>Adaptive</a:t>
            </a:r>
          </a:p>
        </p:txBody>
      </p:sp>
      <p:sp>
        <p:nvSpPr>
          <p:cNvPr id="25604" name="Oval 23"/>
          <p:cNvSpPr>
            <a:spLocks noChangeArrowheads="1"/>
          </p:cNvSpPr>
          <p:nvPr/>
        </p:nvSpPr>
        <p:spPr bwMode="auto">
          <a:xfrm>
            <a:off x="7754938" y="3200400"/>
            <a:ext cx="1465263" cy="1460500"/>
          </a:xfrm>
          <a:prstGeom prst="ellipse">
            <a:avLst/>
          </a:prstGeom>
          <a:noFill/>
          <a:ln w="23813">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tx1"/>
              </a:solidFill>
            </a:endParaRPr>
          </a:p>
        </p:txBody>
      </p:sp>
      <p:sp>
        <p:nvSpPr>
          <p:cNvPr id="25606" name="Rectangle 3"/>
          <p:cNvSpPr>
            <a:spLocks noChangeArrowheads="1"/>
          </p:cNvSpPr>
          <p:nvPr/>
        </p:nvSpPr>
        <p:spPr bwMode="auto">
          <a:xfrm>
            <a:off x="6199188" y="3871914"/>
            <a:ext cx="25400" cy="47625"/>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07" name="Rectangle 4"/>
          <p:cNvSpPr>
            <a:spLocks noChangeArrowheads="1"/>
          </p:cNvSpPr>
          <p:nvPr/>
        </p:nvSpPr>
        <p:spPr bwMode="auto">
          <a:xfrm>
            <a:off x="6199188" y="3725864"/>
            <a:ext cx="25400" cy="47625"/>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08" name="Rectangle 5"/>
          <p:cNvSpPr>
            <a:spLocks noChangeArrowheads="1"/>
          </p:cNvSpPr>
          <p:nvPr/>
        </p:nvSpPr>
        <p:spPr bwMode="auto">
          <a:xfrm>
            <a:off x="6199188" y="3579814"/>
            <a:ext cx="25400" cy="47625"/>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09" name="Rectangle 6"/>
          <p:cNvSpPr>
            <a:spLocks noChangeArrowheads="1"/>
          </p:cNvSpPr>
          <p:nvPr/>
        </p:nvSpPr>
        <p:spPr bwMode="auto">
          <a:xfrm>
            <a:off x="6199188" y="34337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0" name="Rectangle 7"/>
          <p:cNvSpPr>
            <a:spLocks noChangeArrowheads="1"/>
          </p:cNvSpPr>
          <p:nvPr/>
        </p:nvSpPr>
        <p:spPr bwMode="auto">
          <a:xfrm>
            <a:off x="6199188" y="32877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1" name="Rectangle 8"/>
          <p:cNvSpPr>
            <a:spLocks noChangeArrowheads="1"/>
          </p:cNvSpPr>
          <p:nvPr/>
        </p:nvSpPr>
        <p:spPr bwMode="auto">
          <a:xfrm>
            <a:off x="6199188" y="31416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2" name="Rectangle 9"/>
          <p:cNvSpPr>
            <a:spLocks noChangeArrowheads="1"/>
          </p:cNvSpPr>
          <p:nvPr/>
        </p:nvSpPr>
        <p:spPr bwMode="auto">
          <a:xfrm>
            <a:off x="6199188" y="29956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3" name="Rectangle 10"/>
          <p:cNvSpPr>
            <a:spLocks noChangeArrowheads="1"/>
          </p:cNvSpPr>
          <p:nvPr/>
        </p:nvSpPr>
        <p:spPr bwMode="auto">
          <a:xfrm>
            <a:off x="6199188" y="28495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4" name="Rectangle 11"/>
          <p:cNvSpPr>
            <a:spLocks noChangeArrowheads="1"/>
          </p:cNvSpPr>
          <p:nvPr/>
        </p:nvSpPr>
        <p:spPr bwMode="auto">
          <a:xfrm>
            <a:off x="6199188" y="27035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5" name="Rectangle 12"/>
          <p:cNvSpPr>
            <a:spLocks noChangeArrowheads="1"/>
          </p:cNvSpPr>
          <p:nvPr/>
        </p:nvSpPr>
        <p:spPr bwMode="auto">
          <a:xfrm>
            <a:off x="6199188" y="25574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6" name="Rectangle 13"/>
          <p:cNvSpPr>
            <a:spLocks noChangeArrowheads="1"/>
          </p:cNvSpPr>
          <p:nvPr/>
        </p:nvSpPr>
        <p:spPr bwMode="auto">
          <a:xfrm>
            <a:off x="6199188" y="24114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7" name="Rectangle 14"/>
          <p:cNvSpPr>
            <a:spLocks noChangeArrowheads="1"/>
          </p:cNvSpPr>
          <p:nvPr/>
        </p:nvSpPr>
        <p:spPr bwMode="auto">
          <a:xfrm>
            <a:off x="6199188" y="22653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8" name="Rectangle 15"/>
          <p:cNvSpPr>
            <a:spLocks noChangeArrowheads="1"/>
          </p:cNvSpPr>
          <p:nvPr/>
        </p:nvSpPr>
        <p:spPr bwMode="auto">
          <a:xfrm>
            <a:off x="6199188" y="21193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9" name="Rectangle 16"/>
          <p:cNvSpPr>
            <a:spLocks noChangeArrowheads="1"/>
          </p:cNvSpPr>
          <p:nvPr/>
        </p:nvSpPr>
        <p:spPr bwMode="auto">
          <a:xfrm>
            <a:off x="6199188" y="19732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0" name="Rectangle 17"/>
          <p:cNvSpPr>
            <a:spLocks noChangeArrowheads="1"/>
          </p:cNvSpPr>
          <p:nvPr/>
        </p:nvSpPr>
        <p:spPr bwMode="auto">
          <a:xfrm>
            <a:off x="6199188" y="18272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3" name="Oval 20"/>
          <p:cNvSpPr>
            <a:spLocks noChangeArrowheads="1"/>
          </p:cNvSpPr>
          <p:nvPr/>
        </p:nvSpPr>
        <p:spPr bwMode="auto">
          <a:xfrm>
            <a:off x="3930650" y="2098676"/>
            <a:ext cx="4567238" cy="36496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4" name="Oval 21"/>
          <p:cNvSpPr>
            <a:spLocks noChangeArrowheads="1"/>
          </p:cNvSpPr>
          <p:nvPr/>
        </p:nvSpPr>
        <p:spPr bwMode="auto">
          <a:xfrm>
            <a:off x="4521200" y="1524001"/>
            <a:ext cx="1462088" cy="1458913"/>
          </a:xfrm>
          <a:prstGeom prst="ellipse">
            <a:avLst/>
          </a:prstGeom>
          <a:noFill/>
          <a:ln w="23813">
            <a:solidFill>
              <a:schemeClr val="bg1">
                <a:lumMod val="8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bg1">
                  <a:lumMod val="85000"/>
                </a:schemeClr>
              </a:solidFill>
            </a:endParaRPr>
          </a:p>
        </p:txBody>
      </p:sp>
      <p:sp>
        <p:nvSpPr>
          <p:cNvPr id="25625" name="Oval 22"/>
          <p:cNvSpPr>
            <a:spLocks noChangeArrowheads="1"/>
          </p:cNvSpPr>
          <p:nvPr/>
        </p:nvSpPr>
        <p:spPr bwMode="auto">
          <a:xfrm>
            <a:off x="6437314" y="1524001"/>
            <a:ext cx="1463675" cy="1458913"/>
          </a:xfrm>
          <a:prstGeom prst="ellipse">
            <a:avLst/>
          </a:prstGeom>
          <a:noFill/>
          <a:ln w="23813">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tx1"/>
              </a:solidFill>
            </a:endParaRPr>
          </a:p>
        </p:txBody>
      </p:sp>
      <p:sp>
        <p:nvSpPr>
          <p:cNvPr id="25626" name="Oval 24"/>
          <p:cNvSpPr>
            <a:spLocks noChangeArrowheads="1"/>
          </p:cNvSpPr>
          <p:nvPr/>
        </p:nvSpPr>
        <p:spPr bwMode="auto">
          <a:xfrm>
            <a:off x="6440489" y="4854576"/>
            <a:ext cx="1462087" cy="1458913"/>
          </a:xfrm>
          <a:prstGeom prst="ellipse">
            <a:avLst/>
          </a:prstGeom>
          <a:noFill/>
          <a:ln w="23813">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tx1"/>
              </a:solidFill>
            </a:endParaRPr>
          </a:p>
        </p:txBody>
      </p:sp>
      <p:sp>
        <p:nvSpPr>
          <p:cNvPr id="25627" name="Oval 25"/>
          <p:cNvSpPr>
            <a:spLocks noChangeArrowheads="1"/>
          </p:cNvSpPr>
          <p:nvPr/>
        </p:nvSpPr>
        <p:spPr bwMode="auto">
          <a:xfrm>
            <a:off x="4522788" y="4854576"/>
            <a:ext cx="1465262" cy="1458913"/>
          </a:xfrm>
          <a:prstGeom prst="ellipse">
            <a:avLst/>
          </a:prstGeom>
          <a:noFill/>
          <a:ln w="23813">
            <a:solidFill>
              <a:schemeClr val="bg1">
                <a:lumMod val="8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bg1">
                  <a:lumMod val="85000"/>
                </a:schemeClr>
              </a:solidFill>
            </a:endParaRPr>
          </a:p>
        </p:txBody>
      </p:sp>
      <p:sp>
        <p:nvSpPr>
          <p:cNvPr id="25628" name="Oval 26"/>
          <p:cNvSpPr>
            <a:spLocks noChangeArrowheads="1"/>
          </p:cNvSpPr>
          <p:nvPr/>
        </p:nvSpPr>
        <p:spPr bwMode="auto">
          <a:xfrm>
            <a:off x="3200400" y="3192463"/>
            <a:ext cx="1462088" cy="1460500"/>
          </a:xfrm>
          <a:prstGeom prst="ellipse">
            <a:avLst/>
          </a:prstGeom>
          <a:noFill/>
          <a:ln w="23813">
            <a:solidFill>
              <a:schemeClr val="bg1">
                <a:lumMod val="8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bg1">
                  <a:lumMod val="85000"/>
                </a:schemeClr>
              </a:solidFill>
            </a:endParaRPr>
          </a:p>
        </p:txBody>
      </p:sp>
      <p:sp>
        <p:nvSpPr>
          <p:cNvPr id="25629" name="Freeform 27"/>
          <p:cNvSpPr>
            <a:spLocks/>
          </p:cNvSpPr>
          <p:nvPr/>
        </p:nvSpPr>
        <p:spPr bwMode="auto">
          <a:xfrm>
            <a:off x="6207126" y="3911601"/>
            <a:ext cx="55563"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6"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0" name="Freeform 28"/>
          <p:cNvSpPr>
            <a:spLocks/>
          </p:cNvSpPr>
          <p:nvPr/>
        </p:nvSpPr>
        <p:spPr bwMode="auto">
          <a:xfrm>
            <a:off x="6334126" y="3984626"/>
            <a:ext cx="55563" cy="47625"/>
          </a:xfrm>
          <a:custGeom>
            <a:avLst/>
            <a:gdLst>
              <a:gd name="T0" fmla="*/ 2147483647 w 35"/>
              <a:gd name="T1" fmla="*/ 0 h 30"/>
              <a:gd name="T2" fmla="*/ 0 w 35"/>
              <a:gd name="T3" fmla="*/ 2147483647 h 30"/>
              <a:gd name="T4" fmla="*/ 2147483647 w 35"/>
              <a:gd name="T5" fmla="*/ 2147483647 h 30"/>
              <a:gd name="T6" fmla="*/ 2147483647 w 35"/>
              <a:gd name="T7" fmla="*/ 2147483647 h 30"/>
              <a:gd name="T8" fmla="*/ 2147483647 w 35"/>
              <a:gd name="T9" fmla="*/ 0 h 30"/>
              <a:gd name="T10" fmla="*/ 0 60000 65536"/>
              <a:gd name="T11" fmla="*/ 0 60000 65536"/>
              <a:gd name="T12" fmla="*/ 0 60000 65536"/>
              <a:gd name="T13" fmla="*/ 0 60000 65536"/>
              <a:gd name="T14" fmla="*/ 0 60000 65536"/>
              <a:gd name="T15" fmla="*/ 0 w 35"/>
              <a:gd name="T16" fmla="*/ 0 h 30"/>
              <a:gd name="T17" fmla="*/ 35 w 35"/>
              <a:gd name="T18" fmla="*/ 30 h 30"/>
            </a:gdLst>
            <a:ahLst/>
            <a:cxnLst>
              <a:cxn ang="T10">
                <a:pos x="T0" y="T1"/>
              </a:cxn>
              <a:cxn ang="T11">
                <a:pos x="T2" y="T3"/>
              </a:cxn>
              <a:cxn ang="T12">
                <a:pos x="T4" y="T5"/>
              </a:cxn>
              <a:cxn ang="T13">
                <a:pos x="T6" y="T7"/>
              </a:cxn>
              <a:cxn ang="T14">
                <a:pos x="T8" y="T9"/>
              </a:cxn>
            </a:cxnLst>
            <a:rect l="T15" t="T16" r="T17" b="T18"/>
            <a:pathLst>
              <a:path w="35" h="30">
                <a:moveTo>
                  <a:pt x="10" y="0"/>
                </a:moveTo>
                <a:lnTo>
                  <a:pt x="0" y="15"/>
                </a:lnTo>
                <a:lnTo>
                  <a:pt x="25" y="30"/>
                </a:lnTo>
                <a:lnTo>
                  <a:pt x="35"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1" name="Freeform 29"/>
          <p:cNvSpPr>
            <a:spLocks/>
          </p:cNvSpPr>
          <p:nvPr/>
        </p:nvSpPr>
        <p:spPr bwMode="auto">
          <a:xfrm>
            <a:off x="6459538" y="4057651"/>
            <a:ext cx="57150"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7"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2" name="Freeform 30"/>
          <p:cNvSpPr>
            <a:spLocks/>
          </p:cNvSpPr>
          <p:nvPr/>
        </p:nvSpPr>
        <p:spPr bwMode="auto">
          <a:xfrm>
            <a:off x="6586538" y="4130676"/>
            <a:ext cx="57150" cy="47625"/>
          </a:xfrm>
          <a:custGeom>
            <a:avLst/>
            <a:gdLst>
              <a:gd name="T0" fmla="*/ 2147483647 w 37"/>
              <a:gd name="T1" fmla="*/ 0 h 30"/>
              <a:gd name="T2" fmla="*/ 0 w 37"/>
              <a:gd name="T3" fmla="*/ 2147483647 h 30"/>
              <a:gd name="T4" fmla="*/ 2147483647 w 37"/>
              <a:gd name="T5" fmla="*/ 2147483647 h 30"/>
              <a:gd name="T6" fmla="*/ 2147483647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10" y="0"/>
                </a:moveTo>
                <a:lnTo>
                  <a:pt x="0" y="15"/>
                </a:lnTo>
                <a:lnTo>
                  <a:pt x="27" y="30"/>
                </a:lnTo>
                <a:lnTo>
                  <a:pt x="37"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3" name="Freeform 31"/>
          <p:cNvSpPr>
            <a:spLocks/>
          </p:cNvSpPr>
          <p:nvPr/>
        </p:nvSpPr>
        <p:spPr bwMode="auto">
          <a:xfrm>
            <a:off x="6711950" y="4203701"/>
            <a:ext cx="57150"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7"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4" name="Freeform 32"/>
          <p:cNvSpPr>
            <a:spLocks/>
          </p:cNvSpPr>
          <p:nvPr/>
        </p:nvSpPr>
        <p:spPr bwMode="auto">
          <a:xfrm>
            <a:off x="6838950" y="4276726"/>
            <a:ext cx="58738" cy="47625"/>
          </a:xfrm>
          <a:custGeom>
            <a:avLst/>
            <a:gdLst>
              <a:gd name="T0" fmla="*/ 2147483647 w 37"/>
              <a:gd name="T1" fmla="*/ 0 h 30"/>
              <a:gd name="T2" fmla="*/ 0 w 37"/>
              <a:gd name="T3" fmla="*/ 2147483647 h 30"/>
              <a:gd name="T4" fmla="*/ 2147483647 w 37"/>
              <a:gd name="T5" fmla="*/ 2147483647 h 30"/>
              <a:gd name="T6" fmla="*/ 2147483647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10" y="0"/>
                </a:moveTo>
                <a:lnTo>
                  <a:pt x="0" y="15"/>
                </a:lnTo>
                <a:lnTo>
                  <a:pt x="27" y="30"/>
                </a:lnTo>
                <a:lnTo>
                  <a:pt x="37"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5" name="Freeform 33"/>
          <p:cNvSpPr>
            <a:spLocks/>
          </p:cNvSpPr>
          <p:nvPr/>
        </p:nvSpPr>
        <p:spPr bwMode="auto">
          <a:xfrm>
            <a:off x="6962775" y="4349751"/>
            <a:ext cx="58738"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10" y="0"/>
                </a:moveTo>
                <a:lnTo>
                  <a:pt x="0" y="15"/>
                </a:lnTo>
                <a:lnTo>
                  <a:pt x="27" y="30"/>
                </a:lnTo>
                <a:lnTo>
                  <a:pt x="36"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6" name="Freeform 34"/>
          <p:cNvSpPr>
            <a:spLocks/>
          </p:cNvSpPr>
          <p:nvPr/>
        </p:nvSpPr>
        <p:spPr bwMode="auto">
          <a:xfrm>
            <a:off x="7089776" y="4422776"/>
            <a:ext cx="60325" cy="47625"/>
          </a:xfrm>
          <a:custGeom>
            <a:avLst/>
            <a:gdLst>
              <a:gd name="T0" fmla="*/ 2147483647 w 37"/>
              <a:gd name="T1" fmla="*/ 0 h 30"/>
              <a:gd name="T2" fmla="*/ 0 w 37"/>
              <a:gd name="T3" fmla="*/ 2147483647 h 30"/>
              <a:gd name="T4" fmla="*/ 2147483647 w 37"/>
              <a:gd name="T5" fmla="*/ 2147483647 h 30"/>
              <a:gd name="T6" fmla="*/ 2147483647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10" y="0"/>
                </a:moveTo>
                <a:lnTo>
                  <a:pt x="0" y="15"/>
                </a:lnTo>
                <a:lnTo>
                  <a:pt x="27" y="30"/>
                </a:lnTo>
                <a:lnTo>
                  <a:pt x="37"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7" name="Freeform 35"/>
          <p:cNvSpPr>
            <a:spLocks/>
          </p:cNvSpPr>
          <p:nvPr/>
        </p:nvSpPr>
        <p:spPr bwMode="auto">
          <a:xfrm>
            <a:off x="7219951" y="4495801"/>
            <a:ext cx="53975" cy="47625"/>
          </a:xfrm>
          <a:custGeom>
            <a:avLst/>
            <a:gdLst>
              <a:gd name="T0" fmla="*/ 2147483647 w 34"/>
              <a:gd name="T1" fmla="*/ 0 h 30"/>
              <a:gd name="T2" fmla="*/ 0 w 34"/>
              <a:gd name="T3" fmla="*/ 2147483647 h 30"/>
              <a:gd name="T4" fmla="*/ 2147483647 w 34"/>
              <a:gd name="T5" fmla="*/ 2147483647 h 30"/>
              <a:gd name="T6" fmla="*/ 2147483647 w 34"/>
              <a:gd name="T7" fmla="*/ 2147483647 h 30"/>
              <a:gd name="T8" fmla="*/ 2147483647 w 34"/>
              <a:gd name="T9" fmla="*/ 0 h 30"/>
              <a:gd name="T10" fmla="*/ 0 60000 65536"/>
              <a:gd name="T11" fmla="*/ 0 60000 65536"/>
              <a:gd name="T12" fmla="*/ 0 60000 65536"/>
              <a:gd name="T13" fmla="*/ 0 60000 65536"/>
              <a:gd name="T14" fmla="*/ 0 60000 65536"/>
              <a:gd name="T15" fmla="*/ 0 w 34"/>
              <a:gd name="T16" fmla="*/ 0 h 30"/>
              <a:gd name="T17" fmla="*/ 34 w 34"/>
              <a:gd name="T18" fmla="*/ 30 h 30"/>
            </a:gdLst>
            <a:ahLst/>
            <a:cxnLst>
              <a:cxn ang="T10">
                <a:pos x="T0" y="T1"/>
              </a:cxn>
              <a:cxn ang="T11">
                <a:pos x="T2" y="T3"/>
              </a:cxn>
              <a:cxn ang="T12">
                <a:pos x="T4" y="T5"/>
              </a:cxn>
              <a:cxn ang="T13">
                <a:pos x="T6" y="T7"/>
              </a:cxn>
              <a:cxn ang="T14">
                <a:pos x="T8" y="T9"/>
              </a:cxn>
            </a:cxnLst>
            <a:rect l="T15" t="T16" r="T17" b="T18"/>
            <a:pathLst>
              <a:path w="34" h="30">
                <a:moveTo>
                  <a:pt x="10" y="0"/>
                </a:moveTo>
                <a:lnTo>
                  <a:pt x="0" y="15"/>
                </a:lnTo>
                <a:lnTo>
                  <a:pt x="25" y="30"/>
                </a:lnTo>
                <a:lnTo>
                  <a:pt x="34"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8" name="Freeform 36"/>
          <p:cNvSpPr>
            <a:spLocks/>
          </p:cNvSpPr>
          <p:nvPr/>
        </p:nvSpPr>
        <p:spPr bwMode="auto">
          <a:xfrm>
            <a:off x="7343775" y="4568826"/>
            <a:ext cx="58738"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6"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9" name="Freeform 37"/>
          <p:cNvSpPr>
            <a:spLocks/>
          </p:cNvSpPr>
          <p:nvPr/>
        </p:nvSpPr>
        <p:spPr bwMode="auto">
          <a:xfrm>
            <a:off x="7470775" y="4641851"/>
            <a:ext cx="58738"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10" y="0"/>
                </a:moveTo>
                <a:lnTo>
                  <a:pt x="0" y="15"/>
                </a:lnTo>
                <a:lnTo>
                  <a:pt x="27" y="30"/>
                </a:lnTo>
                <a:lnTo>
                  <a:pt x="36"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0" name="Freeform 38"/>
          <p:cNvSpPr>
            <a:spLocks/>
          </p:cNvSpPr>
          <p:nvPr/>
        </p:nvSpPr>
        <p:spPr bwMode="auto">
          <a:xfrm>
            <a:off x="7596189" y="4714876"/>
            <a:ext cx="58737"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6"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41" name="Freeform 39"/>
          <p:cNvSpPr>
            <a:spLocks/>
          </p:cNvSpPr>
          <p:nvPr/>
        </p:nvSpPr>
        <p:spPr bwMode="auto">
          <a:xfrm>
            <a:off x="7723189" y="4786313"/>
            <a:ext cx="60325" cy="49212"/>
          </a:xfrm>
          <a:custGeom>
            <a:avLst/>
            <a:gdLst>
              <a:gd name="T0" fmla="*/ 2147483647 w 37"/>
              <a:gd name="T1" fmla="*/ 0 h 31"/>
              <a:gd name="T2" fmla="*/ 0 w 37"/>
              <a:gd name="T3" fmla="*/ 2147483647 h 31"/>
              <a:gd name="T4" fmla="*/ 2147483647 w 37"/>
              <a:gd name="T5" fmla="*/ 2147483647 h 31"/>
              <a:gd name="T6" fmla="*/ 2147483647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10" y="0"/>
                </a:moveTo>
                <a:lnTo>
                  <a:pt x="0" y="16"/>
                </a:lnTo>
                <a:lnTo>
                  <a:pt x="27" y="31"/>
                </a:lnTo>
                <a:lnTo>
                  <a:pt x="37" y="16"/>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2" name="Freeform 40"/>
          <p:cNvSpPr>
            <a:spLocks/>
          </p:cNvSpPr>
          <p:nvPr/>
        </p:nvSpPr>
        <p:spPr bwMode="auto">
          <a:xfrm>
            <a:off x="7850188" y="4859338"/>
            <a:ext cx="57150" cy="49212"/>
          </a:xfrm>
          <a:custGeom>
            <a:avLst/>
            <a:gdLst>
              <a:gd name="T0" fmla="*/ 2147483647 w 36"/>
              <a:gd name="T1" fmla="*/ 0 h 31"/>
              <a:gd name="T2" fmla="*/ 0 w 36"/>
              <a:gd name="T3" fmla="*/ 2147483647 h 31"/>
              <a:gd name="T4" fmla="*/ 2147483647 w 36"/>
              <a:gd name="T5" fmla="*/ 2147483647 h 31"/>
              <a:gd name="T6" fmla="*/ 2147483647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9" y="0"/>
                </a:moveTo>
                <a:lnTo>
                  <a:pt x="0" y="16"/>
                </a:lnTo>
                <a:lnTo>
                  <a:pt x="27" y="31"/>
                </a:lnTo>
                <a:lnTo>
                  <a:pt x="36" y="16"/>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43" name="Freeform 41"/>
          <p:cNvSpPr>
            <a:spLocks/>
          </p:cNvSpPr>
          <p:nvPr/>
        </p:nvSpPr>
        <p:spPr bwMode="auto">
          <a:xfrm>
            <a:off x="7977189" y="4932363"/>
            <a:ext cx="58737" cy="49212"/>
          </a:xfrm>
          <a:custGeom>
            <a:avLst/>
            <a:gdLst>
              <a:gd name="T0" fmla="*/ 2147483647 w 37"/>
              <a:gd name="T1" fmla="*/ 0 h 31"/>
              <a:gd name="T2" fmla="*/ 0 w 37"/>
              <a:gd name="T3" fmla="*/ 2147483647 h 31"/>
              <a:gd name="T4" fmla="*/ 2147483647 w 37"/>
              <a:gd name="T5" fmla="*/ 2147483647 h 31"/>
              <a:gd name="T6" fmla="*/ 2147483647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10" y="0"/>
                </a:moveTo>
                <a:lnTo>
                  <a:pt x="0" y="16"/>
                </a:lnTo>
                <a:lnTo>
                  <a:pt x="27" y="31"/>
                </a:lnTo>
                <a:lnTo>
                  <a:pt x="37" y="16"/>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4" name="Freeform 42"/>
          <p:cNvSpPr>
            <a:spLocks/>
          </p:cNvSpPr>
          <p:nvPr/>
        </p:nvSpPr>
        <p:spPr bwMode="auto">
          <a:xfrm>
            <a:off x="8104189" y="5005388"/>
            <a:ext cx="58737" cy="49212"/>
          </a:xfrm>
          <a:custGeom>
            <a:avLst/>
            <a:gdLst>
              <a:gd name="T0" fmla="*/ 2147483647 w 36"/>
              <a:gd name="T1" fmla="*/ 0 h 31"/>
              <a:gd name="T2" fmla="*/ 0 w 36"/>
              <a:gd name="T3" fmla="*/ 2147483647 h 31"/>
              <a:gd name="T4" fmla="*/ 2147483647 w 36"/>
              <a:gd name="T5" fmla="*/ 2147483647 h 31"/>
              <a:gd name="T6" fmla="*/ 2147483647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9" y="0"/>
                </a:moveTo>
                <a:lnTo>
                  <a:pt x="0" y="16"/>
                </a:lnTo>
                <a:lnTo>
                  <a:pt x="27" y="31"/>
                </a:lnTo>
                <a:lnTo>
                  <a:pt x="36" y="16"/>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45" name="Freeform 43"/>
          <p:cNvSpPr>
            <a:spLocks/>
          </p:cNvSpPr>
          <p:nvPr/>
        </p:nvSpPr>
        <p:spPr bwMode="auto">
          <a:xfrm>
            <a:off x="8229600" y="5078413"/>
            <a:ext cx="58738" cy="49212"/>
          </a:xfrm>
          <a:custGeom>
            <a:avLst/>
            <a:gdLst>
              <a:gd name="T0" fmla="*/ 2147483647 w 37"/>
              <a:gd name="T1" fmla="*/ 0 h 31"/>
              <a:gd name="T2" fmla="*/ 0 w 37"/>
              <a:gd name="T3" fmla="*/ 2147483647 h 31"/>
              <a:gd name="T4" fmla="*/ 2147483647 w 37"/>
              <a:gd name="T5" fmla="*/ 2147483647 h 31"/>
              <a:gd name="T6" fmla="*/ 2147483647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10" y="0"/>
                </a:moveTo>
                <a:lnTo>
                  <a:pt x="0" y="16"/>
                </a:lnTo>
                <a:lnTo>
                  <a:pt x="27" y="31"/>
                </a:lnTo>
                <a:lnTo>
                  <a:pt x="37" y="16"/>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6" name="Freeform 44"/>
          <p:cNvSpPr>
            <a:spLocks/>
          </p:cNvSpPr>
          <p:nvPr/>
        </p:nvSpPr>
        <p:spPr bwMode="auto">
          <a:xfrm>
            <a:off x="6161088" y="3911601"/>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47" name="Freeform 45"/>
          <p:cNvSpPr>
            <a:spLocks/>
          </p:cNvSpPr>
          <p:nvPr/>
        </p:nvSpPr>
        <p:spPr bwMode="auto">
          <a:xfrm>
            <a:off x="6034088" y="3984626"/>
            <a:ext cx="57150" cy="47625"/>
          </a:xfrm>
          <a:custGeom>
            <a:avLst/>
            <a:gdLst>
              <a:gd name="T0" fmla="*/ 2147483647 w 35"/>
              <a:gd name="T1" fmla="*/ 0 h 30"/>
              <a:gd name="T2" fmla="*/ 2147483647 w 35"/>
              <a:gd name="T3" fmla="*/ 2147483647 h 30"/>
              <a:gd name="T4" fmla="*/ 2147483647 w 35"/>
              <a:gd name="T5" fmla="*/ 2147483647 h 30"/>
              <a:gd name="T6" fmla="*/ 0 w 35"/>
              <a:gd name="T7" fmla="*/ 2147483647 h 30"/>
              <a:gd name="T8" fmla="*/ 2147483647 w 35"/>
              <a:gd name="T9" fmla="*/ 0 h 30"/>
              <a:gd name="T10" fmla="*/ 0 60000 65536"/>
              <a:gd name="T11" fmla="*/ 0 60000 65536"/>
              <a:gd name="T12" fmla="*/ 0 60000 65536"/>
              <a:gd name="T13" fmla="*/ 0 60000 65536"/>
              <a:gd name="T14" fmla="*/ 0 60000 65536"/>
              <a:gd name="T15" fmla="*/ 0 w 35"/>
              <a:gd name="T16" fmla="*/ 0 h 30"/>
              <a:gd name="T17" fmla="*/ 35 w 35"/>
              <a:gd name="T18" fmla="*/ 30 h 30"/>
            </a:gdLst>
            <a:ahLst/>
            <a:cxnLst>
              <a:cxn ang="T10">
                <a:pos x="T0" y="T1"/>
              </a:cxn>
              <a:cxn ang="T11">
                <a:pos x="T2" y="T3"/>
              </a:cxn>
              <a:cxn ang="T12">
                <a:pos x="T4" y="T5"/>
              </a:cxn>
              <a:cxn ang="T13">
                <a:pos x="T6" y="T7"/>
              </a:cxn>
              <a:cxn ang="T14">
                <a:pos x="T8" y="T9"/>
              </a:cxn>
            </a:cxnLst>
            <a:rect l="T15" t="T16" r="T17" b="T18"/>
            <a:pathLst>
              <a:path w="35" h="30">
                <a:moveTo>
                  <a:pt x="25" y="0"/>
                </a:moveTo>
                <a:lnTo>
                  <a:pt x="35" y="15"/>
                </a:lnTo>
                <a:lnTo>
                  <a:pt x="10" y="30"/>
                </a:lnTo>
                <a:lnTo>
                  <a:pt x="0" y="15"/>
                </a:lnTo>
                <a:lnTo>
                  <a:pt x="25" y="0"/>
                </a:lnTo>
                <a:close/>
              </a:path>
            </a:pathLst>
          </a:custGeom>
          <a:solidFill>
            <a:schemeClr val="folHlink"/>
          </a:solidFill>
          <a:ln w="9525">
            <a:solidFill>
              <a:schemeClr val="folHlink"/>
            </a:solidFill>
            <a:round/>
            <a:headEnd/>
            <a:tailEnd/>
          </a:ln>
        </p:spPr>
        <p:txBody>
          <a:bodyPr/>
          <a:lstStyle/>
          <a:p>
            <a:endParaRPr lang="en-US"/>
          </a:p>
        </p:txBody>
      </p:sp>
      <p:sp>
        <p:nvSpPr>
          <p:cNvPr id="25648" name="Freeform 46"/>
          <p:cNvSpPr>
            <a:spLocks/>
          </p:cNvSpPr>
          <p:nvPr/>
        </p:nvSpPr>
        <p:spPr bwMode="auto">
          <a:xfrm>
            <a:off x="5907089" y="4057651"/>
            <a:ext cx="58737"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49" name="Freeform 47"/>
          <p:cNvSpPr>
            <a:spLocks/>
          </p:cNvSpPr>
          <p:nvPr/>
        </p:nvSpPr>
        <p:spPr bwMode="auto">
          <a:xfrm>
            <a:off x="5780089" y="4130676"/>
            <a:ext cx="58737" cy="47625"/>
          </a:xfrm>
          <a:custGeom>
            <a:avLst/>
            <a:gdLst>
              <a:gd name="T0" fmla="*/ 2147483647 w 37"/>
              <a:gd name="T1" fmla="*/ 0 h 30"/>
              <a:gd name="T2" fmla="*/ 2147483647 w 37"/>
              <a:gd name="T3" fmla="*/ 2147483647 h 30"/>
              <a:gd name="T4" fmla="*/ 2147483647 w 37"/>
              <a:gd name="T5" fmla="*/ 2147483647 h 30"/>
              <a:gd name="T6" fmla="*/ 0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27" y="0"/>
                </a:moveTo>
                <a:lnTo>
                  <a:pt x="37"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0" name="Freeform 48"/>
          <p:cNvSpPr>
            <a:spLocks/>
          </p:cNvSpPr>
          <p:nvPr/>
        </p:nvSpPr>
        <p:spPr bwMode="auto">
          <a:xfrm>
            <a:off x="5654675" y="4203701"/>
            <a:ext cx="58738"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6" y="0"/>
                </a:moveTo>
                <a:lnTo>
                  <a:pt x="36" y="15"/>
                </a:lnTo>
                <a:lnTo>
                  <a:pt x="9" y="30"/>
                </a:lnTo>
                <a:lnTo>
                  <a:pt x="0" y="15"/>
                </a:lnTo>
                <a:lnTo>
                  <a:pt x="26" y="0"/>
                </a:lnTo>
                <a:close/>
              </a:path>
            </a:pathLst>
          </a:custGeom>
          <a:solidFill>
            <a:schemeClr val="folHlink"/>
          </a:solidFill>
          <a:ln w="9525">
            <a:solidFill>
              <a:schemeClr val="folHlink"/>
            </a:solidFill>
            <a:round/>
            <a:headEnd/>
            <a:tailEnd/>
          </a:ln>
        </p:spPr>
        <p:txBody>
          <a:bodyPr/>
          <a:lstStyle/>
          <a:p>
            <a:endParaRPr lang="en-US"/>
          </a:p>
        </p:txBody>
      </p:sp>
      <p:sp>
        <p:nvSpPr>
          <p:cNvPr id="25651" name="Freeform 49"/>
          <p:cNvSpPr>
            <a:spLocks/>
          </p:cNvSpPr>
          <p:nvPr/>
        </p:nvSpPr>
        <p:spPr bwMode="auto">
          <a:xfrm>
            <a:off x="5526089" y="4276726"/>
            <a:ext cx="60325" cy="47625"/>
          </a:xfrm>
          <a:custGeom>
            <a:avLst/>
            <a:gdLst>
              <a:gd name="T0" fmla="*/ 2147483647 w 37"/>
              <a:gd name="T1" fmla="*/ 0 h 30"/>
              <a:gd name="T2" fmla="*/ 2147483647 w 37"/>
              <a:gd name="T3" fmla="*/ 2147483647 h 30"/>
              <a:gd name="T4" fmla="*/ 2147483647 w 37"/>
              <a:gd name="T5" fmla="*/ 2147483647 h 30"/>
              <a:gd name="T6" fmla="*/ 0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27" y="0"/>
                </a:moveTo>
                <a:lnTo>
                  <a:pt x="37"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2" name="Freeform 50"/>
          <p:cNvSpPr>
            <a:spLocks/>
          </p:cNvSpPr>
          <p:nvPr/>
        </p:nvSpPr>
        <p:spPr bwMode="auto">
          <a:xfrm>
            <a:off x="5403850" y="4349751"/>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6" y="0"/>
                </a:moveTo>
                <a:lnTo>
                  <a:pt x="36" y="15"/>
                </a:lnTo>
                <a:lnTo>
                  <a:pt x="9" y="30"/>
                </a:lnTo>
                <a:lnTo>
                  <a:pt x="0" y="15"/>
                </a:lnTo>
                <a:lnTo>
                  <a:pt x="26" y="0"/>
                </a:lnTo>
                <a:close/>
              </a:path>
            </a:pathLst>
          </a:custGeom>
          <a:solidFill>
            <a:schemeClr val="folHlink"/>
          </a:solidFill>
          <a:ln w="9525">
            <a:solidFill>
              <a:schemeClr val="folHlink"/>
            </a:solidFill>
            <a:round/>
            <a:headEnd/>
            <a:tailEnd/>
          </a:ln>
        </p:spPr>
        <p:txBody>
          <a:bodyPr/>
          <a:lstStyle/>
          <a:p>
            <a:endParaRPr lang="en-US"/>
          </a:p>
        </p:txBody>
      </p:sp>
      <p:sp>
        <p:nvSpPr>
          <p:cNvPr id="25653" name="Freeform 51"/>
          <p:cNvSpPr>
            <a:spLocks/>
          </p:cNvSpPr>
          <p:nvPr/>
        </p:nvSpPr>
        <p:spPr bwMode="auto">
          <a:xfrm>
            <a:off x="5273675" y="4422776"/>
            <a:ext cx="58738"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4" name="Freeform 52"/>
          <p:cNvSpPr>
            <a:spLocks/>
          </p:cNvSpPr>
          <p:nvPr/>
        </p:nvSpPr>
        <p:spPr bwMode="auto">
          <a:xfrm>
            <a:off x="5149851" y="4495801"/>
            <a:ext cx="55563" cy="47625"/>
          </a:xfrm>
          <a:custGeom>
            <a:avLst/>
            <a:gdLst>
              <a:gd name="T0" fmla="*/ 2147483647 w 35"/>
              <a:gd name="T1" fmla="*/ 0 h 30"/>
              <a:gd name="T2" fmla="*/ 2147483647 w 35"/>
              <a:gd name="T3" fmla="*/ 2147483647 h 30"/>
              <a:gd name="T4" fmla="*/ 2147483647 w 35"/>
              <a:gd name="T5" fmla="*/ 2147483647 h 30"/>
              <a:gd name="T6" fmla="*/ 0 w 35"/>
              <a:gd name="T7" fmla="*/ 2147483647 h 30"/>
              <a:gd name="T8" fmla="*/ 2147483647 w 35"/>
              <a:gd name="T9" fmla="*/ 0 h 30"/>
              <a:gd name="T10" fmla="*/ 0 60000 65536"/>
              <a:gd name="T11" fmla="*/ 0 60000 65536"/>
              <a:gd name="T12" fmla="*/ 0 60000 65536"/>
              <a:gd name="T13" fmla="*/ 0 60000 65536"/>
              <a:gd name="T14" fmla="*/ 0 60000 65536"/>
              <a:gd name="T15" fmla="*/ 0 w 35"/>
              <a:gd name="T16" fmla="*/ 0 h 30"/>
              <a:gd name="T17" fmla="*/ 35 w 35"/>
              <a:gd name="T18" fmla="*/ 30 h 30"/>
            </a:gdLst>
            <a:ahLst/>
            <a:cxnLst>
              <a:cxn ang="T10">
                <a:pos x="T0" y="T1"/>
              </a:cxn>
              <a:cxn ang="T11">
                <a:pos x="T2" y="T3"/>
              </a:cxn>
              <a:cxn ang="T12">
                <a:pos x="T4" y="T5"/>
              </a:cxn>
              <a:cxn ang="T13">
                <a:pos x="T6" y="T7"/>
              </a:cxn>
              <a:cxn ang="T14">
                <a:pos x="T8" y="T9"/>
              </a:cxn>
            </a:cxnLst>
            <a:rect l="T15" t="T16" r="T17" b="T18"/>
            <a:pathLst>
              <a:path w="35" h="30">
                <a:moveTo>
                  <a:pt x="25" y="0"/>
                </a:moveTo>
                <a:lnTo>
                  <a:pt x="35" y="15"/>
                </a:lnTo>
                <a:lnTo>
                  <a:pt x="10" y="30"/>
                </a:lnTo>
                <a:lnTo>
                  <a:pt x="0" y="15"/>
                </a:lnTo>
                <a:lnTo>
                  <a:pt x="25" y="0"/>
                </a:lnTo>
                <a:close/>
              </a:path>
            </a:pathLst>
          </a:custGeom>
          <a:solidFill>
            <a:schemeClr val="folHlink"/>
          </a:solidFill>
          <a:ln w="9525">
            <a:solidFill>
              <a:schemeClr val="folHlink"/>
            </a:solidFill>
            <a:round/>
            <a:headEnd/>
            <a:tailEnd/>
          </a:ln>
        </p:spPr>
        <p:txBody>
          <a:bodyPr/>
          <a:lstStyle/>
          <a:p>
            <a:endParaRPr lang="en-US"/>
          </a:p>
        </p:txBody>
      </p:sp>
      <p:sp>
        <p:nvSpPr>
          <p:cNvPr id="25655" name="Freeform 53"/>
          <p:cNvSpPr>
            <a:spLocks/>
          </p:cNvSpPr>
          <p:nvPr/>
        </p:nvSpPr>
        <p:spPr bwMode="auto">
          <a:xfrm>
            <a:off x="5022850" y="4568826"/>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6" name="Freeform 54"/>
          <p:cNvSpPr>
            <a:spLocks/>
          </p:cNvSpPr>
          <p:nvPr/>
        </p:nvSpPr>
        <p:spPr bwMode="auto">
          <a:xfrm>
            <a:off x="4892676" y="4641851"/>
            <a:ext cx="60325" cy="47625"/>
          </a:xfrm>
          <a:custGeom>
            <a:avLst/>
            <a:gdLst>
              <a:gd name="T0" fmla="*/ 2147483647 w 37"/>
              <a:gd name="T1" fmla="*/ 0 h 30"/>
              <a:gd name="T2" fmla="*/ 2147483647 w 37"/>
              <a:gd name="T3" fmla="*/ 2147483647 h 30"/>
              <a:gd name="T4" fmla="*/ 2147483647 w 37"/>
              <a:gd name="T5" fmla="*/ 2147483647 h 30"/>
              <a:gd name="T6" fmla="*/ 0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27" y="0"/>
                </a:moveTo>
                <a:lnTo>
                  <a:pt x="37"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7" name="Freeform 55"/>
          <p:cNvSpPr>
            <a:spLocks/>
          </p:cNvSpPr>
          <p:nvPr/>
        </p:nvSpPr>
        <p:spPr bwMode="auto">
          <a:xfrm>
            <a:off x="4770438" y="4714876"/>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8" name="Freeform 56"/>
          <p:cNvSpPr>
            <a:spLocks/>
          </p:cNvSpPr>
          <p:nvPr/>
        </p:nvSpPr>
        <p:spPr bwMode="auto">
          <a:xfrm>
            <a:off x="4641850" y="4786313"/>
            <a:ext cx="58738" cy="49212"/>
          </a:xfrm>
          <a:custGeom>
            <a:avLst/>
            <a:gdLst>
              <a:gd name="T0" fmla="*/ 2147483647 w 37"/>
              <a:gd name="T1" fmla="*/ 0 h 31"/>
              <a:gd name="T2" fmla="*/ 2147483647 w 37"/>
              <a:gd name="T3" fmla="*/ 2147483647 h 31"/>
              <a:gd name="T4" fmla="*/ 2147483647 w 37"/>
              <a:gd name="T5" fmla="*/ 2147483647 h 31"/>
              <a:gd name="T6" fmla="*/ 0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27" y="0"/>
                </a:moveTo>
                <a:lnTo>
                  <a:pt x="37" y="16"/>
                </a:lnTo>
                <a:lnTo>
                  <a:pt x="10"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9" name="Freeform 57"/>
          <p:cNvSpPr>
            <a:spLocks/>
          </p:cNvSpPr>
          <p:nvPr/>
        </p:nvSpPr>
        <p:spPr bwMode="auto">
          <a:xfrm>
            <a:off x="4518026" y="4859338"/>
            <a:ext cx="55563" cy="49212"/>
          </a:xfrm>
          <a:custGeom>
            <a:avLst/>
            <a:gdLst>
              <a:gd name="T0" fmla="*/ 2147483647 w 36"/>
              <a:gd name="T1" fmla="*/ 0 h 31"/>
              <a:gd name="T2" fmla="*/ 2147483647 w 36"/>
              <a:gd name="T3" fmla="*/ 2147483647 h 31"/>
              <a:gd name="T4" fmla="*/ 2147483647 w 36"/>
              <a:gd name="T5" fmla="*/ 2147483647 h 31"/>
              <a:gd name="T6" fmla="*/ 0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27" y="0"/>
                </a:moveTo>
                <a:lnTo>
                  <a:pt x="36" y="16"/>
                </a:lnTo>
                <a:lnTo>
                  <a:pt x="9"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0" name="Freeform 58"/>
          <p:cNvSpPr>
            <a:spLocks/>
          </p:cNvSpPr>
          <p:nvPr/>
        </p:nvSpPr>
        <p:spPr bwMode="auto">
          <a:xfrm>
            <a:off x="4389438" y="4932363"/>
            <a:ext cx="57150" cy="49212"/>
          </a:xfrm>
          <a:custGeom>
            <a:avLst/>
            <a:gdLst>
              <a:gd name="T0" fmla="*/ 2147483647 w 37"/>
              <a:gd name="T1" fmla="*/ 0 h 31"/>
              <a:gd name="T2" fmla="*/ 2147483647 w 37"/>
              <a:gd name="T3" fmla="*/ 2147483647 h 31"/>
              <a:gd name="T4" fmla="*/ 2147483647 w 37"/>
              <a:gd name="T5" fmla="*/ 2147483647 h 31"/>
              <a:gd name="T6" fmla="*/ 0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27" y="0"/>
                </a:moveTo>
                <a:lnTo>
                  <a:pt x="37" y="16"/>
                </a:lnTo>
                <a:lnTo>
                  <a:pt x="10"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1" name="Freeform 59"/>
          <p:cNvSpPr>
            <a:spLocks/>
          </p:cNvSpPr>
          <p:nvPr/>
        </p:nvSpPr>
        <p:spPr bwMode="auto">
          <a:xfrm>
            <a:off x="4262438" y="5005388"/>
            <a:ext cx="57150" cy="49212"/>
          </a:xfrm>
          <a:custGeom>
            <a:avLst/>
            <a:gdLst>
              <a:gd name="T0" fmla="*/ 2147483647 w 36"/>
              <a:gd name="T1" fmla="*/ 0 h 31"/>
              <a:gd name="T2" fmla="*/ 2147483647 w 36"/>
              <a:gd name="T3" fmla="*/ 2147483647 h 31"/>
              <a:gd name="T4" fmla="*/ 2147483647 w 36"/>
              <a:gd name="T5" fmla="*/ 2147483647 h 31"/>
              <a:gd name="T6" fmla="*/ 0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27" y="0"/>
                </a:moveTo>
                <a:lnTo>
                  <a:pt x="36" y="16"/>
                </a:lnTo>
                <a:lnTo>
                  <a:pt x="9"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2" name="Freeform 60"/>
          <p:cNvSpPr>
            <a:spLocks/>
          </p:cNvSpPr>
          <p:nvPr/>
        </p:nvSpPr>
        <p:spPr bwMode="auto">
          <a:xfrm>
            <a:off x="4137025" y="5078413"/>
            <a:ext cx="57150" cy="49212"/>
          </a:xfrm>
          <a:custGeom>
            <a:avLst/>
            <a:gdLst>
              <a:gd name="T0" fmla="*/ 2147483647 w 37"/>
              <a:gd name="T1" fmla="*/ 0 h 31"/>
              <a:gd name="T2" fmla="*/ 2147483647 w 37"/>
              <a:gd name="T3" fmla="*/ 2147483647 h 31"/>
              <a:gd name="T4" fmla="*/ 2147483647 w 37"/>
              <a:gd name="T5" fmla="*/ 2147483647 h 31"/>
              <a:gd name="T6" fmla="*/ 0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27" y="0"/>
                </a:moveTo>
                <a:lnTo>
                  <a:pt x="37" y="16"/>
                </a:lnTo>
                <a:lnTo>
                  <a:pt x="10"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3" name="Line 61"/>
          <p:cNvSpPr>
            <a:spLocks noChangeShapeType="1"/>
          </p:cNvSpPr>
          <p:nvPr/>
        </p:nvSpPr>
        <p:spPr bwMode="auto">
          <a:xfrm>
            <a:off x="7810501" y="2600326"/>
            <a:ext cx="392113" cy="461963"/>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4" name="Freeform 62"/>
          <p:cNvSpPr>
            <a:spLocks/>
          </p:cNvSpPr>
          <p:nvPr/>
        </p:nvSpPr>
        <p:spPr bwMode="auto">
          <a:xfrm>
            <a:off x="8104188" y="2968625"/>
            <a:ext cx="207962" cy="223838"/>
          </a:xfrm>
          <a:custGeom>
            <a:avLst/>
            <a:gdLst>
              <a:gd name="T0" fmla="*/ 2147483647 w 130"/>
              <a:gd name="T1" fmla="*/ 0 h 141"/>
              <a:gd name="T2" fmla="*/ 0 w 130"/>
              <a:gd name="T3" fmla="*/ 2147483647 h 141"/>
              <a:gd name="T4" fmla="*/ 2147483647 w 130"/>
              <a:gd name="T5" fmla="*/ 2147483647 h 141"/>
              <a:gd name="T6" fmla="*/ 2147483647 w 130"/>
              <a:gd name="T7" fmla="*/ 0 h 141"/>
              <a:gd name="T8" fmla="*/ 0 60000 65536"/>
              <a:gd name="T9" fmla="*/ 0 60000 65536"/>
              <a:gd name="T10" fmla="*/ 0 60000 65536"/>
              <a:gd name="T11" fmla="*/ 0 60000 65536"/>
              <a:gd name="T12" fmla="*/ 0 w 130"/>
              <a:gd name="T13" fmla="*/ 0 h 141"/>
              <a:gd name="T14" fmla="*/ 130 w 130"/>
              <a:gd name="T15" fmla="*/ 141 h 141"/>
            </a:gdLst>
            <a:ahLst/>
            <a:cxnLst>
              <a:cxn ang="T8">
                <a:pos x="T0" y="T1"/>
              </a:cxn>
              <a:cxn ang="T9">
                <a:pos x="T2" y="T3"/>
              </a:cxn>
              <a:cxn ang="T10">
                <a:pos x="T4" y="T5"/>
              </a:cxn>
              <a:cxn ang="T11">
                <a:pos x="T6" y="T7"/>
              </a:cxn>
            </a:cxnLst>
            <a:rect l="T12" t="T13" r="T14" b="T15"/>
            <a:pathLst>
              <a:path w="130" h="141">
                <a:moveTo>
                  <a:pt x="75" y="0"/>
                </a:moveTo>
                <a:lnTo>
                  <a:pt x="0" y="63"/>
                </a:lnTo>
                <a:lnTo>
                  <a:pt x="130" y="141"/>
                </a:lnTo>
                <a:lnTo>
                  <a:pt x="75" y="0"/>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65" name="Line 63"/>
          <p:cNvSpPr>
            <a:spLocks noChangeShapeType="1"/>
          </p:cNvSpPr>
          <p:nvPr/>
        </p:nvSpPr>
        <p:spPr bwMode="auto">
          <a:xfrm flipH="1">
            <a:off x="7926388" y="4652964"/>
            <a:ext cx="385762" cy="420687"/>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6" name="Freeform 64"/>
          <p:cNvSpPr>
            <a:spLocks/>
          </p:cNvSpPr>
          <p:nvPr/>
        </p:nvSpPr>
        <p:spPr bwMode="auto">
          <a:xfrm>
            <a:off x="7810500" y="4981576"/>
            <a:ext cx="209550" cy="219075"/>
          </a:xfrm>
          <a:custGeom>
            <a:avLst/>
            <a:gdLst>
              <a:gd name="T0" fmla="*/ 2147483647 w 132"/>
              <a:gd name="T1" fmla="*/ 2147483647 h 138"/>
              <a:gd name="T2" fmla="*/ 2147483647 w 132"/>
              <a:gd name="T3" fmla="*/ 0 h 138"/>
              <a:gd name="T4" fmla="*/ 0 w 132"/>
              <a:gd name="T5" fmla="*/ 2147483647 h 138"/>
              <a:gd name="T6" fmla="*/ 2147483647 w 132"/>
              <a:gd name="T7" fmla="*/ 2147483647 h 138"/>
              <a:gd name="T8" fmla="*/ 0 60000 65536"/>
              <a:gd name="T9" fmla="*/ 0 60000 65536"/>
              <a:gd name="T10" fmla="*/ 0 60000 65536"/>
              <a:gd name="T11" fmla="*/ 0 60000 65536"/>
              <a:gd name="T12" fmla="*/ 0 w 132"/>
              <a:gd name="T13" fmla="*/ 0 h 138"/>
              <a:gd name="T14" fmla="*/ 132 w 132"/>
              <a:gd name="T15" fmla="*/ 138 h 138"/>
            </a:gdLst>
            <a:ahLst/>
            <a:cxnLst>
              <a:cxn ang="T8">
                <a:pos x="T0" y="T1"/>
              </a:cxn>
              <a:cxn ang="T9">
                <a:pos x="T2" y="T3"/>
              </a:cxn>
              <a:cxn ang="T10">
                <a:pos x="T4" y="T5"/>
              </a:cxn>
              <a:cxn ang="T11">
                <a:pos x="T6" y="T7"/>
              </a:cxn>
            </a:cxnLst>
            <a:rect l="T12" t="T13" r="T14" b="T15"/>
            <a:pathLst>
              <a:path w="132" h="138">
                <a:moveTo>
                  <a:pt x="132" y="63"/>
                </a:moveTo>
                <a:lnTo>
                  <a:pt x="61" y="0"/>
                </a:lnTo>
                <a:lnTo>
                  <a:pt x="0" y="138"/>
                </a:lnTo>
                <a:lnTo>
                  <a:pt x="132" y="63"/>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67" name="Line 65"/>
          <p:cNvSpPr>
            <a:spLocks noChangeShapeType="1"/>
          </p:cNvSpPr>
          <p:nvPr/>
        </p:nvSpPr>
        <p:spPr bwMode="auto">
          <a:xfrm flipH="1">
            <a:off x="6078538" y="5748339"/>
            <a:ext cx="361950" cy="1587"/>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8" name="Freeform 66"/>
          <p:cNvSpPr>
            <a:spLocks/>
          </p:cNvSpPr>
          <p:nvPr/>
        </p:nvSpPr>
        <p:spPr bwMode="auto">
          <a:xfrm>
            <a:off x="5983288" y="5672138"/>
            <a:ext cx="127000" cy="152400"/>
          </a:xfrm>
          <a:custGeom>
            <a:avLst/>
            <a:gdLst>
              <a:gd name="T0" fmla="*/ 2147483647 w 80"/>
              <a:gd name="T1" fmla="*/ 2147483647 h 96"/>
              <a:gd name="T2" fmla="*/ 2147483647 w 80"/>
              <a:gd name="T3" fmla="*/ 0 h 96"/>
              <a:gd name="T4" fmla="*/ 0 w 80"/>
              <a:gd name="T5" fmla="*/ 2147483647 h 96"/>
              <a:gd name="T6" fmla="*/ 2147483647 w 80"/>
              <a:gd name="T7" fmla="*/ 2147483647 h 96"/>
              <a:gd name="T8" fmla="*/ 0 60000 65536"/>
              <a:gd name="T9" fmla="*/ 0 60000 65536"/>
              <a:gd name="T10" fmla="*/ 0 60000 65536"/>
              <a:gd name="T11" fmla="*/ 0 60000 65536"/>
              <a:gd name="T12" fmla="*/ 0 w 80"/>
              <a:gd name="T13" fmla="*/ 0 h 96"/>
              <a:gd name="T14" fmla="*/ 80 w 80"/>
              <a:gd name="T15" fmla="*/ 96 h 96"/>
            </a:gdLst>
            <a:ahLst/>
            <a:cxnLst>
              <a:cxn ang="T8">
                <a:pos x="T0" y="T1"/>
              </a:cxn>
              <a:cxn ang="T9">
                <a:pos x="T2" y="T3"/>
              </a:cxn>
              <a:cxn ang="T10">
                <a:pos x="T4" y="T5"/>
              </a:cxn>
              <a:cxn ang="T11">
                <a:pos x="T6" y="T7"/>
              </a:cxn>
            </a:cxnLst>
            <a:rect l="T12" t="T13" r="T14" b="T15"/>
            <a:pathLst>
              <a:path w="80" h="96">
                <a:moveTo>
                  <a:pt x="80" y="96"/>
                </a:moveTo>
                <a:lnTo>
                  <a:pt x="80" y="0"/>
                </a:lnTo>
                <a:lnTo>
                  <a:pt x="0" y="48"/>
                </a:lnTo>
                <a:lnTo>
                  <a:pt x="80" y="96"/>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69" name="Line 67"/>
          <p:cNvSpPr>
            <a:spLocks noChangeShapeType="1"/>
          </p:cNvSpPr>
          <p:nvPr/>
        </p:nvSpPr>
        <p:spPr bwMode="auto">
          <a:xfrm flipH="1" flipV="1">
            <a:off x="4229101" y="4778376"/>
            <a:ext cx="384175" cy="422275"/>
          </a:xfrm>
          <a:prstGeom prst="line">
            <a:avLst/>
          </a:prstGeom>
          <a:noFill/>
          <a:ln w="23813">
            <a:solidFill>
              <a:schemeClr val="bg1">
                <a:lumMod val="85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0" name="Freeform 68"/>
          <p:cNvSpPr>
            <a:spLocks/>
          </p:cNvSpPr>
          <p:nvPr/>
        </p:nvSpPr>
        <p:spPr bwMode="auto">
          <a:xfrm>
            <a:off x="4113213" y="4652964"/>
            <a:ext cx="207962" cy="219075"/>
          </a:xfrm>
          <a:custGeom>
            <a:avLst/>
            <a:gdLst>
              <a:gd name="T0" fmla="*/ 2147483647 w 132"/>
              <a:gd name="T1" fmla="*/ 2147483647 h 138"/>
              <a:gd name="T2" fmla="*/ 2147483647 w 132"/>
              <a:gd name="T3" fmla="*/ 2147483647 h 138"/>
              <a:gd name="T4" fmla="*/ 0 w 132"/>
              <a:gd name="T5" fmla="*/ 0 h 138"/>
              <a:gd name="T6" fmla="*/ 2147483647 w 132"/>
              <a:gd name="T7" fmla="*/ 2147483647 h 138"/>
              <a:gd name="T8" fmla="*/ 0 60000 65536"/>
              <a:gd name="T9" fmla="*/ 0 60000 65536"/>
              <a:gd name="T10" fmla="*/ 0 60000 65536"/>
              <a:gd name="T11" fmla="*/ 0 60000 65536"/>
              <a:gd name="T12" fmla="*/ 0 w 132"/>
              <a:gd name="T13" fmla="*/ 0 h 138"/>
              <a:gd name="T14" fmla="*/ 132 w 132"/>
              <a:gd name="T15" fmla="*/ 138 h 138"/>
            </a:gdLst>
            <a:ahLst/>
            <a:cxnLst>
              <a:cxn ang="T8">
                <a:pos x="T0" y="T1"/>
              </a:cxn>
              <a:cxn ang="T9">
                <a:pos x="T2" y="T3"/>
              </a:cxn>
              <a:cxn ang="T10">
                <a:pos x="T4" y="T5"/>
              </a:cxn>
              <a:cxn ang="T11">
                <a:pos x="T6" y="T7"/>
              </a:cxn>
            </a:cxnLst>
            <a:rect l="T12" t="T13" r="T14" b="T15"/>
            <a:pathLst>
              <a:path w="132" h="138">
                <a:moveTo>
                  <a:pt x="61" y="138"/>
                </a:moveTo>
                <a:lnTo>
                  <a:pt x="132" y="73"/>
                </a:lnTo>
                <a:lnTo>
                  <a:pt x="0" y="0"/>
                </a:lnTo>
                <a:lnTo>
                  <a:pt x="61" y="138"/>
                </a:lnTo>
                <a:close/>
              </a:path>
            </a:pathLst>
          </a:custGeom>
          <a:solidFill>
            <a:schemeClr val="bg1">
              <a:lumMod val="85000"/>
            </a:schemeClr>
          </a:solidFill>
          <a:ln w="3175">
            <a:solidFill>
              <a:schemeClr val="bg1">
                <a:lumMod val="85000"/>
              </a:schemeClr>
            </a:solidFill>
            <a:prstDash val="solid"/>
            <a:round/>
            <a:headEnd/>
            <a:tailEnd/>
          </a:ln>
        </p:spPr>
        <p:txBody>
          <a:bodyPr/>
          <a:lstStyle/>
          <a:p>
            <a:endParaRPr lang="en-US">
              <a:solidFill>
                <a:schemeClr val="bg1">
                  <a:lumMod val="85000"/>
                </a:schemeClr>
              </a:solidFill>
            </a:endParaRPr>
          </a:p>
        </p:txBody>
      </p:sp>
      <p:sp>
        <p:nvSpPr>
          <p:cNvPr id="25671" name="Line 69"/>
          <p:cNvSpPr>
            <a:spLocks noChangeShapeType="1"/>
          </p:cNvSpPr>
          <p:nvPr/>
        </p:nvSpPr>
        <p:spPr bwMode="auto">
          <a:xfrm flipV="1">
            <a:off x="4113214" y="2770189"/>
            <a:ext cx="384175" cy="422275"/>
          </a:xfrm>
          <a:prstGeom prst="line">
            <a:avLst/>
          </a:prstGeom>
          <a:noFill/>
          <a:ln w="23813">
            <a:solidFill>
              <a:schemeClr val="bg1">
                <a:lumMod val="85000"/>
              </a:schemeClr>
            </a:solidFill>
            <a:round/>
            <a:headEnd/>
            <a:tailEnd/>
          </a:ln>
          <a:extLst>
            <a:ext uri="{909E8E84-426E-40DD-AFC4-6F175D3DCCD1}">
              <a14:hiddenFill xmlns:a14="http://schemas.microsoft.com/office/drawing/2010/main">
                <a:noFill/>
              </a14:hiddenFill>
            </a:ext>
          </a:extLst>
        </p:spPr>
        <p:txBody>
          <a:bodyPr/>
          <a:lstStyle/>
          <a:p>
            <a:endParaRPr lang="en-US">
              <a:solidFill>
                <a:schemeClr val="bg1">
                  <a:lumMod val="85000"/>
                </a:schemeClr>
              </a:solidFill>
            </a:endParaRPr>
          </a:p>
        </p:txBody>
      </p:sp>
      <p:sp>
        <p:nvSpPr>
          <p:cNvPr id="25672" name="Freeform 70"/>
          <p:cNvSpPr>
            <a:spLocks/>
          </p:cNvSpPr>
          <p:nvPr/>
        </p:nvSpPr>
        <p:spPr bwMode="auto">
          <a:xfrm>
            <a:off x="4405313" y="2646364"/>
            <a:ext cx="207962" cy="219075"/>
          </a:xfrm>
          <a:custGeom>
            <a:avLst/>
            <a:gdLst>
              <a:gd name="T0" fmla="*/ 0 w 132"/>
              <a:gd name="T1" fmla="*/ 2147483647 h 138"/>
              <a:gd name="T2" fmla="*/ 2147483647 w 132"/>
              <a:gd name="T3" fmla="*/ 2147483647 h 138"/>
              <a:gd name="T4" fmla="*/ 2147483647 w 132"/>
              <a:gd name="T5" fmla="*/ 0 h 138"/>
              <a:gd name="T6" fmla="*/ 0 w 132"/>
              <a:gd name="T7" fmla="*/ 2147483647 h 138"/>
              <a:gd name="T8" fmla="*/ 0 60000 65536"/>
              <a:gd name="T9" fmla="*/ 0 60000 65536"/>
              <a:gd name="T10" fmla="*/ 0 60000 65536"/>
              <a:gd name="T11" fmla="*/ 0 60000 65536"/>
              <a:gd name="T12" fmla="*/ 0 w 132"/>
              <a:gd name="T13" fmla="*/ 0 h 138"/>
              <a:gd name="T14" fmla="*/ 132 w 132"/>
              <a:gd name="T15" fmla="*/ 138 h 138"/>
            </a:gdLst>
            <a:ahLst/>
            <a:cxnLst>
              <a:cxn ang="T8">
                <a:pos x="T0" y="T1"/>
              </a:cxn>
              <a:cxn ang="T9">
                <a:pos x="T2" y="T3"/>
              </a:cxn>
              <a:cxn ang="T10">
                <a:pos x="T4" y="T5"/>
              </a:cxn>
              <a:cxn ang="T11">
                <a:pos x="T6" y="T7"/>
              </a:cxn>
            </a:cxnLst>
            <a:rect l="T12" t="T13" r="T14" b="T15"/>
            <a:pathLst>
              <a:path w="132" h="138">
                <a:moveTo>
                  <a:pt x="0" y="72"/>
                </a:moveTo>
                <a:lnTo>
                  <a:pt x="71" y="138"/>
                </a:lnTo>
                <a:lnTo>
                  <a:pt x="132" y="0"/>
                </a:lnTo>
                <a:lnTo>
                  <a:pt x="0" y="72"/>
                </a:lnTo>
                <a:close/>
              </a:path>
            </a:pathLst>
          </a:custGeom>
          <a:solidFill>
            <a:schemeClr val="bg1">
              <a:lumMod val="85000"/>
            </a:schemeClr>
          </a:solidFill>
          <a:ln w="3175">
            <a:solidFill>
              <a:schemeClr val="bg1">
                <a:lumMod val="85000"/>
              </a:schemeClr>
            </a:solidFill>
            <a:prstDash val="solid"/>
            <a:round/>
            <a:headEnd/>
            <a:tailEnd/>
          </a:ln>
        </p:spPr>
        <p:txBody>
          <a:bodyPr/>
          <a:lstStyle/>
          <a:p>
            <a:endParaRPr lang="en-US"/>
          </a:p>
        </p:txBody>
      </p:sp>
      <p:sp>
        <p:nvSpPr>
          <p:cNvPr id="25673" name="Line 71"/>
          <p:cNvSpPr>
            <a:spLocks noChangeShapeType="1"/>
          </p:cNvSpPr>
          <p:nvPr/>
        </p:nvSpPr>
        <p:spPr bwMode="auto">
          <a:xfrm>
            <a:off x="5983289" y="2098675"/>
            <a:ext cx="363537" cy="1588"/>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4" name="Freeform 72"/>
          <p:cNvSpPr>
            <a:spLocks/>
          </p:cNvSpPr>
          <p:nvPr/>
        </p:nvSpPr>
        <p:spPr bwMode="auto">
          <a:xfrm>
            <a:off x="6313488" y="2022475"/>
            <a:ext cx="127000" cy="152400"/>
          </a:xfrm>
          <a:custGeom>
            <a:avLst/>
            <a:gdLst>
              <a:gd name="T0" fmla="*/ 0 w 80"/>
              <a:gd name="T1" fmla="*/ 0 h 96"/>
              <a:gd name="T2" fmla="*/ 0 w 80"/>
              <a:gd name="T3" fmla="*/ 2147483647 h 96"/>
              <a:gd name="T4" fmla="*/ 2147483647 w 80"/>
              <a:gd name="T5" fmla="*/ 2147483647 h 96"/>
              <a:gd name="T6" fmla="*/ 0 w 80"/>
              <a:gd name="T7" fmla="*/ 0 h 96"/>
              <a:gd name="T8" fmla="*/ 0 60000 65536"/>
              <a:gd name="T9" fmla="*/ 0 60000 65536"/>
              <a:gd name="T10" fmla="*/ 0 60000 65536"/>
              <a:gd name="T11" fmla="*/ 0 60000 65536"/>
              <a:gd name="T12" fmla="*/ 0 w 80"/>
              <a:gd name="T13" fmla="*/ 0 h 96"/>
              <a:gd name="T14" fmla="*/ 80 w 80"/>
              <a:gd name="T15" fmla="*/ 96 h 96"/>
            </a:gdLst>
            <a:ahLst/>
            <a:cxnLst>
              <a:cxn ang="T8">
                <a:pos x="T0" y="T1"/>
              </a:cxn>
              <a:cxn ang="T9">
                <a:pos x="T2" y="T3"/>
              </a:cxn>
              <a:cxn ang="T10">
                <a:pos x="T4" y="T5"/>
              </a:cxn>
              <a:cxn ang="T11">
                <a:pos x="T6" y="T7"/>
              </a:cxn>
            </a:cxnLst>
            <a:rect l="T12" t="T13" r="T14" b="T15"/>
            <a:pathLst>
              <a:path w="80" h="96">
                <a:moveTo>
                  <a:pt x="0" y="0"/>
                </a:moveTo>
                <a:lnTo>
                  <a:pt x="0" y="96"/>
                </a:lnTo>
                <a:lnTo>
                  <a:pt x="80" y="48"/>
                </a:lnTo>
                <a:lnTo>
                  <a:pt x="0" y="0"/>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75" name="Rectangle 73"/>
          <p:cNvSpPr>
            <a:spLocks noChangeArrowheads="1"/>
          </p:cNvSpPr>
          <p:nvPr/>
        </p:nvSpPr>
        <p:spPr bwMode="auto">
          <a:xfrm>
            <a:off x="4776788" y="2062164"/>
            <a:ext cx="952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Decision</a:t>
            </a:r>
            <a:endParaRPr lang="en-US" altLang="en-US" sz="3600">
              <a:solidFill>
                <a:schemeClr val="bg1">
                  <a:lumMod val="85000"/>
                </a:schemeClr>
              </a:solidFill>
            </a:endParaRPr>
          </a:p>
        </p:txBody>
      </p:sp>
      <p:sp>
        <p:nvSpPr>
          <p:cNvPr id="25676" name="Rectangle 74"/>
          <p:cNvSpPr>
            <a:spLocks noChangeArrowheads="1"/>
          </p:cNvSpPr>
          <p:nvPr/>
        </p:nvSpPr>
        <p:spPr bwMode="auto">
          <a:xfrm>
            <a:off x="6796088" y="2057400"/>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dirty="0">
                <a:solidFill>
                  <a:schemeClr val="tx1"/>
                </a:solidFill>
              </a:rPr>
              <a:t>Survey</a:t>
            </a:r>
            <a:endParaRPr lang="en-US" altLang="en-US" sz="3600" dirty="0">
              <a:solidFill>
                <a:schemeClr val="tx1"/>
              </a:solidFill>
            </a:endParaRPr>
          </a:p>
        </p:txBody>
      </p:sp>
      <p:sp>
        <p:nvSpPr>
          <p:cNvPr id="25677" name="Rectangle 75"/>
          <p:cNvSpPr>
            <a:spLocks noChangeArrowheads="1"/>
          </p:cNvSpPr>
          <p:nvPr/>
        </p:nvSpPr>
        <p:spPr bwMode="auto">
          <a:xfrm>
            <a:off x="8123238" y="3476625"/>
            <a:ext cx="736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dirty="0">
                <a:solidFill>
                  <a:schemeClr val="tx1"/>
                </a:solidFill>
              </a:rPr>
              <a:t>Gather</a:t>
            </a:r>
            <a:endParaRPr lang="en-US" altLang="en-US" sz="3600" dirty="0">
              <a:solidFill>
                <a:schemeClr val="tx1"/>
              </a:solidFill>
            </a:endParaRPr>
          </a:p>
        </p:txBody>
      </p:sp>
      <p:sp>
        <p:nvSpPr>
          <p:cNvPr id="25678" name="Rectangle 76"/>
          <p:cNvSpPr>
            <a:spLocks noChangeArrowheads="1"/>
          </p:cNvSpPr>
          <p:nvPr/>
        </p:nvSpPr>
        <p:spPr bwMode="auto">
          <a:xfrm>
            <a:off x="8205788" y="3749675"/>
            <a:ext cx="571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other</a:t>
            </a:r>
            <a:endParaRPr lang="en-US" altLang="en-US" sz="3600">
              <a:solidFill>
                <a:schemeClr val="tx1"/>
              </a:solidFill>
            </a:endParaRPr>
          </a:p>
        </p:txBody>
      </p:sp>
      <p:sp>
        <p:nvSpPr>
          <p:cNvPr id="25679" name="Rectangle 77"/>
          <p:cNvSpPr>
            <a:spLocks noChangeArrowheads="1"/>
          </p:cNvSpPr>
          <p:nvPr/>
        </p:nvSpPr>
        <p:spPr bwMode="auto">
          <a:xfrm>
            <a:off x="8255000" y="4024314"/>
            <a:ext cx="469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data</a:t>
            </a:r>
            <a:endParaRPr lang="en-US" altLang="en-US" sz="3600">
              <a:solidFill>
                <a:schemeClr val="tx1"/>
              </a:solidFill>
            </a:endParaRPr>
          </a:p>
        </p:txBody>
      </p:sp>
      <p:sp>
        <p:nvSpPr>
          <p:cNvPr id="25680" name="Rectangle 78"/>
          <p:cNvSpPr>
            <a:spLocks noChangeArrowheads="1"/>
          </p:cNvSpPr>
          <p:nvPr/>
        </p:nvSpPr>
        <p:spPr bwMode="auto">
          <a:xfrm>
            <a:off x="6832600" y="5230814"/>
            <a:ext cx="736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Revise</a:t>
            </a:r>
            <a:endParaRPr lang="en-US" altLang="en-US" sz="3600">
              <a:solidFill>
                <a:schemeClr val="tx1"/>
              </a:solidFill>
            </a:endParaRPr>
          </a:p>
        </p:txBody>
      </p:sp>
      <p:sp>
        <p:nvSpPr>
          <p:cNvPr id="25681" name="Rectangle 79"/>
          <p:cNvSpPr>
            <a:spLocks noChangeArrowheads="1"/>
          </p:cNvSpPr>
          <p:nvPr/>
        </p:nvSpPr>
        <p:spPr bwMode="auto">
          <a:xfrm>
            <a:off x="6789738" y="5516563"/>
            <a:ext cx="128746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Model Weights</a:t>
            </a:r>
            <a:endParaRPr lang="en-US" altLang="en-US" sz="3600">
              <a:solidFill>
                <a:schemeClr val="tx1"/>
              </a:solidFill>
            </a:endParaRPr>
          </a:p>
        </p:txBody>
      </p:sp>
      <p:sp>
        <p:nvSpPr>
          <p:cNvPr id="25682" name="Rectangle 80"/>
          <p:cNvSpPr>
            <a:spLocks noChangeArrowheads="1"/>
          </p:cNvSpPr>
          <p:nvPr/>
        </p:nvSpPr>
        <p:spPr bwMode="auto">
          <a:xfrm>
            <a:off x="4910138" y="5181600"/>
            <a:ext cx="571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Make</a:t>
            </a:r>
            <a:endParaRPr lang="en-US" altLang="en-US" sz="3600">
              <a:solidFill>
                <a:schemeClr val="bg1">
                  <a:lumMod val="85000"/>
                </a:schemeClr>
              </a:solidFill>
            </a:endParaRPr>
          </a:p>
        </p:txBody>
      </p:sp>
      <p:sp>
        <p:nvSpPr>
          <p:cNvPr id="25683" name="Rectangle 81"/>
          <p:cNvSpPr>
            <a:spLocks noChangeArrowheads="1"/>
          </p:cNvSpPr>
          <p:nvPr/>
        </p:nvSpPr>
        <p:spPr bwMode="auto">
          <a:xfrm>
            <a:off x="4605338" y="5486400"/>
            <a:ext cx="1244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Predictions</a:t>
            </a:r>
            <a:endParaRPr lang="en-US" altLang="en-US" sz="3600">
              <a:solidFill>
                <a:schemeClr val="bg1">
                  <a:lumMod val="85000"/>
                </a:schemeClr>
              </a:solidFill>
            </a:endParaRPr>
          </a:p>
        </p:txBody>
      </p:sp>
      <p:sp>
        <p:nvSpPr>
          <p:cNvPr id="25684" name="Rectangle 82"/>
          <p:cNvSpPr>
            <a:spLocks noChangeArrowheads="1"/>
          </p:cNvSpPr>
          <p:nvPr/>
        </p:nvSpPr>
        <p:spPr bwMode="auto">
          <a:xfrm>
            <a:off x="3422650" y="3579814"/>
            <a:ext cx="1016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Calculate</a:t>
            </a:r>
            <a:endParaRPr lang="en-US" altLang="en-US" sz="3600">
              <a:solidFill>
                <a:schemeClr val="bg1">
                  <a:lumMod val="85000"/>
                </a:schemeClr>
              </a:solidFill>
            </a:endParaRPr>
          </a:p>
        </p:txBody>
      </p:sp>
      <p:sp>
        <p:nvSpPr>
          <p:cNvPr id="25685" name="Rectangle 83"/>
          <p:cNvSpPr>
            <a:spLocks noChangeArrowheads="1"/>
          </p:cNvSpPr>
          <p:nvPr/>
        </p:nvSpPr>
        <p:spPr bwMode="auto">
          <a:xfrm>
            <a:off x="3516313" y="3852864"/>
            <a:ext cx="825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Utilities</a:t>
            </a:r>
            <a:endParaRPr lang="en-US" altLang="en-US" sz="3600">
              <a:solidFill>
                <a:schemeClr val="bg1">
                  <a:lumMod val="85000"/>
                </a:schemeClr>
              </a:solidFill>
            </a:endParaRPr>
          </a:p>
        </p:txBody>
      </p:sp>
      <p:sp>
        <p:nvSpPr>
          <p:cNvPr id="25686" name="Text Box 84"/>
          <p:cNvSpPr txBox="1">
            <a:spLocks noChangeArrowheads="1"/>
          </p:cNvSpPr>
          <p:nvPr/>
        </p:nvSpPr>
        <p:spPr bwMode="auto">
          <a:xfrm>
            <a:off x="6451600" y="3429000"/>
            <a:ext cx="1201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Monitor</a:t>
            </a:r>
          </a:p>
        </p:txBody>
      </p:sp>
      <p:sp>
        <p:nvSpPr>
          <p:cNvPr id="25687" name="Text Box 85"/>
          <p:cNvSpPr txBox="1">
            <a:spLocks noChangeArrowheads="1"/>
          </p:cNvSpPr>
          <p:nvPr/>
        </p:nvSpPr>
        <p:spPr bwMode="auto">
          <a:xfrm>
            <a:off x="5095876" y="3429000"/>
            <a:ext cx="1135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Decide</a:t>
            </a:r>
          </a:p>
        </p:txBody>
      </p:sp>
      <p:sp>
        <p:nvSpPr>
          <p:cNvPr id="25688" name="Text Box 86"/>
          <p:cNvSpPr txBox="1">
            <a:spLocks noChangeArrowheads="1"/>
          </p:cNvSpPr>
          <p:nvPr/>
        </p:nvSpPr>
        <p:spPr bwMode="auto">
          <a:xfrm>
            <a:off x="5773738" y="4191000"/>
            <a:ext cx="101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Model</a:t>
            </a:r>
          </a:p>
        </p:txBody>
      </p:sp>
      <p:sp>
        <p:nvSpPr>
          <p:cNvPr id="25689" name="Text Box 87"/>
          <p:cNvSpPr txBox="1">
            <a:spLocks noChangeArrowheads="1"/>
          </p:cNvSpPr>
          <p:nvPr/>
        </p:nvSpPr>
        <p:spPr bwMode="auto">
          <a:xfrm>
            <a:off x="8280400" y="4724400"/>
            <a:ext cx="96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Learn</a:t>
            </a:r>
          </a:p>
        </p:txBody>
      </p:sp>
      <p:sp>
        <p:nvSpPr>
          <p:cNvPr id="25690" name="AutoShape 88"/>
          <p:cNvSpPr>
            <a:spLocks/>
          </p:cNvSpPr>
          <p:nvPr/>
        </p:nvSpPr>
        <p:spPr bwMode="auto">
          <a:xfrm>
            <a:off x="1981200" y="1752600"/>
            <a:ext cx="1524000" cy="762000"/>
          </a:xfrm>
          <a:prstGeom prst="borderCallout2">
            <a:avLst>
              <a:gd name="adj1" fmla="val 15000"/>
              <a:gd name="adj2" fmla="val 105000"/>
              <a:gd name="adj3" fmla="val 15000"/>
              <a:gd name="adj4" fmla="val 129690"/>
              <a:gd name="adj5" fmla="val 42083"/>
              <a:gd name="adj6" fmla="val 155208"/>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Alternative Actions</a:t>
            </a:r>
          </a:p>
        </p:txBody>
      </p:sp>
      <p:sp>
        <p:nvSpPr>
          <p:cNvPr id="25691" name="AutoShape 89"/>
          <p:cNvSpPr>
            <a:spLocks/>
          </p:cNvSpPr>
          <p:nvPr/>
        </p:nvSpPr>
        <p:spPr bwMode="auto">
          <a:xfrm>
            <a:off x="2133600" y="5105400"/>
            <a:ext cx="1524000" cy="762000"/>
          </a:xfrm>
          <a:prstGeom prst="borderCallout2">
            <a:avLst>
              <a:gd name="adj1" fmla="val 15000"/>
              <a:gd name="adj2" fmla="val 105000"/>
              <a:gd name="adj3" fmla="val 15000"/>
              <a:gd name="adj4" fmla="val 105000"/>
              <a:gd name="adj5" fmla="val -55625"/>
              <a:gd name="adj6" fmla="val 108648"/>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Objective Function</a:t>
            </a:r>
          </a:p>
        </p:txBody>
      </p:sp>
      <p:sp>
        <p:nvSpPr>
          <p:cNvPr id="25692" name="AutoShape 90"/>
          <p:cNvSpPr>
            <a:spLocks/>
          </p:cNvSpPr>
          <p:nvPr/>
        </p:nvSpPr>
        <p:spPr bwMode="auto">
          <a:xfrm>
            <a:off x="8686800" y="1600200"/>
            <a:ext cx="1524000" cy="762000"/>
          </a:xfrm>
          <a:prstGeom prst="borderCallout2">
            <a:avLst>
              <a:gd name="adj1" fmla="val 15000"/>
              <a:gd name="adj2" fmla="val -5000"/>
              <a:gd name="adj3" fmla="val 15000"/>
              <a:gd name="adj4" fmla="val -26773"/>
              <a:gd name="adj5" fmla="val 45625"/>
              <a:gd name="adj6" fmla="val -49375"/>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Monitoring System</a:t>
            </a:r>
          </a:p>
        </p:txBody>
      </p:sp>
      <p:sp>
        <p:nvSpPr>
          <p:cNvPr id="25693" name="AutoShape 91"/>
          <p:cNvSpPr>
            <a:spLocks/>
          </p:cNvSpPr>
          <p:nvPr/>
        </p:nvSpPr>
        <p:spPr bwMode="auto">
          <a:xfrm>
            <a:off x="8763000" y="5334000"/>
            <a:ext cx="1524000" cy="762000"/>
          </a:xfrm>
          <a:prstGeom prst="borderCallout2">
            <a:avLst>
              <a:gd name="adj1" fmla="val 15000"/>
              <a:gd name="adj2" fmla="val -5000"/>
              <a:gd name="adj3" fmla="val 15000"/>
              <a:gd name="adj4" fmla="val -28542"/>
              <a:gd name="adj5" fmla="val 25833"/>
              <a:gd name="adj6" fmla="val -53023"/>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System Models</a:t>
            </a:r>
          </a:p>
        </p:txBody>
      </p:sp>
      <p:sp>
        <p:nvSpPr>
          <p:cNvPr id="3" name="TextBox 2">
            <a:extLst>
              <a:ext uri="{FF2B5EF4-FFF2-40B4-BE49-F238E27FC236}">
                <a16:creationId xmlns:a16="http://schemas.microsoft.com/office/drawing/2014/main" id="{36B01987-A19A-DB1E-7F56-8E305A4FD283}"/>
              </a:ext>
            </a:extLst>
          </p:cNvPr>
          <p:cNvSpPr txBox="1"/>
          <p:nvPr/>
        </p:nvSpPr>
        <p:spPr>
          <a:xfrm>
            <a:off x="49305" y="6553482"/>
            <a:ext cx="12142695" cy="276999"/>
          </a:xfrm>
          <a:prstGeom prst="rect">
            <a:avLst/>
          </a:prstGeom>
          <a:noFill/>
        </p:spPr>
        <p:txBody>
          <a:bodyPr wrap="square">
            <a:spAutoFit/>
          </a:bodyPr>
          <a:lstStyle/>
          <a:p>
            <a:r>
              <a:rPr lang="en-US" sz="1200" dirty="0"/>
              <a:t>Developed by Runge MC, Nichols JD, Johnson FA, Eaton MJ, Romito AM, Breese G, Cochrane JF, Converse SJ, Eaton MJ, Larson MA, Lyons JE, Smith DR, Isham AF, Brielle Thompson</a:t>
            </a:r>
          </a:p>
        </p:txBody>
      </p:sp>
      <p:sp>
        <p:nvSpPr>
          <p:cNvPr id="4" name="Rectangle 3">
            <a:extLst>
              <a:ext uri="{FF2B5EF4-FFF2-40B4-BE49-F238E27FC236}">
                <a16:creationId xmlns:a16="http://schemas.microsoft.com/office/drawing/2014/main" id="{0581624A-5953-9614-9E59-9DDF6C15383B}"/>
              </a:ext>
            </a:extLst>
          </p:cNvPr>
          <p:cNvSpPr/>
          <p:nvPr/>
        </p:nvSpPr>
        <p:spPr>
          <a:xfrm>
            <a:off x="6262689" y="4786313"/>
            <a:ext cx="5742845" cy="1625597"/>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64D6676-9BCC-8E56-9FE8-539EED559F14}"/>
              </a:ext>
            </a:extLst>
          </p:cNvPr>
          <p:cNvSpPr txBox="1"/>
          <p:nvPr/>
        </p:nvSpPr>
        <p:spPr>
          <a:xfrm>
            <a:off x="10045701" y="4738688"/>
            <a:ext cx="2057400" cy="369332"/>
          </a:xfrm>
          <a:prstGeom prst="rect">
            <a:avLst/>
          </a:prstGeom>
          <a:noFill/>
        </p:spPr>
        <p:txBody>
          <a:bodyPr wrap="square" rtlCol="0">
            <a:spAutoFit/>
          </a:bodyPr>
          <a:lstStyle/>
          <a:p>
            <a:r>
              <a:rPr lang="en-US" b="1" dirty="0"/>
              <a:t>Bayesian updating!</a:t>
            </a:r>
          </a:p>
        </p:txBody>
      </p:sp>
    </p:spTree>
    <p:extLst>
      <p:ext uri="{BB962C8B-B14F-4D97-AF65-F5344CB8AC3E}">
        <p14:creationId xmlns:p14="http://schemas.microsoft.com/office/powerpoint/2010/main" val="123704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angle 91">
            <a:extLst>
              <a:ext uri="{FF2B5EF4-FFF2-40B4-BE49-F238E27FC236}">
                <a16:creationId xmlns:a16="http://schemas.microsoft.com/office/drawing/2014/main" id="{08A735A0-DBC3-4217-A218-FADF8CAAA9E8}"/>
              </a:ext>
            </a:extLst>
          </p:cNvPr>
          <p:cNvSpPr/>
          <p:nvPr/>
        </p:nvSpPr>
        <p:spPr>
          <a:xfrm>
            <a:off x="1665316" y="1147156"/>
            <a:ext cx="8936182" cy="89754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603" name="Rectangle 2"/>
          <p:cNvSpPr>
            <a:spLocks noGrp="1" noChangeArrowheads="1"/>
          </p:cNvSpPr>
          <p:nvPr>
            <p:ph type="title"/>
          </p:nvPr>
        </p:nvSpPr>
        <p:spPr>
          <a:xfrm>
            <a:off x="1143000" y="268288"/>
            <a:ext cx="5616576" cy="1103312"/>
          </a:xfrm>
        </p:spPr>
        <p:txBody>
          <a:bodyPr/>
          <a:lstStyle/>
          <a:p>
            <a:r>
              <a:rPr lang="en-US" altLang="en-US" dirty="0"/>
              <a:t>Management</a:t>
            </a:r>
          </a:p>
        </p:txBody>
      </p:sp>
      <p:sp>
        <p:nvSpPr>
          <p:cNvPr id="25604" name="Oval 23"/>
          <p:cNvSpPr>
            <a:spLocks noChangeArrowheads="1"/>
          </p:cNvSpPr>
          <p:nvPr/>
        </p:nvSpPr>
        <p:spPr bwMode="auto">
          <a:xfrm>
            <a:off x="7754938" y="3200400"/>
            <a:ext cx="1465263" cy="1460500"/>
          </a:xfrm>
          <a:prstGeom prst="ellipse">
            <a:avLst/>
          </a:prstGeom>
          <a:noFill/>
          <a:ln w="23813">
            <a:solidFill>
              <a:schemeClr val="bg1">
                <a:lumMod val="8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06" name="Rectangle 3"/>
          <p:cNvSpPr>
            <a:spLocks noChangeArrowheads="1"/>
          </p:cNvSpPr>
          <p:nvPr/>
        </p:nvSpPr>
        <p:spPr bwMode="auto">
          <a:xfrm>
            <a:off x="6199188" y="3871914"/>
            <a:ext cx="25400" cy="47625"/>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07" name="Rectangle 4"/>
          <p:cNvSpPr>
            <a:spLocks noChangeArrowheads="1"/>
          </p:cNvSpPr>
          <p:nvPr/>
        </p:nvSpPr>
        <p:spPr bwMode="auto">
          <a:xfrm>
            <a:off x="6199188" y="3725864"/>
            <a:ext cx="25400" cy="47625"/>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08" name="Rectangle 5"/>
          <p:cNvSpPr>
            <a:spLocks noChangeArrowheads="1"/>
          </p:cNvSpPr>
          <p:nvPr/>
        </p:nvSpPr>
        <p:spPr bwMode="auto">
          <a:xfrm>
            <a:off x="6199188" y="3579814"/>
            <a:ext cx="25400" cy="47625"/>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09" name="Rectangle 6"/>
          <p:cNvSpPr>
            <a:spLocks noChangeArrowheads="1"/>
          </p:cNvSpPr>
          <p:nvPr/>
        </p:nvSpPr>
        <p:spPr bwMode="auto">
          <a:xfrm>
            <a:off x="6199188" y="34337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0" name="Rectangle 7"/>
          <p:cNvSpPr>
            <a:spLocks noChangeArrowheads="1"/>
          </p:cNvSpPr>
          <p:nvPr/>
        </p:nvSpPr>
        <p:spPr bwMode="auto">
          <a:xfrm>
            <a:off x="6199188" y="32877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1" name="Rectangle 8"/>
          <p:cNvSpPr>
            <a:spLocks noChangeArrowheads="1"/>
          </p:cNvSpPr>
          <p:nvPr/>
        </p:nvSpPr>
        <p:spPr bwMode="auto">
          <a:xfrm>
            <a:off x="6199188" y="31416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2" name="Rectangle 9"/>
          <p:cNvSpPr>
            <a:spLocks noChangeArrowheads="1"/>
          </p:cNvSpPr>
          <p:nvPr/>
        </p:nvSpPr>
        <p:spPr bwMode="auto">
          <a:xfrm>
            <a:off x="6199188" y="29956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3" name="Rectangle 10"/>
          <p:cNvSpPr>
            <a:spLocks noChangeArrowheads="1"/>
          </p:cNvSpPr>
          <p:nvPr/>
        </p:nvSpPr>
        <p:spPr bwMode="auto">
          <a:xfrm>
            <a:off x="6199188" y="28495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4" name="Rectangle 11"/>
          <p:cNvSpPr>
            <a:spLocks noChangeArrowheads="1"/>
          </p:cNvSpPr>
          <p:nvPr/>
        </p:nvSpPr>
        <p:spPr bwMode="auto">
          <a:xfrm>
            <a:off x="6199188" y="27035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5" name="Rectangle 12"/>
          <p:cNvSpPr>
            <a:spLocks noChangeArrowheads="1"/>
          </p:cNvSpPr>
          <p:nvPr/>
        </p:nvSpPr>
        <p:spPr bwMode="auto">
          <a:xfrm>
            <a:off x="6199188" y="25574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6" name="Rectangle 13"/>
          <p:cNvSpPr>
            <a:spLocks noChangeArrowheads="1"/>
          </p:cNvSpPr>
          <p:nvPr/>
        </p:nvSpPr>
        <p:spPr bwMode="auto">
          <a:xfrm>
            <a:off x="6199188" y="24114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7" name="Rectangle 14"/>
          <p:cNvSpPr>
            <a:spLocks noChangeArrowheads="1"/>
          </p:cNvSpPr>
          <p:nvPr/>
        </p:nvSpPr>
        <p:spPr bwMode="auto">
          <a:xfrm>
            <a:off x="6199188" y="22653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8" name="Rectangle 15"/>
          <p:cNvSpPr>
            <a:spLocks noChangeArrowheads="1"/>
          </p:cNvSpPr>
          <p:nvPr/>
        </p:nvSpPr>
        <p:spPr bwMode="auto">
          <a:xfrm>
            <a:off x="6199188" y="21193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19" name="Rectangle 16"/>
          <p:cNvSpPr>
            <a:spLocks noChangeArrowheads="1"/>
          </p:cNvSpPr>
          <p:nvPr/>
        </p:nvSpPr>
        <p:spPr bwMode="auto">
          <a:xfrm>
            <a:off x="6199188" y="197326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0" name="Rectangle 17"/>
          <p:cNvSpPr>
            <a:spLocks noChangeArrowheads="1"/>
          </p:cNvSpPr>
          <p:nvPr/>
        </p:nvSpPr>
        <p:spPr bwMode="auto">
          <a:xfrm>
            <a:off x="6199188" y="1827213"/>
            <a:ext cx="25400" cy="49212"/>
          </a:xfrm>
          <a:prstGeom prst="rect">
            <a:avLst/>
          </a:prstGeom>
          <a:solidFill>
            <a:schemeClr val="folHlink"/>
          </a:solidFill>
          <a:ln w="9525">
            <a:solidFill>
              <a:schemeClr val="folHlink"/>
            </a:solidFill>
            <a:miter lim="800000"/>
            <a:headEnd/>
            <a:tailEnd/>
          </a:ln>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3" name="Oval 20"/>
          <p:cNvSpPr>
            <a:spLocks noChangeArrowheads="1"/>
          </p:cNvSpPr>
          <p:nvPr/>
        </p:nvSpPr>
        <p:spPr bwMode="auto">
          <a:xfrm>
            <a:off x="3930650" y="2098676"/>
            <a:ext cx="4567238" cy="3649663"/>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4" name="Oval 21"/>
          <p:cNvSpPr>
            <a:spLocks noChangeArrowheads="1"/>
          </p:cNvSpPr>
          <p:nvPr/>
        </p:nvSpPr>
        <p:spPr bwMode="auto">
          <a:xfrm>
            <a:off x="4521200" y="1524001"/>
            <a:ext cx="1462088" cy="1458913"/>
          </a:xfrm>
          <a:prstGeom prst="ellipse">
            <a:avLst/>
          </a:prstGeom>
          <a:noFill/>
          <a:ln w="23813">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tx1"/>
              </a:solidFill>
            </a:endParaRPr>
          </a:p>
        </p:txBody>
      </p:sp>
      <p:sp>
        <p:nvSpPr>
          <p:cNvPr id="25625" name="Oval 22"/>
          <p:cNvSpPr>
            <a:spLocks noChangeArrowheads="1"/>
          </p:cNvSpPr>
          <p:nvPr/>
        </p:nvSpPr>
        <p:spPr bwMode="auto">
          <a:xfrm>
            <a:off x="6437314" y="1524001"/>
            <a:ext cx="1463675" cy="1458913"/>
          </a:xfrm>
          <a:prstGeom prst="ellipse">
            <a:avLst/>
          </a:prstGeom>
          <a:noFill/>
          <a:ln w="23813">
            <a:solidFill>
              <a:schemeClr val="bg1">
                <a:lumMod val="8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6" name="Oval 24"/>
          <p:cNvSpPr>
            <a:spLocks noChangeArrowheads="1"/>
          </p:cNvSpPr>
          <p:nvPr/>
        </p:nvSpPr>
        <p:spPr bwMode="auto">
          <a:xfrm>
            <a:off x="6440489" y="4854576"/>
            <a:ext cx="1462087" cy="1458913"/>
          </a:xfrm>
          <a:prstGeom prst="ellipse">
            <a:avLst/>
          </a:prstGeom>
          <a:noFill/>
          <a:ln w="23813">
            <a:solidFill>
              <a:schemeClr val="bg1">
                <a:lumMod val="85000"/>
              </a:schemeClr>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p>
        </p:txBody>
      </p:sp>
      <p:sp>
        <p:nvSpPr>
          <p:cNvPr id="25627" name="Oval 25"/>
          <p:cNvSpPr>
            <a:spLocks noChangeArrowheads="1"/>
          </p:cNvSpPr>
          <p:nvPr/>
        </p:nvSpPr>
        <p:spPr bwMode="auto">
          <a:xfrm>
            <a:off x="4522788" y="4854576"/>
            <a:ext cx="1465262" cy="1458913"/>
          </a:xfrm>
          <a:prstGeom prst="ellipse">
            <a:avLst/>
          </a:prstGeom>
          <a:noFill/>
          <a:ln w="23813">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tx1"/>
              </a:solidFill>
            </a:endParaRPr>
          </a:p>
        </p:txBody>
      </p:sp>
      <p:sp>
        <p:nvSpPr>
          <p:cNvPr id="25628" name="Oval 26"/>
          <p:cNvSpPr>
            <a:spLocks noChangeArrowheads="1"/>
          </p:cNvSpPr>
          <p:nvPr/>
        </p:nvSpPr>
        <p:spPr bwMode="auto">
          <a:xfrm>
            <a:off x="3200400" y="3192463"/>
            <a:ext cx="1462088" cy="1460500"/>
          </a:xfrm>
          <a:prstGeom prst="ellipse">
            <a:avLst/>
          </a:prstGeom>
          <a:noFill/>
          <a:ln w="23813">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endParaRPr lang="en-US" altLang="en-US">
              <a:solidFill>
                <a:schemeClr val="tx1"/>
              </a:solidFill>
            </a:endParaRPr>
          </a:p>
        </p:txBody>
      </p:sp>
      <p:sp>
        <p:nvSpPr>
          <p:cNvPr id="25629" name="Freeform 27"/>
          <p:cNvSpPr>
            <a:spLocks/>
          </p:cNvSpPr>
          <p:nvPr/>
        </p:nvSpPr>
        <p:spPr bwMode="auto">
          <a:xfrm>
            <a:off x="6207126" y="3911601"/>
            <a:ext cx="55563"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6"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0" name="Freeform 28"/>
          <p:cNvSpPr>
            <a:spLocks/>
          </p:cNvSpPr>
          <p:nvPr/>
        </p:nvSpPr>
        <p:spPr bwMode="auto">
          <a:xfrm>
            <a:off x="6334126" y="3984626"/>
            <a:ext cx="55563" cy="47625"/>
          </a:xfrm>
          <a:custGeom>
            <a:avLst/>
            <a:gdLst>
              <a:gd name="T0" fmla="*/ 2147483647 w 35"/>
              <a:gd name="T1" fmla="*/ 0 h 30"/>
              <a:gd name="T2" fmla="*/ 0 w 35"/>
              <a:gd name="T3" fmla="*/ 2147483647 h 30"/>
              <a:gd name="T4" fmla="*/ 2147483647 w 35"/>
              <a:gd name="T5" fmla="*/ 2147483647 h 30"/>
              <a:gd name="T6" fmla="*/ 2147483647 w 35"/>
              <a:gd name="T7" fmla="*/ 2147483647 h 30"/>
              <a:gd name="T8" fmla="*/ 2147483647 w 35"/>
              <a:gd name="T9" fmla="*/ 0 h 30"/>
              <a:gd name="T10" fmla="*/ 0 60000 65536"/>
              <a:gd name="T11" fmla="*/ 0 60000 65536"/>
              <a:gd name="T12" fmla="*/ 0 60000 65536"/>
              <a:gd name="T13" fmla="*/ 0 60000 65536"/>
              <a:gd name="T14" fmla="*/ 0 60000 65536"/>
              <a:gd name="T15" fmla="*/ 0 w 35"/>
              <a:gd name="T16" fmla="*/ 0 h 30"/>
              <a:gd name="T17" fmla="*/ 35 w 35"/>
              <a:gd name="T18" fmla="*/ 30 h 30"/>
            </a:gdLst>
            <a:ahLst/>
            <a:cxnLst>
              <a:cxn ang="T10">
                <a:pos x="T0" y="T1"/>
              </a:cxn>
              <a:cxn ang="T11">
                <a:pos x="T2" y="T3"/>
              </a:cxn>
              <a:cxn ang="T12">
                <a:pos x="T4" y="T5"/>
              </a:cxn>
              <a:cxn ang="T13">
                <a:pos x="T6" y="T7"/>
              </a:cxn>
              <a:cxn ang="T14">
                <a:pos x="T8" y="T9"/>
              </a:cxn>
            </a:cxnLst>
            <a:rect l="T15" t="T16" r="T17" b="T18"/>
            <a:pathLst>
              <a:path w="35" h="30">
                <a:moveTo>
                  <a:pt x="10" y="0"/>
                </a:moveTo>
                <a:lnTo>
                  <a:pt x="0" y="15"/>
                </a:lnTo>
                <a:lnTo>
                  <a:pt x="25" y="30"/>
                </a:lnTo>
                <a:lnTo>
                  <a:pt x="35"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1" name="Freeform 29"/>
          <p:cNvSpPr>
            <a:spLocks/>
          </p:cNvSpPr>
          <p:nvPr/>
        </p:nvSpPr>
        <p:spPr bwMode="auto">
          <a:xfrm>
            <a:off x="6459538" y="4057651"/>
            <a:ext cx="57150"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7"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2" name="Freeform 30"/>
          <p:cNvSpPr>
            <a:spLocks/>
          </p:cNvSpPr>
          <p:nvPr/>
        </p:nvSpPr>
        <p:spPr bwMode="auto">
          <a:xfrm>
            <a:off x="6586538" y="4130676"/>
            <a:ext cx="57150" cy="47625"/>
          </a:xfrm>
          <a:custGeom>
            <a:avLst/>
            <a:gdLst>
              <a:gd name="T0" fmla="*/ 2147483647 w 37"/>
              <a:gd name="T1" fmla="*/ 0 h 30"/>
              <a:gd name="T2" fmla="*/ 0 w 37"/>
              <a:gd name="T3" fmla="*/ 2147483647 h 30"/>
              <a:gd name="T4" fmla="*/ 2147483647 w 37"/>
              <a:gd name="T5" fmla="*/ 2147483647 h 30"/>
              <a:gd name="T6" fmla="*/ 2147483647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10" y="0"/>
                </a:moveTo>
                <a:lnTo>
                  <a:pt x="0" y="15"/>
                </a:lnTo>
                <a:lnTo>
                  <a:pt x="27" y="30"/>
                </a:lnTo>
                <a:lnTo>
                  <a:pt x="37"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3" name="Freeform 31"/>
          <p:cNvSpPr>
            <a:spLocks/>
          </p:cNvSpPr>
          <p:nvPr/>
        </p:nvSpPr>
        <p:spPr bwMode="auto">
          <a:xfrm>
            <a:off x="6711950" y="4203701"/>
            <a:ext cx="57150"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7"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4" name="Freeform 32"/>
          <p:cNvSpPr>
            <a:spLocks/>
          </p:cNvSpPr>
          <p:nvPr/>
        </p:nvSpPr>
        <p:spPr bwMode="auto">
          <a:xfrm>
            <a:off x="6838950" y="4276726"/>
            <a:ext cx="58738" cy="47625"/>
          </a:xfrm>
          <a:custGeom>
            <a:avLst/>
            <a:gdLst>
              <a:gd name="T0" fmla="*/ 2147483647 w 37"/>
              <a:gd name="T1" fmla="*/ 0 h 30"/>
              <a:gd name="T2" fmla="*/ 0 w 37"/>
              <a:gd name="T3" fmla="*/ 2147483647 h 30"/>
              <a:gd name="T4" fmla="*/ 2147483647 w 37"/>
              <a:gd name="T5" fmla="*/ 2147483647 h 30"/>
              <a:gd name="T6" fmla="*/ 2147483647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10" y="0"/>
                </a:moveTo>
                <a:lnTo>
                  <a:pt x="0" y="15"/>
                </a:lnTo>
                <a:lnTo>
                  <a:pt x="27" y="30"/>
                </a:lnTo>
                <a:lnTo>
                  <a:pt x="37"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5" name="Freeform 33"/>
          <p:cNvSpPr>
            <a:spLocks/>
          </p:cNvSpPr>
          <p:nvPr/>
        </p:nvSpPr>
        <p:spPr bwMode="auto">
          <a:xfrm>
            <a:off x="6962775" y="4349751"/>
            <a:ext cx="58738"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10" y="0"/>
                </a:moveTo>
                <a:lnTo>
                  <a:pt x="0" y="15"/>
                </a:lnTo>
                <a:lnTo>
                  <a:pt x="27" y="30"/>
                </a:lnTo>
                <a:lnTo>
                  <a:pt x="36"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6" name="Freeform 34"/>
          <p:cNvSpPr>
            <a:spLocks/>
          </p:cNvSpPr>
          <p:nvPr/>
        </p:nvSpPr>
        <p:spPr bwMode="auto">
          <a:xfrm>
            <a:off x="7089776" y="4422776"/>
            <a:ext cx="60325" cy="47625"/>
          </a:xfrm>
          <a:custGeom>
            <a:avLst/>
            <a:gdLst>
              <a:gd name="T0" fmla="*/ 2147483647 w 37"/>
              <a:gd name="T1" fmla="*/ 0 h 30"/>
              <a:gd name="T2" fmla="*/ 0 w 37"/>
              <a:gd name="T3" fmla="*/ 2147483647 h 30"/>
              <a:gd name="T4" fmla="*/ 2147483647 w 37"/>
              <a:gd name="T5" fmla="*/ 2147483647 h 30"/>
              <a:gd name="T6" fmla="*/ 2147483647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10" y="0"/>
                </a:moveTo>
                <a:lnTo>
                  <a:pt x="0" y="15"/>
                </a:lnTo>
                <a:lnTo>
                  <a:pt x="27" y="30"/>
                </a:lnTo>
                <a:lnTo>
                  <a:pt x="37"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7" name="Freeform 35"/>
          <p:cNvSpPr>
            <a:spLocks/>
          </p:cNvSpPr>
          <p:nvPr/>
        </p:nvSpPr>
        <p:spPr bwMode="auto">
          <a:xfrm>
            <a:off x="7219951" y="4495801"/>
            <a:ext cx="53975" cy="47625"/>
          </a:xfrm>
          <a:custGeom>
            <a:avLst/>
            <a:gdLst>
              <a:gd name="T0" fmla="*/ 2147483647 w 34"/>
              <a:gd name="T1" fmla="*/ 0 h 30"/>
              <a:gd name="T2" fmla="*/ 0 w 34"/>
              <a:gd name="T3" fmla="*/ 2147483647 h 30"/>
              <a:gd name="T4" fmla="*/ 2147483647 w 34"/>
              <a:gd name="T5" fmla="*/ 2147483647 h 30"/>
              <a:gd name="T6" fmla="*/ 2147483647 w 34"/>
              <a:gd name="T7" fmla="*/ 2147483647 h 30"/>
              <a:gd name="T8" fmla="*/ 2147483647 w 34"/>
              <a:gd name="T9" fmla="*/ 0 h 30"/>
              <a:gd name="T10" fmla="*/ 0 60000 65536"/>
              <a:gd name="T11" fmla="*/ 0 60000 65536"/>
              <a:gd name="T12" fmla="*/ 0 60000 65536"/>
              <a:gd name="T13" fmla="*/ 0 60000 65536"/>
              <a:gd name="T14" fmla="*/ 0 60000 65536"/>
              <a:gd name="T15" fmla="*/ 0 w 34"/>
              <a:gd name="T16" fmla="*/ 0 h 30"/>
              <a:gd name="T17" fmla="*/ 34 w 34"/>
              <a:gd name="T18" fmla="*/ 30 h 30"/>
            </a:gdLst>
            <a:ahLst/>
            <a:cxnLst>
              <a:cxn ang="T10">
                <a:pos x="T0" y="T1"/>
              </a:cxn>
              <a:cxn ang="T11">
                <a:pos x="T2" y="T3"/>
              </a:cxn>
              <a:cxn ang="T12">
                <a:pos x="T4" y="T5"/>
              </a:cxn>
              <a:cxn ang="T13">
                <a:pos x="T6" y="T7"/>
              </a:cxn>
              <a:cxn ang="T14">
                <a:pos x="T8" y="T9"/>
              </a:cxn>
            </a:cxnLst>
            <a:rect l="T15" t="T16" r="T17" b="T18"/>
            <a:pathLst>
              <a:path w="34" h="30">
                <a:moveTo>
                  <a:pt x="10" y="0"/>
                </a:moveTo>
                <a:lnTo>
                  <a:pt x="0" y="15"/>
                </a:lnTo>
                <a:lnTo>
                  <a:pt x="25" y="30"/>
                </a:lnTo>
                <a:lnTo>
                  <a:pt x="34"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38" name="Freeform 36"/>
          <p:cNvSpPr>
            <a:spLocks/>
          </p:cNvSpPr>
          <p:nvPr/>
        </p:nvSpPr>
        <p:spPr bwMode="auto">
          <a:xfrm>
            <a:off x="7343775" y="4568826"/>
            <a:ext cx="58738"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6"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39" name="Freeform 37"/>
          <p:cNvSpPr>
            <a:spLocks/>
          </p:cNvSpPr>
          <p:nvPr/>
        </p:nvSpPr>
        <p:spPr bwMode="auto">
          <a:xfrm>
            <a:off x="7470775" y="4641851"/>
            <a:ext cx="58738"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10" y="0"/>
                </a:moveTo>
                <a:lnTo>
                  <a:pt x="0" y="15"/>
                </a:lnTo>
                <a:lnTo>
                  <a:pt x="27" y="30"/>
                </a:lnTo>
                <a:lnTo>
                  <a:pt x="36" y="15"/>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0" name="Freeform 38"/>
          <p:cNvSpPr>
            <a:spLocks/>
          </p:cNvSpPr>
          <p:nvPr/>
        </p:nvSpPr>
        <p:spPr bwMode="auto">
          <a:xfrm>
            <a:off x="7596189" y="4714876"/>
            <a:ext cx="58737" cy="47625"/>
          </a:xfrm>
          <a:custGeom>
            <a:avLst/>
            <a:gdLst>
              <a:gd name="T0" fmla="*/ 2147483647 w 36"/>
              <a:gd name="T1" fmla="*/ 0 h 30"/>
              <a:gd name="T2" fmla="*/ 0 w 36"/>
              <a:gd name="T3" fmla="*/ 2147483647 h 30"/>
              <a:gd name="T4" fmla="*/ 2147483647 w 36"/>
              <a:gd name="T5" fmla="*/ 2147483647 h 30"/>
              <a:gd name="T6" fmla="*/ 2147483647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9" y="0"/>
                </a:moveTo>
                <a:lnTo>
                  <a:pt x="0" y="15"/>
                </a:lnTo>
                <a:lnTo>
                  <a:pt x="26" y="30"/>
                </a:lnTo>
                <a:lnTo>
                  <a:pt x="36" y="15"/>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41" name="Freeform 39"/>
          <p:cNvSpPr>
            <a:spLocks/>
          </p:cNvSpPr>
          <p:nvPr/>
        </p:nvSpPr>
        <p:spPr bwMode="auto">
          <a:xfrm>
            <a:off x="7723189" y="4786313"/>
            <a:ext cx="60325" cy="49212"/>
          </a:xfrm>
          <a:custGeom>
            <a:avLst/>
            <a:gdLst>
              <a:gd name="T0" fmla="*/ 2147483647 w 37"/>
              <a:gd name="T1" fmla="*/ 0 h 31"/>
              <a:gd name="T2" fmla="*/ 0 w 37"/>
              <a:gd name="T3" fmla="*/ 2147483647 h 31"/>
              <a:gd name="T4" fmla="*/ 2147483647 w 37"/>
              <a:gd name="T5" fmla="*/ 2147483647 h 31"/>
              <a:gd name="T6" fmla="*/ 2147483647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10" y="0"/>
                </a:moveTo>
                <a:lnTo>
                  <a:pt x="0" y="16"/>
                </a:lnTo>
                <a:lnTo>
                  <a:pt x="27" y="31"/>
                </a:lnTo>
                <a:lnTo>
                  <a:pt x="37" y="16"/>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2" name="Freeform 40"/>
          <p:cNvSpPr>
            <a:spLocks/>
          </p:cNvSpPr>
          <p:nvPr/>
        </p:nvSpPr>
        <p:spPr bwMode="auto">
          <a:xfrm>
            <a:off x="7850188" y="4859338"/>
            <a:ext cx="57150" cy="49212"/>
          </a:xfrm>
          <a:custGeom>
            <a:avLst/>
            <a:gdLst>
              <a:gd name="T0" fmla="*/ 2147483647 w 36"/>
              <a:gd name="T1" fmla="*/ 0 h 31"/>
              <a:gd name="T2" fmla="*/ 0 w 36"/>
              <a:gd name="T3" fmla="*/ 2147483647 h 31"/>
              <a:gd name="T4" fmla="*/ 2147483647 w 36"/>
              <a:gd name="T5" fmla="*/ 2147483647 h 31"/>
              <a:gd name="T6" fmla="*/ 2147483647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9" y="0"/>
                </a:moveTo>
                <a:lnTo>
                  <a:pt x="0" y="16"/>
                </a:lnTo>
                <a:lnTo>
                  <a:pt x="27" y="31"/>
                </a:lnTo>
                <a:lnTo>
                  <a:pt x="36" y="16"/>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43" name="Freeform 41"/>
          <p:cNvSpPr>
            <a:spLocks/>
          </p:cNvSpPr>
          <p:nvPr/>
        </p:nvSpPr>
        <p:spPr bwMode="auto">
          <a:xfrm>
            <a:off x="7977189" y="4932363"/>
            <a:ext cx="58737" cy="49212"/>
          </a:xfrm>
          <a:custGeom>
            <a:avLst/>
            <a:gdLst>
              <a:gd name="T0" fmla="*/ 2147483647 w 37"/>
              <a:gd name="T1" fmla="*/ 0 h 31"/>
              <a:gd name="T2" fmla="*/ 0 w 37"/>
              <a:gd name="T3" fmla="*/ 2147483647 h 31"/>
              <a:gd name="T4" fmla="*/ 2147483647 w 37"/>
              <a:gd name="T5" fmla="*/ 2147483647 h 31"/>
              <a:gd name="T6" fmla="*/ 2147483647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10" y="0"/>
                </a:moveTo>
                <a:lnTo>
                  <a:pt x="0" y="16"/>
                </a:lnTo>
                <a:lnTo>
                  <a:pt x="27" y="31"/>
                </a:lnTo>
                <a:lnTo>
                  <a:pt x="37" y="16"/>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4" name="Freeform 42"/>
          <p:cNvSpPr>
            <a:spLocks/>
          </p:cNvSpPr>
          <p:nvPr/>
        </p:nvSpPr>
        <p:spPr bwMode="auto">
          <a:xfrm>
            <a:off x="8104189" y="5005388"/>
            <a:ext cx="58737" cy="49212"/>
          </a:xfrm>
          <a:custGeom>
            <a:avLst/>
            <a:gdLst>
              <a:gd name="T0" fmla="*/ 2147483647 w 36"/>
              <a:gd name="T1" fmla="*/ 0 h 31"/>
              <a:gd name="T2" fmla="*/ 0 w 36"/>
              <a:gd name="T3" fmla="*/ 2147483647 h 31"/>
              <a:gd name="T4" fmla="*/ 2147483647 w 36"/>
              <a:gd name="T5" fmla="*/ 2147483647 h 31"/>
              <a:gd name="T6" fmla="*/ 2147483647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9" y="0"/>
                </a:moveTo>
                <a:lnTo>
                  <a:pt x="0" y="16"/>
                </a:lnTo>
                <a:lnTo>
                  <a:pt x="27" y="31"/>
                </a:lnTo>
                <a:lnTo>
                  <a:pt x="36" y="16"/>
                </a:lnTo>
                <a:lnTo>
                  <a:pt x="9" y="0"/>
                </a:lnTo>
                <a:close/>
              </a:path>
            </a:pathLst>
          </a:custGeom>
          <a:solidFill>
            <a:schemeClr val="folHlink"/>
          </a:solidFill>
          <a:ln w="9525">
            <a:solidFill>
              <a:schemeClr val="folHlink"/>
            </a:solidFill>
            <a:round/>
            <a:headEnd/>
            <a:tailEnd/>
          </a:ln>
        </p:spPr>
        <p:txBody>
          <a:bodyPr/>
          <a:lstStyle/>
          <a:p>
            <a:endParaRPr lang="en-US"/>
          </a:p>
        </p:txBody>
      </p:sp>
      <p:sp>
        <p:nvSpPr>
          <p:cNvPr id="25645" name="Freeform 43"/>
          <p:cNvSpPr>
            <a:spLocks/>
          </p:cNvSpPr>
          <p:nvPr/>
        </p:nvSpPr>
        <p:spPr bwMode="auto">
          <a:xfrm>
            <a:off x="8229600" y="5078413"/>
            <a:ext cx="58738" cy="49212"/>
          </a:xfrm>
          <a:custGeom>
            <a:avLst/>
            <a:gdLst>
              <a:gd name="T0" fmla="*/ 2147483647 w 37"/>
              <a:gd name="T1" fmla="*/ 0 h 31"/>
              <a:gd name="T2" fmla="*/ 0 w 37"/>
              <a:gd name="T3" fmla="*/ 2147483647 h 31"/>
              <a:gd name="T4" fmla="*/ 2147483647 w 37"/>
              <a:gd name="T5" fmla="*/ 2147483647 h 31"/>
              <a:gd name="T6" fmla="*/ 2147483647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10" y="0"/>
                </a:moveTo>
                <a:lnTo>
                  <a:pt x="0" y="16"/>
                </a:lnTo>
                <a:lnTo>
                  <a:pt x="27" y="31"/>
                </a:lnTo>
                <a:lnTo>
                  <a:pt x="37" y="16"/>
                </a:lnTo>
                <a:lnTo>
                  <a:pt x="10" y="0"/>
                </a:lnTo>
                <a:close/>
              </a:path>
            </a:pathLst>
          </a:custGeom>
          <a:solidFill>
            <a:schemeClr val="folHlink"/>
          </a:solidFill>
          <a:ln w="9525">
            <a:solidFill>
              <a:schemeClr val="folHlink"/>
            </a:solidFill>
            <a:round/>
            <a:headEnd/>
            <a:tailEnd/>
          </a:ln>
        </p:spPr>
        <p:txBody>
          <a:bodyPr/>
          <a:lstStyle/>
          <a:p>
            <a:endParaRPr lang="en-US"/>
          </a:p>
        </p:txBody>
      </p:sp>
      <p:sp>
        <p:nvSpPr>
          <p:cNvPr id="25646" name="Freeform 44"/>
          <p:cNvSpPr>
            <a:spLocks/>
          </p:cNvSpPr>
          <p:nvPr/>
        </p:nvSpPr>
        <p:spPr bwMode="auto">
          <a:xfrm>
            <a:off x="6161088" y="3911601"/>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47" name="Freeform 45"/>
          <p:cNvSpPr>
            <a:spLocks/>
          </p:cNvSpPr>
          <p:nvPr/>
        </p:nvSpPr>
        <p:spPr bwMode="auto">
          <a:xfrm>
            <a:off x="6034088" y="3984626"/>
            <a:ext cx="57150" cy="47625"/>
          </a:xfrm>
          <a:custGeom>
            <a:avLst/>
            <a:gdLst>
              <a:gd name="T0" fmla="*/ 2147483647 w 35"/>
              <a:gd name="T1" fmla="*/ 0 h 30"/>
              <a:gd name="T2" fmla="*/ 2147483647 w 35"/>
              <a:gd name="T3" fmla="*/ 2147483647 h 30"/>
              <a:gd name="T4" fmla="*/ 2147483647 w 35"/>
              <a:gd name="T5" fmla="*/ 2147483647 h 30"/>
              <a:gd name="T6" fmla="*/ 0 w 35"/>
              <a:gd name="T7" fmla="*/ 2147483647 h 30"/>
              <a:gd name="T8" fmla="*/ 2147483647 w 35"/>
              <a:gd name="T9" fmla="*/ 0 h 30"/>
              <a:gd name="T10" fmla="*/ 0 60000 65536"/>
              <a:gd name="T11" fmla="*/ 0 60000 65536"/>
              <a:gd name="T12" fmla="*/ 0 60000 65536"/>
              <a:gd name="T13" fmla="*/ 0 60000 65536"/>
              <a:gd name="T14" fmla="*/ 0 60000 65536"/>
              <a:gd name="T15" fmla="*/ 0 w 35"/>
              <a:gd name="T16" fmla="*/ 0 h 30"/>
              <a:gd name="T17" fmla="*/ 35 w 35"/>
              <a:gd name="T18" fmla="*/ 30 h 30"/>
            </a:gdLst>
            <a:ahLst/>
            <a:cxnLst>
              <a:cxn ang="T10">
                <a:pos x="T0" y="T1"/>
              </a:cxn>
              <a:cxn ang="T11">
                <a:pos x="T2" y="T3"/>
              </a:cxn>
              <a:cxn ang="T12">
                <a:pos x="T4" y="T5"/>
              </a:cxn>
              <a:cxn ang="T13">
                <a:pos x="T6" y="T7"/>
              </a:cxn>
              <a:cxn ang="T14">
                <a:pos x="T8" y="T9"/>
              </a:cxn>
            </a:cxnLst>
            <a:rect l="T15" t="T16" r="T17" b="T18"/>
            <a:pathLst>
              <a:path w="35" h="30">
                <a:moveTo>
                  <a:pt x="25" y="0"/>
                </a:moveTo>
                <a:lnTo>
                  <a:pt x="35" y="15"/>
                </a:lnTo>
                <a:lnTo>
                  <a:pt x="10" y="30"/>
                </a:lnTo>
                <a:lnTo>
                  <a:pt x="0" y="15"/>
                </a:lnTo>
                <a:lnTo>
                  <a:pt x="25" y="0"/>
                </a:lnTo>
                <a:close/>
              </a:path>
            </a:pathLst>
          </a:custGeom>
          <a:solidFill>
            <a:schemeClr val="folHlink"/>
          </a:solidFill>
          <a:ln w="9525">
            <a:solidFill>
              <a:schemeClr val="folHlink"/>
            </a:solidFill>
            <a:round/>
            <a:headEnd/>
            <a:tailEnd/>
          </a:ln>
        </p:spPr>
        <p:txBody>
          <a:bodyPr/>
          <a:lstStyle/>
          <a:p>
            <a:endParaRPr lang="en-US"/>
          </a:p>
        </p:txBody>
      </p:sp>
      <p:sp>
        <p:nvSpPr>
          <p:cNvPr id="25648" name="Freeform 46"/>
          <p:cNvSpPr>
            <a:spLocks/>
          </p:cNvSpPr>
          <p:nvPr/>
        </p:nvSpPr>
        <p:spPr bwMode="auto">
          <a:xfrm>
            <a:off x="5907089" y="4057651"/>
            <a:ext cx="58737"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49" name="Freeform 47"/>
          <p:cNvSpPr>
            <a:spLocks/>
          </p:cNvSpPr>
          <p:nvPr/>
        </p:nvSpPr>
        <p:spPr bwMode="auto">
          <a:xfrm>
            <a:off x="5780089" y="4130676"/>
            <a:ext cx="58737" cy="47625"/>
          </a:xfrm>
          <a:custGeom>
            <a:avLst/>
            <a:gdLst>
              <a:gd name="T0" fmla="*/ 2147483647 w 37"/>
              <a:gd name="T1" fmla="*/ 0 h 30"/>
              <a:gd name="T2" fmla="*/ 2147483647 w 37"/>
              <a:gd name="T3" fmla="*/ 2147483647 h 30"/>
              <a:gd name="T4" fmla="*/ 2147483647 w 37"/>
              <a:gd name="T5" fmla="*/ 2147483647 h 30"/>
              <a:gd name="T6" fmla="*/ 0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27" y="0"/>
                </a:moveTo>
                <a:lnTo>
                  <a:pt x="37"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0" name="Freeform 48"/>
          <p:cNvSpPr>
            <a:spLocks/>
          </p:cNvSpPr>
          <p:nvPr/>
        </p:nvSpPr>
        <p:spPr bwMode="auto">
          <a:xfrm>
            <a:off x="5654675" y="4203701"/>
            <a:ext cx="58738"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6" y="0"/>
                </a:moveTo>
                <a:lnTo>
                  <a:pt x="36" y="15"/>
                </a:lnTo>
                <a:lnTo>
                  <a:pt x="9" y="30"/>
                </a:lnTo>
                <a:lnTo>
                  <a:pt x="0" y="15"/>
                </a:lnTo>
                <a:lnTo>
                  <a:pt x="26" y="0"/>
                </a:lnTo>
                <a:close/>
              </a:path>
            </a:pathLst>
          </a:custGeom>
          <a:solidFill>
            <a:schemeClr val="folHlink"/>
          </a:solidFill>
          <a:ln w="9525">
            <a:solidFill>
              <a:schemeClr val="folHlink"/>
            </a:solidFill>
            <a:round/>
            <a:headEnd/>
            <a:tailEnd/>
          </a:ln>
        </p:spPr>
        <p:txBody>
          <a:bodyPr/>
          <a:lstStyle/>
          <a:p>
            <a:endParaRPr lang="en-US"/>
          </a:p>
        </p:txBody>
      </p:sp>
      <p:sp>
        <p:nvSpPr>
          <p:cNvPr id="25651" name="Freeform 49"/>
          <p:cNvSpPr>
            <a:spLocks/>
          </p:cNvSpPr>
          <p:nvPr/>
        </p:nvSpPr>
        <p:spPr bwMode="auto">
          <a:xfrm>
            <a:off x="5526089" y="4276726"/>
            <a:ext cx="60325" cy="47625"/>
          </a:xfrm>
          <a:custGeom>
            <a:avLst/>
            <a:gdLst>
              <a:gd name="T0" fmla="*/ 2147483647 w 37"/>
              <a:gd name="T1" fmla="*/ 0 h 30"/>
              <a:gd name="T2" fmla="*/ 2147483647 w 37"/>
              <a:gd name="T3" fmla="*/ 2147483647 h 30"/>
              <a:gd name="T4" fmla="*/ 2147483647 w 37"/>
              <a:gd name="T5" fmla="*/ 2147483647 h 30"/>
              <a:gd name="T6" fmla="*/ 0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27" y="0"/>
                </a:moveTo>
                <a:lnTo>
                  <a:pt x="37"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2" name="Freeform 50"/>
          <p:cNvSpPr>
            <a:spLocks/>
          </p:cNvSpPr>
          <p:nvPr/>
        </p:nvSpPr>
        <p:spPr bwMode="auto">
          <a:xfrm>
            <a:off x="5403850" y="4349751"/>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6" y="0"/>
                </a:moveTo>
                <a:lnTo>
                  <a:pt x="36" y="15"/>
                </a:lnTo>
                <a:lnTo>
                  <a:pt x="9" y="30"/>
                </a:lnTo>
                <a:lnTo>
                  <a:pt x="0" y="15"/>
                </a:lnTo>
                <a:lnTo>
                  <a:pt x="26" y="0"/>
                </a:lnTo>
                <a:close/>
              </a:path>
            </a:pathLst>
          </a:custGeom>
          <a:solidFill>
            <a:schemeClr val="folHlink"/>
          </a:solidFill>
          <a:ln w="9525">
            <a:solidFill>
              <a:schemeClr val="folHlink"/>
            </a:solidFill>
            <a:round/>
            <a:headEnd/>
            <a:tailEnd/>
          </a:ln>
        </p:spPr>
        <p:txBody>
          <a:bodyPr/>
          <a:lstStyle/>
          <a:p>
            <a:endParaRPr lang="en-US"/>
          </a:p>
        </p:txBody>
      </p:sp>
      <p:sp>
        <p:nvSpPr>
          <p:cNvPr id="25653" name="Freeform 51"/>
          <p:cNvSpPr>
            <a:spLocks/>
          </p:cNvSpPr>
          <p:nvPr/>
        </p:nvSpPr>
        <p:spPr bwMode="auto">
          <a:xfrm>
            <a:off x="5273675" y="4422776"/>
            <a:ext cx="58738"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4" name="Freeform 52"/>
          <p:cNvSpPr>
            <a:spLocks/>
          </p:cNvSpPr>
          <p:nvPr/>
        </p:nvSpPr>
        <p:spPr bwMode="auto">
          <a:xfrm>
            <a:off x="5149851" y="4495801"/>
            <a:ext cx="55563" cy="47625"/>
          </a:xfrm>
          <a:custGeom>
            <a:avLst/>
            <a:gdLst>
              <a:gd name="T0" fmla="*/ 2147483647 w 35"/>
              <a:gd name="T1" fmla="*/ 0 h 30"/>
              <a:gd name="T2" fmla="*/ 2147483647 w 35"/>
              <a:gd name="T3" fmla="*/ 2147483647 h 30"/>
              <a:gd name="T4" fmla="*/ 2147483647 w 35"/>
              <a:gd name="T5" fmla="*/ 2147483647 h 30"/>
              <a:gd name="T6" fmla="*/ 0 w 35"/>
              <a:gd name="T7" fmla="*/ 2147483647 h 30"/>
              <a:gd name="T8" fmla="*/ 2147483647 w 35"/>
              <a:gd name="T9" fmla="*/ 0 h 30"/>
              <a:gd name="T10" fmla="*/ 0 60000 65536"/>
              <a:gd name="T11" fmla="*/ 0 60000 65536"/>
              <a:gd name="T12" fmla="*/ 0 60000 65536"/>
              <a:gd name="T13" fmla="*/ 0 60000 65536"/>
              <a:gd name="T14" fmla="*/ 0 60000 65536"/>
              <a:gd name="T15" fmla="*/ 0 w 35"/>
              <a:gd name="T16" fmla="*/ 0 h 30"/>
              <a:gd name="T17" fmla="*/ 35 w 35"/>
              <a:gd name="T18" fmla="*/ 30 h 30"/>
            </a:gdLst>
            <a:ahLst/>
            <a:cxnLst>
              <a:cxn ang="T10">
                <a:pos x="T0" y="T1"/>
              </a:cxn>
              <a:cxn ang="T11">
                <a:pos x="T2" y="T3"/>
              </a:cxn>
              <a:cxn ang="T12">
                <a:pos x="T4" y="T5"/>
              </a:cxn>
              <a:cxn ang="T13">
                <a:pos x="T6" y="T7"/>
              </a:cxn>
              <a:cxn ang="T14">
                <a:pos x="T8" y="T9"/>
              </a:cxn>
            </a:cxnLst>
            <a:rect l="T15" t="T16" r="T17" b="T18"/>
            <a:pathLst>
              <a:path w="35" h="30">
                <a:moveTo>
                  <a:pt x="25" y="0"/>
                </a:moveTo>
                <a:lnTo>
                  <a:pt x="35" y="15"/>
                </a:lnTo>
                <a:lnTo>
                  <a:pt x="10" y="30"/>
                </a:lnTo>
                <a:lnTo>
                  <a:pt x="0" y="15"/>
                </a:lnTo>
                <a:lnTo>
                  <a:pt x="25" y="0"/>
                </a:lnTo>
                <a:close/>
              </a:path>
            </a:pathLst>
          </a:custGeom>
          <a:solidFill>
            <a:schemeClr val="folHlink"/>
          </a:solidFill>
          <a:ln w="9525">
            <a:solidFill>
              <a:schemeClr val="folHlink"/>
            </a:solidFill>
            <a:round/>
            <a:headEnd/>
            <a:tailEnd/>
          </a:ln>
        </p:spPr>
        <p:txBody>
          <a:bodyPr/>
          <a:lstStyle/>
          <a:p>
            <a:endParaRPr lang="en-US"/>
          </a:p>
        </p:txBody>
      </p:sp>
      <p:sp>
        <p:nvSpPr>
          <p:cNvPr id="25655" name="Freeform 53"/>
          <p:cNvSpPr>
            <a:spLocks/>
          </p:cNvSpPr>
          <p:nvPr/>
        </p:nvSpPr>
        <p:spPr bwMode="auto">
          <a:xfrm>
            <a:off x="5022850" y="4568826"/>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6" name="Freeform 54"/>
          <p:cNvSpPr>
            <a:spLocks/>
          </p:cNvSpPr>
          <p:nvPr/>
        </p:nvSpPr>
        <p:spPr bwMode="auto">
          <a:xfrm>
            <a:off x="4892676" y="4641851"/>
            <a:ext cx="60325" cy="47625"/>
          </a:xfrm>
          <a:custGeom>
            <a:avLst/>
            <a:gdLst>
              <a:gd name="T0" fmla="*/ 2147483647 w 37"/>
              <a:gd name="T1" fmla="*/ 0 h 30"/>
              <a:gd name="T2" fmla="*/ 2147483647 w 37"/>
              <a:gd name="T3" fmla="*/ 2147483647 h 30"/>
              <a:gd name="T4" fmla="*/ 2147483647 w 37"/>
              <a:gd name="T5" fmla="*/ 2147483647 h 30"/>
              <a:gd name="T6" fmla="*/ 0 w 37"/>
              <a:gd name="T7" fmla="*/ 2147483647 h 30"/>
              <a:gd name="T8" fmla="*/ 2147483647 w 37"/>
              <a:gd name="T9" fmla="*/ 0 h 30"/>
              <a:gd name="T10" fmla="*/ 0 60000 65536"/>
              <a:gd name="T11" fmla="*/ 0 60000 65536"/>
              <a:gd name="T12" fmla="*/ 0 60000 65536"/>
              <a:gd name="T13" fmla="*/ 0 60000 65536"/>
              <a:gd name="T14" fmla="*/ 0 60000 65536"/>
              <a:gd name="T15" fmla="*/ 0 w 37"/>
              <a:gd name="T16" fmla="*/ 0 h 30"/>
              <a:gd name="T17" fmla="*/ 37 w 37"/>
              <a:gd name="T18" fmla="*/ 30 h 30"/>
            </a:gdLst>
            <a:ahLst/>
            <a:cxnLst>
              <a:cxn ang="T10">
                <a:pos x="T0" y="T1"/>
              </a:cxn>
              <a:cxn ang="T11">
                <a:pos x="T2" y="T3"/>
              </a:cxn>
              <a:cxn ang="T12">
                <a:pos x="T4" y="T5"/>
              </a:cxn>
              <a:cxn ang="T13">
                <a:pos x="T6" y="T7"/>
              </a:cxn>
              <a:cxn ang="T14">
                <a:pos x="T8" y="T9"/>
              </a:cxn>
            </a:cxnLst>
            <a:rect l="T15" t="T16" r="T17" b="T18"/>
            <a:pathLst>
              <a:path w="37" h="30">
                <a:moveTo>
                  <a:pt x="27" y="0"/>
                </a:moveTo>
                <a:lnTo>
                  <a:pt x="37" y="15"/>
                </a:lnTo>
                <a:lnTo>
                  <a:pt x="10"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7" name="Freeform 55"/>
          <p:cNvSpPr>
            <a:spLocks/>
          </p:cNvSpPr>
          <p:nvPr/>
        </p:nvSpPr>
        <p:spPr bwMode="auto">
          <a:xfrm>
            <a:off x="4770438" y="4714876"/>
            <a:ext cx="57150" cy="47625"/>
          </a:xfrm>
          <a:custGeom>
            <a:avLst/>
            <a:gdLst>
              <a:gd name="T0" fmla="*/ 2147483647 w 36"/>
              <a:gd name="T1" fmla="*/ 0 h 30"/>
              <a:gd name="T2" fmla="*/ 2147483647 w 36"/>
              <a:gd name="T3" fmla="*/ 2147483647 h 30"/>
              <a:gd name="T4" fmla="*/ 2147483647 w 36"/>
              <a:gd name="T5" fmla="*/ 2147483647 h 30"/>
              <a:gd name="T6" fmla="*/ 0 w 36"/>
              <a:gd name="T7" fmla="*/ 2147483647 h 30"/>
              <a:gd name="T8" fmla="*/ 2147483647 w 36"/>
              <a:gd name="T9" fmla="*/ 0 h 30"/>
              <a:gd name="T10" fmla="*/ 0 60000 65536"/>
              <a:gd name="T11" fmla="*/ 0 60000 65536"/>
              <a:gd name="T12" fmla="*/ 0 60000 65536"/>
              <a:gd name="T13" fmla="*/ 0 60000 65536"/>
              <a:gd name="T14" fmla="*/ 0 60000 65536"/>
              <a:gd name="T15" fmla="*/ 0 w 36"/>
              <a:gd name="T16" fmla="*/ 0 h 30"/>
              <a:gd name="T17" fmla="*/ 36 w 36"/>
              <a:gd name="T18" fmla="*/ 30 h 30"/>
            </a:gdLst>
            <a:ahLst/>
            <a:cxnLst>
              <a:cxn ang="T10">
                <a:pos x="T0" y="T1"/>
              </a:cxn>
              <a:cxn ang="T11">
                <a:pos x="T2" y="T3"/>
              </a:cxn>
              <a:cxn ang="T12">
                <a:pos x="T4" y="T5"/>
              </a:cxn>
              <a:cxn ang="T13">
                <a:pos x="T6" y="T7"/>
              </a:cxn>
              <a:cxn ang="T14">
                <a:pos x="T8" y="T9"/>
              </a:cxn>
            </a:cxnLst>
            <a:rect l="T15" t="T16" r="T17" b="T18"/>
            <a:pathLst>
              <a:path w="36" h="30">
                <a:moveTo>
                  <a:pt x="27" y="0"/>
                </a:moveTo>
                <a:lnTo>
                  <a:pt x="36" y="15"/>
                </a:lnTo>
                <a:lnTo>
                  <a:pt x="9" y="30"/>
                </a:lnTo>
                <a:lnTo>
                  <a:pt x="0" y="15"/>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8" name="Freeform 56"/>
          <p:cNvSpPr>
            <a:spLocks/>
          </p:cNvSpPr>
          <p:nvPr/>
        </p:nvSpPr>
        <p:spPr bwMode="auto">
          <a:xfrm>
            <a:off x="4641850" y="4786313"/>
            <a:ext cx="58738" cy="49212"/>
          </a:xfrm>
          <a:custGeom>
            <a:avLst/>
            <a:gdLst>
              <a:gd name="T0" fmla="*/ 2147483647 w 37"/>
              <a:gd name="T1" fmla="*/ 0 h 31"/>
              <a:gd name="T2" fmla="*/ 2147483647 w 37"/>
              <a:gd name="T3" fmla="*/ 2147483647 h 31"/>
              <a:gd name="T4" fmla="*/ 2147483647 w 37"/>
              <a:gd name="T5" fmla="*/ 2147483647 h 31"/>
              <a:gd name="T6" fmla="*/ 0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27" y="0"/>
                </a:moveTo>
                <a:lnTo>
                  <a:pt x="37" y="16"/>
                </a:lnTo>
                <a:lnTo>
                  <a:pt x="10"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59" name="Freeform 57"/>
          <p:cNvSpPr>
            <a:spLocks/>
          </p:cNvSpPr>
          <p:nvPr/>
        </p:nvSpPr>
        <p:spPr bwMode="auto">
          <a:xfrm>
            <a:off x="4518026" y="4859338"/>
            <a:ext cx="55563" cy="49212"/>
          </a:xfrm>
          <a:custGeom>
            <a:avLst/>
            <a:gdLst>
              <a:gd name="T0" fmla="*/ 2147483647 w 36"/>
              <a:gd name="T1" fmla="*/ 0 h 31"/>
              <a:gd name="T2" fmla="*/ 2147483647 w 36"/>
              <a:gd name="T3" fmla="*/ 2147483647 h 31"/>
              <a:gd name="T4" fmla="*/ 2147483647 w 36"/>
              <a:gd name="T5" fmla="*/ 2147483647 h 31"/>
              <a:gd name="T6" fmla="*/ 0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27" y="0"/>
                </a:moveTo>
                <a:lnTo>
                  <a:pt x="36" y="16"/>
                </a:lnTo>
                <a:lnTo>
                  <a:pt x="9"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0" name="Freeform 58"/>
          <p:cNvSpPr>
            <a:spLocks/>
          </p:cNvSpPr>
          <p:nvPr/>
        </p:nvSpPr>
        <p:spPr bwMode="auto">
          <a:xfrm>
            <a:off x="4389438" y="4932363"/>
            <a:ext cx="57150" cy="49212"/>
          </a:xfrm>
          <a:custGeom>
            <a:avLst/>
            <a:gdLst>
              <a:gd name="T0" fmla="*/ 2147483647 w 37"/>
              <a:gd name="T1" fmla="*/ 0 h 31"/>
              <a:gd name="T2" fmla="*/ 2147483647 w 37"/>
              <a:gd name="T3" fmla="*/ 2147483647 h 31"/>
              <a:gd name="T4" fmla="*/ 2147483647 w 37"/>
              <a:gd name="T5" fmla="*/ 2147483647 h 31"/>
              <a:gd name="T6" fmla="*/ 0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27" y="0"/>
                </a:moveTo>
                <a:lnTo>
                  <a:pt x="37" y="16"/>
                </a:lnTo>
                <a:lnTo>
                  <a:pt x="10"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1" name="Freeform 59"/>
          <p:cNvSpPr>
            <a:spLocks/>
          </p:cNvSpPr>
          <p:nvPr/>
        </p:nvSpPr>
        <p:spPr bwMode="auto">
          <a:xfrm>
            <a:off x="4262438" y="5005388"/>
            <a:ext cx="57150" cy="49212"/>
          </a:xfrm>
          <a:custGeom>
            <a:avLst/>
            <a:gdLst>
              <a:gd name="T0" fmla="*/ 2147483647 w 36"/>
              <a:gd name="T1" fmla="*/ 0 h 31"/>
              <a:gd name="T2" fmla="*/ 2147483647 w 36"/>
              <a:gd name="T3" fmla="*/ 2147483647 h 31"/>
              <a:gd name="T4" fmla="*/ 2147483647 w 36"/>
              <a:gd name="T5" fmla="*/ 2147483647 h 31"/>
              <a:gd name="T6" fmla="*/ 0 w 36"/>
              <a:gd name="T7" fmla="*/ 2147483647 h 31"/>
              <a:gd name="T8" fmla="*/ 2147483647 w 36"/>
              <a:gd name="T9" fmla="*/ 0 h 31"/>
              <a:gd name="T10" fmla="*/ 0 60000 65536"/>
              <a:gd name="T11" fmla="*/ 0 60000 65536"/>
              <a:gd name="T12" fmla="*/ 0 60000 65536"/>
              <a:gd name="T13" fmla="*/ 0 60000 65536"/>
              <a:gd name="T14" fmla="*/ 0 60000 65536"/>
              <a:gd name="T15" fmla="*/ 0 w 36"/>
              <a:gd name="T16" fmla="*/ 0 h 31"/>
              <a:gd name="T17" fmla="*/ 36 w 36"/>
              <a:gd name="T18" fmla="*/ 31 h 31"/>
            </a:gdLst>
            <a:ahLst/>
            <a:cxnLst>
              <a:cxn ang="T10">
                <a:pos x="T0" y="T1"/>
              </a:cxn>
              <a:cxn ang="T11">
                <a:pos x="T2" y="T3"/>
              </a:cxn>
              <a:cxn ang="T12">
                <a:pos x="T4" y="T5"/>
              </a:cxn>
              <a:cxn ang="T13">
                <a:pos x="T6" y="T7"/>
              </a:cxn>
              <a:cxn ang="T14">
                <a:pos x="T8" y="T9"/>
              </a:cxn>
            </a:cxnLst>
            <a:rect l="T15" t="T16" r="T17" b="T18"/>
            <a:pathLst>
              <a:path w="36" h="31">
                <a:moveTo>
                  <a:pt x="27" y="0"/>
                </a:moveTo>
                <a:lnTo>
                  <a:pt x="36" y="16"/>
                </a:lnTo>
                <a:lnTo>
                  <a:pt x="9"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2" name="Freeform 60"/>
          <p:cNvSpPr>
            <a:spLocks/>
          </p:cNvSpPr>
          <p:nvPr/>
        </p:nvSpPr>
        <p:spPr bwMode="auto">
          <a:xfrm>
            <a:off x="4137025" y="5078413"/>
            <a:ext cx="57150" cy="49212"/>
          </a:xfrm>
          <a:custGeom>
            <a:avLst/>
            <a:gdLst>
              <a:gd name="T0" fmla="*/ 2147483647 w 37"/>
              <a:gd name="T1" fmla="*/ 0 h 31"/>
              <a:gd name="T2" fmla="*/ 2147483647 w 37"/>
              <a:gd name="T3" fmla="*/ 2147483647 h 31"/>
              <a:gd name="T4" fmla="*/ 2147483647 w 37"/>
              <a:gd name="T5" fmla="*/ 2147483647 h 31"/>
              <a:gd name="T6" fmla="*/ 0 w 37"/>
              <a:gd name="T7" fmla="*/ 2147483647 h 31"/>
              <a:gd name="T8" fmla="*/ 2147483647 w 37"/>
              <a:gd name="T9" fmla="*/ 0 h 31"/>
              <a:gd name="T10" fmla="*/ 0 60000 65536"/>
              <a:gd name="T11" fmla="*/ 0 60000 65536"/>
              <a:gd name="T12" fmla="*/ 0 60000 65536"/>
              <a:gd name="T13" fmla="*/ 0 60000 65536"/>
              <a:gd name="T14" fmla="*/ 0 60000 65536"/>
              <a:gd name="T15" fmla="*/ 0 w 37"/>
              <a:gd name="T16" fmla="*/ 0 h 31"/>
              <a:gd name="T17" fmla="*/ 37 w 37"/>
              <a:gd name="T18" fmla="*/ 31 h 31"/>
            </a:gdLst>
            <a:ahLst/>
            <a:cxnLst>
              <a:cxn ang="T10">
                <a:pos x="T0" y="T1"/>
              </a:cxn>
              <a:cxn ang="T11">
                <a:pos x="T2" y="T3"/>
              </a:cxn>
              <a:cxn ang="T12">
                <a:pos x="T4" y="T5"/>
              </a:cxn>
              <a:cxn ang="T13">
                <a:pos x="T6" y="T7"/>
              </a:cxn>
              <a:cxn ang="T14">
                <a:pos x="T8" y="T9"/>
              </a:cxn>
            </a:cxnLst>
            <a:rect l="T15" t="T16" r="T17" b="T18"/>
            <a:pathLst>
              <a:path w="37" h="31">
                <a:moveTo>
                  <a:pt x="27" y="0"/>
                </a:moveTo>
                <a:lnTo>
                  <a:pt x="37" y="16"/>
                </a:lnTo>
                <a:lnTo>
                  <a:pt x="10" y="31"/>
                </a:lnTo>
                <a:lnTo>
                  <a:pt x="0" y="16"/>
                </a:lnTo>
                <a:lnTo>
                  <a:pt x="27" y="0"/>
                </a:lnTo>
                <a:close/>
              </a:path>
            </a:pathLst>
          </a:custGeom>
          <a:solidFill>
            <a:schemeClr val="folHlink"/>
          </a:solidFill>
          <a:ln w="9525">
            <a:solidFill>
              <a:schemeClr val="folHlink"/>
            </a:solidFill>
            <a:round/>
            <a:headEnd/>
            <a:tailEnd/>
          </a:ln>
        </p:spPr>
        <p:txBody>
          <a:bodyPr/>
          <a:lstStyle/>
          <a:p>
            <a:endParaRPr lang="en-US"/>
          </a:p>
        </p:txBody>
      </p:sp>
      <p:sp>
        <p:nvSpPr>
          <p:cNvPr id="25663" name="Line 61"/>
          <p:cNvSpPr>
            <a:spLocks noChangeShapeType="1"/>
          </p:cNvSpPr>
          <p:nvPr/>
        </p:nvSpPr>
        <p:spPr bwMode="auto">
          <a:xfrm>
            <a:off x="7810501" y="2600326"/>
            <a:ext cx="392113" cy="461963"/>
          </a:xfrm>
          <a:prstGeom prst="line">
            <a:avLst/>
          </a:prstGeom>
          <a:noFill/>
          <a:ln w="23813">
            <a:solidFill>
              <a:schemeClr val="bg1">
                <a:lumMod val="85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4" name="Freeform 62"/>
          <p:cNvSpPr>
            <a:spLocks/>
          </p:cNvSpPr>
          <p:nvPr/>
        </p:nvSpPr>
        <p:spPr bwMode="auto">
          <a:xfrm>
            <a:off x="8104188" y="2968625"/>
            <a:ext cx="207962" cy="223838"/>
          </a:xfrm>
          <a:custGeom>
            <a:avLst/>
            <a:gdLst>
              <a:gd name="T0" fmla="*/ 2147483647 w 130"/>
              <a:gd name="T1" fmla="*/ 0 h 141"/>
              <a:gd name="T2" fmla="*/ 0 w 130"/>
              <a:gd name="T3" fmla="*/ 2147483647 h 141"/>
              <a:gd name="T4" fmla="*/ 2147483647 w 130"/>
              <a:gd name="T5" fmla="*/ 2147483647 h 141"/>
              <a:gd name="T6" fmla="*/ 2147483647 w 130"/>
              <a:gd name="T7" fmla="*/ 0 h 141"/>
              <a:gd name="T8" fmla="*/ 0 60000 65536"/>
              <a:gd name="T9" fmla="*/ 0 60000 65536"/>
              <a:gd name="T10" fmla="*/ 0 60000 65536"/>
              <a:gd name="T11" fmla="*/ 0 60000 65536"/>
              <a:gd name="T12" fmla="*/ 0 w 130"/>
              <a:gd name="T13" fmla="*/ 0 h 141"/>
              <a:gd name="T14" fmla="*/ 130 w 130"/>
              <a:gd name="T15" fmla="*/ 141 h 141"/>
            </a:gdLst>
            <a:ahLst/>
            <a:cxnLst>
              <a:cxn ang="T8">
                <a:pos x="T0" y="T1"/>
              </a:cxn>
              <a:cxn ang="T9">
                <a:pos x="T2" y="T3"/>
              </a:cxn>
              <a:cxn ang="T10">
                <a:pos x="T4" y="T5"/>
              </a:cxn>
              <a:cxn ang="T11">
                <a:pos x="T6" y="T7"/>
              </a:cxn>
            </a:cxnLst>
            <a:rect l="T12" t="T13" r="T14" b="T15"/>
            <a:pathLst>
              <a:path w="130" h="141">
                <a:moveTo>
                  <a:pt x="75" y="0"/>
                </a:moveTo>
                <a:lnTo>
                  <a:pt x="0" y="63"/>
                </a:lnTo>
                <a:lnTo>
                  <a:pt x="130" y="141"/>
                </a:lnTo>
                <a:lnTo>
                  <a:pt x="75" y="0"/>
                </a:lnTo>
                <a:close/>
              </a:path>
            </a:pathLst>
          </a:custGeom>
          <a:solidFill>
            <a:schemeClr val="bg1">
              <a:lumMod val="85000"/>
            </a:schemeClr>
          </a:solidFill>
          <a:ln w="3175">
            <a:solidFill>
              <a:schemeClr val="bg1">
                <a:lumMod val="85000"/>
              </a:schemeClr>
            </a:solidFill>
            <a:prstDash val="solid"/>
            <a:round/>
            <a:headEnd/>
            <a:tailEnd/>
          </a:ln>
        </p:spPr>
        <p:txBody>
          <a:bodyPr/>
          <a:lstStyle/>
          <a:p>
            <a:endParaRPr lang="en-US"/>
          </a:p>
        </p:txBody>
      </p:sp>
      <p:sp>
        <p:nvSpPr>
          <p:cNvPr id="25665" name="Line 63"/>
          <p:cNvSpPr>
            <a:spLocks noChangeShapeType="1"/>
          </p:cNvSpPr>
          <p:nvPr/>
        </p:nvSpPr>
        <p:spPr bwMode="auto">
          <a:xfrm flipH="1">
            <a:off x="7926388" y="4652964"/>
            <a:ext cx="385762" cy="420687"/>
          </a:xfrm>
          <a:prstGeom prst="line">
            <a:avLst/>
          </a:prstGeom>
          <a:noFill/>
          <a:ln w="23813">
            <a:solidFill>
              <a:schemeClr val="bg1">
                <a:lumMod val="85000"/>
              </a:schemeClr>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6" name="Freeform 64"/>
          <p:cNvSpPr>
            <a:spLocks/>
          </p:cNvSpPr>
          <p:nvPr/>
        </p:nvSpPr>
        <p:spPr bwMode="auto">
          <a:xfrm>
            <a:off x="7810500" y="4981576"/>
            <a:ext cx="209550" cy="219075"/>
          </a:xfrm>
          <a:custGeom>
            <a:avLst/>
            <a:gdLst>
              <a:gd name="T0" fmla="*/ 2147483647 w 132"/>
              <a:gd name="T1" fmla="*/ 2147483647 h 138"/>
              <a:gd name="T2" fmla="*/ 2147483647 w 132"/>
              <a:gd name="T3" fmla="*/ 0 h 138"/>
              <a:gd name="T4" fmla="*/ 0 w 132"/>
              <a:gd name="T5" fmla="*/ 2147483647 h 138"/>
              <a:gd name="T6" fmla="*/ 2147483647 w 132"/>
              <a:gd name="T7" fmla="*/ 2147483647 h 138"/>
              <a:gd name="T8" fmla="*/ 0 60000 65536"/>
              <a:gd name="T9" fmla="*/ 0 60000 65536"/>
              <a:gd name="T10" fmla="*/ 0 60000 65536"/>
              <a:gd name="T11" fmla="*/ 0 60000 65536"/>
              <a:gd name="T12" fmla="*/ 0 w 132"/>
              <a:gd name="T13" fmla="*/ 0 h 138"/>
              <a:gd name="T14" fmla="*/ 132 w 132"/>
              <a:gd name="T15" fmla="*/ 138 h 138"/>
            </a:gdLst>
            <a:ahLst/>
            <a:cxnLst>
              <a:cxn ang="T8">
                <a:pos x="T0" y="T1"/>
              </a:cxn>
              <a:cxn ang="T9">
                <a:pos x="T2" y="T3"/>
              </a:cxn>
              <a:cxn ang="T10">
                <a:pos x="T4" y="T5"/>
              </a:cxn>
              <a:cxn ang="T11">
                <a:pos x="T6" y="T7"/>
              </a:cxn>
            </a:cxnLst>
            <a:rect l="T12" t="T13" r="T14" b="T15"/>
            <a:pathLst>
              <a:path w="132" h="138">
                <a:moveTo>
                  <a:pt x="132" y="63"/>
                </a:moveTo>
                <a:lnTo>
                  <a:pt x="61" y="0"/>
                </a:lnTo>
                <a:lnTo>
                  <a:pt x="0" y="138"/>
                </a:lnTo>
                <a:lnTo>
                  <a:pt x="132" y="63"/>
                </a:lnTo>
                <a:close/>
              </a:path>
            </a:pathLst>
          </a:custGeom>
          <a:solidFill>
            <a:schemeClr val="bg1">
              <a:lumMod val="85000"/>
            </a:schemeClr>
          </a:solidFill>
          <a:ln w="3175">
            <a:solidFill>
              <a:schemeClr val="bg1">
                <a:lumMod val="85000"/>
              </a:schemeClr>
            </a:solidFill>
            <a:prstDash val="solid"/>
            <a:round/>
            <a:headEnd/>
            <a:tailEnd/>
          </a:ln>
        </p:spPr>
        <p:txBody>
          <a:bodyPr/>
          <a:lstStyle/>
          <a:p>
            <a:endParaRPr lang="en-US"/>
          </a:p>
        </p:txBody>
      </p:sp>
      <p:sp>
        <p:nvSpPr>
          <p:cNvPr id="25667" name="Line 65"/>
          <p:cNvSpPr>
            <a:spLocks noChangeShapeType="1"/>
          </p:cNvSpPr>
          <p:nvPr/>
        </p:nvSpPr>
        <p:spPr bwMode="auto">
          <a:xfrm flipH="1">
            <a:off x="6078538" y="5748339"/>
            <a:ext cx="361950" cy="1587"/>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68" name="Freeform 66"/>
          <p:cNvSpPr>
            <a:spLocks/>
          </p:cNvSpPr>
          <p:nvPr/>
        </p:nvSpPr>
        <p:spPr bwMode="auto">
          <a:xfrm>
            <a:off x="5983288" y="5672138"/>
            <a:ext cx="127000" cy="152400"/>
          </a:xfrm>
          <a:custGeom>
            <a:avLst/>
            <a:gdLst>
              <a:gd name="T0" fmla="*/ 2147483647 w 80"/>
              <a:gd name="T1" fmla="*/ 2147483647 h 96"/>
              <a:gd name="T2" fmla="*/ 2147483647 w 80"/>
              <a:gd name="T3" fmla="*/ 0 h 96"/>
              <a:gd name="T4" fmla="*/ 0 w 80"/>
              <a:gd name="T5" fmla="*/ 2147483647 h 96"/>
              <a:gd name="T6" fmla="*/ 2147483647 w 80"/>
              <a:gd name="T7" fmla="*/ 2147483647 h 96"/>
              <a:gd name="T8" fmla="*/ 0 60000 65536"/>
              <a:gd name="T9" fmla="*/ 0 60000 65536"/>
              <a:gd name="T10" fmla="*/ 0 60000 65536"/>
              <a:gd name="T11" fmla="*/ 0 60000 65536"/>
              <a:gd name="T12" fmla="*/ 0 w 80"/>
              <a:gd name="T13" fmla="*/ 0 h 96"/>
              <a:gd name="T14" fmla="*/ 80 w 80"/>
              <a:gd name="T15" fmla="*/ 96 h 96"/>
            </a:gdLst>
            <a:ahLst/>
            <a:cxnLst>
              <a:cxn ang="T8">
                <a:pos x="T0" y="T1"/>
              </a:cxn>
              <a:cxn ang="T9">
                <a:pos x="T2" y="T3"/>
              </a:cxn>
              <a:cxn ang="T10">
                <a:pos x="T4" y="T5"/>
              </a:cxn>
              <a:cxn ang="T11">
                <a:pos x="T6" y="T7"/>
              </a:cxn>
            </a:cxnLst>
            <a:rect l="T12" t="T13" r="T14" b="T15"/>
            <a:pathLst>
              <a:path w="80" h="96">
                <a:moveTo>
                  <a:pt x="80" y="96"/>
                </a:moveTo>
                <a:lnTo>
                  <a:pt x="80" y="0"/>
                </a:lnTo>
                <a:lnTo>
                  <a:pt x="0" y="48"/>
                </a:lnTo>
                <a:lnTo>
                  <a:pt x="80" y="96"/>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69" name="Line 67"/>
          <p:cNvSpPr>
            <a:spLocks noChangeShapeType="1"/>
          </p:cNvSpPr>
          <p:nvPr/>
        </p:nvSpPr>
        <p:spPr bwMode="auto">
          <a:xfrm flipH="1" flipV="1">
            <a:off x="4229101" y="4778376"/>
            <a:ext cx="384175" cy="422275"/>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0" name="Freeform 68"/>
          <p:cNvSpPr>
            <a:spLocks/>
          </p:cNvSpPr>
          <p:nvPr/>
        </p:nvSpPr>
        <p:spPr bwMode="auto">
          <a:xfrm>
            <a:off x="4113213" y="4652964"/>
            <a:ext cx="207962" cy="219075"/>
          </a:xfrm>
          <a:custGeom>
            <a:avLst/>
            <a:gdLst>
              <a:gd name="T0" fmla="*/ 2147483647 w 132"/>
              <a:gd name="T1" fmla="*/ 2147483647 h 138"/>
              <a:gd name="T2" fmla="*/ 2147483647 w 132"/>
              <a:gd name="T3" fmla="*/ 2147483647 h 138"/>
              <a:gd name="T4" fmla="*/ 0 w 132"/>
              <a:gd name="T5" fmla="*/ 0 h 138"/>
              <a:gd name="T6" fmla="*/ 2147483647 w 132"/>
              <a:gd name="T7" fmla="*/ 2147483647 h 138"/>
              <a:gd name="T8" fmla="*/ 0 60000 65536"/>
              <a:gd name="T9" fmla="*/ 0 60000 65536"/>
              <a:gd name="T10" fmla="*/ 0 60000 65536"/>
              <a:gd name="T11" fmla="*/ 0 60000 65536"/>
              <a:gd name="T12" fmla="*/ 0 w 132"/>
              <a:gd name="T13" fmla="*/ 0 h 138"/>
              <a:gd name="T14" fmla="*/ 132 w 132"/>
              <a:gd name="T15" fmla="*/ 138 h 138"/>
            </a:gdLst>
            <a:ahLst/>
            <a:cxnLst>
              <a:cxn ang="T8">
                <a:pos x="T0" y="T1"/>
              </a:cxn>
              <a:cxn ang="T9">
                <a:pos x="T2" y="T3"/>
              </a:cxn>
              <a:cxn ang="T10">
                <a:pos x="T4" y="T5"/>
              </a:cxn>
              <a:cxn ang="T11">
                <a:pos x="T6" y="T7"/>
              </a:cxn>
            </a:cxnLst>
            <a:rect l="T12" t="T13" r="T14" b="T15"/>
            <a:pathLst>
              <a:path w="132" h="138">
                <a:moveTo>
                  <a:pt x="61" y="138"/>
                </a:moveTo>
                <a:lnTo>
                  <a:pt x="132" y="73"/>
                </a:lnTo>
                <a:lnTo>
                  <a:pt x="0" y="0"/>
                </a:lnTo>
                <a:lnTo>
                  <a:pt x="61" y="138"/>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71" name="Line 69"/>
          <p:cNvSpPr>
            <a:spLocks noChangeShapeType="1"/>
          </p:cNvSpPr>
          <p:nvPr/>
        </p:nvSpPr>
        <p:spPr bwMode="auto">
          <a:xfrm flipV="1">
            <a:off x="4113214" y="2770189"/>
            <a:ext cx="384175" cy="422275"/>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2" name="Freeform 70"/>
          <p:cNvSpPr>
            <a:spLocks/>
          </p:cNvSpPr>
          <p:nvPr/>
        </p:nvSpPr>
        <p:spPr bwMode="auto">
          <a:xfrm>
            <a:off x="4405313" y="2646364"/>
            <a:ext cx="207962" cy="219075"/>
          </a:xfrm>
          <a:custGeom>
            <a:avLst/>
            <a:gdLst>
              <a:gd name="T0" fmla="*/ 0 w 132"/>
              <a:gd name="T1" fmla="*/ 2147483647 h 138"/>
              <a:gd name="T2" fmla="*/ 2147483647 w 132"/>
              <a:gd name="T3" fmla="*/ 2147483647 h 138"/>
              <a:gd name="T4" fmla="*/ 2147483647 w 132"/>
              <a:gd name="T5" fmla="*/ 0 h 138"/>
              <a:gd name="T6" fmla="*/ 0 w 132"/>
              <a:gd name="T7" fmla="*/ 2147483647 h 138"/>
              <a:gd name="T8" fmla="*/ 0 60000 65536"/>
              <a:gd name="T9" fmla="*/ 0 60000 65536"/>
              <a:gd name="T10" fmla="*/ 0 60000 65536"/>
              <a:gd name="T11" fmla="*/ 0 60000 65536"/>
              <a:gd name="T12" fmla="*/ 0 w 132"/>
              <a:gd name="T13" fmla="*/ 0 h 138"/>
              <a:gd name="T14" fmla="*/ 132 w 132"/>
              <a:gd name="T15" fmla="*/ 138 h 138"/>
            </a:gdLst>
            <a:ahLst/>
            <a:cxnLst>
              <a:cxn ang="T8">
                <a:pos x="T0" y="T1"/>
              </a:cxn>
              <a:cxn ang="T9">
                <a:pos x="T2" y="T3"/>
              </a:cxn>
              <a:cxn ang="T10">
                <a:pos x="T4" y="T5"/>
              </a:cxn>
              <a:cxn ang="T11">
                <a:pos x="T6" y="T7"/>
              </a:cxn>
            </a:cxnLst>
            <a:rect l="T12" t="T13" r="T14" b="T15"/>
            <a:pathLst>
              <a:path w="132" h="138">
                <a:moveTo>
                  <a:pt x="0" y="72"/>
                </a:moveTo>
                <a:lnTo>
                  <a:pt x="71" y="138"/>
                </a:lnTo>
                <a:lnTo>
                  <a:pt x="132" y="0"/>
                </a:lnTo>
                <a:lnTo>
                  <a:pt x="0" y="72"/>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73" name="Line 71"/>
          <p:cNvSpPr>
            <a:spLocks noChangeShapeType="1"/>
          </p:cNvSpPr>
          <p:nvPr/>
        </p:nvSpPr>
        <p:spPr bwMode="auto">
          <a:xfrm>
            <a:off x="5983289" y="2098675"/>
            <a:ext cx="363537" cy="1588"/>
          </a:xfrm>
          <a:prstGeom prst="line">
            <a:avLst/>
          </a:prstGeom>
          <a:noFill/>
          <a:ln w="23813">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74" name="Freeform 72"/>
          <p:cNvSpPr>
            <a:spLocks/>
          </p:cNvSpPr>
          <p:nvPr/>
        </p:nvSpPr>
        <p:spPr bwMode="auto">
          <a:xfrm>
            <a:off x="6313488" y="2022475"/>
            <a:ext cx="127000" cy="152400"/>
          </a:xfrm>
          <a:custGeom>
            <a:avLst/>
            <a:gdLst>
              <a:gd name="T0" fmla="*/ 0 w 80"/>
              <a:gd name="T1" fmla="*/ 0 h 96"/>
              <a:gd name="T2" fmla="*/ 0 w 80"/>
              <a:gd name="T3" fmla="*/ 2147483647 h 96"/>
              <a:gd name="T4" fmla="*/ 2147483647 w 80"/>
              <a:gd name="T5" fmla="*/ 2147483647 h 96"/>
              <a:gd name="T6" fmla="*/ 0 w 80"/>
              <a:gd name="T7" fmla="*/ 0 h 96"/>
              <a:gd name="T8" fmla="*/ 0 60000 65536"/>
              <a:gd name="T9" fmla="*/ 0 60000 65536"/>
              <a:gd name="T10" fmla="*/ 0 60000 65536"/>
              <a:gd name="T11" fmla="*/ 0 60000 65536"/>
              <a:gd name="T12" fmla="*/ 0 w 80"/>
              <a:gd name="T13" fmla="*/ 0 h 96"/>
              <a:gd name="T14" fmla="*/ 80 w 80"/>
              <a:gd name="T15" fmla="*/ 96 h 96"/>
            </a:gdLst>
            <a:ahLst/>
            <a:cxnLst>
              <a:cxn ang="T8">
                <a:pos x="T0" y="T1"/>
              </a:cxn>
              <a:cxn ang="T9">
                <a:pos x="T2" y="T3"/>
              </a:cxn>
              <a:cxn ang="T10">
                <a:pos x="T4" y="T5"/>
              </a:cxn>
              <a:cxn ang="T11">
                <a:pos x="T6" y="T7"/>
              </a:cxn>
            </a:cxnLst>
            <a:rect l="T12" t="T13" r="T14" b="T15"/>
            <a:pathLst>
              <a:path w="80" h="96">
                <a:moveTo>
                  <a:pt x="0" y="0"/>
                </a:moveTo>
                <a:lnTo>
                  <a:pt x="0" y="96"/>
                </a:lnTo>
                <a:lnTo>
                  <a:pt x="80" y="48"/>
                </a:lnTo>
                <a:lnTo>
                  <a:pt x="0" y="0"/>
                </a:lnTo>
                <a:close/>
              </a:path>
            </a:pathLst>
          </a:custGeom>
          <a:solidFill>
            <a:schemeClr val="folHlink"/>
          </a:solidFill>
          <a:ln w="3175">
            <a:solidFill>
              <a:schemeClr val="folHlink"/>
            </a:solidFill>
            <a:prstDash val="solid"/>
            <a:round/>
            <a:headEnd/>
            <a:tailEnd/>
          </a:ln>
        </p:spPr>
        <p:txBody>
          <a:bodyPr/>
          <a:lstStyle/>
          <a:p>
            <a:endParaRPr lang="en-US"/>
          </a:p>
        </p:txBody>
      </p:sp>
      <p:sp>
        <p:nvSpPr>
          <p:cNvPr id="25675" name="Rectangle 73"/>
          <p:cNvSpPr>
            <a:spLocks noChangeArrowheads="1"/>
          </p:cNvSpPr>
          <p:nvPr/>
        </p:nvSpPr>
        <p:spPr bwMode="auto">
          <a:xfrm>
            <a:off x="4776788" y="2062164"/>
            <a:ext cx="952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Decision</a:t>
            </a:r>
            <a:endParaRPr lang="en-US" altLang="en-US" sz="3600">
              <a:solidFill>
                <a:schemeClr val="tx1"/>
              </a:solidFill>
            </a:endParaRPr>
          </a:p>
        </p:txBody>
      </p:sp>
      <p:sp>
        <p:nvSpPr>
          <p:cNvPr id="25676" name="Rectangle 74"/>
          <p:cNvSpPr>
            <a:spLocks noChangeArrowheads="1"/>
          </p:cNvSpPr>
          <p:nvPr/>
        </p:nvSpPr>
        <p:spPr bwMode="auto">
          <a:xfrm>
            <a:off x="6796088" y="2057400"/>
            <a:ext cx="762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dirty="0">
                <a:solidFill>
                  <a:schemeClr val="bg1">
                    <a:lumMod val="85000"/>
                  </a:schemeClr>
                </a:solidFill>
              </a:rPr>
              <a:t>Survey</a:t>
            </a:r>
            <a:endParaRPr lang="en-US" altLang="en-US" sz="3600" dirty="0">
              <a:solidFill>
                <a:schemeClr val="bg1">
                  <a:lumMod val="85000"/>
                </a:schemeClr>
              </a:solidFill>
            </a:endParaRPr>
          </a:p>
        </p:txBody>
      </p:sp>
      <p:sp>
        <p:nvSpPr>
          <p:cNvPr id="25677" name="Rectangle 75"/>
          <p:cNvSpPr>
            <a:spLocks noChangeArrowheads="1"/>
          </p:cNvSpPr>
          <p:nvPr/>
        </p:nvSpPr>
        <p:spPr bwMode="auto">
          <a:xfrm>
            <a:off x="8123238" y="3476625"/>
            <a:ext cx="736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dirty="0">
                <a:solidFill>
                  <a:schemeClr val="bg1">
                    <a:lumMod val="85000"/>
                  </a:schemeClr>
                </a:solidFill>
              </a:rPr>
              <a:t>Gather</a:t>
            </a:r>
            <a:endParaRPr lang="en-US" altLang="en-US" sz="3600" dirty="0">
              <a:solidFill>
                <a:schemeClr val="bg1">
                  <a:lumMod val="85000"/>
                </a:schemeClr>
              </a:solidFill>
            </a:endParaRPr>
          </a:p>
        </p:txBody>
      </p:sp>
      <p:sp>
        <p:nvSpPr>
          <p:cNvPr id="25678" name="Rectangle 76"/>
          <p:cNvSpPr>
            <a:spLocks noChangeArrowheads="1"/>
          </p:cNvSpPr>
          <p:nvPr/>
        </p:nvSpPr>
        <p:spPr bwMode="auto">
          <a:xfrm>
            <a:off x="8205788" y="3749675"/>
            <a:ext cx="571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other</a:t>
            </a:r>
            <a:endParaRPr lang="en-US" altLang="en-US" sz="3600">
              <a:solidFill>
                <a:schemeClr val="bg1">
                  <a:lumMod val="85000"/>
                </a:schemeClr>
              </a:solidFill>
            </a:endParaRPr>
          </a:p>
        </p:txBody>
      </p:sp>
      <p:sp>
        <p:nvSpPr>
          <p:cNvPr id="25679" name="Rectangle 77"/>
          <p:cNvSpPr>
            <a:spLocks noChangeArrowheads="1"/>
          </p:cNvSpPr>
          <p:nvPr/>
        </p:nvSpPr>
        <p:spPr bwMode="auto">
          <a:xfrm>
            <a:off x="8255000" y="4024314"/>
            <a:ext cx="4699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data</a:t>
            </a:r>
            <a:endParaRPr lang="en-US" altLang="en-US" sz="3600">
              <a:solidFill>
                <a:schemeClr val="bg1">
                  <a:lumMod val="85000"/>
                </a:schemeClr>
              </a:solidFill>
            </a:endParaRPr>
          </a:p>
        </p:txBody>
      </p:sp>
      <p:sp>
        <p:nvSpPr>
          <p:cNvPr id="25680" name="Rectangle 78"/>
          <p:cNvSpPr>
            <a:spLocks noChangeArrowheads="1"/>
          </p:cNvSpPr>
          <p:nvPr/>
        </p:nvSpPr>
        <p:spPr bwMode="auto">
          <a:xfrm>
            <a:off x="6832600" y="5230814"/>
            <a:ext cx="736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Revise</a:t>
            </a:r>
            <a:endParaRPr lang="en-US" altLang="en-US" sz="3600">
              <a:solidFill>
                <a:schemeClr val="bg1">
                  <a:lumMod val="85000"/>
                </a:schemeClr>
              </a:solidFill>
            </a:endParaRPr>
          </a:p>
        </p:txBody>
      </p:sp>
      <p:sp>
        <p:nvSpPr>
          <p:cNvPr id="25681" name="Rectangle 79"/>
          <p:cNvSpPr>
            <a:spLocks noChangeArrowheads="1"/>
          </p:cNvSpPr>
          <p:nvPr/>
        </p:nvSpPr>
        <p:spPr bwMode="auto">
          <a:xfrm>
            <a:off x="6789738" y="5516563"/>
            <a:ext cx="1287462"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bg1">
                    <a:lumMod val="85000"/>
                  </a:schemeClr>
                </a:solidFill>
              </a:rPr>
              <a:t>Model Weights</a:t>
            </a:r>
            <a:endParaRPr lang="en-US" altLang="en-US" sz="3600">
              <a:solidFill>
                <a:schemeClr val="bg1">
                  <a:lumMod val="85000"/>
                </a:schemeClr>
              </a:solidFill>
            </a:endParaRPr>
          </a:p>
        </p:txBody>
      </p:sp>
      <p:sp>
        <p:nvSpPr>
          <p:cNvPr id="25682" name="Rectangle 80"/>
          <p:cNvSpPr>
            <a:spLocks noChangeArrowheads="1"/>
          </p:cNvSpPr>
          <p:nvPr/>
        </p:nvSpPr>
        <p:spPr bwMode="auto">
          <a:xfrm>
            <a:off x="4910138" y="5181600"/>
            <a:ext cx="571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Make</a:t>
            </a:r>
            <a:endParaRPr lang="en-US" altLang="en-US" sz="3600">
              <a:solidFill>
                <a:schemeClr val="tx1"/>
              </a:solidFill>
            </a:endParaRPr>
          </a:p>
        </p:txBody>
      </p:sp>
      <p:sp>
        <p:nvSpPr>
          <p:cNvPr id="25683" name="Rectangle 81"/>
          <p:cNvSpPr>
            <a:spLocks noChangeArrowheads="1"/>
          </p:cNvSpPr>
          <p:nvPr/>
        </p:nvSpPr>
        <p:spPr bwMode="auto">
          <a:xfrm>
            <a:off x="4605338" y="5486400"/>
            <a:ext cx="12446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Predictions</a:t>
            </a:r>
            <a:endParaRPr lang="en-US" altLang="en-US" sz="3600">
              <a:solidFill>
                <a:schemeClr val="tx1"/>
              </a:solidFill>
            </a:endParaRPr>
          </a:p>
        </p:txBody>
      </p:sp>
      <p:sp>
        <p:nvSpPr>
          <p:cNvPr id="25684" name="Rectangle 82"/>
          <p:cNvSpPr>
            <a:spLocks noChangeArrowheads="1"/>
          </p:cNvSpPr>
          <p:nvPr/>
        </p:nvSpPr>
        <p:spPr bwMode="auto">
          <a:xfrm>
            <a:off x="3422650" y="3579814"/>
            <a:ext cx="10160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Calculate</a:t>
            </a:r>
            <a:endParaRPr lang="en-US" altLang="en-US" sz="3600">
              <a:solidFill>
                <a:schemeClr val="tx1"/>
              </a:solidFill>
            </a:endParaRPr>
          </a:p>
        </p:txBody>
      </p:sp>
      <p:sp>
        <p:nvSpPr>
          <p:cNvPr id="25685" name="Rectangle 83"/>
          <p:cNvSpPr>
            <a:spLocks noChangeArrowheads="1"/>
          </p:cNvSpPr>
          <p:nvPr/>
        </p:nvSpPr>
        <p:spPr bwMode="auto">
          <a:xfrm>
            <a:off x="3516313" y="3852864"/>
            <a:ext cx="8255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1800" b="1">
                <a:solidFill>
                  <a:schemeClr val="tx1"/>
                </a:solidFill>
              </a:rPr>
              <a:t>Utilities</a:t>
            </a:r>
            <a:endParaRPr lang="en-US" altLang="en-US" sz="3600">
              <a:solidFill>
                <a:schemeClr val="tx1"/>
              </a:solidFill>
            </a:endParaRPr>
          </a:p>
        </p:txBody>
      </p:sp>
      <p:sp>
        <p:nvSpPr>
          <p:cNvPr id="25686" name="Text Box 84"/>
          <p:cNvSpPr txBox="1">
            <a:spLocks noChangeArrowheads="1"/>
          </p:cNvSpPr>
          <p:nvPr/>
        </p:nvSpPr>
        <p:spPr bwMode="auto">
          <a:xfrm>
            <a:off x="6451600" y="3429000"/>
            <a:ext cx="12017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Monitor</a:t>
            </a:r>
          </a:p>
        </p:txBody>
      </p:sp>
      <p:sp>
        <p:nvSpPr>
          <p:cNvPr id="25687" name="Text Box 85"/>
          <p:cNvSpPr txBox="1">
            <a:spLocks noChangeArrowheads="1"/>
          </p:cNvSpPr>
          <p:nvPr/>
        </p:nvSpPr>
        <p:spPr bwMode="auto">
          <a:xfrm>
            <a:off x="5095876" y="3429000"/>
            <a:ext cx="1135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Decide</a:t>
            </a:r>
          </a:p>
        </p:txBody>
      </p:sp>
      <p:sp>
        <p:nvSpPr>
          <p:cNvPr id="25688" name="Text Box 86"/>
          <p:cNvSpPr txBox="1">
            <a:spLocks noChangeArrowheads="1"/>
          </p:cNvSpPr>
          <p:nvPr/>
        </p:nvSpPr>
        <p:spPr bwMode="auto">
          <a:xfrm>
            <a:off x="5773738" y="4191000"/>
            <a:ext cx="101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Model</a:t>
            </a:r>
          </a:p>
        </p:txBody>
      </p:sp>
      <p:sp>
        <p:nvSpPr>
          <p:cNvPr id="25689" name="Text Box 87"/>
          <p:cNvSpPr txBox="1">
            <a:spLocks noChangeArrowheads="1"/>
          </p:cNvSpPr>
          <p:nvPr/>
        </p:nvSpPr>
        <p:spPr bwMode="auto">
          <a:xfrm>
            <a:off x="8280400" y="4724400"/>
            <a:ext cx="965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r>
              <a:rPr lang="en-US" altLang="en-US" sz="2400">
                <a:solidFill>
                  <a:schemeClr val="tx1"/>
                </a:solidFill>
              </a:rPr>
              <a:t>Learn</a:t>
            </a:r>
          </a:p>
        </p:txBody>
      </p:sp>
      <p:sp>
        <p:nvSpPr>
          <p:cNvPr id="25690" name="AutoShape 88"/>
          <p:cNvSpPr>
            <a:spLocks/>
          </p:cNvSpPr>
          <p:nvPr/>
        </p:nvSpPr>
        <p:spPr bwMode="auto">
          <a:xfrm>
            <a:off x="1981200" y="1752600"/>
            <a:ext cx="1524000" cy="762000"/>
          </a:xfrm>
          <a:prstGeom prst="borderCallout2">
            <a:avLst>
              <a:gd name="adj1" fmla="val 15000"/>
              <a:gd name="adj2" fmla="val 105000"/>
              <a:gd name="adj3" fmla="val 15000"/>
              <a:gd name="adj4" fmla="val 129690"/>
              <a:gd name="adj5" fmla="val 42083"/>
              <a:gd name="adj6" fmla="val 155208"/>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Alternative Actions</a:t>
            </a:r>
          </a:p>
        </p:txBody>
      </p:sp>
      <p:sp>
        <p:nvSpPr>
          <p:cNvPr id="25691" name="AutoShape 89"/>
          <p:cNvSpPr>
            <a:spLocks/>
          </p:cNvSpPr>
          <p:nvPr/>
        </p:nvSpPr>
        <p:spPr bwMode="auto">
          <a:xfrm>
            <a:off x="2133600" y="5105400"/>
            <a:ext cx="1524000" cy="762000"/>
          </a:xfrm>
          <a:prstGeom prst="borderCallout2">
            <a:avLst>
              <a:gd name="adj1" fmla="val 15000"/>
              <a:gd name="adj2" fmla="val 105000"/>
              <a:gd name="adj3" fmla="val 15000"/>
              <a:gd name="adj4" fmla="val 105000"/>
              <a:gd name="adj5" fmla="val -55625"/>
              <a:gd name="adj6" fmla="val 108648"/>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Objective Function</a:t>
            </a:r>
          </a:p>
        </p:txBody>
      </p:sp>
      <p:sp>
        <p:nvSpPr>
          <p:cNvPr id="25692" name="AutoShape 90"/>
          <p:cNvSpPr>
            <a:spLocks/>
          </p:cNvSpPr>
          <p:nvPr/>
        </p:nvSpPr>
        <p:spPr bwMode="auto">
          <a:xfrm>
            <a:off x="8686800" y="1600200"/>
            <a:ext cx="1524000" cy="762000"/>
          </a:xfrm>
          <a:prstGeom prst="borderCallout2">
            <a:avLst>
              <a:gd name="adj1" fmla="val 15000"/>
              <a:gd name="adj2" fmla="val -5000"/>
              <a:gd name="adj3" fmla="val 15000"/>
              <a:gd name="adj4" fmla="val -26773"/>
              <a:gd name="adj5" fmla="val 45625"/>
              <a:gd name="adj6" fmla="val -49375"/>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Monitoring System</a:t>
            </a:r>
          </a:p>
        </p:txBody>
      </p:sp>
      <p:sp>
        <p:nvSpPr>
          <p:cNvPr id="25693" name="AutoShape 91"/>
          <p:cNvSpPr>
            <a:spLocks/>
          </p:cNvSpPr>
          <p:nvPr/>
        </p:nvSpPr>
        <p:spPr bwMode="auto">
          <a:xfrm>
            <a:off x="8763000" y="5334000"/>
            <a:ext cx="1524000" cy="762000"/>
          </a:xfrm>
          <a:prstGeom prst="borderCallout2">
            <a:avLst>
              <a:gd name="adj1" fmla="val 15000"/>
              <a:gd name="adj2" fmla="val -5000"/>
              <a:gd name="adj3" fmla="val 15000"/>
              <a:gd name="adj4" fmla="val -28542"/>
              <a:gd name="adj5" fmla="val 25833"/>
              <a:gd name="adj6" fmla="val -53023"/>
            </a:avLst>
          </a:prstGeom>
          <a:noFill/>
          <a:ln w="19050">
            <a:solidFill>
              <a:schemeClr val="tx1"/>
            </a:solidFill>
            <a:miter lim="800000"/>
            <a:headEnd type="none" w="lg" len="med"/>
            <a:tailEnd type="triangle" w="lg" len="lg"/>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pitchFamily="34" charset="0"/>
              </a:defRPr>
            </a:lvl1pPr>
            <a:lvl2pPr marL="742950" indent="-285750">
              <a:defRPr sz="1600">
                <a:solidFill>
                  <a:schemeClr val="hlink"/>
                </a:solidFill>
                <a:latin typeface="Arial" pitchFamily="34" charset="0"/>
              </a:defRPr>
            </a:lvl2pPr>
            <a:lvl3pPr marL="1143000" indent="-228600">
              <a:defRPr sz="1600">
                <a:solidFill>
                  <a:schemeClr val="hlink"/>
                </a:solidFill>
                <a:latin typeface="Arial" pitchFamily="34" charset="0"/>
              </a:defRPr>
            </a:lvl3pPr>
            <a:lvl4pPr marL="1600200" indent="-228600">
              <a:defRPr sz="1600">
                <a:solidFill>
                  <a:schemeClr val="hlink"/>
                </a:solidFill>
                <a:latin typeface="Arial" pitchFamily="34" charset="0"/>
              </a:defRPr>
            </a:lvl4pPr>
            <a:lvl5pPr marL="2057400" indent="-228600">
              <a:defRPr sz="1600">
                <a:solidFill>
                  <a:schemeClr val="hlink"/>
                </a:solidFill>
                <a:latin typeface="Arial" pitchFamily="34" charset="0"/>
              </a:defRPr>
            </a:lvl5pPr>
            <a:lvl6pPr marL="2514600" indent="-228600" eaLnBrk="0" fontAlgn="base" hangingPunct="0">
              <a:spcBef>
                <a:spcPct val="0"/>
              </a:spcBef>
              <a:spcAft>
                <a:spcPct val="0"/>
              </a:spcAft>
              <a:defRPr sz="1600">
                <a:solidFill>
                  <a:schemeClr val="hlink"/>
                </a:solidFill>
                <a:latin typeface="Arial" pitchFamily="34" charset="0"/>
              </a:defRPr>
            </a:lvl6pPr>
            <a:lvl7pPr marL="2971800" indent="-228600" eaLnBrk="0" fontAlgn="base" hangingPunct="0">
              <a:spcBef>
                <a:spcPct val="0"/>
              </a:spcBef>
              <a:spcAft>
                <a:spcPct val="0"/>
              </a:spcAft>
              <a:defRPr sz="1600">
                <a:solidFill>
                  <a:schemeClr val="hlink"/>
                </a:solidFill>
                <a:latin typeface="Arial" pitchFamily="34" charset="0"/>
              </a:defRPr>
            </a:lvl7pPr>
            <a:lvl8pPr marL="3429000" indent="-228600" eaLnBrk="0" fontAlgn="base" hangingPunct="0">
              <a:spcBef>
                <a:spcPct val="0"/>
              </a:spcBef>
              <a:spcAft>
                <a:spcPct val="0"/>
              </a:spcAft>
              <a:defRPr sz="1600">
                <a:solidFill>
                  <a:schemeClr val="hlink"/>
                </a:solidFill>
                <a:latin typeface="Arial" pitchFamily="34" charset="0"/>
              </a:defRPr>
            </a:lvl8pPr>
            <a:lvl9pPr marL="3886200" indent="-228600" eaLnBrk="0" fontAlgn="base" hangingPunct="0">
              <a:spcBef>
                <a:spcPct val="0"/>
              </a:spcBef>
              <a:spcAft>
                <a:spcPct val="0"/>
              </a:spcAft>
              <a:defRPr sz="1600">
                <a:solidFill>
                  <a:schemeClr val="hlink"/>
                </a:solidFill>
                <a:latin typeface="Arial" pitchFamily="34" charset="0"/>
              </a:defRPr>
            </a:lvl9pPr>
          </a:lstStyle>
          <a:p>
            <a:pPr algn="ctr"/>
            <a:r>
              <a:rPr lang="en-US" altLang="en-US" sz="2000">
                <a:solidFill>
                  <a:schemeClr val="tx1"/>
                </a:solidFill>
              </a:rPr>
              <a:t>System Models</a:t>
            </a:r>
          </a:p>
        </p:txBody>
      </p:sp>
      <p:sp>
        <p:nvSpPr>
          <p:cNvPr id="2" name="TextBox 1">
            <a:extLst>
              <a:ext uri="{FF2B5EF4-FFF2-40B4-BE49-F238E27FC236}">
                <a16:creationId xmlns:a16="http://schemas.microsoft.com/office/drawing/2014/main" id="{A74A3BDB-8734-4933-DD57-F379C0218352}"/>
              </a:ext>
            </a:extLst>
          </p:cNvPr>
          <p:cNvSpPr txBox="1"/>
          <p:nvPr/>
        </p:nvSpPr>
        <p:spPr>
          <a:xfrm>
            <a:off x="49305" y="6553482"/>
            <a:ext cx="12142695" cy="276999"/>
          </a:xfrm>
          <a:prstGeom prst="rect">
            <a:avLst/>
          </a:prstGeom>
          <a:noFill/>
        </p:spPr>
        <p:txBody>
          <a:bodyPr wrap="square">
            <a:spAutoFit/>
          </a:bodyPr>
          <a:lstStyle/>
          <a:p>
            <a:r>
              <a:rPr lang="en-US" sz="1200" dirty="0"/>
              <a:t>Developed by Runge MC, Nichols JD, Johnson FA, Eaton MJ, Romito AM, Breese G, Cochrane JF, Converse SJ, Eaton MJ, Larson MA, Lyons JE, Smith DR, Isham AF</a:t>
            </a:r>
          </a:p>
        </p:txBody>
      </p:sp>
    </p:spTree>
    <p:extLst>
      <p:ext uri="{BB962C8B-B14F-4D97-AF65-F5344CB8AC3E}">
        <p14:creationId xmlns:p14="http://schemas.microsoft.com/office/powerpoint/2010/main" val="23454086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TextBox 90">
            <a:extLst>
              <a:ext uri="{FF2B5EF4-FFF2-40B4-BE49-F238E27FC236}">
                <a16:creationId xmlns:a16="http://schemas.microsoft.com/office/drawing/2014/main" id="{49CF3CEA-3B82-1B4A-D6E5-480DE15021C4}"/>
              </a:ext>
            </a:extLst>
          </p:cNvPr>
          <p:cNvSpPr txBox="1"/>
          <p:nvPr/>
        </p:nvSpPr>
        <p:spPr>
          <a:xfrm>
            <a:off x="4815502" y="5477905"/>
            <a:ext cx="1009561" cy="369332"/>
          </a:xfrm>
          <a:prstGeom prst="rect">
            <a:avLst/>
          </a:prstGeom>
          <a:noFill/>
        </p:spPr>
        <p:txBody>
          <a:bodyPr wrap="square" rtlCol="0">
            <a:spAutoFit/>
          </a:bodyPr>
          <a:lstStyle/>
          <a:p>
            <a:pPr algn="ctr"/>
            <a:r>
              <a:rPr lang="en-US" dirty="0"/>
              <a:t>0.5</a:t>
            </a:r>
          </a:p>
        </p:txBody>
      </p:sp>
      <p:sp>
        <p:nvSpPr>
          <p:cNvPr id="45" name="TextBox 44">
            <a:extLst>
              <a:ext uri="{FF2B5EF4-FFF2-40B4-BE49-F238E27FC236}">
                <a16:creationId xmlns:a16="http://schemas.microsoft.com/office/drawing/2014/main" id="{7E762AD5-B8A8-D182-D79D-7432F6D62CE4}"/>
              </a:ext>
            </a:extLst>
          </p:cNvPr>
          <p:cNvSpPr txBox="1"/>
          <p:nvPr/>
        </p:nvSpPr>
        <p:spPr>
          <a:xfrm>
            <a:off x="7694292" y="3125503"/>
            <a:ext cx="1009561" cy="369332"/>
          </a:xfrm>
          <a:prstGeom prst="rect">
            <a:avLst/>
          </a:prstGeom>
          <a:noFill/>
        </p:spPr>
        <p:txBody>
          <a:bodyPr wrap="square" rtlCol="0">
            <a:spAutoFit/>
          </a:bodyPr>
          <a:lstStyle/>
          <a:p>
            <a:pPr algn="ctr"/>
            <a:r>
              <a:rPr lang="en-US" dirty="0"/>
              <a:t>0.5</a:t>
            </a:r>
          </a:p>
        </p:txBody>
      </p:sp>
      <p:sp>
        <p:nvSpPr>
          <p:cNvPr id="2" name="Title 1">
            <a:extLst>
              <a:ext uri="{FF2B5EF4-FFF2-40B4-BE49-F238E27FC236}">
                <a16:creationId xmlns:a16="http://schemas.microsoft.com/office/drawing/2014/main" id="{DBB12CA3-189A-48B6-4D46-F9E3D0295C2F}"/>
              </a:ext>
            </a:extLst>
          </p:cNvPr>
          <p:cNvSpPr>
            <a:spLocks noGrp="1"/>
          </p:cNvSpPr>
          <p:nvPr>
            <p:ph type="title"/>
          </p:nvPr>
        </p:nvSpPr>
        <p:spPr>
          <a:xfrm>
            <a:off x="838200" y="483460"/>
            <a:ext cx="10515600" cy="785943"/>
          </a:xfrm>
        </p:spPr>
        <p:txBody>
          <a:bodyPr/>
          <a:lstStyle/>
          <a:p>
            <a:r>
              <a:rPr lang="en-US" dirty="0"/>
              <a:t>How learning can occur over time:</a:t>
            </a:r>
          </a:p>
        </p:txBody>
      </p:sp>
      <p:sp>
        <p:nvSpPr>
          <p:cNvPr id="3" name="Rectangle 2">
            <a:extLst>
              <a:ext uri="{FF2B5EF4-FFF2-40B4-BE49-F238E27FC236}">
                <a16:creationId xmlns:a16="http://schemas.microsoft.com/office/drawing/2014/main" id="{D94E05BE-58DC-2A15-3EB3-B5D8932062AA}"/>
              </a:ext>
            </a:extLst>
          </p:cNvPr>
          <p:cNvSpPr/>
          <p:nvPr/>
        </p:nvSpPr>
        <p:spPr>
          <a:xfrm>
            <a:off x="870472" y="2256385"/>
            <a:ext cx="2077122" cy="12384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57F7D772-AF51-FE11-6C62-DBD45EC0DBD2}"/>
              </a:ext>
            </a:extLst>
          </p:cNvPr>
          <p:cNvSpPr txBox="1"/>
          <p:nvPr/>
        </p:nvSpPr>
        <p:spPr>
          <a:xfrm>
            <a:off x="709104" y="1577802"/>
            <a:ext cx="2528945" cy="646331"/>
          </a:xfrm>
          <a:prstGeom prst="rect">
            <a:avLst/>
          </a:prstGeom>
          <a:noFill/>
        </p:spPr>
        <p:txBody>
          <a:bodyPr wrap="square" rtlCol="0">
            <a:spAutoFit/>
          </a:bodyPr>
          <a:lstStyle/>
          <a:p>
            <a:pPr algn="ctr"/>
            <a:r>
              <a:rPr lang="en-US" dirty="0"/>
              <a:t>Identify belief of the key parameter of the system</a:t>
            </a:r>
          </a:p>
        </p:txBody>
      </p:sp>
      <p:cxnSp>
        <p:nvCxnSpPr>
          <p:cNvPr id="7" name="Straight Connector 6">
            <a:extLst>
              <a:ext uri="{FF2B5EF4-FFF2-40B4-BE49-F238E27FC236}">
                <a16:creationId xmlns:a16="http://schemas.microsoft.com/office/drawing/2014/main" id="{0CBCC7D4-96E6-BC66-C1A5-21FCA5B64EE6}"/>
              </a:ext>
            </a:extLst>
          </p:cNvPr>
          <p:cNvCxnSpPr>
            <a:cxnSpLocks/>
          </p:cNvCxnSpPr>
          <p:nvPr/>
        </p:nvCxnSpPr>
        <p:spPr>
          <a:xfrm>
            <a:off x="1022872" y="2406992"/>
            <a:ext cx="0" cy="7422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D832770-7E74-14BF-F395-7814EF1A905D}"/>
              </a:ext>
            </a:extLst>
          </p:cNvPr>
          <p:cNvCxnSpPr>
            <a:cxnSpLocks/>
          </p:cNvCxnSpPr>
          <p:nvPr/>
        </p:nvCxnSpPr>
        <p:spPr>
          <a:xfrm flipH="1">
            <a:off x="1022872" y="3149270"/>
            <a:ext cx="1031838" cy="125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27D9C23-112B-53FC-65EA-7A5CF6247BC9}"/>
              </a:ext>
            </a:extLst>
          </p:cNvPr>
          <p:cNvSpPr txBox="1"/>
          <p:nvPr/>
        </p:nvSpPr>
        <p:spPr>
          <a:xfrm>
            <a:off x="1892897" y="2224133"/>
            <a:ext cx="1054697" cy="369332"/>
          </a:xfrm>
          <a:prstGeom prst="rect">
            <a:avLst/>
          </a:prstGeom>
          <a:noFill/>
        </p:spPr>
        <p:txBody>
          <a:bodyPr wrap="square" rtlCol="0">
            <a:spAutoFit/>
          </a:bodyPr>
          <a:lstStyle/>
          <a:p>
            <a:r>
              <a:rPr lang="en-US" dirty="0"/>
              <a:t>Year 1</a:t>
            </a:r>
          </a:p>
        </p:txBody>
      </p:sp>
      <mc:AlternateContent xmlns:mc="http://schemas.openxmlformats.org/markup-compatibility/2006" xmlns:p14="http://schemas.microsoft.com/office/powerpoint/2010/main">
        <mc:Choice Requires="p14">
          <p:contentPart p14:bwMode="auto" r:id="rId3">
            <p14:nvContentPartPr>
              <p14:cNvPr id="21" name="Ink 20">
                <a:extLst>
                  <a:ext uri="{FF2B5EF4-FFF2-40B4-BE49-F238E27FC236}">
                    <a16:creationId xmlns:a16="http://schemas.microsoft.com/office/drawing/2014/main" id="{BB438CAD-8EF0-D84D-4120-2CC6D8FC491C}"/>
                  </a:ext>
                </a:extLst>
              </p14:cNvPr>
              <p14:cNvContentPartPr/>
              <p14:nvPr/>
            </p14:nvContentPartPr>
            <p14:xfrm>
              <a:off x="1043512" y="2779937"/>
              <a:ext cx="1106380" cy="360903"/>
            </p14:xfrm>
          </p:contentPart>
        </mc:Choice>
        <mc:Fallback xmlns="">
          <p:pic>
            <p:nvPicPr>
              <p:cNvPr id="21" name="Ink 20">
                <a:extLst>
                  <a:ext uri="{FF2B5EF4-FFF2-40B4-BE49-F238E27FC236}">
                    <a16:creationId xmlns:a16="http://schemas.microsoft.com/office/drawing/2014/main" id="{BB438CAD-8EF0-D84D-4120-2CC6D8FC491C}"/>
                  </a:ext>
                </a:extLst>
              </p:cNvPr>
              <p:cNvPicPr/>
              <p:nvPr/>
            </p:nvPicPr>
            <p:blipFill>
              <a:blip r:embed="rId4"/>
              <a:stretch>
                <a:fillRect/>
              </a:stretch>
            </p:blipFill>
            <p:spPr>
              <a:xfrm>
                <a:off x="1005709" y="2741796"/>
                <a:ext cx="1181987" cy="436466"/>
              </a:xfrm>
              <a:prstGeom prst="rect">
                <a:avLst/>
              </a:prstGeom>
            </p:spPr>
          </p:pic>
        </mc:Fallback>
      </mc:AlternateContent>
      <p:sp>
        <p:nvSpPr>
          <p:cNvPr id="27" name="TextBox 26">
            <a:extLst>
              <a:ext uri="{FF2B5EF4-FFF2-40B4-BE49-F238E27FC236}">
                <a16:creationId xmlns:a16="http://schemas.microsoft.com/office/drawing/2014/main" id="{C272F73E-54D7-7A17-6D61-784B3A66C108}"/>
              </a:ext>
            </a:extLst>
          </p:cNvPr>
          <p:cNvSpPr txBox="1"/>
          <p:nvPr/>
        </p:nvSpPr>
        <p:spPr>
          <a:xfrm>
            <a:off x="1065788" y="3125503"/>
            <a:ext cx="1009561" cy="369332"/>
          </a:xfrm>
          <a:prstGeom prst="rect">
            <a:avLst/>
          </a:prstGeom>
          <a:noFill/>
        </p:spPr>
        <p:txBody>
          <a:bodyPr wrap="square" rtlCol="0">
            <a:spAutoFit/>
          </a:bodyPr>
          <a:lstStyle/>
          <a:p>
            <a:pPr algn="ctr"/>
            <a:r>
              <a:rPr lang="en-US" dirty="0"/>
              <a:t>0.5</a:t>
            </a:r>
          </a:p>
        </p:txBody>
      </p:sp>
      <p:cxnSp>
        <p:nvCxnSpPr>
          <p:cNvPr id="30" name="Straight Arrow Connector 29">
            <a:extLst>
              <a:ext uri="{FF2B5EF4-FFF2-40B4-BE49-F238E27FC236}">
                <a16:creationId xmlns:a16="http://schemas.microsoft.com/office/drawing/2014/main" id="{7E73394C-CB38-F127-3A19-B3995E7320F4}"/>
              </a:ext>
            </a:extLst>
          </p:cNvPr>
          <p:cNvCxnSpPr>
            <a:cxnSpLocks/>
            <a:stCxn id="3" idx="3"/>
            <a:endCxn id="34" idx="1"/>
          </p:cNvCxnSpPr>
          <p:nvPr/>
        </p:nvCxnSpPr>
        <p:spPr>
          <a:xfrm>
            <a:off x="2947594" y="2875610"/>
            <a:ext cx="870024" cy="876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8A76F5D7-93E9-82EE-B901-55F5DB5875D6}"/>
              </a:ext>
            </a:extLst>
          </p:cNvPr>
          <p:cNvSpPr txBox="1"/>
          <p:nvPr/>
        </p:nvSpPr>
        <p:spPr>
          <a:xfrm>
            <a:off x="3749262" y="1887053"/>
            <a:ext cx="1438834" cy="369332"/>
          </a:xfrm>
          <a:prstGeom prst="rect">
            <a:avLst/>
          </a:prstGeom>
          <a:noFill/>
        </p:spPr>
        <p:txBody>
          <a:bodyPr wrap="square">
            <a:spAutoFit/>
          </a:bodyPr>
          <a:lstStyle/>
          <a:p>
            <a:pPr algn="ctr"/>
            <a:r>
              <a:rPr lang="en-US" dirty="0"/>
              <a:t>Gather data</a:t>
            </a:r>
          </a:p>
        </p:txBody>
      </p:sp>
      <p:sp>
        <p:nvSpPr>
          <p:cNvPr id="34" name="Rectangle 33">
            <a:extLst>
              <a:ext uri="{FF2B5EF4-FFF2-40B4-BE49-F238E27FC236}">
                <a16:creationId xmlns:a16="http://schemas.microsoft.com/office/drawing/2014/main" id="{4B3D74A0-07E3-D3B9-CAC6-D8F82BAD084C}"/>
              </a:ext>
            </a:extLst>
          </p:cNvPr>
          <p:cNvSpPr/>
          <p:nvPr/>
        </p:nvSpPr>
        <p:spPr>
          <a:xfrm>
            <a:off x="3817618" y="2283604"/>
            <a:ext cx="1327673" cy="12015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EFB8C5BE-FE78-6BF5-1FE2-90741D2D9613}"/>
              </a:ext>
            </a:extLst>
          </p:cNvPr>
          <p:cNvSpPr txBox="1"/>
          <p:nvPr/>
        </p:nvSpPr>
        <p:spPr>
          <a:xfrm>
            <a:off x="5367694" y="1887053"/>
            <a:ext cx="1779495" cy="369332"/>
          </a:xfrm>
          <a:prstGeom prst="rect">
            <a:avLst/>
          </a:prstGeom>
          <a:noFill/>
        </p:spPr>
        <p:txBody>
          <a:bodyPr wrap="square">
            <a:spAutoFit/>
          </a:bodyPr>
          <a:lstStyle/>
          <a:p>
            <a:pPr algn="ctr"/>
            <a:r>
              <a:rPr lang="en-US" dirty="0"/>
              <a:t>Update models</a:t>
            </a:r>
          </a:p>
        </p:txBody>
      </p:sp>
      <p:sp>
        <p:nvSpPr>
          <p:cNvPr id="38" name="Rectangle 37">
            <a:extLst>
              <a:ext uri="{FF2B5EF4-FFF2-40B4-BE49-F238E27FC236}">
                <a16:creationId xmlns:a16="http://schemas.microsoft.com/office/drawing/2014/main" id="{3C681462-76D0-2925-73FD-87E902849D23}"/>
              </a:ext>
            </a:extLst>
          </p:cNvPr>
          <p:cNvSpPr/>
          <p:nvPr/>
        </p:nvSpPr>
        <p:spPr>
          <a:xfrm>
            <a:off x="5625536" y="2273580"/>
            <a:ext cx="1327673" cy="12015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2C1D28D2-B2D9-FD50-230A-A23C29F71672}"/>
              </a:ext>
            </a:extLst>
          </p:cNvPr>
          <p:cNvSpPr/>
          <p:nvPr/>
        </p:nvSpPr>
        <p:spPr>
          <a:xfrm>
            <a:off x="7446229" y="2256385"/>
            <a:ext cx="2077122" cy="12384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EF6FC4F3-C64B-918B-74CB-BF9938708AA6}"/>
              </a:ext>
            </a:extLst>
          </p:cNvPr>
          <p:cNvSpPr txBox="1"/>
          <p:nvPr/>
        </p:nvSpPr>
        <p:spPr>
          <a:xfrm>
            <a:off x="7326787" y="1577802"/>
            <a:ext cx="2528945" cy="646331"/>
          </a:xfrm>
          <a:prstGeom prst="rect">
            <a:avLst/>
          </a:prstGeom>
          <a:noFill/>
        </p:spPr>
        <p:txBody>
          <a:bodyPr wrap="square" rtlCol="0">
            <a:spAutoFit/>
          </a:bodyPr>
          <a:lstStyle/>
          <a:p>
            <a:pPr algn="ctr"/>
            <a:r>
              <a:rPr lang="en-US" dirty="0"/>
              <a:t>Identify belief of the key parameter of the system</a:t>
            </a:r>
          </a:p>
        </p:txBody>
      </p:sp>
      <p:cxnSp>
        <p:nvCxnSpPr>
          <p:cNvPr id="41" name="Straight Connector 40">
            <a:extLst>
              <a:ext uri="{FF2B5EF4-FFF2-40B4-BE49-F238E27FC236}">
                <a16:creationId xmlns:a16="http://schemas.microsoft.com/office/drawing/2014/main" id="{AF830EAA-48FF-03E7-B54A-17C49DDA2FC8}"/>
              </a:ext>
            </a:extLst>
          </p:cNvPr>
          <p:cNvCxnSpPr>
            <a:cxnSpLocks/>
          </p:cNvCxnSpPr>
          <p:nvPr/>
        </p:nvCxnSpPr>
        <p:spPr>
          <a:xfrm>
            <a:off x="7651376" y="2406992"/>
            <a:ext cx="0" cy="7422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CBBA7BF-FC2F-3A7E-0C23-3C82C4A51DDF}"/>
              </a:ext>
            </a:extLst>
          </p:cNvPr>
          <p:cNvCxnSpPr>
            <a:cxnSpLocks/>
          </p:cNvCxnSpPr>
          <p:nvPr/>
        </p:nvCxnSpPr>
        <p:spPr>
          <a:xfrm flipH="1">
            <a:off x="7651376" y="3149270"/>
            <a:ext cx="1031838" cy="125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1FEF09E-EE76-5092-3B3F-2C76E753C2A3}"/>
              </a:ext>
            </a:extLst>
          </p:cNvPr>
          <p:cNvSpPr txBox="1"/>
          <p:nvPr/>
        </p:nvSpPr>
        <p:spPr>
          <a:xfrm>
            <a:off x="8521401" y="2224133"/>
            <a:ext cx="1054697" cy="369332"/>
          </a:xfrm>
          <a:prstGeom prst="rect">
            <a:avLst/>
          </a:prstGeom>
          <a:noFill/>
        </p:spPr>
        <p:txBody>
          <a:bodyPr wrap="square" rtlCol="0">
            <a:spAutoFit/>
          </a:bodyPr>
          <a:lstStyle/>
          <a:p>
            <a:r>
              <a:rPr lang="en-US" dirty="0"/>
              <a:t>Year 2</a:t>
            </a:r>
          </a:p>
        </p:txBody>
      </p:sp>
      <mc:AlternateContent xmlns:mc="http://schemas.openxmlformats.org/markup-compatibility/2006" xmlns:p14="http://schemas.microsoft.com/office/powerpoint/2010/main">
        <mc:Choice Requires="p14">
          <p:contentPart p14:bwMode="auto" r:id="rId5">
            <p14:nvContentPartPr>
              <p14:cNvPr id="44" name="Ink 43">
                <a:extLst>
                  <a:ext uri="{FF2B5EF4-FFF2-40B4-BE49-F238E27FC236}">
                    <a16:creationId xmlns:a16="http://schemas.microsoft.com/office/drawing/2014/main" id="{66CA2D96-D7A4-5D21-E373-1C6A8235B703}"/>
                  </a:ext>
                </a:extLst>
              </p14:cNvPr>
              <p14:cNvContentPartPr/>
              <p14:nvPr/>
            </p14:nvContentPartPr>
            <p14:xfrm rot="207531">
              <a:off x="7693228" y="2411261"/>
              <a:ext cx="517741" cy="761740"/>
            </p14:xfrm>
          </p:contentPart>
        </mc:Choice>
        <mc:Fallback xmlns="">
          <p:pic>
            <p:nvPicPr>
              <p:cNvPr id="44" name="Ink 43">
                <a:extLst>
                  <a:ext uri="{FF2B5EF4-FFF2-40B4-BE49-F238E27FC236}">
                    <a16:creationId xmlns:a16="http://schemas.microsoft.com/office/drawing/2014/main" id="{66CA2D96-D7A4-5D21-E373-1C6A8235B703}"/>
                  </a:ext>
                </a:extLst>
              </p:cNvPr>
              <p:cNvPicPr/>
              <p:nvPr/>
            </p:nvPicPr>
            <p:blipFill>
              <a:blip r:embed="rId6"/>
              <a:stretch>
                <a:fillRect/>
              </a:stretch>
            </p:blipFill>
            <p:spPr>
              <a:xfrm rot="207531">
                <a:off x="7655064" y="2373444"/>
                <a:ext cx="593710" cy="837734"/>
              </a:xfrm>
              <a:prstGeom prst="rect">
                <a:avLst/>
              </a:prstGeom>
            </p:spPr>
          </p:pic>
        </mc:Fallback>
      </mc:AlternateContent>
      <p:cxnSp>
        <p:nvCxnSpPr>
          <p:cNvPr id="46" name="Straight Arrow Connector 45">
            <a:extLst>
              <a:ext uri="{FF2B5EF4-FFF2-40B4-BE49-F238E27FC236}">
                <a16:creationId xmlns:a16="http://schemas.microsoft.com/office/drawing/2014/main" id="{F79AC487-7CDA-A39A-3EB5-15E514146783}"/>
              </a:ext>
            </a:extLst>
          </p:cNvPr>
          <p:cNvCxnSpPr>
            <a:cxnSpLocks/>
            <a:stCxn id="39" idx="3"/>
            <a:endCxn id="56" idx="1"/>
          </p:cNvCxnSpPr>
          <p:nvPr/>
        </p:nvCxnSpPr>
        <p:spPr>
          <a:xfrm>
            <a:off x="9523351" y="2875610"/>
            <a:ext cx="702901" cy="876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B63AB23-4D61-A873-246B-1C15782245FB}"/>
              </a:ext>
            </a:extLst>
          </p:cNvPr>
          <p:cNvCxnSpPr>
            <a:cxnSpLocks/>
            <a:stCxn id="34" idx="3"/>
            <a:endCxn id="38" idx="1"/>
          </p:cNvCxnSpPr>
          <p:nvPr/>
        </p:nvCxnSpPr>
        <p:spPr>
          <a:xfrm flipV="1">
            <a:off x="5145291" y="2874350"/>
            <a:ext cx="480245" cy="100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53C4656-FA0F-39A9-79CA-7468172BD4FA}"/>
              </a:ext>
            </a:extLst>
          </p:cNvPr>
          <p:cNvCxnSpPr>
            <a:cxnSpLocks/>
            <a:stCxn id="38" idx="3"/>
            <a:endCxn id="39" idx="1"/>
          </p:cNvCxnSpPr>
          <p:nvPr/>
        </p:nvCxnSpPr>
        <p:spPr>
          <a:xfrm>
            <a:off x="6953209" y="2874350"/>
            <a:ext cx="493020" cy="12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Rectangle 55">
            <a:extLst>
              <a:ext uri="{FF2B5EF4-FFF2-40B4-BE49-F238E27FC236}">
                <a16:creationId xmlns:a16="http://schemas.microsoft.com/office/drawing/2014/main" id="{EA21BC5B-4237-EE1E-8F4A-F5F3C9C1390F}"/>
              </a:ext>
            </a:extLst>
          </p:cNvPr>
          <p:cNvSpPr/>
          <p:nvPr/>
        </p:nvSpPr>
        <p:spPr>
          <a:xfrm>
            <a:off x="10226252" y="2265149"/>
            <a:ext cx="1342622" cy="12384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TextBox 63">
            <a:extLst>
              <a:ext uri="{FF2B5EF4-FFF2-40B4-BE49-F238E27FC236}">
                <a16:creationId xmlns:a16="http://schemas.microsoft.com/office/drawing/2014/main" id="{2294A74B-3E85-9980-CCE2-2CEB67096D8E}"/>
              </a:ext>
            </a:extLst>
          </p:cNvPr>
          <p:cNvSpPr txBox="1"/>
          <p:nvPr/>
        </p:nvSpPr>
        <p:spPr>
          <a:xfrm>
            <a:off x="10017125" y="1627249"/>
            <a:ext cx="1764359" cy="646331"/>
          </a:xfrm>
          <a:prstGeom prst="rect">
            <a:avLst/>
          </a:prstGeom>
          <a:noFill/>
        </p:spPr>
        <p:txBody>
          <a:bodyPr wrap="square" rtlCol="0">
            <a:spAutoFit/>
          </a:bodyPr>
          <a:lstStyle/>
          <a:p>
            <a:pPr algn="ctr"/>
            <a:r>
              <a:rPr lang="en-US" dirty="0"/>
              <a:t>Adapt management</a:t>
            </a:r>
          </a:p>
        </p:txBody>
      </p:sp>
      <p:pic>
        <p:nvPicPr>
          <p:cNvPr id="66" name="Graphic 65" descr="Research with solid fill">
            <a:extLst>
              <a:ext uri="{FF2B5EF4-FFF2-40B4-BE49-F238E27FC236}">
                <a16:creationId xmlns:a16="http://schemas.microsoft.com/office/drawing/2014/main" id="{BBAEE96B-B286-C483-1908-B47041AF980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076300" y="2427174"/>
            <a:ext cx="914400" cy="914400"/>
          </a:xfrm>
          <a:prstGeom prst="rect">
            <a:avLst/>
          </a:prstGeom>
        </p:spPr>
      </p:pic>
      <p:pic>
        <p:nvPicPr>
          <p:cNvPr id="67" name="Graphic 66" descr="Programmer female with solid fill">
            <a:extLst>
              <a:ext uri="{FF2B5EF4-FFF2-40B4-BE49-F238E27FC236}">
                <a16:creationId xmlns:a16="http://schemas.microsoft.com/office/drawing/2014/main" id="{0CF55B23-E079-6B2C-DDE8-B4AA0600A5D5}"/>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5873599" y="2427174"/>
            <a:ext cx="914400" cy="914400"/>
          </a:xfrm>
          <a:prstGeom prst="rect">
            <a:avLst/>
          </a:prstGeom>
        </p:spPr>
      </p:pic>
      <p:pic>
        <p:nvPicPr>
          <p:cNvPr id="72" name="Graphic 71" descr="Seed Packet with solid fill">
            <a:extLst>
              <a:ext uri="{FF2B5EF4-FFF2-40B4-BE49-F238E27FC236}">
                <a16:creationId xmlns:a16="http://schemas.microsoft.com/office/drawing/2014/main" id="{7BF25DEC-9FD2-7B39-A118-1996FAE0F8E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0493110" y="2427174"/>
            <a:ext cx="914400" cy="914400"/>
          </a:xfrm>
          <a:prstGeom prst="rect">
            <a:avLst/>
          </a:prstGeom>
        </p:spPr>
      </p:pic>
      <p:sp>
        <p:nvSpPr>
          <p:cNvPr id="81" name="TextBox 80">
            <a:extLst>
              <a:ext uri="{FF2B5EF4-FFF2-40B4-BE49-F238E27FC236}">
                <a16:creationId xmlns:a16="http://schemas.microsoft.com/office/drawing/2014/main" id="{8782FE4D-844E-5326-E532-A06594E573C4}"/>
              </a:ext>
            </a:extLst>
          </p:cNvPr>
          <p:cNvSpPr txBox="1"/>
          <p:nvPr/>
        </p:nvSpPr>
        <p:spPr>
          <a:xfrm>
            <a:off x="870472" y="4239455"/>
            <a:ext cx="1438834" cy="369332"/>
          </a:xfrm>
          <a:prstGeom prst="rect">
            <a:avLst/>
          </a:prstGeom>
          <a:noFill/>
        </p:spPr>
        <p:txBody>
          <a:bodyPr wrap="square">
            <a:spAutoFit/>
          </a:bodyPr>
          <a:lstStyle/>
          <a:p>
            <a:pPr algn="ctr"/>
            <a:r>
              <a:rPr lang="en-US" dirty="0"/>
              <a:t>Gather data</a:t>
            </a:r>
          </a:p>
        </p:txBody>
      </p:sp>
      <p:sp>
        <p:nvSpPr>
          <p:cNvPr id="82" name="Rectangle 81">
            <a:extLst>
              <a:ext uri="{FF2B5EF4-FFF2-40B4-BE49-F238E27FC236}">
                <a16:creationId xmlns:a16="http://schemas.microsoft.com/office/drawing/2014/main" id="{759F46A9-DAEE-B126-1B6F-95D100DA1B8D}"/>
              </a:ext>
            </a:extLst>
          </p:cNvPr>
          <p:cNvSpPr/>
          <p:nvPr/>
        </p:nvSpPr>
        <p:spPr>
          <a:xfrm>
            <a:off x="938828" y="4636006"/>
            <a:ext cx="1327673" cy="12015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TextBox 82">
            <a:extLst>
              <a:ext uri="{FF2B5EF4-FFF2-40B4-BE49-F238E27FC236}">
                <a16:creationId xmlns:a16="http://schemas.microsoft.com/office/drawing/2014/main" id="{5A1E1A53-0EE7-38CB-61AE-CDDD07C67F37}"/>
              </a:ext>
            </a:extLst>
          </p:cNvPr>
          <p:cNvSpPr txBox="1"/>
          <p:nvPr/>
        </p:nvSpPr>
        <p:spPr>
          <a:xfrm>
            <a:off x="2488904" y="4239455"/>
            <a:ext cx="1779495" cy="369332"/>
          </a:xfrm>
          <a:prstGeom prst="rect">
            <a:avLst/>
          </a:prstGeom>
          <a:noFill/>
        </p:spPr>
        <p:txBody>
          <a:bodyPr wrap="square">
            <a:spAutoFit/>
          </a:bodyPr>
          <a:lstStyle/>
          <a:p>
            <a:pPr algn="ctr"/>
            <a:r>
              <a:rPr lang="en-US" dirty="0"/>
              <a:t>Update models</a:t>
            </a:r>
          </a:p>
        </p:txBody>
      </p:sp>
      <p:sp>
        <p:nvSpPr>
          <p:cNvPr id="84" name="Rectangle 83">
            <a:extLst>
              <a:ext uri="{FF2B5EF4-FFF2-40B4-BE49-F238E27FC236}">
                <a16:creationId xmlns:a16="http://schemas.microsoft.com/office/drawing/2014/main" id="{86234E6E-B370-9A65-22F2-F445730E32CC}"/>
              </a:ext>
            </a:extLst>
          </p:cNvPr>
          <p:cNvSpPr/>
          <p:nvPr/>
        </p:nvSpPr>
        <p:spPr>
          <a:xfrm>
            <a:off x="2746746" y="4625982"/>
            <a:ext cx="1327673" cy="120154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a:extLst>
              <a:ext uri="{FF2B5EF4-FFF2-40B4-BE49-F238E27FC236}">
                <a16:creationId xmlns:a16="http://schemas.microsoft.com/office/drawing/2014/main" id="{51C06E07-62C7-422F-B89C-0F294CBD5BAD}"/>
              </a:ext>
            </a:extLst>
          </p:cNvPr>
          <p:cNvSpPr/>
          <p:nvPr/>
        </p:nvSpPr>
        <p:spPr>
          <a:xfrm>
            <a:off x="4567439" y="4608787"/>
            <a:ext cx="2077122" cy="12384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TextBox 85">
            <a:extLst>
              <a:ext uri="{FF2B5EF4-FFF2-40B4-BE49-F238E27FC236}">
                <a16:creationId xmlns:a16="http://schemas.microsoft.com/office/drawing/2014/main" id="{BBF79A0A-A6DB-0F79-481E-90BC7CCFD9A5}"/>
              </a:ext>
            </a:extLst>
          </p:cNvPr>
          <p:cNvSpPr txBox="1"/>
          <p:nvPr/>
        </p:nvSpPr>
        <p:spPr>
          <a:xfrm>
            <a:off x="4320929" y="3985790"/>
            <a:ext cx="2528945" cy="646331"/>
          </a:xfrm>
          <a:prstGeom prst="rect">
            <a:avLst/>
          </a:prstGeom>
          <a:noFill/>
        </p:spPr>
        <p:txBody>
          <a:bodyPr wrap="square" rtlCol="0">
            <a:spAutoFit/>
          </a:bodyPr>
          <a:lstStyle/>
          <a:p>
            <a:pPr algn="ctr"/>
            <a:r>
              <a:rPr lang="en-US" dirty="0"/>
              <a:t>Identify belief of the key parameter of the system</a:t>
            </a:r>
          </a:p>
        </p:txBody>
      </p:sp>
      <p:cxnSp>
        <p:nvCxnSpPr>
          <p:cNvPr id="87" name="Straight Connector 86">
            <a:extLst>
              <a:ext uri="{FF2B5EF4-FFF2-40B4-BE49-F238E27FC236}">
                <a16:creationId xmlns:a16="http://schemas.microsoft.com/office/drawing/2014/main" id="{79D5E87B-A70E-44AE-7680-7E7B4EF70583}"/>
              </a:ext>
            </a:extLst>
          </p:cNvPr>
          <p:cNvCxnSpPr>
            <a:cxnSpLocks/>
          </p:cNvCxnSpPr>
          <p:nvPr/>
        </p:nvCxnSpPr>
        <p:spPr>
          <a:xfrm>
            <a:off x="4772586" y="4759394"/>
            <a:ext cx="0" cy="7422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2105D55-4201-A6F5-23BD-FF6A089AF544}"/>
              </a:ext>
            </a:extLst>
          </p:cNvPr>
          <p:cNvCxnSpPr>
            <a:cxnSpLocks/>
          </p:cNvCxnSpPr>
          <p:nvPr/>
        </p:nvCxnSpPr>
        <p:spPr>
          <a:xfrm flipH="1">
            <a:off x="4772586" y="5501672"/>
            <a:ext cx="1031838" cy="1255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44A16AD5-004D-C387-20AC-9C7DB03EEA70}"/>
              </a:ext>
            </a:extLst>
          </p:cNvPr>
          <p:cNvSpPr txBox="1"/>
          <p:nvPr/>
        </p:nvSpPr>
        <p:spPr>
          <a:xfrm>
            <a:off x="5642611" y="4576535"/>
            <a:ext cx="1054697" cy="369332"/>
          </a:xfrm>
          <a:prstGeom prst="rect">
            <a:avLst/>
          </a:prstGeom>
          <a:noFill/>
        </p:spPr>
        <p:txBody>
          <a:bodyPr wrap="square" rtlCol="0">
            <a:spAutoFit/>
          </a:bodyPr>
          <a:lstStyle/>
          <a:p>
            <a:r>
              <a:rPr lang="en-US" dirty="0"/>
              <a:t>Year 3</a:t>
            </a:r>
          </a:p>
        </p:txBody>
      </p:sp>
      <mc:AlternateContent xmlns:mc="http://schemas.openxmlformats.org/markup-compatibility/2006" xmlns:p14="http://schemas.microsoft.com/office/powerpoint/2010/main">
        <mc:Choice Requires="p14">
          <p:contentPart p14:bwMode="auto" r:id="rId13">
            <p14:nvContentPartPr>
              <p14:cNvPr id="90" name="Ink 89">
                <a:extLst>
                  <a:ext uri="{FF2B5EF4-FFF2-40B4-BE49-F238E27FC236}">
                    <a16:creationId xmlns:a16="http://schemas.microsoft.com/office/drawing/2014/main" id="{FA2025E7-2B53-8D00-298E-6EA3CF2341E5}"/>
                  </a:ext>
                </a:extLst>
              </p14:cNvPr>
              <p14:cNvContentPartPr/>
              <p14:nvPr/>
            </p14:nvContentPartPr>
            <p14:xfrm rot="207531">
              <a:off x="4814615" y="4757814"/>
              <a:ext cx="323826" cy="761740"/>
            </p14:xfrm>
          </p:contentPart>
        </mc:Choice>
        <mc:Fallback xmlns="">
          <p:pic>
            <p:nvPicPr>
              <p:cNvPr id="90" name="Ink 89">
                <a:extLst>
                  <a:ext uri="{FF2B5EF4-FFF2-40B4-BE49-F238E27FC236}">
                    <a16:creationId xmlns:a16="http://schemas.microsoft.com/office/drawing/2014/main" id="{FA2025E7-2B53-8D00-298E-6EA3CF2341E5}"/>
                  </a:ext>
                </a:extLst>
              </p:cNvPr>
              <p:cNvPicPr/>
              <p:nvPr/>
            </p:nvPicPr>
            <p:blipFill>
              <a:blip r:embed="rId14"/>
              <a:stretch>
                <a:fillRect/>
              </a:stretch>
            </p:blipFill>
            <p:spPr>
              <a:xfrm rot="207531">
                <a:off x="4776475" y="4719997"/>
                <a:ext cx="399745" cy="837734"/>
              </a:xfrm>
              <a:prstGeom prst="rect">
                <a:avLst/>
              </a:prstGeom>
            </p:spPr>
          </p:pic>
        </mc:Fallback>
      </mc:AlternateContent>
      <p:cxnSp>
        <p:nvCxnSpPr>
          <p:cNvPr id="92" name="Straight Arrow Connector 91">
            <a:extLst>
              <a:ext uri="{FF2B5EF4-FFF2-40B4-BE49-F238E27FC236}">
                <a16:creationId xmlns:a16="http://schemas.microsoft.com/office/drawing/2014/main" id="{C8289E62-B23E-AA73-9D9D-D95001261A42}"/>
              </a:ext>
            </a:extLst>
          </p:cNvPr>
          <p:cNvCxnSpPr>
            <a:cxnSpLocks/>
            <a:stCxn id="85" idx="3"/>
            <a:endCxn id="95" idx="1"/>
          </p:cNvCxnSpPr>
          <p:nvPr/>
        </p:nvCxnSpPr>
        <p:spPr>
          <a:xfrm>
            <a:off x="6644561" y="5228012"/>
            <a:ext cx="702901" cy="876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5E63BADC-BC14-55A8-85CB-294722CB032F}"/>
              </a:ext>
            </a:extLst>
          </p:cNvPr>
          <p:cNvCxnSpPr>
            <a:cxnSpLocks/>
            <a:stCxn id="82" idx="3"/>
            <a:endCxn id="84" idx="1"/>
          </p:cNvCxnSpPr>
          <p:nvPr/>
        </p:nvCxnSpPr>
        <p:spPr>
          <a:xfrm flipV="1">
            <a:off x="2266501" y="5226752"/>
            <a:ext cx="480245" cy="1002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E6C3ADEF-2A4D-BA94-06BA-754EF2710526}"/>
              </a:ext>
            </a:extLst>
          </p:cNvPr>
          <p:cNvCxnSpPr>
            <a:cxnSpLocks/>
            <a:stCxn id="84" idx="3"/>
            <a:endCxn id="85" idx="1"/>
          </p:cNvCxnSpPr>
          <p:nvPr/>
        </p:nvCxnSpPr>
        <p:spPr>
          <a:xfrm>
            <a:off x="4074419" y="5226752"/>
            <a:ext cx="493020" cy="126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94">
            <a:extLst>
              <a:ext uri="{FF2B5EF4-FFF2-40B4-BE49-F238E27FC236}">
                <a16:creationId xmlns:a16="http://schemas.microsoft.com/office/drawing/2014/main" id="{F8634121-5AC7-95BA-8986-43128936CCDD}"/>
              </a:ext>
            </a:extLst>
          </p:cNvPr>
          <p:cNvSpPr/>
          <p:nvPr/>
        </p:nvSpPr>
        <p:spPr>
          <a:xfrm>
            <a:off x="7347462" y="4617551"/>
            <a:ext cx="1342622" cy="12384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TextBox 95">
            <a:extLst>
              <a:ext uri="{FF2B5EF4-FFF2-40B4-BE49-F238E27FC236}">
                <a16:creationId xmlns:a16="http://schemas.microsoft.com/office/drawing/2014/main" id="{1C106812-AF3D-737C-F9CB-53255C62C31C}"/>
              </a:ext>
            </a:extLst>
          </p:cNvPr>
          <p:cNvSpPr txBox="1"/>
          <p:nvPr/>
        </p:nvSpPr>
        <p:spPr>
          <a:xfrm>
            <a:off x="7138335" y="3979651"/>
            <a:ext cx="1764359" cy="646331"/>
          </a:xfrm>
          <a:prstGeom prst="rect">
            <a:avLst/>
          </a:prstGeom>
          <a:noFill/>
        </p:spPr>
        <p:txBody>
          <a:bodyPr wrap="square" rtlCol="0">
            <a:spAutoFit/>
          </a:bodyPr>
          <a:lstStyle/>
          <a:p>
            <a:pPr algn="ctr"/>
            <a:r>
              <a:rPr lang="en-US" dirty="0"/>
              <a:t>Adapt management</a:t>
            </a:r>
          </a:p>
        </p:txBody>
      </p:sp>
      <p:pic>
        <p:nvPicPr>
          <p:cNvPr id="97" name="Graphic 96" descr="Research with solid fill">
            <a:extLst>
              <a:ext uri="{FF2B5EF4-FFF2-40B4-BE49-F238E27FC236}">
                <a16:creationId xmlns:a16="http://schemas.microsoft.com/office/drawing/2014/main" id="{266DDFF1-FEB3-42A7-E7F8-7B5FC00C7DF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97510" y="4779576"/>
            <a:ext cx="914400" cy="914400"/>
          </a:xfrm>
          <a:prstGeom prst="rect">
            <a:avLst/>
          </a:prstGeom>
        </p:spPr>
      </p:pic>
      <p:pic>
        <p:nvPicPr>
          <p:cNvPr id="98" name="Graphic 97" descr="Programmer female with solid fill">
            <a:extLst>
              <a:ext uri="{FF2B5EF4-FFF2-40B4-BE49-F238E27FC236}">
                <a16:creationId xmlns:a16="http://schemas.microsoft.com/office/drawing/2014/main" id="{22A8DDF0-4658-A177-C5EF-AE05DA8DC6D8}"/>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2994809" y="4779576"/>
            <a:ext cx="914400" cy="914400"/>
          </a:xfrm>
          <a:prstGeom prst="rect">
            <a:avLst/>
          </a:prstGeom>
        </p:spPr>
      </p:pic>
      <p:cxnSp>
        <p:nvCxnSpPr>
          <p:cNvPr id="100" name="Straight Arrow Connector 99">
            <a:extLst>
              <a:ext uri="{FF2B5EF4-FFF2-40B4-BE49-F238E27FC236}">
                <a16:creationId xmlns:a16="http://schemas.microsoft.com/office/drawing/2014/main" id="{2598D5E8-2D70-B748-FDAB-EA625825BCA6}"/>
              </a:ext>
            </a:extLst>
          </p:cNvPr>
          <p:cNvCxnSpPr>
            <a:cxnSpLocks/>
          </p:cNvCxnSpPr>
          <p:nvPr/>
        </p:nvCxnSpPr>
        <p:spPr>
          <a:xfrm>
            <a:off x="8703853" y="5236609"/>
            <a:ext cx="702901" cy="876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A1BEA952-28EA-B067-2DC2-383418AE6FDC}"/>
              </a:ext>
            </a:extLst>
          </p:cNvPr>
          <p:cNvCxnSpPr>
            <a:stCxn id="56" idx="2"/>
            <a:endCxn id="82" idx="1"/>
          </p:cNvCxnSpPr>
          <p:nvPr/>
        </p:nvCxnSpPr>
        <p:spPr>
          <a:xfrm rot="5400000">
            <a:off x="5051608" y="-609180"/>
            <a:ext cx="1733177" cy="9958735"/>
          </a:xfrm>
          <a:prstGeom prst="bentConnector4">
            <a:avLst>
              <a:gd name="adj1" fmla="val 20255"/>
              <a:gd name="adj2" fmla="val 102295"/>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5" name="Graphic 104" descr="Watering pot with solid fill">
            <a:extLst>
              <a:ext uri="{FF2B5EF4-FFF2-40B4-BE49-F238E27FC236}">
                <a16:creationId xmlns:a16="http://schemas.microsoft.com/office/drawing/2014/main" id="{1304F307-254E-79A7-EF0C-22E6AC07B7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512777" y="4726296"/>
            <a:ext cx="1075172" cy="1075172"/>
          </a:xfrm>
          <a:prstGeom prst="rect">
            <a:avLst/>
          </a:prstGeom>
        </p:spPr>
      </p:pic>
      <p:sp>
        <p:nvSpPr>
          <p:cNvPr id="106" name="TextBox 105">
            <a:extLst>
              <a:ext uri="{FF2B5EF4-FFF2-40B4-BE49-F238E27FC236}">
                <a16:creationId xmlns:a16="http://schemas.microsoft.com/office/drawing/2014/main" id="{B6558E83-9A9F-A8EB-C0FD-967D313749D2}"/>
              </a:ext>
            </a:extLst>
          </p:cNvPr>
          <p:cNvSpPr txBox="1"/>
          <p:nvPr/>
        </p:nvSpPr>
        <p:spPr>
          <a:xfrm>
            <a:off x="0" y="6621524"/>
            <a:ext cx="6097554" cy="307777"/>
          </a:xfrm>
          <a:prstGeom prst="rect">
            <a:avLst/>
          </a:prstGeom>
          <a:noFill/>
        </p:spPr>
        <p:txBody>
          <a:bodyPr wrap="square">
            <a:spAutoFit/>
          </a:bodyPr>
          <a:lstStyle/>
          <a:p>
            <a:r>
              <a:rPr lang="en-US" sz="1400" dirty="0"/>
              <a:t>Developed by Brielle Thompson</a:t>
            </a:r>
          </a:p>
        </p:txBody>
      </p:sp>
      <p:sp>
        <p:nvSpPr>
          <p:cNvPr id="107" name="TextBox 106">
            <a:extLst>
              <a:ext uri="{FF2B5EF4-FFF2-40B4-BE49-F238E27FC236}">
                <a16:creationId xmlns:a16="http://schemas.microsoft.com/office/drawing/2014/main" id="{A289B8E4-59E3-74F7-970D-AC5253CE667F}"/>
              </a:ext>
            </a:extLst>
          </p:cNvPr>
          <p:cNvSpPr txBox="1"/>
          <p:nvPr/>
        </p:nvSpPr>
        <p:spPr>
          <a:xfrm>
            <a:off x="9043319" y="4547904"/>
            <a:ext cx="1764359" cy="1015663"/>
          </a:xfrm>
          <a:prstGeom prst="rect">
            <a:avLst/>
          </a:prstGeom>
          <a:noFill/>
        </p:spPr>
        <p:txBody>
          <a:bodyPr wrap="square" rtlCol="0">
            <a:spAutoFit/>
          </a:bodyPr>
          <a:lstStyle/>
          <a:p>
            <a:pPr algn="ctr"/>
            <a:r>
              <a:rPr lang="en-US" sz="6000" dirty="0"/>
              <a:t>…</a:t>
            </a:r>
          </a:p>
        </p:txBody>
      </p:sp>
    </p:spTree>
    <p:extLst>
      <p:ext uri="{BB962C8B-B14F-4D97-AF65-F5344CB8AC3E}">
        <p14:creationId xmlns:p14="http://schemas.microsoft.com/office/powerpoint/2010/main" val="150158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64"/>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7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0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8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8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9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4"/>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9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9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89"/>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91"/>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9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85"/>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9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6"/>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9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05"/>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0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0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88"/>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45" grpId="0"/>
      <p:bldP spid="3" grpId="0" animBg="1"/>
      <p:bldP spid="4" grpId="0"/>
      <p:bldP spid="17" grpId="0"/>
      <p:bldP spid="27" grpId="0"/>
      <p:bldP spid="33" grpId="0"/>
      <p:bldP spid="34" grpId="0" animBg="1"/>
      <p:bldP spid="37" grpId="0"/>
      <p:bldP spid="38" grpId="0" animBg="1"/>
      <p:bldP spid="39" grpId="0" animBg="1"/>
      <p:bldP spid="40" grpId="0"/>
      <p:bldP spid="43" grpId="0"/>
      <p:bldP spid="56" grpId="0" animBg="1"/>
      <p:bldP spid="64" grpId="0"/>
      <p:bldP spid="81" grpId="0"/>
      <p:bldP spid="82" grpId="0" animBg="1"/>
      <p:bldP spid="83" grpId="0"/>
      <p:bldP spid="84" grpId="0" animBg="1"/>
      <p:bldP spid="85" grpId="0" animBg="1"/>
      <p:bldP spid="86" grpId="0"/>
      <p:bldP spid="89" grpId="0"/>
      <p:bldP spid="95" grpId="0" animBg="1"/>
      <p:bldP spid="96" grpId="0"/>
      <p:bldP spid="10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F32ED-7B44-FDD5-62EC-5FCB487835C7}"/>
              </a:ext>
            </a:extLst>
          </p:cNvPr>
          <p:cNvSpPr>
            <a:spLocks noGrp="1"/>
          </p:cNvSpPr>
          <p:nvPr>
            <p:ph type="title"/>
          </p:nvPr>
        </p:nvSpPr>
        <p:spPr>
          <a:xfrm>
            <a:off x="504975" y="398066"/>
            <a:ext cx="10515600" cy="750094"/>
          </a:xfrm>
        </p:spPr>
        <p:txBody>
          <a:bodyPr>
            <a:normAutofit fontScale="90000"/>
          </a:bodyPr>
          <a:lstStyle/>
          <a:p>
            <a:r>
              <a:rPr lang="en-US" dirty="0"/>
              <a:t>AM example- north American waterfowl harvest</a:t>
            </a:r>
          </a:p>
        </p:txBody>
      </p:sp>
      <p:grpSp>
        <p:nvGrpSpPr>
          <p:cNvPr id="3" name="Group 2">
            <a:extLst>
              <a:ext uri="{FF2B5EF4-FFF2-40B4-BE49-F238E27FC236}">
                <a16:creationId xmlns:a16="http://schemas.microsoft.com/office/drawing/2014/main" id="{9243EE66-386F-4BB4-6BE2-7383CEDC36C3}"/>
              </a:ext>
            </a:extLst>
          </p:cNvPr>
          <p:cNvGrpSpPr>
            <a:grpSpLocks/>
          </p:cNvGrpSpPr>
          <p:nvPr/>
        </p:nvGrpSpPr>
        <p:grpSpPr bwMode="auto">
          <a:xfrm>
            <a:off x="1587649" y="1690688"/>
            <a:ext cx="6357938" cy="4213225"/>
            <a:chOff x="720" y="1137"/>
            <a:chExt cx="4005" cy="2654"/>
          </a:xfrm>
        </p:grpSpPr>
        <p:grpSp>
          <p:nvGrpSpPr>
            <p:cNvPr id="4" name="Group 3">
              <a:extLst>
                <a:ext uri="{FF2B5EF4-FFF2-40B4-BE49-F238E27FC236}">
                  <a16:creationId xmlns:a16="http://schemas.microsoft.com/office/drawing/2014/main" id="{45C152BC-C70C-D5CD-4523-244CAA27FD4E}"/>
                </a:ext>
              </a:extLst>
            </p:cNvPr>
            <p:cNvGrpSpPr>
              <a:grpSpLocks/>
            </p:cNvGrpSpPr>
            <p:nvPr/>
          </p:nvGrpSpPr>
          <p:grpSpPr bwMode="auto">
            <a:xfrm>
              <a:off x="1327" y="3657"/>
              <a:ext cx="3385" cy="134"/>
              <a:chOff x="1327" y="3657"/>
              <a:chExt cx="3385" cy="134"/>
            </a:xfrm>
          </p:grpSpPr>
          <p:sp>
            <p:nvSpPr>
              <p:cNvPr id="24" name="Rectangle 4">
                <a:extLst>
                  <a:ext uri="{FF2B5EF4-FFF2-40B4-BE49-F238E27FC236}">
                    <a16:creationId xmlns:a16="http://schemas.microsoft.com/office/drawing/2014/main" id="{2764B806-2F15-68B1-4F73-2717E0244B14}"/>
                  </a:ext>
                </a:extLst>
              </p:cNvPr>
              <p:cNvSpPr>
                <a:spLocks noChangeArrowheads="1"/>
              </p:cNvSpPr>
              <p:nvPr/>
            </p:nvSpPr>
            <p:spPr bwMode="auto">
              <a:xfrm>
                <a:off x="4464" y="3657"/>
                <a:ext cx="2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2005</a:t>
                </a:r>
              </a:p>
            </p:txBody>
          </p:sp>
          <p:sp>
            <p:nvSpPr>
              <p:cNvPr id="25" name="Rectangle 5">
                <a:extLst>
                  <a:ext uri="{FF2B5EF4-FFF2-40B4-BE49-F238E27FC236}">
                    <a16:creationId xmlns:a16="http://schemas.microsoft.com/office/drawing/2014/main" id="{F97DBEE9-8F5F-4DC1-AD37-A8813F156913}"/>
                  </a:ext>
                </a:extLst>
              </p:cNvPr>
              <p:cNvSpPr>
                <a:spLocks noChangeArrowheads="1"/>
              </p:cNvSpPr>
              <p:nvPr/>
            </p:nvSpPr>
            <p:spPr bwMode="auto">
              <a:xfrm>
                <a:off x="2895" y="3657"/>
                <a:ext cx="2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2000</a:t>
                </a:r>
              </a:p>
            </p:txBody>
          </p:sp>
          <p:sp>
            <p:nvSpPr>
              <p:cNvPr id="26" name="Rectangle 6">
                <a:extLst>
                  <a:ext uri="{FF2B5EF4-FFF2-40B4-BE49-F238E27FC236}">
                    <a16:creationId xmlns:a16="http://schemas.microsoft.com/office/drawing/2014/main" id="{C0DDE689-BA15-3C9F-4091-EDC8D3E87B1D}"/>
                  </a:ext>
                </a:extLst>
              </p:cNvPr>
              <p:cNvSpPr>
                <a:spLocks noChangeArrowheads="1"/>
              </p:cNvSpPr>
              <p:nvPr/>
            </p:nvSpPr>
            <p:spPr bwMode="auto">
              <a:xfrm>
                <a:off x="1327" y="3657"/>
                <a:ext cx="2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1995</a:t>
                </a:r>
              </a:p>
            </p:txBody>
          </p:sp>
        </p:grpSp>
        <p:grpSp>
          <p:nvGrpSpPr>
            <p:cNvPr id="5" name="Group 7">
              <a:extLst>
                <a:ext uri="{FF2B5EF4-FFF2-40B4-BE49-F238E27FC236}">
                  <a16:creationId xmlns:a16="http://schemas.microsoft.com/office/drawing/2014/main" id="{D75F1DA8-87BC-7E05-D078-036CF8213FD5}"/>
                </a:ext>
              </a:extLst>
            </p:cNvPr>
            <p:cNvGrpSpPr>
              <a:grpSpLocks/>
            </p:cNvGrpSpPr>
            <p:nvPr/>
          </p:nvGrpSpPr>
          <p:grpSpPr bwMode="auto">
            <a:xfrm>
              <a:off x="997" y="1252"/>
              <a:ext cx="155" cy="2337"/>
              <a:chOff x="997" y="1252"/>
              <a:chExt cx="155" cy="2337"/>
            </a:xfrm>
          </p:grpSpPr>
          <p:sp>
            <p:nvSpPr>
              <p:cNvPr id="18" name="Rectangle 8">
                <a:extLst>
                  <a:ext uri="{FF2B5EF4-FFF2-40B4-BE49-F238E27FC236}">
                    <a16:creationId xmlns:a16="http://schemas.microsoft.com/office/drawing/2014/main" id="{18780D33-70A5-B9A6-6DF4-E10169DB7D48}"/>
                  </a:ext>
                </a:extLst>
              </p:cNvPr>
              <p:cNvSpPr>
                <a:spLocks noChangeArrowheads="1"/>
              </p:cNvSpPr>
              <p:nvPr/>
            </p:nvSpPr>
            <p:spPr bwMode="auto">
              <a:xfrm>
                <a:off x="997" y="1252"/>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0.5</a:t>
                </a:r>
              </a:p>
            </p:txBody>
          </p:sp>
          <p:sp>
            <p:nvSpPr>
              <p:cNvPr id="19" name="Rectangle 9">
                <a:extLst>
                  <a:ext uri="{FF2B5EF4-FFF2-40B4-BE49-F238E27FC236}">
                    <a16:creationId xmlns:a16="http://schemas.microsoft.com/office/drawing/2014/main" id="{BFF73CEB-FB6C-3EEB-72CD-61B121495E77}"/>
                  </a:ext>
                </a:extLst>
              </p:cNvPr>
              <p:cNvSpPr>
                <a:spLocks noChangeArrowheads="1"/>
              </p:cNvSpPr>
              <p:nvPr/>
            </p:nvSpPr>
            <p:spPr bwMode="auto">
              <a:xfrm>
                <a:off x="997" y="1694"/>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0.4</a:t>
                </a:r>
              </a:p>
            </p:txBody>
          </p:sp>
          <p:sp>
            <p:nvSpPr>
              <p:cNvPr id="20" name="Rectangle 10">
                <a:extLst>
                  <a:ext uri="{FF2B5EF4-FFF2-40B4-BE49-F238E27FC236}">
                    <a16:creationId xmlns:a16="http://schemas.microsoft.com/office/drawing/2014/main" id="{F88A7E23-CB80-E02C-28F1-E71BBB587C39}"/>
                  </a:ext>
                </a:extLst>
              </p:cNvPr>
              <p:cNvSpPr>
                <a:spLocks noChangeArrowheads="1"/>
              </p:cNvSpPr>
              <p:nvPr/>
            </p:nvSpPr>
            <p:spPr bwMode="auto">
              <a:xfrm>
                <a:off x="997" y="2131"/>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0.3</a:t>
                </a:r>
              </a:p>
            </p:txBody>
          </p:sp>
          <p:sp>
            <p:nvSpPr>
              <p:cNvPr id="21" name="Rectangle 11">
                <a:extLst>
                  <a:ext uri="{FF2B5EF4-FFF2-40B4-BE49-F238E27FC236}">
                    <a16:creationId xmlns:a16="http://schemas.microsoft.com/office/drawing/2014/main" id="{EBF8BCB0-5F32-161A-12B7-3E1A83B78ED3}"/>
                  </a:ext>
                </a:extLst>
              </p:cNvPr>
              <p:cNvSpPr>
                <a:spLocks noChangeArrowheads="1"/>
              </p:cNvSpPr>
              <p:nvPr/>
            </p:nvSpPr>
            <p:spPr bwMode="auto">
              <a:xfrm>
                <a:off x="997" y="2572"/>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0.2</a:t>
                </a:r>
              </a:p>
            </p:txBody>
          </p:sp>
          <p:sp>
            <p:nvSpPr>
              <p:cNvPr id="22" name="Rectangle 12">
                <a:extLst>
                  <a:ext uri="{FF2B5EF4-FFF2-40B4-BE49-F238E27FC236}">
                    <a16:creationId xmlns:a16="http://schemas.microsoft.com/office/drawing/2014/main" id="{8BB0D24F-2CAD-868B-9AA4-9ACEBB04958E}"/>
                  </a:ext>
                </a:extLst>
              </p:cNvPr>
              <p:cNvSpPr>
                <a:spLocks noChangeArrowheads="1"/>
              </p:cNvSpPr>
              <p:nvPr/>
            </p:nvSpPr>
            <p:spPr bwMode="auto">
              <a:xfrm>
                <a:off x="997" y="3014"/>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0.1</a:t>
                </a:r>
              </a:p>
            </p:txBody>
          </p:sp>
          <p:sp>
            <p:nvSpPr>
              <p:cNvPr id="23" name="Rectangle 13">
                <a:extLst>
                  <a:ext uri="{FF2B5EF4-FFF2-40B4-BE49-F238E27FC236}">
                    <a16:creationId xmlns:a16="http://schemas.microsoft.com/office/drawing/2014/main" id="{EE31059B-DDE7-585D-0E7A-B1E172EA6017}"/>
                  </a:ext>
                </a:extLst>
              </p:cNvPr>
              <p:cNvSpPr>
                <a:spLocks noChangeArrowheads="1"/>
              </p:cNvSpPr>
              <p:nvPr/>
            </p:nvSpPr>
            <p:spPr bwMode="auto">
              <a:xfrm>
                <a:off x="997" y="3455"/>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0.0</a:t>
                </a:r>
              </a:p>
            </p:txBody>
          </p:sp>
        </p:grpSp>
        <p:grpSp>
          <p:nvGrpSpPr>
            <p:cNvPr id="6" name="Group 14">
              <a:extLst>
                <a:ext uri="{FF2B5EF4-FFF2-40B4-BE49-F238E27FC236}">
                  <a16:creationId xmlns:a16="http://schemas.microsoft.com/office/drawing/2014/main" id="{9CD59EC7-4D86-58FF-FCE7-C34391092CD8}"/>
                </a:ext>
              </a:extLst>
            </p:cNvPr>
            <p:cNvGrpSpPr>
              <a:grpSpLocks/>
            </p:cNvGrpSpPr>
            <p:nvPr/>
          </p:nvGrpSpPr>
          <p:grpSpPr bwMode="auto">
            <a:xfrm>
              <a:off x="1215" y="1137"/>
              <a:ext cx="3510" cy="2482"/>
              <a:chOff x="1215" y="1137"/>
              <a:chExt cx="3510" cy="2482"/>
            </a:xfrm>
          </p:grpSpPr>
          <p:sp>
            <p:nvSpPr>
              <p:cNvPr id="8" name="Freeform 15">
                <a:extLst>
                  <a:ext uri="{FF2B5EF4-FFF2-40B4-BE49-F238E27FC236}">
                    <a16:creationId xmlns:a16="http://schemas.microsoft.com/office/drawing/2014/main" id="{39A96744-76FE-0870-7849-57C056B4EE78}"/>
                  </a:ext>
                </a:extLst>
              </p:cNvPr>
              <p:cNvSpPr>
                <a:spLocks/>
              </p:cNvSpPr>
              <p:nvPr/>
            </p:nvSpPr>
            <p:spPr bwMode="auto">
              <a:xfrm>
                <a:off x="1305" y="1137"/>
                <a:ext cx="3420" cy="2417"/>
              </a:xfrm>
              <a:custGeom>
                <a:avLst/>
                <a:gdLst>
                  <a:gd name="T0" fmla="*/ 0 w 3420"/>
                  <a:gd name="T1" fmla="*/ 2417 h 2417"/>
                  <a:gd name="T2" fmla="*/ 3420 w 3420"/>
                  <a:gd name="T3" fmla="*/ 2417 h 2417"/>
                  <a:gd name="T4" fmla="*/ 3420 w 3420"/>
                  <a:gd name="T5" fmla="*/ 0 h 2417"/>
                  <a:gd name="T6" fmla="*/ 0 w 3420"/>
                  <a:gd name="T7" fmla="*/ 0 h 2417"/>
                  <a:gd name="T8" fmla="*/ 0 w 3420"/>
                  <a:gd name="T9" fmla="*/ 2417 h 2417"/>
                  <a:gd name="T10" fmla="*/ 0 w 3420"/>
                  <a:gd name="T11" fmla="*/ 2417 h 2417"/>
                  <a:gd name="T12" fmla="*/ 0 60000 65536"/>
                  <a:gd name="T13" fmla="*/ 0 60000 65536"/>
                  <a:gd name="T14" fmla="*/ 0 60000 65536"/>
                  <a:gd name="T15" fmla="*/ 0 60000 65536"/>
                  <a:gd name="T16" fmla="*/ 0 60000 65536"/>
                  <a:gd name="T17" fmla="*/ 0 60000 65536"/>
                  <a:gd name="T18" fmla="*/ 0 w 3420"/>
                  <a:gd name="T19" fmla="*/ 0 h 2417"/>
                  <a:gd name="T20" fmla="*/ 3420 w 3420"/>
                  <a:gd name="T21" fmla="*/ 2417 h 2417"/>
                </a:gdLst>
                <a:ahLst/>
                <a:cxnLst>
                  <a:cxn ang="T12">
                    <a:pos x="T0" y="T1"/>
                  </a:cxn>
                  <a:cxn ang="T13">
                    <a:pos x="T2" y="T3"/>
                  </a:cxn>
                  <a:cxn ang="T14">
                    <a:pos x="T4" y="T5"/>
                  </a:cxn>
                  <a:cxn ang="T15">
                    <a:pos x="T6" y="T7"/>
                  </a:cxn>
                  <a:cxn ang="T16">
                    <a:pos x="T8" y="T9"/>
                  </a:cxn>
                  <a:cxn ang="T17">
                    <a:pos x="T10" y="T11"/>
                  </a:cxn>
                </a:cxnLst>
                <a:rect l="T18" t="T19" r="T20" b="T21"/>
                <a:pathLst>
                  <a:path w="3420" h="2417">
                    <a:moveTo>
                      <a:pt x="0" y="2417"/>
                    </a:moveTo>
                    <a:lnTo>
                      <a:pt x="3420" y="2417"/>
                    </a:lnTo>
                    <a:lnTo>
                      <a:pt x="3420" y="0"/>
                    </a:lnTo>
                    <a:lnTo>
                      <a:pt x="0" y="0"/>
                    </a:lnTo>
                    <a:lnTo>
                      <a:pt x="0" y="2417"/>
                    </a:lnTo>
                  </a:path>
                </a:pathLst>
              </a:custGeom>
              <a:noFill/>
              <a:ln w="19050"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9" name="Line 16">
                <a:extLst>
                  <a:ext uri="{FF2B5EF4-FFF2-40B4-BE49-F238E27FC236}">
                    <a16:creationId xmlns:a16="http://schemas.microsoft.com/office/drawing/2014/main" id="{E1CCFD9F-A9A1-4BC4-A371-9A4156CAEFA5}"/>
                  </a:ext>
                </a:extLst>
              </p:cNvPr>
              <p:cNvSpPr>
                <a:spLocks noChangeShapeType="1"/>
              </p:cNvSpPr>
              <p:nvPr/>
            </p:nvSpPr>
            <p:spPr bwMode="auto">
              <a:xfrm>
                <a:off x="4584" y="3554"/>
                <a:ext cx="1" cy="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 name="Line 17">
                <a:extLst>
                  <a:ext uri="{FF2B5EF4-FFF2-40B4-BE49-F238E27FC236}">
                    <a16:creationId xmlns:a16="http://schemas.microsoft.com/office/drawing/2014/main" id="{8B2AF8B9-4846-5310-3C53-E6DBA427BACA}"/>
                  </a:ext>
                </a:extLst>
              </p:cNvPr>
              <p:cNvSpPr>
                <a:spLocks noChangeShapeType="1"/>
              </p:cNvSpPr>
              <p:nvPr/>
            </p:nvSpPr>
            <p:spPr bwMode="auto">
              <a:xfrm>
                <a:off x="3015" y="3554"/>
                <a:ext cx="1" cy="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18">
                <a:extLst>
                  <a:ext uri="{FF2B5EF4-FFF2-40B4-BE49-F238E27FC236}">
                    <a16:creationId xmlns:a16="http://schemas.microsoft.com/office/drawing/2014/main" id="{232A2D7B-85C0-A9F2-7E46-F75B67888847}"/>
                  </a:ext>
                </a:extLst>
              </p:cNvPr>
              <p:cNvSpPr>
                <a:spLocks noChangeShapeType="1"/>
              </p:cNvSpPr>
              <p:nvPr/>
            </p:nvSpPr>
            <p:spPr bwMode="auto">
              <a:xfrm>
                <a:off x="1447" y="3554"/>
                <a:ext cx="1" cy="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19">
                <a:extLst>
                  <a:ext uri="{FF2B5EF4-FFF2-40B4-BE49-F238E27FC236}">
                    <a16:creationId xmlns:a16="http://schemas.microsoft.com/office/drawing/2014/main" id="{BE46B5DC-A3CC-D4CC-7209-C15330883931}"/>
                  </a:ext>
                </a:extLst>
              </p:cNvPr>
              <p:cNvSpPr>
                <a:spLocks noChangeShapeType="1"/>
              </p:cNvSpPr>
              <p:nvPr/>
            </p:nvSpPr>
            <p:spPr bwMode="auto">
              <a:xfrm flipH="1">
                <a:off x="1215" y="1317"/>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 name="Line 20">
                <a:extLst>
                  <a:ext uri="{FF2B5EF4-FFF2-40B4-BE49-F238E27FC236}">
                    <a16:creationId xmlns:a16="http://schemas.microsoft.com/office/drawing/2014/main" id="{8A830A8F-D813-6BAD-CD4D-792387E208FF}"/>
                  </a:ext>
                </a:extLst>
              </p:cNvPr>
              <p:cNvSpPr>
                <a:spLocks noChangeShapeType="1"/>
              </p:cNvSpPr>
              <p:nvPr/>
            </p:nvSpPr>
            <p:spPr bwMode="auto">
              <a:xfrm flipH="1">
                <a:off x="1215" y="1759"/>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 name="Line 21">
                <a:extLst>
                  <a:ext uri="{FF2B5EF4-FFF2-40B4-BE49-F238E27FC236}">
                    <a16:creationId xmlns:a16="http://schemas.microsoft.com/office/drawing/2014/main" id="{883C0E11-E223-99A3-2B13-677FF18B7194}"/>
                  </a:ext>
                </a:extLst>
              </p:cNvPr>
              <p:cNvSpPr>
                <a:spLocks noChangeShapeType="1"/>
              </p:cNvSpPr>
              <p:nvPr/>
            </p:nvSpPr>
            <p:spPr bwMode="auto">
              <a:xfrm flipH="1">
                <a:off x="1215" y="2200"/>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Line 22">
                <a:extLst>
                  <a:ext uri="{FF2B5EF4-FFF2-40B4-BE49-F238E27FC236}">
                    <a16:creationId xmlns:a16="http://schemas.microsoft.com/office/drawing/2014/main" id="{24864CF4-B849-455A-6230-A0AF2426F874}"/>
                  </a:ext>
                </a:extLst>
              </p:cNvPr>
              <p:cNvSpPr>
                <a:spLocks noChangeShapeType="1"/>
              </p:cNvSpPr>
              <p:nvPr/>
            </p:nvSpPr>
            <p:spPr bwMode="auto">
              <a:xfrm flipH="1">
                <a:off x="1215" y="2642"/>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 name="Line 23">
                <a:extLst>
                  <a:ext uri="{FF2B5EF4-FFF2-40B4-BE49-F238E27FC236}">
                    <a16:creationId xmlns:a16="http://schemas.microsoft.com/office/drawing/2014/main" id="{E3F9B2CB-3976-E2CD-534B-591D05387BB0}"/>
                  </a:ext>
                </a:extLst>
              </p:cNvPr>
              <p:cNvSpPr>
                <a:spLocks noChangeShapeType="1"/>
              </p:cNvSpPr>
              <p:nvPr/>
            </p:nvSpPr>
            <p:spPr bwMode="auto">
              <a:xfrm flipH="1">
                <a:off x="1215" y="3083"/>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Line 24">
                <a:extLst>
                  <a:ext uri="{FF2B5EF4-FFF2-40B4-BE49-F238E27FC236}">
                    <a16:creationId xmlns:a16="http://schemas.microsoft.com/office/drawing/2014/main" id="{3CD8AD5F-4C6B-C8D1-52A1-0E9DE4EDA681}"/>
                  </a:ext>
                </a:extLst>
              </p:cNvPr>
              <p:cNvSpPr>
                <a:spLocks noChangeShapeType="1"/>
              </p:cNvSpPr>
              <p:nvPr/>
            </p:nvSpPr>
            <p:spPr bwMode="auto">
              <a:xfrm flipH="1">
                <a:off x="1215" y="3524"/>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 name="Rectangle 25">
              <a:extLst>
                <a:ext uri="{FF2B5EF4-FFF2-40B4-BE49-F238E27FC236}">
                  <a16:creationId xmlns:a16="http://schemas.microsoft.com/office/drawing/2014/main" id="{18CAFB85-7560-CD9F-D333-970A47D17D01}"/>
                </a:ext>
              </a:extLst>
            </p:cNvPr>
            <p:cNvSpPr>
              <a:spLocks noChangeArrowheads="1"/>
            </p:cNvSpPr>
            <p:nvPr/>
          </p:nvSpPr>
          <p:spPr bwMode="auto">
            <a:xfrm rot="-5400000">
              <a:off x="327" y="2247"/>
              <a:ext cx="9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2000">
                  <a:solidFill>
                    <a:schemeClr val="tx2"/>
                  </a:solidFill>
                </a:rPr>
                <a:t>Model Weight</a:t>
              </a:r>
            </a:p>
          </p:txBody>
        </p:sp>
      </p:grpSp>
      <p:sp>
        <p:nvSpPr>
          <p:cNvPr id="27" name="Freeform 26">
            <a:extLst>
              <a:ext uri="{FF2B5EF4-FFF2-40B4-BE49-F238E27FC236}">
                <a16:creationId xmlns:a16="http://schemas.microsoft.com/office/drawing/2014/main" id="{9ECB3ACB-6012-1243-3F3D-9C337F3EAE6E}"/>
              </a:ext>
            </a:extLst>
          </p:cNvPr>
          <p:cNvSpPr>
            <a:spLocks/>
          </p:cNvSpPr>
          <p:nvPr/>
        </p:nvSpPr>
        <p:spPr bwMode="auto">
          <a:xfrm>
            <a:off x="2741762" y="3732213"/>
            <a:ext cx="4979987" cy="1312862"/>
          </a:xfrm>
          <a:custGeom>
            <a:avLst/>
            <a:gdLst>
              <a:gd name="T0" fmla="*/ 0 w 3137"/>
              <a:gd name="T1" fmla="*/ 0 h 827"/>
              <a:gd name="T2" fmla="*/ 2147483647 w 3137"/>
              <a:gd name="T3" fmla="*/ 2147483647 h 827"/>
              <a:gd name="T4" fmla="*/ 2147483647 w 3137"/>
              <a:gd name="T5" fmla="*/ 2147483647 h 827"/>
              <a:gd name="T6" fmla="*/ 2147483647 w 3137"/>
              <a:gd name="T7" fmla="*/ 2147483647 h 827"/>
              <a:gd name="T8" fmla="*/ 2147483647 w 3137"/>
              <a:gd name="T9" fmla="*/ 2147483647 h 827"/>
              <a:gd name="T10" fmla="*/ 2147483647 w 3137"/>
              <a:gd name="T11" fmla="*/ 2147483647 h 827"/>
              <a:gd name="T12" fmla="*/ 2147483647 w 3137"/>
              <a:gd name="T13" fmla="*/ 2147483647 h 827"/>
              <a:gd name="T14" fmla="*/ 2147483647 w 3137"/>
              <a:gd name="T15" fmla="*/ 2147483647 h 827"/>
              <a:gd name="T16" fmla="*/ 2147483647 w 3137"/>
              <a:gd name="T17" fmla="*/ 2147483647 h 827"/>
              <a:gd name="T18" fmla="*/ 2147483647 w 3137"/>
              <a:gd name="T19" fmla="*/ 2147483647 h 827"/>
              <a:gd name="T20" fmla="*/ 2147483647 w 3137"/>
              <a:gd name="T21" fmla="*/ 2147483647 h 8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37"/>
              <a:gd name="T34" fmla="*/ 0 h 827"/>
              <a:gd name="T35" fmla="*/ 3137 w 3137"/>
              <a:gd name="T36" fmla="*/ 827 h 8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37" h="827">
                <a:moveTo>
                  <a:pt x="0" y="0"/>
                </a:moveTo>
                <a:lnTo>
                  <a:pt x="313" y="9"/>
                </a:lnTo>
                <a:lnTo>
                  <a:pt x="626" y="64"/>
                </a:lnTo>
                <a:lnTo>
                  <a:pt x="943" y="77"/>
                </a:lnTo>
                <a:lnTo>
                  <a:pt x="1256" y="686"/>
                </a:lnTo>
                <a:lnTo>
                  <a:pt x="1568" y="664"/>
                </a:lnTo>
                <a:lnTo>
                  <a:pt x="1881" y="686"/>
                </a:lnTo>
                <a:lnTo>
                  <a:pt x="2194" y="703"/>
                </a:lnTo>
                <a:lnTo>
                  <a:pt x="2511" y="827"/>
                </a:lnTo>
                <a:lnTo>
                  <a:pt x="2824" y="819"/>
                </a:lnTo>
                <a:lnTo>
                  <a:pt x="3137" y="823"/>
                </a:lnTo>
              </a:path>
            </a:pathLst>
          </a:custGeom>
          <a:noFill/>
          <a:ln w="19050" cmpd="sng">
            <a:solidFill>
              <a:schemeClr val="tx2"/>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8" name="Freeform 27">
            <a:extLst>
              <a:ext uri="{FF2B5EF4-FFF2-40B4-BE49-F238E27FC236}">
                <a16:creationId xmlns:a16="http://schemas.microsoft.com/office/drawing/2014/main" id="{9454DEE9-FB5E-DA38-A599-356249292E7A}"/>
              </a:ext>
            </a:extLst>
          </p:cNvPr>
          <p:cNvSpPr>
            <a:spLocks/>
          </p:cNvSpPr>
          <p:nvPr/>
        </p:nvSpPr>
        <p:spPr bwMode="auto">
          <a:xfrm>
            <a:off x="2741762" y="1847850"/>
            <a:ext cx="4979987" cy="1884363"/>
          </a:xfrm>
          <a:custGeom>
            <a:avLst/>
            <a:gdLst>
              <a:gd name="T0" fmla="*/ 0 w 3137"/>
              <a:gd name="T1" fmla="*/ 2147483647 h 1187"/>
              <a:gd name="T2" fmla="*/ 2147483647 w 3137"/>
              <a:gd name="T3" fmla="*/ 2147483647 h 1187"/>
              <a:gd name="T4" fmla="*/ 2147483647 w 3137"/>
              <a:gd name="T5" fmla="*/ 2147483647 h 1187"/>
              <a:gd name="T6" fmla="*/ 2147483647 w 3137"/>
              <a:gd name="T7" fmla="*/ 2147483647 h 1187"/>
              <a:gd name="T8" fmla="*/ 2147483647 w 3137"/>
              <a:gd name="T9" fmla="*/ 2147483647 h 1187"/>
              <a:gd name="T10" fmla="*/ 2147483647 w 3137"/>
              <a:gd name="T11" fmla="*/ 2147483647 h 1187"/>
              <a:gd name="T12" fmla="*/ 2147483647 w 3137"/>
              <a:gd name="T13" fmla="*/ 2147483647 h 1187"/>
              <a:gd name="T14" fmla="*/ 2147483647 w 3137"/>
              <a:gd name="T15" fmla="*/ 2147483647 h 1187"/>
              <a:gd name="T16" fmla="*/ 2147483647 w 3137"/>
              <a:gd name="T17" fmla="*/ 0 h 1187"/>
              <a:gd name="T18" fmla="*/ 2147483647 w 3137"/>
              <a:gd name="T19" fmla="*/ 2147483647 h 1187"/>
              <a:gd name="T20" fmla="*/ 2147483647 w 3137"/>
              <a:gd name="T21" fmla="*/ 2147483647 h 11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37"/>
              <a:gd name="T34" fmla="*/ 0 h 1187"/>
              <a:gd name="T35" fmla="*/ 3137 w 3137"/>
              <a:gd name="T36" fmla="*/ 1187 h 11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37" h="1187">
                <a:moveTo>
                  <a:pt x="0" y="1187"/>
                </a:moveTo>
                <a:lnTo>
                  <a:pt x="313" y="1174"/>
                </a:lnTo>
                <a:lnTo>
                  <a:pt x="626" y="1106"/>
                </a:lnTo>
                <a:lnTo>
                  <a:pt x="943" y="1089"/>
                </a:lnTo>
                <a:lnTo>
                  <a:pt x="1256" y="236"/>
                </a:lnTo>
                <a:lnTo>
                  <a:pt x="1568" y="321"/>
                </a:lnTo>
                <a:lnTo>
                  <a:pt x="1881" y="300"/>
                </a:lnTo>
                <a:lnTo>
                  <a:pt x="2194" y="257"/>
                </a:lnTo>
                <a:lnTo>
                  <a:pt x="2511" y="0"/>
                </a:lnTo>
                <a:lnTo>
                  <a:pt x="2824" y="21"/>
                </a:lnTo>
                <a:lnTo>
                  <a:pt x="3137" y="17"/>
                </a:lnTo>
              </a:path>
            </a:pathLst>
          </a:custGeom>
          <a:noFill/>
          <a:ln w="19050"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 name="Rectangle 28">
            <a:extLst>
              <a:ext uri="{FF2B5EF4-FFF2-40B4-BE49-F238E27FC236}">
                <a16:creationId xmlns:a16="http://schemas.microsoft.com/office/drawing/2014/main" id="{641282D2-0741-A7EE-05E8-5BFB62D46B27}"/>
              </a:ext>
            </a:extLst>
          </p:cNvPr>
          <p:cNvSpPr>
            <a:spLocks noChangeArrowheads="1"/>
          </p:cNvSpPr>
          <p:nvPr/>
        </p:nvSpPr>
        <p:spPr bwMode="auto">
          <a:xfrm>
            <a:off x="4964262" y="5978525"/>
            <a:ext cx="5365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2000" dirty="0">
                <a:solidFill>
                  <a:schemeClr val="tx1"/>
                </a:solidFill>
              </a:rPr>
              <a:t>Year</a:t>
            </a:r>
          </a:p>
        </p:txBody>
      </p:sp>
      <p:grpSp>
        <p:nvGrpSpPr>
          <p:cNvPr id="30" name="Group 29">
            <a:extLst>
              <a:ext uri="{FF2B5EF4-FFF2-40B4-BE49-F238E27FC236}">
                <a16:creationId xmlns:a16="http://schemas.microsoft.com/office/drawing/2014/main" id="{12F556FC-9AB2-C6C9-09C6-3B4D29F8988B}"/>
              </a:ext>
            </a:extLst>
          </p:cNvPr>
          <p:cNvGrpSpPr>
            <a:grpSpLocks/>
          </p:cNvGrpSpPr>
          <p:nvPr/>
        </p:nvGrpSpPr>
        <p:grpSpPr bwMode="auto">
          <a:xfrm>
            <a:off x="1587649" y="1690688"/>
            <a:ext cx="6357938" cy="4213225"/>
            <a:chOff x="720" y="1137"/>
            <a:chExt cx="4005" cy="2654"/>
          </a:xfrm>
        </p:grpSpPr>
        <p:grpSp>
          <p:nvGrpSpPr>
            <p:cNvPr id="31" name="Group 30">
              <a:extLst>
                <a:ext uri="{FF2B5EF4-FFF2-40B4-BE49-F238E27FC236}">
                  <a16:creationId xmlns:a16="http://schemas.microsoft.com/office/drawing/2014/main" id="{C9732A7F-A01A-5EC2-6614-04B8DE16E273}"/>
                </a:ext>
              </a:extLst>
            </p:cNvPr>
            <p:cNvGrpSpPr>
              <a:grpSpLocks/>
            </p:cNvGrpSpPr>
            <p:nvPr/>
          </p:nvGrpSpPr>
          <p:grpSpPr bwMode="auto">
            <a:xfrm>
              <a:off x="1327" y="3657"/>
              <a:ext cx="3385" cy="134"/>
              <a:chOff x="1327" y="3657"/>
              <a:chExt cx="3385" cy="134"/>
            </a:xfrm>
          </p:grpSpPr>
          <p:sp>
            <p:nvSpPr>
              <p:cNvPr id="51" name="Rectangle 31">
                <a:extLst>
                  <a:ext uri="{FF2B5EF4-FFF2-40B4-BE49-F238E27FC236}">
                    <a16:creationId xmlns:a16="http://schemas.microsoft.com/office/drawing/2014/main" id="{1ABF6F4F-CE2B-5BF3-F25E-884A43370751}"/>
                  </a:ext>
                </a:extLst>
              </p:cNvPr>
              <p:cNvSpPr>
                <a:spLocks noChangeArrowheads="1"/>
              </p:cNvSpPr>
              <p:nvPr/>
            </p:nvSpPr>
            <p:spPr bwMode="auto">
              <a:xfrm>
                <a:off x="4464" y="3657"/>
                <a:ext cx="2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2005</a:t>
                </a:r>
              </a:p>
            </p:txBody>
          </p:sp>
          <p:sp>
            <p:nvSpPr>
              <p:cNvPr id="52" name="Rectangle 32">
                <a:extLst>
                  <a:ext uri="{FF2B5EF4-FFF2-40B4-BE49-F238E27FC236}">
                    <a16:creationId xmlns:a16="http://schemas.microsoft.com/office/drawing/2014/main" id="{09D24BF7-61FC-A567-D733-5F1487EF1753}"/>
                  </a:ext>
                </a:extLst>
              </p:cNvPr>
              <p:cNvSpPr>
                <a:spLocks noChangeArrowheads="1"/>
              </p:cNvSpPr>
              <p:nvPr/>
            </p:nvSpPr>
            <p:spPr bwMode="auto">
              <a:xfrm>
                <a:off x="2895" y="3657"/>
                <a:ext cx="2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2000</a:t>
                </a:r>
              </a:p>
            </p:txBody>
          </p:sp>
          <p:sp>
            <p:nvSpPr>
              <p:cNvPr id="53" name="Rectangle 33">
                <a:extLst>
                  <a:ext uri="{FF2B5EF4-FFF2-40B4-BE49-F238E27FC236}">
                    <a16:creationId xmlns:a16="http://schemas.microsoft.com/office/drawing/2014/main" id="{1A587901-26E8-9F22-49DE-00BD196E5D98}"/>
                  </a:ext>
                </a:extLst>
              </p:cNvPr>
              <p:cNvSpPr>
                <a:spLocks noChangeArrowheads="1"/>
              </p:cNvSpPr>
              <p:nvPr/>
            </p:nvSpPr>
            <p:spPr bwMode="auto">
              <a:xfrm>
                <a:off x="1327" y="3657"/>
                <a:ext cx="248"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1995</a:t>
                </a:r>
              </a:p>
            </p:txBody>
          </p:sp>
        </p:grpSp>
        <p:grpSp>
          <p:nvGrpSpPr>
            <p:cNvPr id="32" name="Group 34">
              <a:extLst>
                <a:ext uri="{FF2B5EF4-FFF2-40B4-BE49-F238E27FC236}">
                  <a16:creationId xmlns:a16="http://schemas.microsoft.com/office/drawing/2014/main" id="{CD0C33EE-A51E-3A8B-B655-2992A263F696}"/>
                </a:ext>
              </a:extLst>
            </p:cNvPr>
            <p:cNvGrpSpPr>
              <a:grpSpLocks/>
            </p:cNvGrpSpPr>
            <p:nvPr/>
          </p:nvGrpSpPr>
          <p:grpSpPr bwMode="auto">
            <a:xfrm>
              <a:off x="997" y="1252"/>
              <a:ext cx="155" cy="2337"/>
              <a:chOff x="997" y="1252"/>
              <a:chExt cx="155" cy="2337"/>
            </a:xfrm>
          </p:grpSpPr>
          <p:sp>
            <p:nvSpPr>
              <p:cNvPr id="45" name="Rectangle 35">
                <a:extLst>
                  <a:ext uri="{FF2B5EF4-FFF2-40B4-BE49-F238E27FC236}">
                    <a16:creationId xmlns:a16="http://schemas.microsoft.com/office/drawing/2014/main" id="{6191314F-4EB2-87B8-43C2-B697C600D189}"/>
                  </a:ext>
                </a:extLst>
              </p:cNvPr>
              <p:cNvSpPr>
                <a:spLocks noChangeArrowheads="1"/>
              </p:cNvSpPr>
              <p:nvPr/>
            </p:nvSpPr>
            <p:spPr bwMode="auto">
              <a:xfrm>
                <a:off x="997" y="1252"/>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0.5</a:t>
                </a:r>
              </a:p>
            </p:txBody>
          </p:sp>
          <p:sp>
            <p:nvSpPr>
              <p:cNvPr id="46" name="Rectangle 36">
                <a:extLst>
                  <a:ext uri="{FF2B5EF4-FFF2-40B4-BE49-F238E27FC236}">
                    <a16:creationId xmlns:a16="http://schemas.microsoft.com/office/drawing/2014/main" id="{75D829C6-6544-5D7F-627E-1A229A4D4F65}"/>
                  </a:ext>
                </a:extLst>
              </p:cNvPr>
              <p:cNvSpPr>
                <a:spLocks noChangeArrowheads="1"/>
              </p:cNvSpPr>
              <p:nvPr/>
            </p:nvSpPr>
            <p:spPr bwMode="auto">
              <a:xfrm>
                <a:off x="997" y="1694"/>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0.4</a:t>
                </a:r>
              </a:p>
            </p:txBody>
          </p:sp>
          <p:sp>
            <p:nvSpPr>
              <p:cNvPr id="47" name="Rectangle 37">
                <a:extLst>
                  <a:ext uri="{FF2B5EF4-FFF2-40B4-BE49-F238E27FC236}">
                    <a16:creationId xmlns:a16="http://schemas.microsoft.com/office/drawing/2014/main" id="{59D6088B-3DBE-4EDB-0A82-557BA647AD35}"/>
                  </a:ext>
                </a:extLst>
              </p:cNvPr>
              <p:cNvSpPr>
                <a:spLocks noChangeArrowheads="1"/>
              </p:cNvSpPr>
              <p:nvPr/>
            </p:nvSpPr>
            <p:spPr bwMode="auto">
              <a:xfrm>
                <a:off x="997" y="2131"/>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0.3</a:t>
                </a:r>
              </a:p>
            </p:txBody>
          </p:sp>
          <p:sp>
            <p:nvSpPr>
              <p:cNvPr id="48" name="Rectangle 38">
                <a:extLst>
                  <a:ext uri="{FF2B5EF4-FFF2-40B4-BE49-F238E27FC236}">
                    <a16:creationId xmlns:a16="http://schemas.microsoft.com/office/drawing/2014/main" id="{14DC3D6E-83F5-2683-2AD0-EA9816C43BB1}"/>
                  </a:ext>
                </a:extLst>
              </p:cNvPr>
              <p:cNvSpPr>
                <a:spLocks noChangeArrowheads="1"/>
              </p:cNvSpPr>
              <p:nvPr/>
            </p:nvSpPr>
            <p:spPr bwMode="auto">
              <a:xfrm>
                <a:off x="997" y="2572"/>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0.2</a:t>
                </a:r>
              </a:p>
            </p:txBody>
          </p:sp>
          <p:sp>
            <p:nvSpPr>
              <p:cNvPr id="49" name="Rectangle 39">
                <a:extLst>
                  <a:ext uri="{FF2B5EF4-FFF2-40B4-BE49-F238E27FC236}">
                    <a16:creationId xmlns:a16="http://schemas.microsoft.com/office/drawing/2014/main" id="{BDE78AB0-62AE-13D0-050C-8E07967B23BC}"/>
                  </a:ext>
                </a:extLst>
              </p:cNvPr>
              <p:cNvSpPr>
                <a:spLocks noChangeArrowheads="1"/>
              </p:cNvSpPr>
              <p:nvPr/>
            </p:nvSpPr>
            <p:spPr bwMode="auto">
              <a:xfrm>
                <a:off x="997" y="3014"/>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0.1</a:t>
                </a:r>
              </a:p>
            </p:txBody>
          </p:sp>
          <p:sp>
            <p:nvSpPr>
              <p:cNvPr id="50" name="Rectangle 40">
                <a:extLst>
                  <a:ext uri="{FF2B5EF4-FFF2-40B4-BE49-F238E27FC236}">
                    <a16:creationId xmlns:a16="http://schemas.microsoft.com/office/drawing/2014/main" id="{D28162A1-C552-F953-350E-F06478901FAB}"/>
                  </a:ext>
                </a:extLst>
              </p:cNvPr>
              <p:cNvSpPr>
                <a:spLocks noChangeArrowheads="1"/>
              </p:cNvSpPr>
              <p:nvPr/>
            </p:nvSpPr>
            <p:spPr bwMode="auto">
              <a:xfrm>
                <a:off x="997" y="3455"/>
                <a:ext cx="155"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1400">
                    <a:solidFill>
                      <a:schemeClr val="tx1"/>
                    </a:solidFill>
                  </a:rPr>
                  <a:t>0.0</a:t>
                </a:r>
              </a:p>
            </p:txBody>
          </p:sp>
        </p:grpSp>
        <p:grpSp>
          <p:nvGrpSpPr>
            <p:cNvPr id="33" name="Group 41">
              <a:extLst>
                <a:ext uri="{FF2B5EF4-FFF2-40B4-BE49-F238E27FC236}">
                  <a16:creationId xmlns:a16="http://schemas.microsoft.com/office/drawing/2014/main" id="{0AA37BD6-FC86-8C24-5E7A-6D91C510B253}"/>
                </a:ext>
              </a:extLst>
            </p:cNvPr>
            <p:cNvGrpSpPr>
              <a:grpSpLocks/>
            </p:cNvGrpSpPr>
            <p:nvPr/>
          </p:nvGrpSpPr>
          <p:grpSpPr bwMode="auto">
            <a:xfrm>
              <a:off x="1215" y="1137"/>
              <a:ext cx="3510" cy="2482"/>
              <a:chOff x="1215" y="1137"/>
              <a:chExt cx="3510" cy="2482"/>
            </a:xfrm>
          </p:grpSpPr>
          <p:sp>
            <p:nvSpPr>
              <p:cNvPr id="35" name="Freeform 42">
                <a:extLst>
                  <a:ext uri="{FF2B5EF4-FFF2-40B4-BE49-F238E27FC236}">
                    <a16:creationId xmlns:a16="http://schemas.microsoft.com/office/drawing/2014/main" id="{02673F47-94D5-0DD3-2467-BCF1A8F2A456}"/>
                  </a:ext>
                </a:extLst>
              </p:cNvPr>
              <p:cNvSpPr>
                <a:spLocks/>
              </p:cNvSpPr>
              <p:nvPr/>
            </p:nvSpPr>
            <p:spPr bwMode="auto">
              <a:xfrm>
                <a:off x="1305" y="1137"/>
                <a:ext cx="3420" cy="2417"/>
              </a:xfrm>
              <a:custGeom>
                <a:avLst/>
                <a:gdLst>
                  <a:gd name="T0" fmla="*/ 0 w 3420"/>
                  <a:gd name="T1" fmla="*/ 2417 h 2417"/>
                  <a:gd name="T2" fmla="*/ 3420 w 3420"/>
                  <a:gd name="T3" fmla="*/ 2417 h 2417"/>
                  <a:gd name="T4" fmla="*/ 3420 w 3420"/>
                  <a:gd name="T5" fmla="*/ 0 h 2417"/>
                  <a:gd name="T6" fmla="*/ 0 w 3420"/>
                  <a:gd name="T7" fmla="*/ 0 h 2417"/>
                  <a:gd name="T8" fmla="*/ 0 w 3420"/>
                  <a:gd name="T9" fmla="*/ 2417 h 2417"/>
                  <a:gd name="T10" fmla="*/ 0 w 3420"/>
                  <a:gd name="T11" fmla="*/ 2417 h 2417"/>
                  <a:gd name="T12" fmla="*/ 0 60000 65536"/>
                  <a:gd name="T13" fmla="*/ 0 60000 65536"/>
                  <a:gd name="T14" fmla="*/ 0 60000 65536"/>
                  <a:gd name="T15" fmla="*/ 0 60000 65536"/>
                  <a:gd name="T16" fmla="*/ 0 60000 65536"/>
                  <a:gd name="T17" fmla="*/ 0 60000 65536"/>
                  <a:gd name="T18" fmla="*/ 0 w 3420"/>
                  <a:gd name="T19" fmla="*/ 0 h 2417"/>
                  <a:gd name="T20" fmla="*/ 3420 w 3420"/>
                  <a:gd name="T21" fmla="*/ 2417 h 2417"/>
                </a:gdLst>
                <a:ahLst/>
                <a:cxnLst>
                  <a:cxn ang="T12">
                    <a:pos x="T0" y="T1"/>
                  </a:cxn>
                  <a:cxn ang="T13">
                    <a:pos x="T2" y="T3"/>
                  </a:cxn>
                  <a:cxn ang="T14">
                    <a:pos x="T4" y="T5"/>
                  </a:cxn>
                  <a:cxn ang="T15">
                    <a:pos x="T6" y="T7"/>
                  </a:cxn>
                  <a:cxn ang="T16">
                    <a:pos x="T8" y="T9"/>
                  </a:cxn>
                  <a:cxn ang="T17">
                    <a:pos x="T10" y="T11"/>
                  </a:cxn>
                </a:cxnLst>
                <a:rect l="T18" t="T19" r="T20" b="T21"/>
                <a:pathLst>
                  <a:path w="3420" h="2417">
                    <a:moveTo>
                      <a:pt x="0" y="2417"/>
                    </a:moveTo>
                    <a:lnTo>
                      <a:pt x="3420" y="2417"/>
                    </a:lnTo>
                    <a:lnTo>
                      <a:pt x="3420" y="0"/>
                    </a:lnTo>
                    <a:lnTo>
                      <a:pt x="0" y="0"/>
                    </a:lnTo>
                    <a:lnTo>
                      <a:pt x="0" y="2417"/>
                    </a:lnTo>
                  </a:path>
                </a:pathLst>
              </a:custGeom>
              <a:noFill/>
              <a:ln w="19050"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6" name="Line 43">
                <a:extLst>
                  <a:ext uri="{FF2B5EF4-FFF2-40B4-BE49-F238E27FC236}">
                    <a16:creationId xmlns:a16="http://schemas.microsoft.com/office/drawing/2014/main" id="{84862761-DF2B-26B4-0AD3-ED61E63A4DB3}"/>
                  </a:ext>
                </a:extLst>
              </p:cNvPr>
              <p:cNvSpPr>
                <a:spLocks noChangeShapeType="1"/>
              </p:cNvSpPr>
              <p:nvPr/>
            </p:nvSpPr>
            <p:spPr bwMode="auto">
              <a:xfrm>
                <a:off x="4584" y="3554"/>
                <a:ext cx="1" cy="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 name="Line 44">
                <a:extLst>
                  <a:ext uri="{FF2B5EF4-FFF2-40B4-BE49-F238E27FC236}">
                    <a16:creationId xmlns:a16="http://schemas.microsoft.com/office/drawing/2014/main" id="{BF0A02F1-02A8-70E9-64D5-35365E2CC467}"/>
                  </a:ext>
                </a:extLst>
              </p:cNvPr>
              <p:cNvSpPr>
                <a:spLocks noChangeShapeType="1"/>
              </p:cNvSpPr>
              <p:nvPr/>
            </p:nvSpPr>
            <p:spPr bwMode="auto">
              <a:xfrm>
                <a:off x="3015" y="3554"/>
                <a:ext cx="1" cy="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45">
                <a:extLst>
                  <a:ext uri="{FF2B5EF4-FFF2-40B4-BE49-F238E27FC236}">
                    <a16:creationId xmlns:a16="http://schemas.microsoft.com/office/drawing/2014/main" id="{9C363D5F-454F-532D-0DC9-EC309668098E}"/>
                  </a:ext>
                </a:extLst>
              </p:cNvPr>
              <p:cNvSpPr>
                <a:spLocks noChangeShapeType="1"/>
              </p:cNvSpPr>
              <p:nvPr/>
            </p:nvSpPr>
            <p:spPr bwMode="auto">
              <a:xfrm>
                <a:off x="1447" y="3554"/>
                <a:ext cx="1" cy="6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Line 46">
                <a:extLst>
                  <a:ext uri="{FF2B5EF4-FFF2-40B4-BE49-F238E27FC236}">
                    <a16:creationId xmlns:a16="http://schemas.microsoft.com/office/drawing/2014/main" id="{C577DD31-A310-2D23-3AF4-DF0C87D656F7}"/>
                  </a:ext>
                </a:extLst>
              </p:cNvPr>
              <p:cNvSpPr>
                <a:spLocks noChangeShapeType="1"/>
              </p:cNvSpPr>
              <p:nvPr/>
            </p:nvSpPr>
            <p:spPr bwMode="auto">
              <a:xfrm flipH="1">
                <a:off x="1215" y="1317"/>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 name="Line 47">
                <a:extLst>
                  <a:ext uri="{FF2B5EF4-FFF2-40B4-BE49-F238E27FC236}">
                    <a16:creationId xmlns:a16="http://schemas.microsoft.com/office/drawing/2014/main" id="{C9A94F11-D735-39AB-C190-8B5F7AE2BABE}"/>
                  </a:ext>
                </a:extLst>
              </p:cNvPr>
              <p:cNvSpPr>
                <a:spLocks noChangeShapeType="1"/>
              </p:cNvSpPr>
              <p:nvPr/>
            </p:nvSpPr>
            <p:spPr bwMode="auto">
              <a:xfrm flipH="1">
                <a:off x="1215" y="1759"/>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48">
                <a:extLst>
                  <a:ext uri="{FF2B5EF4-FFF2-40B4-BE49-F238E27FC236}">
                    <a16:creationId xmlns:a16="http://schemas.microsoft.com/office/drawing/2014/main" id="{8563E7F1-170B-59CA-5012-BCEEB2A68F4E}"/>
                  </a:ext>
                </a:extLst>
              </p:cNvPr>
              <p:cNvSpPr>
                <a:spLocks noChangeShapeType="1"/>
              </p:cNvSpPr>
              <p:nvPr/>
            </p:nvSpPr>
            <p:spPr bwMode="auto">
              <a:xfrm flipH="1">
                <a:off x="1215" y="2200"/>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49">
                <a:extLst>
                  <a:ext uri="{FF2B5EF4-FFF2-40B4-BE49-F238E27FC236}">
                    <a16:creationId xmlns:a16="http://schemas.microsoft.com/office/drawing/2014/main" id="{37E250DF-FF18-D5CD-F552-B31C82F1CBD7}"/>
                  </a:ext>
                </a:extLst>
              </p:cNvPr>
              <p:cNvSpPr>
                <a:spLocks noChangeShapeType="1"/>
              </p:cNvSpPr>
              <p:nvPr/>
            </p:nvSpPr>
            <p:spPr bwMode="auto">
              <a:xfrm flipH="1">
                <a:off x="1215" y="2642"/>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Line 50">
                <a:extLst>
                  <a:ext uri="{FF2B5EF4-FFF2-40B4-BE49-F238E27FC236}">
                    <a16:creationId xmlns:a16="http://schemas.microsoft.com/office/drawing/2014/main" id="{94FFAAF5-7ED5-0A96-FE95-BBC3A787A663}"/>
                  </a:ext>
                </a:extLst>
              </p:cNvPr>
              <p:cNvSpPr>
                <a:spLocks noChangeShapeType="1"/>
              </p:cNvSpPr>
              <p:nvPr/>
            </p:nvSpPr>
            <p:spPr bwMode="auto">
              <a:xfrm flipH="1">
                <a:off x="1215" y="3083"/>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4" name="Line 51">
                <a:extLst>
                  <a:ext uri="{FF2B5EF4-FFF2-40B4-BE49-F238E27FC236}">
                    <a16:creationId xmlns:a16="http://schemas.microsoft.com/office/drawing/2014/main" id="{7B782BEA-85F2-1533-7D34-96F7D1C30F23}"/>
                  </a:ext>
                </a:extLst>
              </p:cNvPr>
              <p:cNvSpPr>
                <a:spLocks noChangeShapeType="1"/>
              </p:cNvSpPr>
              <p:nvPr/>
            </p:nvSpPr>
            <p:spPr bwMode="auto">
              <a:xfrm flipH="1">
                <a:off x="1215" y="3524"/>
                <a:ext cx="90" cy="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4" name="Rectangle 52">
              <a:extLst>
                <a:ext uri="{FF2B5EF4-FFF2-40B4-BE49-F238E27FC236}">
                  <a16:creationId xmlns:a16="http://schemas.microsoft.com/office/drawing/2014/main" id="{A84D6D8E-CA71-1FDB-63BC-6615E238F1E9}"/>
                </a:ext>
              </a:extLst>
            </p:cNvPr>
            <p:cNvSpPr>
              <a:spLocks noChangeArrowheads="1"/>
            </p:cNvSpPr>
            <p:nvPr/>
          </p:nvSpPr>
          <p:spPr bwMode="auto">
            <a:xfrm rot="-5400000">
              <a:off x="327" y="2247"/>
              <a:ext cx="97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2000" dirty="0">
                  <a:solidFill>
                    <a:schemeClr val="tx1"/>
                  </a:solidFill>
                </a:rPr>
                <a:t>Model Weight</a:t>
              </a:r>
            </a:p>
          </p:txBody>
        </p:sp>
      </p:grpSp>
      <p:grpSp>
        <p:nvGrpSpPr>
          <p:cNvPr id="54" name="Group 53">
            <a:extLst>
              <a:ext uri="{FF2B5EF4-FFF2-40B4-BE49-F238E27FC236}">
                <a16:creationId xmlns:a16="http://schemas.microsoft.com/office/drawing/2014/main" id="{350C45D1-626D-BAA5-45CD-A34DA649D9AB}"/>
              </a:ext>
            </a:extLst>
          </p:cNvPr>
          <p:cNvGrpSpPr>
            <a:grpSpLocks/>
          </p:cNvGrpSpPr>
          <p:nvPr/>
        </p:nvGrpSpPr>
        <p:grpSpPr bwMode="auto">
          <a:xfrm>
            <a:off x="2706837" y="3698875"/>
            <a:ext cx="5048250" cy="1638300"/>
            <a:chOff x="1425" y="2402"/>
            <a:chExt cx="3180" cy="1032"/>
          </a:xfrm>
        </p:grpSpPr>
        <p:sp>
          <p:nvSpPr>
            <p:cNvPr id="55" name="Oval 54">
              <a:extLst>
                <a:ext uri="{FF2B5EF4-FFF2-40B4-BE49-F238E27FC236}">
                  <a16:creationId xmlns:a16="http://schemas.microsoft.com/office/drawing/2014/main" id="{9A099AD5-62BF-5D9A-BDF0-EF9240B03121}"/>
                </a:ext>
              </a:extLst>
            </p:cNvPr>
            <p:cNvSpPr>
              <a:spLocks noChangeArrowheads="1"/>
            </p:cNvSpPr>
            <p:nvPr/>
          </p:nvSpPr>
          <p:spPr bwMode="auto">
            <a:xfrm>
              <a:off x="4563" y="3392"/>
              <a:ext cx="42" cy="42"/>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56" name="Oval 55">
              <a:extLst>
                <a:ext uri="{FF2B5EF4-FFF2-40B4-BE49-F238E27FC236}">
                  <a16:creationId xmlns:a16="http://schemas.microsoft.com/office/drawing/2014/main" id="{D5476629-D07E-6E22-DBCE-F8B30829AE7D}"/>
                </a:ext>
              </a:extLst>
            </p:cNvPr>
            <p:cNvSpPr>
              <a:spLocks noChangeArrowheads="1"/>
            </p:cNvSpPr>
            <p:nvPr/>
          </p:nvSpPr>
          <p:spPr bwMode="auto">
            <a:xfrm>
              <a:off x="4250" y="3387"/>
              <a:ext cx="43" cy="43"/>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57" name="Oval 56">
              <a:extLst>
                <a:ext uri="{FF2B5EF4-FFF2-40B4-BE49-F238E27FC236}">
                  <a16:creationId xmlns:a16="http://schemas.microsoft.com/office/drawing/2014/main" id="{54256ACC-F46C-33BB-7D2D-DE6A9469695E}"/>
                </a:ext>
              </a:extLst>
            </p:cNvPr>
            <p:cNvSpPr>
              <a:spLocks noChangeArrowheads="1"/>
            </p:cNvSpPr>
            <p:nvPr/>
          </p:nvSpPr>
          <p:spPr bwMode="auto">
            <a:xfrm>
              <a:off x="3937" y="3392"/>
              <a:ext cx="43" cy="42"/>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58" name="Oval 57">
              <a:extLst>
                <a:ext uri="{FF2B5EF4-FFF2-40B4-BE49-F238E27FC236}">
                  <a16:creationId xmlns:a16="http://schemas.microsoft.com/office/drawing/2014/main" id="{6FDB1122-A543-3887-34BB-9089135B74B7}"/>
                </a:ext>
              </a:extLst>
            </p:cNvPr>
            <p:cNvSpPr>
              <a:spLocks noChangeArrowheads="1"/>
            </p:cNvSpPr>
            <p:nvPr/>
          </p:nvSpPr>
          <p:spPr bwMode="auto">
            <a:xfrm>
              <a:off x="3620" y="3302"/>
              <a:ext cx="43" cy="42"/>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59" name="Oval 58">
              <a:extLst>
                <a:ext uri="{FF2B5EF4-FFF2-40B4-BE49-F238E27FC236}">
                  <a16:creationId xmlns:a16="http://schemas.microsoft.com/office/drawing/2014/main" id="{F88D0276-671F-C9AC-6EE8-18900CD5E2AD}"/>
                </a:ext>
              </a:extLst>
            </p:cNvPr>
            <p:cNvSpPr>
              <a:spLocks noChangeArrowheads="1"/>
            </p:cNvSpPr>
            <p:nvPr/>
          </p:nvSpPr>
          <p:spPr bwMode="auto">
            <a:xfrm>
              <a:off x="3307" y="3276"/>
              <a:ext cx="43" cy="43"/>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60" name="Oval 59">
              <a:extLst>
                <a:ext uri="{FF2B5EF4-FFF2-40B4-BE49-F238E27FC236}">
                  <a16:creationId xmlns:a16="http://schemas.microsoft.com/office/drawing/2014/main" id="{A551B993-E203-F969-08C4-B18BAA6D2201}"/>
                </a:ext>
              </a:extLst>
            </p:cNvPr>
            <p:cNvSpPr>
              <a:spLocks noChangeArrowheads="1"/>
            </p:cNvSpPr>
            <p:nvPr/>
          </p:nvSpPr>
          <p:spPr bwMode="auto">
            <a:xfrm>
              <a:off x="2994" y="3263"/>
              <a:ext cx="43" cy="43"/>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61" name="Oval 60">
              <a:extLst>
                <a:ext uri="{FF2B5EF4-FFF2-40B4-BE49-F238E27FC236}">
                  <a16:creationId xmlns:a16="http://schemas.microsoft.com/office/drawing/2014/main" id="{E4449C90-3E79-715A-7163-8C3CA7912545}"/>
                </a:ext>
              </a:extLst>
            </p:cNvPr>
            <p:cNvSpPr>
              <a:spLocks noChangeArrowheads="1"/>
            </p:cNvSpPr>
            <p:nvPr/>
          </p:nvSpPr>
          <p:spPr bwMode="auto">
            <a:xfrm>
              <a:off x="2681" y="3242"/>
              <a:ext cx="43" cy="42"/>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62" name="Oval 61">
              <a:extLst>
                <a:ext uri="{FF2B5EF4-FFF2-40B4-BE49-F238E27FC236}">
                  <a16:creationId xmlns:a16="http://schemas.microsoft.com/office/drawing/2014/main" id="{864A3CEC-7B54-AEFB-E213-F5DFF615B2D8}"/>
                </a:ext>
              </a:extLst>
            </p:cNvPr>
            <p:cNvSpPr>
              <a:spLocks noChangeArrowheads="1"/>
            </p:cNvSpPr>
            <p:nvPr/>
          </p:nvSpPr>
          <p:spPr bwMode="auto">
            <a:xfrm>
              <a:off x="2368" y="2517"/>
              <a:ext cx="43" cy="43"/>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63" name="Oval 62">
              <a:extLst>
                <a:ext uri="{FF2B5EF4-FFF2-40B4-BE49-F238E27FC236}">
                  <a16:creationId xmlns:a16="http://schemas.microsoft.com/office/drawing/2014/main" id="{D8A3E3D1-1D34-425E-B370-2F31C3F76EA2}"/>
                </a:ext>
              </a:extLst>
            </p:cNvPr>
            <p:cNvSpPr>
              <a:spLocks noChangeArrowheads="1"/>
            </p:cNvSpPr>
            <p:nvPr/>
          </p:nvSpPr>
          <p:spPr bwMode="auto">
            <a:xfrm>
              <a:off x="2051" y="2487"/>
              <a:ext cx="43" cy="43"/>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64" name="Oval 63">
              <a:extLst>
                <a:ext uri="{FF2B5EF4-FFF2-40B4-BE49-F238E27FC236}">
                  <a16:creationId xmlns:a16="http://schemas.microsoft.com/office/drawing/2014/main" id="{D768F177-F660-405E-6AE1-91A62B738EF5}"/>
                </a:ext>
              </a:extLst>
            </p:cNvPr>
            <p:cNvSpPr>
              <a:spLocks noChangeArrowheads="1"/>
            </p:cNvSpPr>
            <p:nvPr/>
          </p:nvSpPr>
          <p:spPr bwMode="auto">
            <a:xfrm>
              <a:off x="1738" y="2415"/>
              <a:ext cx="43" cy="42"/>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65" name="Oval 64">
              <a:extLst>
                <a:ext uri="{FF2B5EF4-FFF2-40B4-BE49-F238E27FC236}">
                  <a16:creationId xmlns:a16="http://schemas.microsoft.com/office/drawing/2014/main" id="{687B5A86-98B9-1176-7C7B-58BE426FC968}"/>
                </a:ext>
              </a:extLst>
            </p:cNvPr>
            <p:cNvSpPr>
              <a:spLocks noChangeArrowheads="1"/>
            </p:cNvSpPr>
            <p:nvPr/>
          </p:nvSpPr>
          <p:spPr bwMode="auto">
            <a:xfrm>
              <a:off x="1425" y="2402"/>
              <a:ext cx="43" cy="42"/>
            </a:xfrm>
            <a:prstGeom prst="ellipse">
              <a:avLst/>
            </a:prstGeom>
            <a:noFill/>
            <a:ln w="12700">
              <a:solidFill>
                <a:schemeClr val="tx2"/>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grpSp>
      <p:sp>
        <p:nvSpPr>
          <p:cNvPr id="66" name="Freeform 65">
            <a:extLst>
              <a:ext uri="{FF2B5EF4-FFF2-40B4-BE49-F238E27FC236}">
                <a16:creationId xmlns:a16="http://schemas.microsoft.com/office/drawing/2014/main" id="{458B690E-EF65-CC03-2323-93A746DC0F88}"/>
              </a:ext>
            </a:extLst>
          </p:cNvPr>
          <p:cNvSpPr>
            <a:spLocks/>
          </p:cNvSpPr>
          <p:nvPr/>
        </p:nvSpPr>
        <p:spPr bwMode="auto">
          <a:xfrm>
            <a:off x="2741762" y="3732213"/>
            <a:ext cx="4979987" cy="1571625"/>
          </a:xfrm>
          <a:custGeom>
            <a:avLst/>
            <a:gdLst>
              <a:gd name="T0" fmla="*/ 0 w 3137"/>
              <a:gd name="T1" fmla="*/ 0 h 990"/>
              <a:gd name="T2" fmla="*/ 2147483647 w 3137"/>
              <a:gd name="T3" fmla="*/ 2147483647 h 990"/>
              <a:gd name="T4" fmla="*/ 2147483647 w 3137"/>
              <a:gd name="T5" fmla="*/ 2147483647 h 990"/>
              <a:gd name="T6" fmla="*/ 2147483647 w 3137"/>
              <a:gd name="T7" fmla="*/ 2147483647 h 990"/>
              <a:gd name="T8" fmla="*/ 2147483647 w 3137"/>
              <a:gd name="T9" fmla="*/ 2147483647 h 990"/>
              <a:gd name="T10" fmla="*/ 2147483647 w 3137"/>
              <a:gd name="T11" fmla="*/ 2147483647 h 990"/>
              <a:gd name="T12" fmla="*/ 2147483647 w 3137"/>
              <a:gd name="T13" fmla="*/ 2147483647 h 990"/>
              <a:gd name="T14" fmla="*/ 2147483647 w 3137"/>
              <a:gd name="T15" fmla="*/ 2147483647 h 990"/>
              <a:gd name="T16" fmla="*/ 2147483647 w 3137"/>
              <a:gd name="T17" fmla="*/ 2147483647 h 990"/>
              <a:gd name="T18" fmla="*/ 2147483647 w 3137"/>
              <a:gd name="T19" fmla="*/ 2147483647 h 990"/>
              <a:gd name="T20" fmla="*/ 2147483647 w 3137"/>
              <a:gd name="T21" fmla="*/ 2147483647 h 99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37"/>
              <a:gd name="T34" fmla="*/ 0 h 990"/>
              <a:gd name="T35" fmla="*/ 3137 w 3137"/>
              <a:gd name="T36" fmla="*/ 990 h 99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37" h="990">
                <a:moveTo>
                  <a:pt x="0" y="0"/>
                </a:moveTo>
                <a:lnTo>
                  <a:pt x="313" y="13"/>
                </a:lnTo>
                <a:lnTo>
                  <a:pt x="626" y="86"/>
                </a:lnTo>
                <a:lnTo>
                  <a:pt x="943" y="116"/>
                </a:lnTo>
                <a:lnTo>
                  <a:pt x="1256" y="840"/>
                </a:lnTo>
                <a:lnTo>
                  <a:pt x="1568" y="861"/>
                </a:lnTo>
                <a:lnTo>
                  <a:pt x="1881" y="874"/>
                </a:lnTo>
                <a:lnTo>
                  <a:pt x="2194" y="900"/>
                </a:lnTo>
                <a:lnTo>
                  <a:pt x="2511" y="990"/>
                </a:lnTo>
                <a:lnTo>
                  <a:pt x="2824" y="986"/>
                </a:lnTo>
                <a:lnTo>
                  <a:pt x="3137" y="990"/>
                </a:lnTo>
              </a:path>
            </a:pathLst>
          </a:custGeom>
          <a:noFill/>
          <a:ln w="38100" cmpd="sng">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7" name="Freeform 66">
            <a:extLst>
              <a:ext uri="{FF2B5EF4-FFF2-40B4-BE49-F238E27FC236}">
                <a16:creationId xmlns:a16="http://schemas.microsoft.com/office/drawing/2014/main" id="{A3D1A65A-E023-95DB-FAAD-3616973DC0DC}"/>
              </a:ext>
            </a:extLst>
          </p:cNvPr>
          <p:cNvSpPr>
            <a:spLocks/>
          </p:cNvSpPr>
          <p:nvPr/>
        </p:nvSpPr>
        <p:spPr bwMode="auto">
          <a:xfrm>
            <a:off x="2741762" y="2657475"/>
            <a:ext cx="4979987" cy="1074738"/>
          </a:xfrm>
          <a:custGeom>
            <a:avLst/>
            <a:gdLst>
              <a:gd name="T0" fmla="*/ 0 w 3137"/>
              <a:gd name="T1" fmla="*/ 2147483647 h 677"/>
              <a:gd name="T2" fmla="*/ 2147483647 w 3137"/>
              <a:gd name="T3" fmla="*/ 2147483647 h 677"/>
              <a:gd name="T4" fmla="*/ 2147483647 w 3137"/>
              <a:gd name="T5" fmla="*/ 2147483647 h 677"/>
              <a:gd name="T6" fmla="*/ 2147483647 w 3137"/>
              <a:gd name="T7" fmla="*/ 2147483647 h 677"/>
              <a:gd name="T8" fmla="*/ 2147483647 w 3137"/>
              <a:gd name="T9" fmla="*/ 2147483647 h 677"/>
              <a:gd name="T10" fmla="*/ 2147483647 w 3137"/>
              <a:gd name="T11" fmla="*/ 2147483647 h 677"/>
              <a:gd name="T12" fmla="*/ 2147483647 w 3137"/>
              <a:gd name="T13" fmla="*/ 0 h 677"/>
              <a:gd name="T14" fmla="*/ 2147483647 w 3137"/>
              <a:gd name="T15" fmla="*/ 0 h 677"/>
              <a:gd name="T16" fmla="*/ 2147483647 w 3137"/>
              <a:gd name="T17" fmla="*/ 2147483647 h 677"/>
              <a:gd name="T18" fmla="*/ 2147483647 w 3137"/>
              <a:gd name="T19" fmla="*/ 2147483647 h 677"/>
              <a:gd name="T20" fmla="*/ 2147483647 w 3137"/>
              <a:gd name="T21" fmla="*/ 2147483647 h 6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37"/>
              <a:gd name="T34" fmla="*/ 0 h 677"/>
              <a:gd name="T35" fmla="*/ 3137 w 3137"/>
              <a:gd name="T36" fmla="*/ 677 h 6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37" h="677">
                <a:moveTo>
                  <a:pt x="0" y="677"/>
                </a:moveTo>
                <a:lnTo>
                  <a:pt x="313" y="664"/>
                </a:lnTo>
                <a:lnTo>
                  <a:pt x="626" y="604"/>
                </a:lnTo>
                <a:lnTo>
                  <a:pt x="943" y="579"/>
                </a:lnTo>
                <a:lnTo>
                  <a:pt x="1256" y="103"/>
                </a:lnTo>
                <a:lnTo>
                  <a:pt x="1568" y="13"/>
                </a:lnTo>
                <a:lnTo>
                  <a:pt x="1881" y="0"/>
                </a:lnTo>
                <a:lnTo>
                  <a:pt x="2194" y="0"/>
                </a:lnTo>
                <a:lnTo>
                  <a:pt x="2511" y="47"/>
                </a:lnTo>
                <a:lnTo>
                  <a:pt x="2824" y="34"/>
                </a:lnTo>
                <a:lnTo>
                  <a:pt x="3137" y="30"/>
                </a:lnTo>
              </a:path>
            </a:pathLst>
          </a:custGeom>
          <a:noFill/>
          <a:ln w="38100" cmpd="sng">
            <a:solidFill>
              <a:srgbClr val="008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 name="Freeform 67">
            <a:extLst>
              <a:ext uri="{FF2B5EF4-FFF2-40B4-BE49-F238E27FC236}">
                <a16:creationId xmlns:a16="http://schemas.microsoft.com/office/drawing/2014/main" id="{82A0F5F7-D182-4919-E7C1-F3DBA117F286}"/>
              </a:ext>
            </a:extLst>
          </p:cNvPr>
          <p:cNvSpPr>
            <a:spLocks/>
          </p:cNvSpPr>
          <p:nvPr/>
        </p:nvSpPr>
        <p:spPr bwMode="auto">
          <a:xfrm>
            <a:off x="2741762" y="3732213"/>
            <a:ext cx="4979987" cy="1312862"/>
          </a:xfrm>
          <a:custGeom>
            <a:avLst/>
            <a:gdLst>
              <a:gd name="T0" fmla="*/ 0 w 3137"/>
              <a:gd name="T1" fmla="*/ 0 h 827"/>
              <a:gd name="T2" fmla="*/ 2147483647 w 3137"/>
              <a:gd name="T3" fmla="*/ 2147483647 h 827"/>
              <a:gd name="T4" fmla="*/ 2147483647 w 3137"/>
              <a:gd name="T5" fmla="*/ 2147483647 h 827"/>
              <a:gd name="T6" fmla="*/ 2147483647 w 3137"/>
              <a:gd name="T7" fmla="*/ 2147483647 h 827"/>
              <a:gd name="T8" fmla="*/ 2147483647 w 3137"/>
              <a:gd name="T9" fmla="*/ 2147483647 h 827"/>
              <a:gd name="T10" fmla="*/ 2147483647 w 3137"/>
              <a:gd name="T11" fmla="*/ 2147483647 h 827"/>
              <a:gd name="T12" fmla="*/ 2147483647 w 3137"/>
              <a:gd name="T13" fmla="*/ 2147483647 h 827"/>
              <a:gd name="T14" fmla="*/ 2147483647 w 3137"/>
              <a:gd name="T15" fmla="*/ 2147483647 h 827"/>
              <a:gd name="T16" fmla="*/ 2147483647 w 3137"/>
              <a:gd name="T17" fmla="*/ 2147483647 h 827"/>
              <a:gd name="T18" fmla="*/ 2147483647 w 3137"/>
              <a:gd name="T19" fmla="*/ 2147483647 h 827"/>
              <a:gd name="T20" fmla="*/ 2147483647 w 3137"/>
              <a:gd name="T21" fmla="*/ 2147483647 h 82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37"/>
              <a:gd name="T34" fmla="*/ 0 h 827"/>
              <a:gd name="T35" fmla="*/ 3137 w 3137"/>
              <a:gd name="T36" fmla="*/ 827 h 82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37" h="827">
                <a:moveTo>
                  <a:pt x="0" y="0"/>
                </a:moveTo>
                <a:lnTo>
                  <a:pt x="313" y="9"/>
                </a:lnTo>
                <a:lnTo>
                  <a:pt x="626" y="64"/>
                </a:lnTo>
                <a:lnTo>
                  <a:pt x="943" y="77"/>
                </a:lnTo>
                <a:lnTo>
                  <a:pt x="1256" y="686"/>
                </a:lnTo>
                <a:lnTo>
                  <a:pt x="1568" y="664"/>
                </a:lnTo>
                <a:lnTo>
                  <a:pt x="1881" y="686"/>
                </a:lnTo>
                <a:lnTo>
                  <a:pt x="2194" y="703"/>
                </a:lnTo>
                <a:lnTo>
                  <a:pt x="2511" y="827"/>
                </a:lnTo>
                <a:lnTo>
                  <a:pt x="2824" y="819"/>
                </a:lnTo>
                <a:lnTo>
                  <a:pt x="3137" y="823"/>
                </a:lnTo>
              </a:path>
            </a:pathLst>
          </a:custGeom>
          <a:noFill/>
          <a:ln w="38100" cmpd="sng">
            <a:solidFill>
              <a:srgbClr val="FF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9" name="Freeform 68">
            <a:extLst>
              <a:ext uri="{FF2B5EF4-FFF2-40B4-BE49-F238E27FC236}">
                <a16:creationId xmlns:a16="http://schemas.microsoft.com/office/drawing/2014/main" id="{342C9467-BA7F-9015-FA9F-9EDFA1D1D1B3}"/>
              </a:ext>
            </a:extLst>
          </p:cNvPr>
          <p:cNvSpPr>
            <a:spLocks/>
          </p:cNvSpPr>
          <p:nvPr/>
        </p:nvSpPr>
        <p:spPr bwMode="auto">
          <a:xfrm>
            <a:off x="2741762" y="1847850"/>
            <a:ext cx="4979987" cy="1884363"/>
          </a:xfrm>
          <a:custGeom>
            <a:avLst/>
            <a:gdLst>
              <a:gd name="T0" fmla="*/ 0 w 3137"/>
              <a:gd name="T1" fmla="*/ 2147483647 h 1187"/>
              <a:gd name="T2" fmla="*/ 2147483647 w 3137"/>
              <a:gd name="T3" fmla="*/ 2147483647 h 1187"/>
              <a:gd name="T4" fmla="*/ 2147483647 w 3137"/>
              <a:gd name="T5" fmla="*/ 2147483647 h 1187"/>
              <a:gd name="T6" fmla="*/ 2147483647 w 3137"/>
              <a:gd name="T7" fmla="*/ 2147483647 h 1187"/>
              <a:gd name="T8" fmla="*/ 2147483647 w 3137"/>
              <a:gd name="T9" fmla="*/ 2147483647 h 1187"/>
              <a:gd name="T10" fmla="*/ 2147483647 w 3137"/>
              <a:gd name="T11" fmla="*/ 2147483647 h 1187"/>
              <a:gd name="T12" fmla="*/ 2147483647 w 3137"/>
              <a:gd name="T13" fmla="*/ 2147483647 h 1187"/>
              <a:gd name="T14" fmla="*/ 2147483647 w 3137"/>
              <a:gd name="T15" fmla="*/ 2147483647 h 1187"/>
              <a:gd name="T16" fmla="*/ 2147483647 w 3137"/>
              <a:gd name="T17" fmla="*/ 0 h 1187"/>
              <a:gd name="T18" fmla="*/ 2147483647 w 3137"/>
              <a:gd name="T19" fmla="*/ 2147483647 h 1187"/>
              <a:gd name="T20" fmla="*/ 2147483647 w 3137"/>
              <a:gd name="T21" fmla="*/ 2147483647 h 118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137"/>
              <a:gd name="T34" fmla="*/ 0 h 1187"/>
              <a:gd name="T35" fmla="*/ 3137 w 3137"/>
              <a:gd name="T36" fmla="*/ 1187 h 118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137" h="1187">
                <a:moveTo>
                  <a:pt x="0" y="1187"/>
                </a:moveTo>
                <a:lnTo>
                  <a:pt x="313" y="1174"/>
                </a:lnTo>
                <a:lnTo>
                  <a:pt x="626" y="1106"/>
                </a:lnTo>
                <a:lnTo>
                  <a:pt x="943" y="1089"/>
                </a:lnTo>
                <a:lnTo>
                  <a:pt x="1256" y="236"/>
                </a:lnTo>
                <a:lnTo>
                  <a:pt x="1568" y="321"/>
                </a:lnTo>
                <a:lnTo>
                  <a:pt x="1881" y="300"/>
                </a:lnTo>
                <a:lnTo>
                  <a:pt x="2194" y="257"/>
                </a:lnTo>
                <a:lnTo>
                  <a:pt x="2511" y="0"/>
                </a:lnTo>
                <a:lnTo>
                  <a:pt x="2824" y="21"/>
                </a:lnTo>
                <a:lnTo>
                  <a:pt x="3137" y="17"/>
                </a:lnTo>
              </a:path>
            </a:pathLst>
          </a:custGeom>
          <a:noFill/>
          <a:ln w="38100"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70" name="Group 70">
            <a:extLst>
              <a:ext uri="{FF2B5EF4-FFF2-40B4-BE49-F238E27FC236}">
                <a16:creationId xmlns:a16="http://schemas.microsoft.com/office/drawing/2014/main" id="{817D7A9C-A658-6E73-DE55-0AEB40862F8E}"/>
              </a:ext>
            </a:extLst>
          </p:cNvPr>
          <p:cNvGrpSpPr>
            <a:grpSpLocks/>
          </p:cNvGrpSpPr>
          <p:nvPr/>
        </p:nvGrpSpPr>
        <p:grpSpPr bwMode="auto">
          <a:xfrm>
            <a:off x="2706837" y="2624138"/>
            <a:ext cx="5048250" cy="1141412"/>
            <a:chOff x="1425" y="1725"/>
            <a:chExt cx="3180" cy="719"/>
          </a:xfrm>
        </p:grpSpPr>
        <p:sp>
          <p:nvSpPr>
            <p:cNvPr id="71" name="Oval 71">
              <a:extLst>
                <a:ext uri="{FF2B5EF4-FFF2-40B4-BE49-F238E27FC236}">
                  <a16:creationId xmlns:a16="http://schemas.microsoft.com/office/drawing/2014/main" id="{3B0E7E6F-D3C4-CD05-D874-B37B89E2AA42}"/>
                </a:ext>
              </a:extLst>
            </p:cNvPr>
            <p:cNvSpPr>
              <a:spLocks noChangeArrowheads="1"/>
            </p:cNvSpPr>
            <p:nvPr/>
          </p:nvSpPr>
          <p:spPr bwMode="auto">
            <a:xfrm>
              <a:off x="4563" y="1755"/>
              <a:ext cx="42" cy="4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2" name="Oval 72">
              <a:extLst>
                <a:ext uri="{FF2B5EF4-FFF2-40B4-BE49-F238E27FC236}">
                  <a16:creationId xmlns:a16="http://schemas.microsoft.com/office/drawing/2014/main" id="{8BF4D76A-D18E-0829-39D5-08C2423BEDE1}"/>
                </a:ext>
              </a:extLst>
            </p:cNvPr>
            <p:cNvSpPr>
              <a:spLocks noChangeArrowheads="1"/>
            </p:cNvSpPr>
            <p:nvPr/>
          </p:nvSpPr>
          <p:spPr bwMode="auto">
            <a:xfrm>
              <a:off x="4250" y="1759"/>
              <a:ext cx="43" cy="4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3" name="Oval 73">
              <a:extLst>
                <a:ext uri="{FF2B5EF4-FFF2-40B4-BE49-F238E27FC236}">
                  <a16:creationId xmlns:a16="http://schemas.microsoft.com/office/drawing/2014/main" id="{7E2C88B1-A12E-ECC5-5D31-775FE8F9001D}"/>
                </a:ext>
              </a:extLst>
            </p:cNvPr>
            <p:cNvSpPr>
              <a:spLocks noChangeArrowheads="1"/>
            </p:cNvSpPr>
            <p:nvPr/>
          </p:nvSpPr>
          <p:spPr bwMode="auto">
            <a:xfrm>
              <a:off x="3937" y="1772"/>
              <a:ext cx="43" cy="4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4" name="Oval 74">
              <a:extLst>
                <a:ext uri="{FF2B5EF4-FFF2-40B4-BE49-F238E27FC236}">
                  <a16:creationId xmlns:a16="http://schemas.microsoft.com/office/drawing/2014/main" id="{DD567A19-5207-3324-FB58-34FB632C2BD1}"/>
                </a:ext>
              </a:extLst>
            </p:cNvPr>
            <p:cNvSpPr>
              <a:spLocks noChangeArrowheads="1"/>
            </p:cNvSpPr>
            <p:nvPr/>
          </p:nvSpPr>
          <p:spPr bwMode="auto">
            <a:xfrm>
              <a:off x="3620" y="1725"/>
              <a:ext cx="43" cy="4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5" name="Oval 75">
              <a:extLst>
                <a:ext uri="{FF2B5EF4-FFF2-40B4-BE49-F238E27FC236}">
                  <a16:creationId xmlns:a16="http://schemas.microsoft.com/office/drawing/2014/main" id="{30D4D287-7E6A-128F-C951-01B437E4CA8C}"/>
                </a:ext>
              </a:extLst>
            </p:cNvPr>
            <p:cNvSpPr>
              <a:spLocks noChangeArrowheads="1"/>
            </p:cNvSpPr>
            <p:nvPr/>
          </p:nvSpPr>
          <p:spPr bwMode="auto">
            <a:xfrm>
              <a:off x="3307" y="1725"/>
              <a:ext cx="43" cy="4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6" name="Oval 76">
              <a:extLst>
                <a:ext uri="{FF2B5EF4-FFF2-40B4-BE49-F238E27FC236}">
                  <a16:creationId xmlns:a16="http://schemas.microsoft.com/office/drawing/2014/main" id="{90CEFE84-FC92-450D-D7FF-5CACC5EF982C}"/>
                </a:ext>
              </a:extLst>
            </p:cNvPr>
            <p:cNvSpPr>
              <a:spLocks noChangeArrowheads="1"/>
            </p:cNvSpPr>
            <p:nvPr/>
          </p:nvSpPr>
          <p:spPr bwMode="auto">
            <a:xfrm>
              <a:off x="2994" y="1737"/>
              <a:ext cx="43" cy="4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7" name="Oval 77">
              <a:extLst>
                <a:ext uri="{FF2B5EF4-FFF2-40B4-BE49-F238E27FC236}">
                  <a16:creationId xmlns:a16="http://schemas.microsoft.com/office/drawing/2014/main" id="{7A84B9FF-8F15-5E9D-E212-C8926F7CBAAF}"/>
                </a:ext>
              </a:extLst>
            </p:cNvPr>
            <p:cNvSpPr>
              <a:spLocks noChangeArrowheads="1"/>
            </p:cNvSpPr>
            <p:nvPr/>
          </p:nvSpPr>
          <p:spPr bwMode="auto">
            <a:xfrm>
              <a:off x="2681" y="1827"/>
              <a:ext cx="43" cy="4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8" name="Oval 78">
              <a:extLst>
                <a:ext uri="{FF2B5EF4-FFF2-40B4-BE49-F238E27FC236}">
                  <a16:creationId xmlns:a16="http://schemas.microsoft.com/office/drawing/2014/main" id="{CF743105-A1D1-7459-8F1D-62BA0EFA2A5A}"/>
                </a:ext>
              </a:extLst>
            </p:cNvPr>
            <p:cNvSpPr>
              <a:spLocks noChangeArrowheads="1"/>
            </p:cNvSpPr>
            <p:nvPr/>
          </p:nvSpPr>
          <p:spPr bwMode="auto">
            <a:xfrm>
              <a:off x="2368" y="2303"/>
              <a:ext cx="43" cy="4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79" name="Oval 79">
              <a:extLst>
                <a:ext uri="{FF2B5EF4-FFF2-40B4-BE49-F238E27FC236}">
                  <a16:creationId xmlns:a16="http://schemas.microsoft.com/office/drawing/2014/main" id="{5822DD86-DEED-B6C6-A81D-711C92D7B754}"/>
                </a:ext>
              </a:extLst>
            </p:cNvPr>
            <p:cNvSpPr>
              <a:spLocks noChangeArrowheads="1"/>
            </p:cNvSpPr>
            <p:nvPr/>
          </p:nvSpPr>
          <p:spPr bwMode="auto">
            <a:xfrm>
              <a:off x="2051" y="2329"/>
              <a:ext cx="43" cy="4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0" name="Oval 80">
              <a:extLst>
                <a:ext uri="{FF2B5EF4-FFF2-40B4-BE49-F238E27FC236}">
                  <a16:creationId xmlns:a16="http://schemas.microsoft.com/office/drawing/2014/main" id="{84E8C9D6-911C-4B3C-84B6-E5712FF9C05C}"/>
                </a:ext>
              </a:extLst>
            </p:cNvPr>
            <p:cNvSpPr>
              <a:spLocks noChangeArrowheads="1"/>
            </p:cNvSpPr>
            <p:nvPr/>
          </p:nvSpPr>
          <p:spPr bwMode="auto">
            <a:xfrm>
              <a:off x="1738" y="2389"/>
              <a:ext cx="43" cy="43"/>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1" name="Oval 81">
              <a:extLst>
                <a:ext uri="{FF2B5EF4-FFF2-40B4-BE49-F238E27FC236}">
                  <a16:creationId xmlns:a16="http://schemas.microsoft.com/office/drawing/2014/main" id="{F7EE1B74-8094-CA1E-CC68-60E91E4F233D}"/>
                </a:ext>
              </a:extLst>
            </p:cNvPr>
            <p:cNvSpPr>
              <a:spLocks noChangeArrowheads="1"/>
            </p:cNvSpPr>
            <p:nvPr/>
          </p:nvSpPr>
          <p:spPr bwMode="auto">
            <a:xfrm>
              <a:off x="1425" y="2402"/>
              <a:ext cx="43" cy="42"/>
            </a:xfrm>
            <a:prstGeom prst="ellipse">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grpSp>
      <p:grpSp>
        <p:nvGrpSpPr>
          <p:cNvPr id="82" name="Group 82">
            <a:extLst>
              <a:ext uri="{FF2B5EF4-FFF2-40B4-BE49-F238E27FC236}">
                <a16:creationId xmlns:a16="http://schemas.microsoft.com/office/drawing/2014/main" id="{C7E52A36-8631-B6B6-2979-DAF86701FE1C}"/>
              </a:ext>
            </a:extLst>
          </p:cNvPr>
          <p:cNvGrpSpPr>
            <a:grpSpLocks/>
          </p:cNvGrpSpPr>
          <p:nvPr/>
        </p:nvGrpSpPr>
        <p:grpSpPr bwMode="auto">
          <a:xfrm>
            <a:off x="2706837" y="3698875"/>
            <a:ext cx="5048250" cy="1381125"/>
            <a:chOff x="1425" y="2402"/>
            <a:chExt cx="3180" cy="870"/>
          </a:xfrm>
        </p:grpSpPr>
        <p:sp>
          <p:nvSpPr>
            <p:cNvPr id="83" name="Oval 83">
              <a:extLst>
                <a:ext uri="{FF2B5EF4-FFF2-40B4-BE49-F238E27FC236}">
                  <a16:creationId xmlns:a16="http://schemas.microsoft.com/office/drawing/2014/main" id="{F6FE1C08-457A-FF83-8916-4828ECE091BD}"/>
                </a:ext>
              </a:extLst>
            </p:cNvPr>
            <p:cNvSpPr>
              <a:spLocks noChangeArrowheads="1"/>
            </p:cNvSpPr>
            <p:nvPr/>
          </p:nvSpPr>
          <p:spPr bwMode="auto">
            <a:xfrm>
              <a:off x="4563" y="3224"/>
              <a:ext cx="42"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4" name="Oval 84">
              <a:extLst>
                <a:ext uri="{FF2B5EF4-FFF2-40B4-BE49-F238E27FC236}">
                  <a16:creationId xmlns:a16="http://schemas.microsoft.com/office/drawing/2014/main" id="{2DBC05F3-8864-66A0-6FD9-66C0449DF8C2}"/>
                </a:ext>
              </a:extLst>
            </p:cNvPr>
            <p:cNvSpPr>
              <a:spLocks noChangeArrowheads="1"/>
            </p:cNvSpPr>
            <p:nvPr/>
          </p:nvSpPr>
          <p:spPr bwMode="auto">
            <a:xfrm>
              <a:off x="4250" y="3220"/>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5" name="Oval 85">
              <a:extLst>
                <a:ext uri="{FF2B5EF4-FFF2-40B4-BE49-F238E27FC236}">
                  <a16:creationId xmlns:a16="http://schemas.microsoft.com/office/drawing/2014/main" id="{A4CABE8A-A73B-B212-4A39-2F9BD486533B}"/>
                </a:ext>
              </a:extLst>
            </p:cNvPr>
            <p:cNvSpPr>
              <a:spLocks noChangeArrowheads="1"/>
            </p:cNvSpPr>
            <p:nvPr/>
          </p:nvSpPr>
          <p:spPr bwMode="auto">
            <a:xfrm>
              <a:off x="3937" y="3229"/>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6" name="Oval 86">
              <a:extLst>
                <a:ext uri="{FF2B5EF4-FFF2-40B4-BE49-F238E27FC236}">
                  <a16:creationId xmlns:a16="http://schemas.microsoft.com/office/drawing/2014/main" id="{AE582338-5026-C32C-A559-CFB95933D205}"/>
                </a:ext>
              </a:extLst>
            </p:cNvPr>
            <p:cNvSpPr>
              <a:spLocks noChangeArrowheads="1"/>
            </p:cNvSpPr>
            <p:nvPr/>
          </p:nvSpPr>
          <p:spPr bwMode="auto">
            <a:xfrm>
              <a:off x="3620" y="3104"/>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7" name="Oval 87">
              <a:extLst>
                <a:ext uri="{FF2B5EF4-FFF2-40B4-BE49-F238E27FC236}">
                  <a16:creationId xmlns:a16="http://schemas.microsoft.com/office/drawing/2014/main" id="{55BFDC72-77EB-B987-724C-BFF35AF80A19}"/>
                </a:ext>
              </a:extLst>
            </p:cNvPr>
            <p:cNvSpPr>
              <a:spLocks noChangeArrowheads="1"/>
            </p:cNvSpPr>
            <p:nvPr/>
          </p:nvSpPr>
          <p:spPr bwMode="auto">
            <a:xfrm>
              <a:off x="3307" y="3087"/>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8" name="Oval 88">
              <a:extLst>
                <a:ext uri="{FF2B5EF4-FFF2-40B4-BE49-F238E27FC236}">
                  <a16:creationId xmlns:a16="http://schemas.microsoft.com/office/drawing/2014/main" id="{B165F476-344A-2136-D3A3-63DE47CDBC0B}"/>
                </a:ext>
              </a:extLst>
            </p:cNvPr>
            <p:cNvSpPr>
              <a:spLocks noChangeArrowheads="1"/>
            </p:cNvSpPr>
            <p:nvPr/>
          </p:nvSpPr>
          <p:spPr bwMode="auto">
            <a:xfrm>
              <a:off x="2994" y="3066"/>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89" name="Oval 89">
              <a:extLst>
                <a:ext uri="{FF2B5EF4-FFF2-40B4-BE49-F238E27FC236}">
                  <a16:creationId xmlns:a16="http://schemas.microsoft.com/office/drawing/2014/main" id="{0C32231A-23E0-8B93-7205-7DC6F7FE5E82}"/>
                </a:ext>
              </a:extLst>
            </p:cNvPr>
            <p:cNvSpPr>
              <a:spLocks noChangeArrowheads="1"/>
            </p:cNvSpPr>
            <p:nvPr/>
          </p:nvSpPr>
          <p:spPr bwMode="auto">
            <a:xfrm>
              <a:off x="2681" y="3087"/>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0" name="Oval 90">
              <a:extLst>
                <a:ext uri="{FF2B5EF4-FFF2-40B4-BE49-F238E27FC236}">
                  <a16:creationId xmlns:a16="http://schemas.microsoft.com/office/drawing/2014/main" id="{41663A07-A446-CD18-58FC-7D4AD1343568}"/>
                </a:ext>
              </a:extLst>
            </p:cNvPr>
            <p:cNvSpPr>
              <a:spLocks noChangeArrowheads="1"/>
            </p:cNvSpPr>
            <p:nvPr/>
          </p:nvSpPr>
          <p:spPr bwMode="auto">
            <a:xfrm>
              <a:off x="2368" y="2479"/>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1" name="Oval 91">
              <a:extLst>
                <a:ext uri="{FF2B5EF4-FFF2-40B4-BE49-F238E27FC236}">
                  <a16:creationId xmlns:a16="http://schemas.microsoft.com/office/drawing/2014/main" id="{3AB20328-8B6E-14C4-A1D0-1A9D5D09EBD3}"/>
                </a:ext>
              </a:extLst>
            </p:cNvPr>
            <p:cNvSpPr>
              <a:spLocks noChangeArrowheads="1"/>
            </p:cNvSpPr>
            <p:nvPr/>
          </p:nvSpPr>
          <p:spPr bwMode="auto">
            <a:xfrm>
              <a:off x="2051" y="2466"/>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2" name="Oval 92">
              <a:extLst>
                <a:ext uri="{FF2B5EF4-FFF2-40B4-BE49-F238E27FC236}">
                  <a16:creationId xmlns:a16="http://schemas.microsoft.com/office/drawing/2014/main" id="{5084174F-5B45-150C-EADE-1D57BB51AAFA}"/>
                </a:ext>
              </a:extLst>
            </p:cNvPr>
            <p:cNvSpPr>
              <a:spLocks noChangeArrowheads="1"/>
            </p:cNvSpPr>
            <p:nvPr/>
          </p:nvSpPr>
          <p:spPr bwMode="auto">
            <a:xfrm>
              <a:off x="1738" y="2410"/>
              <a:ext cx="43" cy="43"/>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3" name="Oval 93">
              <a:extLst>
                <a:ext uri="{FF2B5EF4-FFF2-40B4-BE49-F238E27FC236}">
                  <a16:creationId xmlns:a16="http://schemas.microsoft.com/office/drawing/2014/main" id="{F64A9BA2-117D-00D2-709E-45E626B6AB42}"/>
                </a:ext>
              </a:extLst>
            </p:cNvPr>
            <p:cNvSpPr>
              <a:spLocks noChangeArrowheads="1"/>
            </p:cNvSpPr>
            <p:nvPr/>
          </p:nvSpPr>
          <p:spPr bwMode="auto">
            <a:xfrm>
              <a:off x="1425" y="2402"/>
              <a:ext cx="43" cy="42"/>
            </a:xfrm>
            <a:prstGeom prst="ellipse">
              <a:avLst/>
            </a:prstGeom>
            <a:solidFill>
              <a:schemeClr val="tx2"/>
            </a:solidFill>
            <a:ln w="6350">
              <a:solidFill>
                <a:schemeClr val="tx2"/>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grpSp>
      <p:grpSp>
        <p:nvGrpSpPr>
          <p:cNvPr id="94" name="Group 94">
            <a:extLst>
              <a:ext uri="{FF2B5EF4-FFF2-40B4-BE49-F238E27FC236}">
                <a16:creationId xmlns:a16="http://schemas.microsoft.com/office/drawing/2014/main" id="{A08A37C6-EEBB-06BC-E1FA-BE4F15CBCFAD}"/>
              </a:ext>
            </a:extLst>
          </p:cNvPr>
          <p:cNvGrpSpPr>
            <a:grpSpLocks/>
          </p:cNvGrpSpPr>
          <p:nvPr/>
        </p:nvGrpSpPr>
        <p:grpSpPr bwMode="auto">
          <a:xfrm>
            <a:off x="2706837" y="1814513"/>
            <a:ext cx="5048250" cy="1951037"/>
            <a:chOff x="1425" y="1215"/>
            <a:chExt cx="3180" cy="1229"/>
          </a:xfrm>
        </p:grpSpPr>
        <p:sp>
          <p:nvSpPr>
            <p:cNvPr id="95" name="Oval 95">
              <a:extLst>
                <a:ext uri="{FF2B5EF4-FFF2-40B4-BE49-F238E27FC236}">
                  <a16:creationId xmlns:a16="http://schemas.microsoft.com/office/drawing/2014/main" id="{FD4FA7B7-188E-48D6-B6F3-8F221CFE475B}"/>
                </a:ext>
              </a:extLst>
            </p:cNvPr>
            <p:cNvSpPr>
              <a:spLocks noChangeArrowheads="1"/>
            </p:cNvSpPr>
            <p:nvPr/>
          </p:nvSpPr>
          <p:spPr bwMode="auto">
            <a:xfrm>
              <a:off x="4563" y="1232"/>
              <a:ext cx="42"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6" name="Oval 96">
              <a:extLst>
                <a:ext uri="{FF2B5EF4-FFF2-40B4-BE49-F238E27FC236}">
                  <a16:creationId xmlns:a16="http://schemas.microsoft.com/office/drawing/2014/main" id="{C00CAEC3-FECB-3227-F763-9A9FFEDBE2B4}"/>
                </a:ext>
              </a:extLst>
            </p:cNvPr>
            <p:cNvSpPr>
              <a:spLocks noChangeArrowheads="1"/>
            </p:cNvSpPr>
            <p:nvPr/>
          </p:nvSpPr>
          <p:spPr bwMode="auto">
            <a:xfrm>
              <a:off x="4250" y="1236"/>
              <a:ext cx="43"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7" name="Oval 97">
              <a:extLst>
                <a:ext uri="{FF2B5EF4-FFF2-40B4-BE49-F238E27FC236}">
                  <a16:creationId xmlns:a16="http://schemas.microsoft.com/office/drawing/2014/main" id="{E12BC8AC-D027-1C6E-0FCD-88F3ADA47270}"/>
                </a:ext>
              </a:extLst>
            </p:cNvPr>
            <p:cNvSpPr>
              <a:spLocks noChangeArrowheads="1"/>
            </p:cNvSpPr>
            <p:nvPr/>
          </p:nvSpPr>
          <p:spPr bwMode="auto">
            <a:xfrm>
              <a:off x="3937" y="1215"/>
              <a:ext cx="43" cy="42"/>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8" name="Oval 98">
              <a:extLst>
                <a:ext uri="{FF2B5EF4-FFF2-40B4-BE49-F238E27FC236}">
                  <a16:creationId xmlns:a16="http://schemas.microsoft.com/office/drawing/2014/main" id="{D0F7AD27-B5C0-2D0F-6387-B0BA5703B7A7}"/>
                </a:ext>
              </a:extLst>
            </p:cNvPr>
            <p:cNvSpPr>
              <a:spLocks noChangeArrowheads="1"/>
            </p:cNvSpPr>
            <p:nvPr/>
          </p:nvSpPr>
          <p:spPr bwMode="auto">
            <a:xfrm>
              <a:off x="3620" y="1472"/>
              <a:ext cx="43"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99" name="Oval 99">
              <a:extLst>
                <a:ext uri="{FF2B5EF4-FFF2-40B4-BE49-F238E27FC236}">
                  <a16:creationId xmlns:a16="http://schemas.microsoft.com/office/drawing/2014/main" id="{A70BCDC2-6942-E632-C74C-EA5D4D8E092D}"/>
                </a:ext>
              </a:extLst>
            </p:cNvPr>
            <p:cNvSpPr>
              <a:spLocks noChangeArrowheads="1"/>
            </p:cNvSpPr>
            <p:nvPr/>
          </p:nvSpPr>
          <p:spPr bwMode="auto">
            <a:xfrm>
              <a:off x="3307" y="1515"/>
              <a:ext cx="43" cy="42"/>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100" name="Oval 100">
              <a:extLst>
                <a:ext uri="{FF2B5EF4-FFF2-40B4-BE49-F238E27FC236}">
                  <a16:creationId xmlns:a16="http://schemas.microsoft.com/office/drawing/2014/main" id="{88A0B9A3-9F54-2E36-5D84-1E7CB638FBBC}"/>
                </a:ext>
              </a:extLst>
            </p:cNvPr>
            <p:cNvSpPr>
              <a:spLocks noChangeArrowheads="1"/>
            </p:cNvSpPr>
            <p:nvPr/>
          </p:nvSpPr>
          <p:spPr bwMode="auto">
            <a:xfrm>
              <a:off x="2994" y="1536"/>
              <a:ext cx="43"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101" name="Oval 101">
              <a:extLst>
                <a:ext uri="{FF2B5EF4-FFF2-40B4-BE49-F238E27FC236}">
                  <a16:creationId xmlns:a16="http://schemas.microsoft.com/office/drawing/2014/main" id="{C701DA61-05EF-D696-D36A-E2FF6177B523}"/>
                </a:ext>
              </a:extLst>
            </p:cNvPr>
            <p:cNvSpPr>
              <a:spLocks noChangeArrowheads="1"/>
            </p:cNvSpPr>
            <p:nvPr/>
          </p:nvSpPr>
          <p:spPr bwMode="auto">
            <a:xfrm>
              <a:off x="2681" y="1450"/>
              <a:ext cx="43"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102" name="Oval 102">
              <a:extLst>
                <a:ext uri="{FF2B5EF4-FFF2-40B4-BE49-F238E27FC236}">
                  <a16:creationId xmlns:a16="http://schemas.microsoft.com/office/drawing/2014/main" id="{B5924168-6B4E-F240-693B-8E42C46D99BE}"/>
                </a:ext>
              </a:extLst>
            </p:cNvPr>
            <p:cNvSpPr>
              <a:spLocks noChangeArrowheads="1"/>
            </p:cNvSpPr>
            <p:nvPr/>
          </p:nvSpPr>
          <p:spPr bwMode="auto">
            <a:xfrm>
              <a:off x="2368" y="2303"/>
              <a:ext cx="43"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103" name="Oval 103">
              <a:extLst>
                <a:ext uri="{FF2B5EF4-FFF2-40B4-BE49-F238E27FC236}">
                  <a16:creationId xmlns:a16="http://schemas.microsoft.com/office/drawing/2014/main" id="{2681A4F4-68EE-CFD2-0A08-8E0DC80E1F8C}"/>
                </a:ext>
              </a:extLst>
            </p:cNvPr>
            <p:cNvSpPr>
              <a:spLocks noChangeArrowheads="1"/>
            </p:cNvSpPr>
            <p:nvPr/>
          </p:nvSpPr>
          <p:spPr bwMode="auto">
            <a:xfrm>
              <a:off x="2051" y="2320"/>
              <a:ext cx="43"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104" name="Oval 104">
              <a:extLst>
                <a:ext uri="{FF2B5EF4-FFF2-40B4-BE49-F238E27FC236}">
                  <a16:creationId xmlns:a16="http://schemas.microsoft.com/office/drawing/2014/main" id="{C2B4548A-AD0C-5597-F2F9-FAA246F66A9D}"/>
                </a:ext>
              </a:extLst>
            </p:cNvPr>
            <p:cNvSpPr>
              <a:spLocks noChangeArrowheads="1"/>
            </p:cNvSpPr>
            <p:nvPr/>
          </p:nvSpPr>
          <p:spPr bwMode="auto">
            <a:xfrm>
              <a:off x="1738" y="2389"/>
              <a:ext cx="43" cy="43"/>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sp>
          <p:nvSpPr>
            <p:cNvPr id="105" name="Oval 105">
              <a:extLst>
                <a:ext uri="{FF2B5EF4-FFF2-40B4-BE49-F238E27FC236}">
                  <a16:creationId xmlns:a16="http://schemas.microsoft.com/office/drawing/2014/main" id="{2E283CAA-5054-EF17-6664-BB8C223076AB}"/>
                </a:ext>
              </a:extLst>
            </p:cNvPr>
            <p:cNvSpPr>
              <a:spLocks noChangeArrowheads="1"/>
            </p:cNvSpPr>
            <p:nvPr/>
          </p:nvSpPr>
          <p:spPr bwMode="auto">
            <a:xfrm>
              <a:off x="1425" y="2402"/>
              <a:ext cx="43" cy="42"/>
            </a:xfrm>
            <a:prstGeom prst="ellipse">
              <a:avLst/>
            </a:prstGeom>
            <a:solidFill>
              <a:schemeClr val="tx1"/>
            </a:solidFill>
            <a:ln w="6350">
              <a:solidFill>
                <a:schemeClr val="tx1"/>
              </a:solidFill>
              <a:round/>
              <a:headEnd/>
              <a:tailEnd/>
            </a:ln>
          </p:spPr>
          <p:txBody>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endParaRPr lang="en-US" altLang="en-US"/>
            </a:p>
          </p:txBody>
        </p:sp>
      </p:grpSp>
      <p:sp>
        <p:nvSpPr>
          <p:cNvPr id="106" name="Text Box 106">
            <a:extLst>
              <a:ext uri="{FF2B5EF4-FFF2-40B4-BE49-F238E27FC236}">
                <a16:creationId xmlns:a16="http://schemas.microsoft.com/office/drawing/2014/main" id="{2F112219-9A14-F122-7A86-0A916B285DB3}"/>
              </a:ext>
            </a:extLst>
          </p:cNvPr>
          <p:cNvSpPr txBox="1">
            <a:spLocks noChangeArrowheads="1"/>
          </p:cNvSpPr>
          <p:nvPr/>
        </p:nvSpPr>
        <p:spPr bwMode="auto">
          <a:xfrm>
            <a:off x="8053537" y="5203825"/>
            <a:ext cx="1411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2000">
                <a:solidFill>
                  <a:srgbClr val="0000FF"/>
                </a:solidFill>
              </a:rPr>
              <a:t>Compens.,</a:t>
            </a:r>
          </a:p>
          <a:p>
            <a:r>
              <a:rPr lang="en-US" altLang="en-US" sz="2000">
                <a:solidFill>
                  <a:srgbClr val="0000FF"/>
                </a:solidFill>
              </a:rPr>
              <a:t>Strong DD</a:t>
            </a:r>
          </a:p>
        </p:txBody>
      </p:sp>
      <p:sp>
        <p:nvSpPr>
          <p:cNvPr id="107" name="Text Box 107">
            <a:extLst>
              <a:ext uri="{FF2B5EF4-FFF2-40B4-BE49-F238E27FC236}">
                <a16:creationId xmlns:a16="http://schemas.microsoft.com/office/drawing/2014/main" id="{1358F7D1-928E-76DE-1656-07FF738360AE}"/>
              </a:ext>
            </a:extLst>
          </p:cNvPr>
          <p:cNvSpPr txBox="1">
            <a:spLocks noChangeArrowheads="1"/>
          </p:cNvSpPr>
          <p:nvPr/>
        </p:nvSpPr>
        <p:spPr bwMode="auto">
          <a:xfrm>
            <a:off x="8053537" y="4594225"/>
            <a:ext cx="13700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2000">
                <a:solidFill>
                  <a:srgbClr val="FF0000"/>
                </a:solidFill>
              </a:rPr>
              <a:t>Additive,</a:t>
            </a:r>
          </a:p>
          <a:p>
            <a:r>
              <a:rPr lang="en-US" altLang="en-US" sz="2000">
                <a:solidFill>
                  <a:srgbClr val="FF0000"/>
                </a:solidFill>
              </a:rPr>
              <a:t>Strong DD</a:t>
            </a:r>
          </a:p>
        </p:txBody>
      </p:sp>
      <p:sp>
        <p:nvSpPr>
          <p:cNvPr id="108" name="Text Box 108">
            <a:extLst>
              <a:ext uri="{FF2B5EF4-FFF2-40B4-BE49-F238E27FC236}">
                <a16:creationId xmlns:a16="http://schemas.microsoft.com/office/drawing/2014/main" id="{F7819282-BC18-823D-A31E-39CD6CAA8658}"/>
              </a:ext>
            </a:extLst>
          </p:cNvPr>
          <p:cNvSpPr txBox="1">
            <a:spLocks noChangeArrowheads="1"/>
          </p:cNvSpPr>
          <p:nvPr/>
        </p:nvSpPr>
        <p:spPr bwMode="auto">
          <a:xfrm>
            <a:off x="8005912" y="2460625"/>
            <a:ext cx="1411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2000">
                <a:solidFill>
                  <a:srgbClr val="008000"/>
                </a:solidFill>
              </a:rPr>
              <a:t>Compens.,</a:t>
            </a:r>
          </a:p>
          <a:p>
            <a:r>
              <a:rPr lang="en-US" altLang="en-US" sz="2000">
                <a:solidFill>
                  <a:srgbClr val="008000"/>
                </a:solidFill>
              </a:rPr>
              <a:t>Weak DD</a:t>
            </a:r>
          </a:p>
        </p:txBody>
      </p:sp>
      <p:sp>
        <p:nvSpPr>
          <p:cNvPr id="109" name="Text Box 109">
            <a:extLst>
              <a:ext uri="{FF2B5EF4-FFF2-40B4-BE49-F238E27FC236}">
                <a16:creationId xmlns:a16="http://schemas.microsoft.com/office/drawing/2014/main" id="{ECC8CD10-890A-B2BD-92E5-B4F921409CBD}"/>
              </a:ext>
            </a:extLst>
          </p:cNvPr>
          <p:cNvSpPr txBox="1">
            <a:spLocks noChangeArrowheads="1"/>
          </p:cNvSpPr>
          <p:nvPr/>
        </p:nvSpPr>
        <p:spPr bwMode="auto">
          <a:xfrm>
            <a:off x="7999562" y="1485900"/>
            <a:ext cx="12715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defRPr sz="1600">
                <a:solidFill>
                  <a:schemeClr val="hlink"/>
                </a:solidFill>
                <a:latin typeface="Arial" charset="0"/>
              </a:defRPr>
            </a:lvl1pPr>
            <a:lvl2pPr marL="742950" indent="-285750">
              <a:defRPr sz="1600">
                <a:solidFill>
                  <a:schemeClr val="hlink"/>
                </a:solidFill>
                <a:latin typeface="Arial" charset="0"/>
              </a:defRPr>
            </a:lvl2pPr>
            <a:lvl3pPr marL="1143000" indent="-228600">
              <a:defRPr sz="1600">
                <a:solidFill>
                  <a:schemeClr val="hlink"/>
                </a:solidFill>
                <a:latin typeface="Arial" charset="0"/>
              </a:defRPr>
            </a:lvl3pPr>
            <a:lvl4pPr marL="1600200" indent="-228600">
              <a:defRPr sz="1600">
                <a:solidFill>
                  <a:schemeClr val="hlink"/>
                </a:solidFill>
                <a:latin typeface="Arial" charset="0"/>
              </a:defRPr>
            </a:lvl4pPr>
            <a:lvl5pPr marL="2057400" indent="-228600">
              <a:defRPr sz="1600">
                <a:solidFill>
                  <a:schemeClr val="hlink"/>
                </a:solidFill>
                <a:latin typeface="Arial" charset="0"/>
              </a:defRPr>
            </a:lvl5pPr>
            <a:lvl6pPr marL="2514600" indent="-228600" eaLnBrk="0" fontAlgn="base" hangingPunct="0">
              <a:spcBef>
                <a:spcPct val="0"/>
              </a:spcBef>
              <a:spcAft>
                <a:spcPct val="0"/>
              </a:spcAft>
              <a:defRPr sz="1600">
                <a:solidFill>
                  <a:schemeClr val="hlink"/>
                </a:solidFill>
                <a:latin typeface="Arial" charset="0"/>
              </a:defRPr>
            </a:lvl6pPr>
            <a:lvl7pPr marL="2971800" indent="-228600" eaLnBrk="0" fontAlgn="base" hangingPunct="0">
              <a:spcBef>
                <a:spcPct val="0"/>
              </a:spcBef>
              <a:spcAft>
                <a:spcPct val="0"/>
              </a:spcAft>
              <a:defRPr sz="1600">
                <a:solidFill>
                  <a:schemeClr val="hlink"/>
                </a:solidFill>
                <a:latin typeface="Arial" charset="0"/>
              </a:defRPr>
            </a:lvl7pPr>
            <a:lvl8pPr marL="3429000" indent="-228600" eaLnBrk="0" fontAlgn="base" hangingPunct="0">
              <a:spcBef>
                <a:spcPct val="0"/>
              </a:spcBef>
              <a:spcAft>
                <a:spcPct val="0"/>
              </a:spcAft>
              <a:defRPr sz="1600">
                <a:solidFill>
                  <a:schemeClr val="hlink"/>
                </a:solidFill>
                <a:latin typeface="Arial" charset="0"/>
              </a:defRPr>
            </a:lvl8pPr>
            <a:lvl9pPr marL="3886200" indent="-228600" eaLnBrk="0" fontAlgn="base" hangingPunct="0">
              <a:spcBef>
                <a:spcPct val="0"/>
              </a:spcBef>
              <a:spcAft>
                <a:spcPct val="0"/>
              </a:spcAft>
              <a:defRPr sz="1600">
                <a:solidFill>
                  <a:schemeClr val="hlink"/>
                </a:solidFill>
                <a:latin typeface="Arial" charset="0"/>
              </a:defRPr>
            </a:lvl9pPr>
          </a:lstStyle>
          <a:p>
            <a:r>
              <a:rPr lang="en-US" altLang="en-US" sz="2000">
                <a:solidFill>
                  <a:schemeClr val="tx1"/>
                </a:solidFill>
              </a:rPr>
              <a:t>Additive,</a:t>
            </a:r>
          </a:p>
          <a:p>
            <a:r>
              <a:rPr lang="en-US" altLang="en-US" sz="2000">
                <a:solidFill>
                  <a:schemeClr val="tx1"/>
                </a:solidFill>
              </a:rPr>
              <a:t>Weak DD</a:t>
            </a:r>
          </a:p>
        </p:txBody>
      </p:sp>
      <p:pic>
        <p:nvPicPr>
          <p:cNvPr id="110" name="Picture 114" descr="serie">
            <a:extLst>
              <a:ext uri="{FF2B5EF4-FFF2-40B4-BE49-F238E27FC236}">
                <a16:creationId xmlns:a16="http://schemas.microsoft.com/office/drawing/2014/main" id="{52180946-9E1B-A767-13A4-F322B5AD69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3922" t="32292" r="14377" b="28125"/>
          <a:stretch>
            <a:fillRect/>
          </a:stretch>
        </p:blipFill>
        <p:spPr bwMode="auto">
          <a:xfrm>
            <a:off x="8064649" y="3238500"/>
            <a:ext cx="1185863" cy="1219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11" name="Rectangle 113">
            <a:extLst>
              <a:ext uri="{FF2B5EF4-FFF2-40B4-BE49-F238E27FC236}">
                <a16:creationId xmlns:a16="http://schemas.microsoft.com/office/drawing/2014/main" id="{35E4F87B-CA24-67EE-CF55-8EEE6F52C750}"/>
              </a:ext>
            </a:extLst>
          </p:cNvPr>
          <p:cNvSpPr txBox="1">
            <a:spLocks noChangeArrowheads="1"/>
          </p:cNvSpPr>
          <p:nvPr/>
        </p:nvSpPr>
        <p:spPr>
          <a:xfrm>
            <a:off x="2702074" y="1398588"/>
            <a:ext cx="3333751"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z="1800" dirty="0"/>
              <a:t>Adaptive Harvest Management</a:t>
            </a:r>
          </a:p>
        </p:txBody>
      </p:sp>
      <p:sp>
        <p:nvSpPr>
          <p:cNvPr id="112" name="TextBox 111">
            <a:extLst>
              <a:ext uri="{FF2B5EF4-FFF2-40B4-BE49-F238E27FC236}">
                <a16:creationId xmlns:a16="http://schemas.microsoft.com/office/drawing/2014/main" id="{EF9843D3-F901-2DA8-6DF9-F6D78AAE9933}"/>
              </a:ext>
            </a:extLst>
          </p:cNvPr>
          <p:cNvSpPr txBox="1"/>
          <p:nvPr/>
        </p:nvSpPr>
        <p:spPr>
          <a:xfrm>
            <a:off x="49305" y="6553482"/>
            <a:ext cx="12142695" cy="276999"/>
          </a:xfrm>
          <a:prstGeom prst="rect">
            <a:avLst/>
          </a:prstGeom>
          <a:noFill/>
        </p:spPr>
        <p:txBody>
          <a:bodyPr wrap="square">
            <a:spAutoFit/>
          </a:bodyPr>
          <a:lstStyle/>
          <a:p>
            <a:r>
              <a:rPr lang="en-US" sz="1200" dirty="0"/>
              <a:t>Developed by Runge MC, Nichols JD, Johnson FA, Eaton MJ, Romito AM, Breese G, Cochrane JF, Converse SJ, Eaton MJ, Larson MA, Lyons JE, Smith DR, Isham AF</a:t>
            </a:r>
          </a:p>
        </p:txBody>
      </p:sp>
    </p:spTree>
    <p:extLst>
      <p:ext uri="{BB962C8B-B14F-4D97-AF65-F5344CB8AC3E}">
        <p14:creationId xmlns:p14="http://schemas.microsoft.com/office/powerpoint/2010/main" val="36243342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0B081-D07D-B2AA-6C97-D16367C515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0E50C-97B5-AAC2-FD60-4A18554F6EE0}"/>
              </a:ext>
            </a:extLst>
          </p:cNvPr>
          <p:cNvSpPr>
            <a:spLocks noGrp="1"/>
          </p:cNvSpPr>
          <p:nvPr>
            <p:ph type="title"/>
          </p:nvPr>
        </p:nvSpPr>
        <p:spPr>
          <a:xfrm>
            <a:off x="504975" y="398066"/>
            <a:ext cx="10515600" cy="750094"/>
          </a:xfrm>
        </p:spPr>
        <p:txBody>
          <a:bodyPr>
            <a:normAutofit/>
          </a:bodyPr>
          <a:lstStyle/>
          <a:p>
            <a:r>
              <a:rPr lang="en-US" dirty="0"/>
              <a:t>AM example- Glen Canyon Dam</a:t>
            </a:r>
          </a:p>
        </p:txBody>
      </p:sp>
      <p:pic>
        <p:nvPicPr>
          <p:cNvPr id="113" name="Picture 112">
            <a:extLst>
              <a:ext uri="{FF2B5EF4-FFF2-40B4-BE49-F238E27FC236}">
                <a16:creationId xmlns:a16="http://schemas.microsoft.com/office/drawing/2014/main" id="{314E5F69-CE95-90D4-413B-7B5FEE91C224}"/>
              </a:ext>
            </a:extLst>
          </p:cNvPr>
          <p:cNvPicPr>
            <a:picLocks noChangeAspect="1"/>
          </p:cNvPicPr>
          <p:nvPr/>
        </p:nvPicPr>
        <p:blipFill>
          <a:blip r:embed="rId2"/>
          <a:stretch>
            <a:fillRect/>
          </a:stretch>
        </p:blipFill>
        <p:spPr>
          <a:xfrm>
            <a:off x="1938169" y="1764645"/>
            <a:ext cx="7938360" cy="3969180"/>
          </a:xfrm>
          <a:prstGeom prst="rect">
            <a:avLst/>
          </a:prstGeom>
        </p:spPr>
      </p:pic>
      <p:sp>
        <p:nvSpPr>
          <p:cNvPr id="114" name="TextBox 113">
            <a:extLst>
              <a:ext uri="{FF2B5EF4-FFF2-40B4-BE49-F238E27FC236}">
                <a16:creationId xmlns:a16="http://schemas.microsoft.com/office/drawing/2014/main" id="{C01892B5-6DB3-4134-A5BF-5C309C560812}"/>
              </a:ext>
            </a:extLst>
          </p:cNvPr>
          <p:cNvSpPr txBox="1"/>
          <p:nvPr/>
        </p:nvSpPr>
        <p:spPr>
          <a:xfrm>
            <a:off x="0" y="6550223"/>
            <a:ext cx="6097554" cy="307777"/>
          </a:xfrm>
          <a:prstGeom prst="rect">
            <a:avLst/>
          </a:prstGeom>
          <a:noFill/>
        </p:spPr>
        <p:txBody>
          <a:bodyPr wrap="square">
            <a:spAutoFit/>
          </a:bodyPr>
          <a:lstStyle/>
          <a:p>
            <a:r>
              <a:rPr lang="en-US" sz="1400" dirty="0"/>
              <a:t>See </a:t>
            </a:r>
            <a:r>
              <a:rPr lang="en-US" sz="1400" dirty="0">
                <a:hlinkClick r:id="rId3"/>
              </a:rPr>
              <a:t>https://www.usbr.gov/uc/progact/amp/index.html</a:t>
            </a:r>
            <a:r>
              <a:rPr lang="en-US" sz="1400" dirty="0"/>
              <a:t> </a:t>
            </a:r>
          </a:p>
        </p:txBody>
      </p:sp>
    </p:spTree>
    <p:extLst>
      <p:ext uri="{BB962C8B-B14F-4D97-AF65-F5344CB8AC3E}">
        <p14:creationId xmlns:p14="http://schemas.microsoft.com/office/powerpoint/2010/main" val="1132613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EA806-46BF-9FF7-2285-25F4EDEEFC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15CDA3-8232-E5CD-0025-DD0AA124ADDE}"/>
              </a:ext>
            </a:extLst>
          </p:cNvPr>
          <p:cNvSpPr>
            <a:spLocks noGrp="1"/>
          </p:cNvSpPr>
          <p:nvPr>
            <p:ph type="title"/>
          </p:nvPr>
        </p:nvSpPr>
        <p:spPr>
          <a:xfrm>
            <a:off x="504975" y="398066"/>
            <a:ext cx="10515600" cy="750094"/>
          </a:xfrm>
        </p:spPr>
        <p:txBody>
          <a:bodyPr>
            <a:normAutofit/>
          </a:bodyPr>
          <a:lstStyle/>
          <a:p>
            <a:r>
              <a:rPr lang="en-US" dirty="0"/>
              <a:t>Other AM examples</a:t>
            </a:r>
          </a:p>
        </p:txBody>
      </p:sp>
      <p:sp>
        <p:nvSpPr>
          <p:cNvPr id="3" name="TextBox 2">
            <a:extLst>
              <a:ext uri="{FF2B5EF4-FFF2-40B4-BE49-F238E27FC236}">
                <a16:creationId xmlns:a16="http://schemas.microsoft.com/office/drawing/2014/main" id="{5CD3136B-7C0A-2124-76E9-88A97CB9DE82}"/>
              </a:ext>
            </a:extLst>
          </p:cNvPr>
          <p:cNvSpPr txBox="1"/>
          <p:nvPr/>
        </p:nvSpPr>
        <p:spPr>
          <a:xfrm>
            <a:off x="0" y="6621524"/>
            <a:ext cx="6097554" cy="307777"/>
          </a:xfrm>
          <a:prstGeom prst="rect">
            <a:avLst/>
          </a:prstGeom>
          <a:noFill/>
        </p:spPr>
        <p:txBody>
          <a:bodyPr wrap="square">
            <a:spAutoFit/>
          </a:bodyPr>
          <a:lstStyle/>
          <a:p>
            <a:r>
              <a:rPr lang="en-US" sz="1400" dirty="0"/>
              <a:t>Developed by Brielle Thompson, See Williams and Brown 2014</a:t>
            </a:r>
          </a:p>
        </p:txBody>
      </p:sp>
      <p:sp>
        <p:nvSpPr>
          <p:cNvPr id="5" name="TextBox 4">
            <a:extLst>
              <a:ext uri="{FF2B5EF4-FFF2-40B4-BE49-F238E27FC236}">
                <a16:creationId xmlns:a16="http://schemas.microsoft.com/office/drawing/2014/main" id="{C6FFA3CA-C99F-2748-F583-D1F20F014E24}"/>
              </a:ext>
            </a:extLst>
          </p:cNvPr>
          <p:cNvSpPr txBox="1"/>
          <p:nvPr/>
        </p:nvSpPr>
        <p:spPr>
          <a:xfrm>
            <a:off x="1043713" y="1250857"/>
            <a:ext cx="3435370" cy="461665"/>
          </a:xfrm>
          <a:prstGeom prst="rect">
            <a:avLst/>
          </a:prstGeom>
          <a:noFill/>
        </p:spPr>
        <p:txBody>
          <a:bodyPr wrap="square">
            <a:spAutoFit/>
          </a:bodyPr>
          <a:lstStyle/>
          <a:p>
            <a:pPr algn="ctr"/>
            <a:r>
              <a:rPr lang="en-US" sz="2400" b="1" dirty="0"/>
              <a:t>Golden Eagles in Denali</a:t>
            </a:r>
          </a:p>
        </p:txBody>
      </p:sp>
      <p:pic>
        <p:nvPicPr>
          <p:cNvPr id="6" name="Picture 5">
            <a:extLst>
              <a:ext uri="{FF2B5EF4-FFF2-40B4-BE49-F238E27FC236}">
                <a16:creationId xmlns:a16="http://schemas.microsoft.com/office/drawing/2014/main" id="{300C8AFA-4E1B-67D4-EE92-38E9B5E3230C}"/>
              </a:ext>
            </a:extLst>
          </p:cNvPr>
          <p:cNvPicPr>
            <a:picLocks noChangeAspect="1"/>
          </p:cNvPicPr>
          <p:nvPr/>
        </p:nvPicPr>
        <p:blipFill>
          <a:blip r:embed="rId2"/>
          <a:stretch>
            <a:fillRect/>
          </a:stretch>
        </p:blipFill>
        <p:spPr>
          <a:xfrm>
            <a:off x="842859" y="1712522"/>
            <a:ext cx="3837078" cy="1816297"/>
          </a:xfrm>
          <a:prstGeom prst="rect">
            <a:avLst/>
          </a:prstGeom>
        </p:spPr>
      </p:pic>
      <p:sp>
        <p:nvSpPr>
          <p:cNvPr id="7" name="TextBox 6">
            <a:extLst>
              <a:ext uri="{FF2B5EF4-FFF2-40B4-BE49-F238E27FC236}">
                <a16:creationId xmlns:a16="http://schemas.microsoft.com/office/drawing/2014/main" id="{87C81E12-CE7F-2891-1628-DE30E66D02EE}"/>
              </a:ext>
            </a:extLst>
          </p:cNvPr>
          <p:cNvSpPr txBox="1"/>
          <p:nvPr/>
        </p:nvSpPr>
        <p:spPr>
          <a:xfrm>
            <a:off x="4075622" y="3195587"/>
            <a:ext cx="604315" cy="369332"/>
          </a:xfrm>
          <a:prstGeom prst="rect">
            <a:avLst/>
          </a:prstGeom>
          <a:noFill/>
        </p:spPr>
        <p:txBody>
          <a:bodyPr wrap="square">
            <a:spAutoFit/>
          </a:bodyPr>
          <a:lstStyle/>
          <a:p>
            <a:r>
              <a:rPr lang="en-US" dirty="0"/>
              <a:t>NPS</a:t>
            </a:r>
          </a:p>
        </p:txBody>
      </p:sp>
      <p:sp>
        <p:nvSpPr>
          <p:cNvPr id="8" name="TextBox 7">
            <a:extLst>
              <a:ext uri="{FF2B5EF4-FFF2-40B4-BE49-F238E27FC236}">
                <a16:creationId xmlns:a16="http://schemas.microsoft.com/office/drawing/2014/main" id="{7F8C578D-C3C7-C58D-ADE9-A193377BD7DB}"/>
              </a:ext>
            </a:extLst>
          </p:cNvPr>
          <p:cNvSpPr txBox="1"/>
          <p:nvPr/>
        </p:nvSpPr>
        <p:spPr>
          <a:xfrm>
            <a:off x="1003914" y="3642278"/>
            <a:ext cx="3676023" cy="2739211"/>
          </a:xfrm>
          <a:prstGeom prst="rect">
            <a:avLst/>
          </a:prstGeom>
          <a:solidFill>
            <a:schemeClr val="accent6">
              <a:lumMod val="20000"/>
              <a:lumOff val="80000"/>
            </a:schemeClr>
          </a:solidFill>
        </p:spPr>
        <p:txBody>
          <a:bodyPr wrap="square" rtlCol="0">
            <a:spAutoFit/>
          </a:bodyPr>
          <a:lstStyle/>
          <a:p>
            <a:pPr marL="285750" indent="-285750">
              <a:buFont typeface="Arial" panose="020B0604020202020204" pitchFamily="34" charset="0"/>
              <a:buChar char="•"/>
            </a:pPr>
            <a:r>
              <a:rPr lang="en-US" sz="2000" dirty="0"/>
              <a:t>3 hypotheses were developed about effects of hiking on site occupancy and nest success</a:t>
            </a:r>
          </a:p>
          <a:p>
            <a:pPr marL="285750" indent="-285750">
              <a:buFont typeface="Arial" panose="020B0604020202020204" pitchFamily="34" charset="0"/>
              <a:buChar char="•"/>
            </a:pPr>
            <a:endParaRPr lang="en-US" sz="600" dirty="0"/>
          </a:p>
          <a:p>
            <a:pPr marL="285750" indent="-285750">
              <a:buFont typeface="Arial" panose="020B0604020202020204" pitchFamily="34" charset="0"/>
              <a:buChar char="•"/>
            </a:pPr>
            <a:r>
              <a:rPr lang="en-US" sz="2000" dirty="0"/>
              <a:t>Collected monitoring data each year to update hypothesis to then inform annual decisions about what trails should be restricted</a:t>
            </a:r>
          </a:p>
        </p:txBody>
      </p:sp>
      <p:sp>
        <p:nvSpPr>
          <p:cNvPr id="9" name="TextBox 8">
            <a:extLst>
              <a:ext uri="{FF2B5EF4-FFF2-40B4-BE49-F238E27FC236}">
                <a16:creationId xmlns:a16="http://schemas.microsoft.com/office/drawing/2014/main" id="{C5B9898F-C430-75E2-9984-6BFB45E51D7F}"/>
              </a:ext>
            </a:extLst>
          </p:cNvPr>
          <p:cNvSpPr txBox="1"/>
          <p:nvPr/>
        </p:nvSpPr>
        <p:spPr>
          <a:xfrm>
            <a:off x="7164212" y="1020557"/>
            <a:ext cx="2820942" cy="830997"/>
          </a:xfrm>
          <a:prstGeom prst="rect">
            <a:avLst/>
          </a:prstGeom>
          <a:noFill/>
        </p:spPr>
        <p:txBody>
          <a:bodyPr wrap="square">
            <a:spAutoFit/>
          </a:bodyPr>
          <a:lstStyle/>
          <a:p>
            <a:pPr algn="ctr"/>
            <a:r>
              <a:rPr lang="en-US" sz="2400" b="1" dirty="0"/>
              <a:t>Red Knots and horseshoe crabs</a:t>
            </a:r>
          </a:p>
        </p:txBody>
      </p:sp>
      <p:sp>
        <p:nvSpPr>
          <p:cNvPr id="12" name="TextBox 11">
            <a:extLst>
              <a:ext uri="{FF2B5EF4-FFF2-40B4-BE49-F238E27FC236}">
                <a16:creationId xmlns:a16="http://schemas.microsoft.com/office/drawing/2014/main" id="{C7CA11FC-DD2E-3184-B99A-4CF38A436C6F}"/>
              </a:ext>
            </a:extLst>
          </p:cNvPr>
          <p:cNvSpPr txBox="1"/>
          <p:nvPr/>
        </p:nvSpPr>
        <p:spPr>
          <a:xfrm>
            <a:off x="6259893" y="4120832"/>
            <a:ext cx="4389937" cy="2339102"/>
          </a:xfrm>
          <a:prstGeom prst="rect">
            <a:avLst/>
          </a:prstGeom>
          <a:solidFill>
            <a:schemeClr val="tx2">
              <a:lumMod val="20000"/>
              <a:lumOff val="80000"/>
            </a:schemeClr>
          </a:solidFill>
        </p:spPr>
        <p:txBody>
          <a:bodyPr wrap="square" rtlCol="0">
            <a:spAutoFit/>
          </a:bodyPr>
          <a:lstStyle/>
          <a:p>
            <a:pPr marL="285750" indent="-285750">
              <a:buFont typeface="Arial" panose="020B0604020202020204" pitchFamily="34" charset="0"/>
              <a:buChar char="•"/>
            </a:pPr>
            <a:r>
              <a:rPr lang="en-US" sz="2000" dirty="0"/>
              <a:t>Adaptive management program to identify sustainable horseshoe crab harvest strategy that protects red knots and enables learning about how the system functions</a:t>
            </a:r>
          </a:p>
          <a:p>
            <a:pPr marL="285750" indent="-285750">
              <a:buFont typeface="Arial" panose="020B0604020202020204" pitchFamily="34" charset="0"/>
              <a:buChar char="•"/>
            </a:pPr>
            <a:r>
              <a:rPr lang="en-US" sz="2000" dirty="0"/>
              <a:t>Annual Monitoring data informs these decisions</a:t>
            </a:r>
          </a:p>
          <a:p>
            <a:pPr marL="285750" indent="-285750">
              <a:buFont typeface="Arial" panose="020B0604020202020204" pitchFamily="34" charset="0"/>
              <a:buChar char="•"/>
            </a:pPr>
            <a:endParaRPr lang="en-US" sz="600" dirty="0"/>
          </a:p>
        </p:txBody>
      </p:sp>
      <p:pic>
        <p:nvPicPr>
          <p:cNvPr id="13" name="Picture 12">
            <a:extLst>
              <a:ext uri="{FF2B5EF4-FFF2-40B4-BE49-F238E27FC236}">
                <a16:creationId xmlns:a16="http://schemas.microsoft.com/office/drawing/2014/main" id="{12DB1193-9361-D8B1-4975-38462EBAD97E}"/>
              </a:ext>
            </a:extLst>
          </p:cNvPr>
          <p:cNvPicPr>
            <a:picLocks noChangeAspect="1"/>
          </p:cNvPicPr>
          <p:nvPr/>
        </p:nvPicPr>
        <p:blipFill>
          <a:blip r:embed="rId3"/>
          <a:stretch>
            <a:fillRect/>
          </a:stretch>
        </p:blipFill>
        <p:spPr>
          <a:xfrm>
            <a:off x="7187215" y="1868287"/>
            <a:ext cx="2774937" cy="2191570"/>
          </a:xfrm>
          <a:prstGeom prst="rect">
            <a:avLst/>
          </a:prstGeom>
        </p:spPr>
      </p:pic>
      <p:sp>
        <p:nvSpPr>
          <p:cNvPr id="11" name="TextBox 10">
            <a:extLst>
              <a:ext uri="{FF2B5EF4-FFF2-40B4-BE49-F238E27FC236}">
                <a16:creationId xmlns:a16="http://schemas.microsoft.com/office/drawing/2014/main" id="{493E50AF-F65E-5746-24A1-5A3343BFFC3A}"/>
              </a:ext>
            </a:extLst>
          </p:cNvPr>
          <p:cNvSpPr txBox="1"/>
          <p:nvPr/>
        </p:nvSpPr>
        <p:spPr>
          <a:xfrm>
            <a:off x="7164212" y="3863610"/>
            <a:ext cx="1859583" cy="246221"/>
          </a:xfrm>
          <a:prstGeom prst="rect">
            <a:avLst/>
          </a:prstGeom>
          <a:noFill/>
        </p:spPr>
        <p:txBody>
          <a:bodyPr wrap="square">
            <a:spAutoFit/>
          </a:bodyPr>
          <a:lstStyle/>
          <a:p>
            <a:pPr algn="r"/>
            <a:r>
              <a:rPr lang="en-US" sz="1000" dirty="0"/>
              <a:t>Center for Conservation Biology</a:t>
            </a:r>
          </a:p>
        </p:txBody>
      </p:sp>
    </p:spTree>
    <p:extLst>
      <p:ext uri="{BB962C8B-B14F-4D97-AF65-F5344CB8AC3E}">
        <p14:creationId xmlns:p14="http://schemas.microsoft.com/office/powerpoint/2010/main" val="30037244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96F8B-B5B9-E4AE-4D81-8E9FB0503683}"/>
              </a:ext>
            </a:extLst>
          </p:cNvPr>
          <p:cNvSpPr>
            <a:spLocks noGrp="1"/>
          </p:cNvSpPr>
          <p:nvPr>
            <p:ph type="title"/>
          </p:nvPr>
        </p:nvSpPr>
        <p:spPr/>
        <p:txBody>
          <a:bodyPr/>
          <a:lstStyle/>
          <a:p>
            <a:pPr algn="ctr"/>
            <a:r>
              <a:rPr lang="en-US" dirty="0"/>
              <a:t>Adaptive management resources</a:t>
            </a:r>
          </a:p>
        </p:txBody>
      </p:sp>
      <p:pic>
        <p:nvPicPr>
          <p:cNvPr id="3" name="Picture 3">
            <a:extLst>
              <a:ext uri="{FF2B5EF4-FFF2-40B4-BE49-F238E27FC236}">
                <a16:creationId xmlns:a16="http://schemas.microsoft.com/office/drawing/2014/main" id="{4757AECD-A464-C0CF-ECB4-415D72B76A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17929" y="1690688"/>
            <a:ext cx="3637838" cy="4551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2">
            <a:extLst>
              <a:ext uri="{FF2B5EF4-FFF2-40B4-BE49-F238E27FC236}">
                <a16:creationId xmlns:a16="http://schemas.microsoft.com/office/drawing/2014/main" id="{8CAB1EEF-0288-A2C2-BC93-5E1CD407DF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967" y="1690688"/>
            <a:ext cx="3554260" cy="4572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081968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DD0A2-D5DD-D302-059E-94E354FD3627}"/>
              </a:ext>
            </a:extLst>
          </p:cNvPr>
          <p:cNvSpPr>
            <a:spLocks noGrp="1"/>
          </p:cNvSpPr>
          <p:nvPr>
            <p:ph type="title"/>
          </p:nvPr>
        </p:nvSpPr>
        <p:spPr>
          <a:xfrm>
            <a:off x="838200" y="365125"/>
            <a:ext cx="10515600" cy="839731"/>
          </a:xfrm>
        </p:spPr>
        <p:txBody>
          <a:bodyPr/>
          <a:lstStyle/>
          <a:p>
            <a:r>
              <a:rPr lang="en-US" dirty="0"/>
              <a:t>Impediments to adaptive management:</a:t>
            </a:r>
          </a:p>
        </p:txBody>
      </p:sp>
      <p:sp>
        <p:nvSpPr>
          <p:cNvPr id="3" name="TextBox 2">
            <a:extLst>
              <a:ext uri="{FF2B5EF4-FFF2-40B4-BE49-F238E27FC236}">
                <a16:creationId xmlns:a16="http://schemas.microsoft.com/office/drawing/2014/main" id="{E7E24645-FAE6-D1DD-97AD-E9837AB67C5C}"/>
              </a:ext>
            </a:extLst>
          </p:cNvPr>
          <p:cNvSpPr txBox="1"/>
          <p:nvPr/>
        </p:nvSpPr>
        <p:spPr>
          <a:xfrm>
            <a:off x="1269402" y="1376978"/>
            <a:ext cx="7627172"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Confusion with trial and error</a:t>
            </a:r>
          </a:p>
          <a:p>
            <a:pPr marL="742950" lvl="1" indent="-285750">
              <a:buFont typeface="Arial" panose="020B0604020202020204" pitchFamily="34" charset="0"/>
              <a:buChar char="•"/>
            </a:pPr>
            <a:r>
              <a:rPr lang="en-US" sz="2400" dirty="0"/>
              <a:t>It is not a ‘trial and error’ process, but rather emphasizes learning while doing</a:t>
            </a:r>
          </a:p>
          <a:p>
            <a:pPr marL="285750" indent="-285750">
              <a:buFont typeface="Arial" panose="020B0604020202020204" pitchFamily="34" charset="0"/>
              <a:buChar char="•"/>
            </a:pPr>
            <a:r>
              <a:rPr lang="en-US" sz="2800" dirty="0"/>
              <a:t>Institutional resistance to acknowledging uncertainty </a:t>
            </a:r>
          </a:p>
          <a:p>
            <a:pPr marL="285750" indent="-285750">
              <a:buFont typeface="Arial" panose="020B0604020202020204" pitchFamily="34" charset="0"/>
              <a:buChar char="•"/>
            </a:pPr>
            <a:r>
              <a:rPr lang="en-US" sz="2800" dirty="0"/>
              <a:t>Mistake a monitoring plan for being an adaptive management program</a:t>
            </a:r>
          </a:p>
          <a:p>
            <a:pPr marL="285750" indent="-285750">
              <a:buFont typeface="Arial" panose="020B0604020202020204" pitchFamily="34" charset="0"/>
              <a:buChar char="•"/>
            </a:pPr>
            <a:r>
              <a:rPr lang="en-US" sz="2800" dirty="0"/>
              <a:t>Risk aversion </a:t>
            </a:r>
            <a:r>
              <a:rPr lang="en-US" sz="2800" dirty="0">
                <a:sym typeface="Wingdings" panose="05000000000000000000" pitchFamily="2" charset="2"/>
              </a:rPr>
              <a:t> strategies with little or no opportunity for learning</a:t>
            </a:r>
          </a:p>
          <a:p>
            <a:pPr marL="285750" indent="-285750">
              <a:buFont typeface="Arial" panose="020B0604020202020204" pitchFamily="34" charset="0"/>
              <a:buChar char="•"/>
            </a:pPr>
            <a:r>
              <a:rPr lang="en-US" sz="2800" dirty="0"/>
              <a:t>Lack of institutional commitment </a:t>
            </a:r>
          </a:p>
        </p:txBody>
      </p:sp>
      <p:sp>
        <p:nvSpPr>
          <p:cNvPr id="4" name="TextBox 3">
            <a:extLst>
              <a:ext uri="{FF2B5EF4-FFF2-40B4-BE49-F238E27FC236}">
                <a16:creationId xmlns:a16="http://schemas.microsoft.com/office/drawing/2014/main" id="{92A55954-A165-6906-20E5-B90C67714563}"/>
              </a:ext>
            </a:extLst>
          </p:cNvPr>
          <p:cNvSpPr txBox="1"/>
          <p:nvPr/>
        </p:nvSpPr>
        <p:spPr>
          <a:xfrm>
            <a:off x="0" y="6621524"/>
            <a:ext cx="6097554" cy="307777"/>
          </a:xfrm>
          <a:prstGeom prst="rect">
            <a:avLst/>
          </a:prstGeom>
          <a:noFill/>
        </p:spPr>
        <p:txBody>
          <a:bodyPr wrap="square">
            <a:spAutoFit/>
          </a:bodyPr>
          <a:lstStyle/>
          <a:p>
            <a:r>
              <a:rPr lang="en-US" sz="1400" dirty="0"/>
              <a:t>Developed by Brielle Thompson, See Williams and Brown 2014</a:t>
            </a:r>
          </a:p>
        </p:txBody>
      </p:sp>
    </p:spTree>
    <p:extLst>
      <p:ext uri="{BB962C8B-B14F-4D97-AF65-F5344CB8AC3E}">
        <p14:creationId xmlns:p14="http://schemas.microsoft.com/office/powerpoint/2010/main" val="16992250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AFFDB4E-489F-1C6A-4015-ACC25412D60A}"/>
              </a:ext>
            </a:extLst>
          </p:cNvPr>
          <p:cNvSpPr txBox="1">
            <a:spLocks/>
          </p:cNvSpPr>
          <p:nvPr/>
        </p:nvSpPr>
        <p:spPr>
          <a:xfrm>
            <a:off x="0" y="472288"/>
            <a:ext cx="12192000" cy="734352"/>
          </a:xfrm>
          <a:prstGeom prst="rect">
            <a:avLst/>
          </a:prstGeom>
          <a:solidFill>
            <a:schemeClr val="accent5">
              <a:lumMod val="20000"/>
              <a:lumOff val="80000"/>
            </a:schemeClr>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Skills Check #3: Adaptive Management</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88E7C65-9778-2C20-519A-E9CFA0E2FADF}"/>
                  </a:ext>
                </a:extLst>
              </p:cNvPr>
              <p:cNvSpPr txBox="1"/>
              <p:nvPr/>
            </p:nvSpPr>
            <p:spPr>
              <a:xfrm>
                <a:off x="451821" y="1387736"/>
                <a:ext cx="10187491" cy="4658776"/>
              </a:xfrm>
              <a:prstGeom prst="rect">
                <a:avLst/>
              </a:prstGeom>
              <a:noFill/>
            </p:spPr>
            <p:txBody>
              <a:bodyPr wrap="square" rtlCol="0">
                <a:spAutoFit/>
              </a:bodyPr>
              <a:lstStyle/>
              <a:p>
                <a:r>
                  <a:rPr lang="en-US" sz="2400" dirty="0"/>
                  <a:t>There is still extreme uncertainty on whether hypothesis 1 or 2 is correct regarding how grassland bird nest success varies with extent of prescribed burn within territories</a:t>
                </a:r>
              </a:p>
              <a:p>
                <a:pPr lvl="1"/>
                <a:r>
                  <a:rPr lang="en-US" sz="2000" dirty="0"/>
                  <a:t>H1: </a:t>
                </a:r>
                <a14:m>
                  <m:oMath xmlns:m="http://schemas.openxmlformats.org/officeDocument/2006/math">
                    <m:r>
                      <a:rPr lang="en-US" sz="2000" i="1">
                        <a:latin typeface="Cambria Math" panose="02040503050406030204" pitchFamily="18" charset="0"/>
                      </a:rPr>
                      <m:t>𝑙𝑜𝑔𝑖𝑡</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𝑏𝑢𝑟𝑛</m:t>
                        </m:r>
                        <m:r>
                          <a:rPr lang="en-US" sz="2000" i="1">
                            <a:latin typeface="Cambria Math" panose="02040503050406030204" pitchFamily="18" charset="0"/>
                          </a:rPr>
                          <m:t>_</m:t>
                        </m:r>
                        <m:r>
                          <a:rPr lang="en-US" sz="2000" i="1">
                            <a:latin typeface="Cambria Math" panose="02040503050406030204" pitchFamily="18" charset="0"/>
                          </a:rPr>
                          <m:t>𝑒𝑥</m:t>
                        </m:r>
                      </m:e>
                      <m:sub>
                        <m:r>
                          <a:rPr lang="en-US" sz="2000" i="1">
                            <a:latin typeface="Cambria Math" panose="02040503050406030204" pitchFamily="18" charset="0"/>
                          </a:rPr>
                          <m:t>𝑡</m:t>
                        </m:r>
                      </m:sub>
                    </m:sSub>
                  </m:oMath>
                </a14:m>
                <a:endParaRPr lang="en-US" sz="2000" dirty="0"/>
              </a:p>
              <a:p>
                <a:pPr lvl="1"/>
                <a:r>
                  <a:rPr lang="en-US" sz="2000" dirty="0"/>
                  <a:t>H2: </a:t>
                </a:r>
                <a14:m>
                  <m:oMath xmlns:m="http://schemas.openxmlformats.org/officeDocument/2006/math">
                    <m:r>
                      <a:rPr lang="en-US" sz="2000" i="1">
                        <a:latin typeface="Cambria Math" panose="02040503050406030204" pitchFamily="18" charset="0"/>
                      </a:rPr>
                      <m:t>𝑙𝑜𝑔𝑖𝑡</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𝑆</m:t>
                            </m:r>
                          </m:e>
                          <m:sub>
                            <m:r>
                              <a:rPr lang="en-US" sz="2000" i="1">
                                <a:latin typeface="Cambria Math" panose="02040503050406030204" pitchFamily="18" charset="0"/>
                              </a:rPr>
                              <m:t>𝑡</m:t>
                            </m:r>
                          </m:sub>
                        </m:sSub>
                      </m:e>
                    </m:d>
                    <m:r>
                      <a:rPr lang="en-US" sz="2000" i="1">
                        <a:latin typeface="Cambria Math" panose="02040503050406030204" pitchFamily="18" charset="0"/>
                      </a:rPr>
                      <m:t>= </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0</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1</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𝑏𝑢𝑟</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𝑒𝑥</m:t>
                            </m:r>
                          </m:sub>
                        </m:sSub>
                      </m:e>
                      <m:sub>
                        <m:r>
                          <a:rPr lang="en-US" sz="2000" i="1">
                            <a:latin typeface="Cambria Math" panose="02040503050406030204" pitchFamily="18" charset="0"/>
                          </a:rPr>
                          <m:t>𝑡</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𝛽</m:t>
                        </m:r>
                      </m:e>
                      <m:sub>
                        <m:r>
                          <a:rPr lang="en-US" sz="2000" i="1">
                            <a:latin typeface="Cambria Math" panose="02040503050406030204" pitchFamily="18" charset="0"/>
                          </a:rPr>
                          <m:t>2</m:t>
                        </m:r>
                      </m:sub>
                    </m:sSub>
                    <m:r>
                      <a:rPr lang="en-US" sz="2000" i="1">
                        <a:latin typeface="Cambria Math" panose="02040503050406030204" pitchFamily="18" charset="0"/>
                      </a:rPr>
                      <m:t>∗</m:t>
                    </m:r>
                    <m:sSup>
                      <m:sSupPr>
                        <m:ctrlPr>
                          <a:rPr lang="en-US" sz="2000" i="1">
                            <a:latin typeface="Cambria Math" panose="02040503050406030204" pitchFamily="18" charset="0"/>
                          </a:rPr>
                        </m:ctrlPr>
                      </m:sSupPr>
                      <m:e>
                        <m:sSub>
                          <m:sSubPr>
                            <m:ctrlPr>
                              <a:rPr lang="en-US" sz="2000" i="1">
                                <a:latin typeface="Cambria Math" panose="02040503050406030204" pitchFamily="18" charset="0"/>
                              </a:rPr>
                            </m:ctrlPr>
                          </m:sSubPr>
                          <m:e>
                            <m:r>
                              <a:rPr lang="en-US" sz="2000" i="1">
                                <a:latin typeface="Cambria Math" panose="02040503050406030204" pitchFamily="18" charset="0"/>
                              </a:rPr>
                              <m:t>𝑏𝑢𝑟</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𝑒𝑥</m:t>
                                </m:r>
                              </m:sub>
                            </m:sSub>
                          </m:e>
                          <m:sub>
                            <m:r>
                              <a:rPr lang="en-US" sz="2000" i="1">
                                <a:latin typeface="Cambria Math" panose="02040503050406030204" pitchFamily="18" charset="0"/>
                              </a:rPr>
                              <m:t>𝑡</m:t>
                            </m:r>
                          </m:sub>
                        </m:sSub>
                      </m:e>
                      <m:sup>
                        <m:r>
                          <a:rPr lang="en-US" sz="2000" i="1">
                            <a:latin typeface="Cambria Math" panose="02040503050406030204" pitchFamily="18" charset="0"/>
                          </a:rPr>
                          <m:t>2</m:t>
                        </m:r>
                      </m:sup>
                    </m:sSup>
                  </m:oMath>
                </a14:m>
                <a:endParaRPr lang="en-US" sz="2000" dirty="0"/>
              </a:p>
              <a:p>
                <a:pPr lvl="1"/>
                <a:endParaRPr lang="en-US" sz="2000" dirty="0"/>
              </a:p>
              <a:p>
                <a:r>
                  <a:rPr lang="en-US" sz="2000" dirty="0"/>
                  <a:t>For the next 4 years, your team has four plots of land that you will experiment with doing alternative 1: a heavy burn, alternative 2: a moderate burn, alternative 3: a light burn, and alternative 4: no burns  </a:t>
                </a:r>
              </a:p>
              <a:p>
                <a:endParaRPr lang="en-US" sz="2000" dirty="0"/>
              </a:p>
              <a:p>
                <a:endParaRPr lang="en-US" sz="2000" dirty="0"/>
              </a:p>
              <a:p>
                <a:r>
                  <a:rPr lang="en-US" sz="2000" b="1" dirty="0"/>
                  <a:t>Your task:</a:t>
                </a:r>
              </a:p>
              <a:p>
                <a:r>
                  <a:rPr lang="en-US" sz="2000" dirty="0"/>
                  <a:t>Explain how an adaptive management program might be performed to resolve uncertainty in our two hypotheses?</a:t>
                </a:r>
              </a:p>
            </p:txBody>
          </p:sp>
        </mc:Choice>
        <mc:Fallback xmlns="">
          <p:sp>
            <p:nvSpPr>
              <p:cNvPr id="2" name="TextBox 1">
                <a:extLst>
                  <a:ext uri="{FF2B5EF4-FFF2-40B4-BE49-F238E27FC236}">
                    <a16:creationId xmlns:a16="http://schemas.microsoft.com/office/drawing/2014/main" id="{B88E7C65-9778-2C20-519A-E9CFA0E2FADF}"/>
                  </a:ext>
                </a:extLst>
              </p:cNvPr>
              <p:cNvSpPr txBox="1">
                <a:spLocks noRot="1" noChangeAspect="1" noMove="1" noResize="1" noEditPoints="1" noAdjustHandles="1" noChangeArrowheads="1" noChangeShapeType="1" noTextEdit="1"/>
              </p:cNvSpPr>
              <p:nvPr/>
            </p:nvSpPr>
            <p:spPr>
              <a:xfrm>
                <a:off x="451821" y="1387736"/>
                <a:ext cx="10187491" cy="4658776"/>
              </a:xfrm>
              <a:prstGeom prst="rect">
                <a:avLst/>
              </a:prstGeom>
              <a:blipFill>
                <a:blip r:embed="rId2"/>
                <a:stretch>
                  <a:fillRect l="-898" t="-1047" r="-1077" b="-1440"/>
                </a:stretch>
              </a:blipFill>
            </p:spPr>
            <p:txBody>
              <a:bodyPr/>
              <a:lstStyle/>
              <a:p>
                <a:r>
                  <a:rPr lang="en-US">
                    <a:noFill/>
                  </a:rPr>
                  <a:t> </a:t>
                </a:r>
              </a:p>
            </p:txBody>
          </p:sp>
        </mc:Fallback>
      </mc:AlternateContent>
      <p:pic>
        <p:nvPicPr>
          <p:cNvPr id="3" name="Graphic 2" descr="Sparrow outline">
            <a:extLst>
              <a:ext uri="{FF2B5EF4-FFF2-40B4-BE49-F238E27FC236}">
                <a16:creationId xmlns:a16="http://schemas.microsoft.com/office/drawing/2014/main" id="{E534E62F-DE7E-3ED2-5990-FF5E36491B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169127" y="382264"/>
            <a:ext cx="914400" cy="914400"/>
          </a:xfrm>
          <a:prstGeom prst="rect">
            <a:avLst/>
          </a:prstGeom>
        </p:spPr>
      </p:pic>
      <p:sp>
        <p:nvSpPr>
          <p:cNvPr id="6" name="TextBox 5">
            <a:extLst>
              <a:ext uri="{FF2B5EF4-FFF2-40B4-BE49-F238E27FC236}">
                <a16:creationId xmlns:a16="http://schemas.microsoft.com/office/drawing/2014/main" id="{E6095474-F514-BF7D-86B9-70E116D34405}"/>
              </a:ext>
            </a:extLst>
          </p:cNvPr>
          <p:cNvSpPr txBox="1"/>
          <p:nvPr/>
        </p:nvSpPr>
        <p:spPr>
          <a:xfrm>
            <a:off x="0" y="6621524"/>
            <a:ext cx="6097554" cy="307777"/>
          </a:xfrm>
          <a:prstGeom prst="rect">
            <a:avLst/>
          </a:prstGeom>
          <a:noFill/>
        </p:spPr>
        <p:txBody>
          <a:bodyPr wrap="square">
            <a:spAutoFit/>
          </a:bodyPr>
          <a:lstStyle/>
          <a:p>
            <a:r>
              <a:rPr lang="en-US" sz="1400" dirty="0"/>
              <a:t>Developed by Brielle Thompson</a:t>
            </a:r>
          </a:p>
        </p:txBody>
      </p:sp>
    </p:spTree>
    <p:extLst>
      <p:ext uri="{BB962C8B-B14F-4D97-AF65-F5344CB8AC3E}">
        <p14:creationId xmlns:p14="http://schemas.microsoft.com/office/powerpoint/2010/main" val="72919421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01EF1-132C-3300-3EA1-6656F6C74F0B}"/>
              </a:ext>
            </a:extLst>
          </p:cNvPr>
          <p:cNvSpPr>
            <a:spLocks noGrp="1"/>
          </p:cNvSpPr>
          <p:nvPr>
            <p:ph type="title"/>
          </p:nvPr>
        </p:nvSpPr>
        <p:spPr>
          <a:xfrm>
            <a:off x="0" y="365126"/>
            <a:ext cx="12192000" cy="882762"/>
          </a:xfrm>
          <a:solidFill>
            <a:schemeClr val="accent6">
              <a:lumMod val="20000"/>
              <a:lumOff val="80000"/>
            </a:schemeClr>
          </a:solidFill>
        </p:spPr>
        <p:txBody>
          <a:bodyPr/>
          <a:lstStyle/>
          <a:p>
            <a:pPr algn="ctr"/>
            <a:r>
              <a:rPr lang="en-US" dirty="0"/>
              <a:t>Activity: think about your decision problem</a:t>
            </a:r>
          </a:p>
        </p:txBody>
      </p:sp>
      <p:sp>
        <p:nvSpPr>
          <p:cNvPr id="3" name="Content Placeholder 2">
            <a:extLst>
              <a:ext uri="{FF2B5EF4-FFF2-40B4-BE49-F238E27FC236}">
                <a16:creationId xmlns:a16="http://schemas.microsoft.com/office/drawing/2014/main" id="{7261D06F-3E23-2161-20A9-95CC0CC852C4}"/>
              </a:ext>
            </a:extLst>
          </p:cNvPr>
          <p:cNvSpPr>
            <a:spLocks noGrp="1"/>
          </p:cNvSpPr>
          <p:nvPr>
            <p:ph idx="1"/>
          </p:nvPr>
        </p:nvSpPr>
        <p:spPr>
          <a:xfrm>
            <a:off x="1065006" y="1497877"/>
            <a:ext cx="10316585" cy="4873658"/>
          </a:xfrm>
        </p:spPr>
        <p:txBody>
          <a:bodyPr>
            <a:normAutofit/>
          </a:bodyPr>
          <a:lstStyle/>
          <a:p>
            <a:r>
              <a:rPr lang="en-US" dirty="0"/>
              <a:t>For your final project presentation, you will quickly comment on additional tools that could be used in your problem that are beyond </a:t>
            </a:r>
            <a:r>
              <a:rPr lang="en-US" dirty="0" err="1"/>
              <a:t>PrOACT</a:t>
            </a:r>
            <a:endParaRPr lang="en-US" dirty="0"/>
          </a:p>
          <a:p>
            <a:pPr lvl="1"/>
            <a:r>
              <a:rPr lang="en-US" dirty="0">
                <a:ea typeface="ＭＳ Ｐゴシック" charset="0"/>
                <a:cs typeface="ＭＳ Ｐゴシック" charset="0"/>
              </a:rPr>
              <a:t>E.g., addressing uncertainty (sensitivity analysis, value of information analysis, and adaptive management)</a:t>
            </a:r>
          </a:p>
          <a:p>
            <a:pPr lvl="1"/>
            <a:r>
              <a:rPr lang="en-US" dirty="0">
                <a:ea typeface="ＭＳ Ｐゴシック" charset="0"/>
                <a:cs typeface="ＭＳ Ｐゴシック" charset="0"/>
              </a:rPr>
              <a:t>E.g., for addressing risk </a:t>
            </a:r>
            <a:r>
              <a:rPr lang="en-US" b="1" dirty="0">
                <a:ea typeface="ＭＳ Ｐゴシック" charset="0"/>
                <a:cs typeface="ＭＳ Ｐゴシック" charset="0"/>
              </a:rPr>
              <a:t>(those tools will be talked about next week)</a:t>
            </a:r>
          </a:p>
          <a:p>
            <a:pPr lvl="1">
              <a:spcBef>
                <a:spcPts val="1200"/>
              </a:spcBef>
              <a:defRPr/>
            </a:pPr>
            <a:endParaRPr lang="en-US" dirty="0">
              <a:ea typeface="ＭＳ Ｐゴシック" charset="0"/>
              <a:cs typeface="ＭＳ Ｐゴシック" charset="0"/>
            </a:endParaRPr>
          </a:p>
          <a:p>
            <a:r>
              <a:rPr lang="en-US" dirty="0"/>
              <a:t>How could you use these tools for your problem?</a:t>
            </a:r>
            <a:endParaRPr lang="en-US" sz="2200" dirty="0">
              <a:ea typeface="ＭＳ Ｐゴシック" charset="0"/>
              <a:cs typeface="ＭＳ Ｐゴシック" charset="0"/>
            </a:endParaRPr>
          </a:p>
          <a:p>
            <a:pPr marL="457200" lvl="1" indent="0">
              <a:buNone/>
            </a:pPr>
            <a:endParaRPr lang="en-US" b="1" dirty="0"/>
          </a:p>
          <a:p>
            <a:r>
              <a:rPr lang="en-US" b="1" dirty="0"/>
              <a:t>Feel free to go back to your other </a:t>
            </a:r>
            <a:r>
              <a:rPr lang="en-US" b="1" dirty="0" err="1"/>
              <a:t>PrOACT</a:t>
            </a:r>
            <a:r>
              <a:rPr lang="en-US" b="1" dirty="0"/>
              <a:t> steps!</a:t>
            </a:r>
          </a:p>
        </p:txBody>
      </p:sp>
      <p:sp>
        <p:nvSpPr>
          <p:cNvPr id="4" name="TextBox 3">
            <a:extLst>
              <a:ext uri="{FF2B5EF4-FFF2-40B4-BE49-F238E27FC236}">
                <a16:creationId xmlns:a16="http://schemas.microsoft.com/office/drawing/2014/main" id="{B50900BC-2036-C727-9DD8-46CD3EE84031}"/>
              </a:ext>
            </a:extLst>
          </p:cNvPr>
          <p:cNvSpPr txBox="1"/>
          <p:nvPr/>
        </p:nvSpPr>
        <p:spPr>
          <a:xfrm>
            <a:off x="0" y="6621524"/>
            <a:ext cx="6097554" cy="307777"/>
          </a:xfrm>
          <a:prstGeom prst="rect">
            <a:avLst/>
          </a:prstGeom>
          <a:noFill/>
        </p:spPr>
        <p:txBody>
          <a:bodyPr wrap="square">
            <a:spAutoFit/>
          </a:bodyPr>
          <a:lstStyle/>
          <a:p>
            <a:r>
              <a:rPr lang="en-US" sz="1400" dirty="0"/>
              <a:t>Developed by Brielle Thompson</a:t>
            </a:r>
          </a:p>
        </p:txBody>
      </p:sp>
    </p:spTree>
    <p:extLst>
      <p:ext uri="{BB962C8B-B14F-4D97-AF65-F5344CB8AC3E}">
        <p14:creationId xmlns:p14="http://schemas.microsoft.com/office/powerpoint/2010/main" val="37725958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A0ACA-1AA3-884C-B536-8D27731592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5435CC-4417-BDCE-C21B-CAC74AA9DD41}"/>
              </a:ext>
            </a:extLst>
          </p:cNvPr>
          <p:cNvSpPr>
            <a:spLocks noGrp="1"/>
          </p:cNvSpPr>
          <p:nvPr>
            <p:ph type="title"/>
          </p:nvPr>
        </p:nvSpPr>
        <p:spPr>
          <a:xfrm>
            <a:off x="838200" y="365125"/>
            <a:ext cx="10515600" cy="1325563"/>
          </a:xfrm>
        </p:spPr>
        <p:txBody>
          <a:bodyPr anchor="ctr">
            <a:normAutofit/>
          </a:bodyPr>
          <a:lstStyle/>
          <a:p>
            <a:r>
              <a:rPr lang="en-US" dirty="0"/>
              <a:t>Working with uncertainty</a:t>
            </a:r>
          </a:p>
        </p:txBody>
      </p:sp>
      <p:sp>
        <p:nvSpPr>
          <p:cNvPr id="3" name="Content Placeholder 2">
            <a:extLst>
              <a:ext uri="{FF2B5EF4-FFF2-40B4-BE49-F238E27FC236}">
                <a16:creationId xmlns:a16="http://schemas.microsoft.com/office/drawing/2014/main" id="{480A5825-6289-97C2-24D4-DDFA5B08DD32}"/>
              </a:ext>
            </a:extLst>
          </p:cNvPr>
          <p:cNvSpPr>
            <a:spLocks noGrp="1"/>
          </p:cNvSpPr>
          <p:nvPr>
            <p:ph sz="half" idx="1"/>
          </p:nvPr>
        </p:nvSpPr>
        <p:spPr>
          <a:xfrm>
            <a:off x="1010322" y="1690688"/>
            <a:ext cx="7983071" cy="3752681"/>
          </a:xfrm>
        </p:spPr>
        <p:txBody>
          <a:bodyPr>
            <a:normAutofit/>
          </a:bodyPr>
          <a:lstStyle/>
          <a:p>
            <a:pPr marL="0" indent="0">
              <a:buNone/>
            </a:pPr>
            <a:r>
              <a:rPr lang="en-US" sz="3200" dirty="0"/>
              <a:t>Three Options:</a:t>
            </a:r>
          </a:p>
          <a:p>
            <a:pPr marL="514350" indent="-514350">
              <a:buFont typeface="+mj-lt"/>
              <a:buAutoNum type="arabicPeriod"/>
            </a:pPr>
            <a:r>
              <a:rPr lang="en-US" sz="3200" dirty="0"/>
              <a:t>Make decisions anyway</a:t>
            </a:r>
          </a:p>
          <a:p>
            <a:pPr marL="457200" lvl="1" indent="0">
              <a:buNone/>
            </a:pPr>
            <a:r>
              <a:rPr lang="en-US" sz="2800" dirty="0"/>
              <a:t>Risk tools: e.g., Decision Trees, Utility Theory </a:t>
            </a:r>
          </a:p>
          <a:p>
            <a:pPr marL="514350" indent="-514350">
              <a:buFont typeface="+mj-lt"/>
              <a:buAutoNum type="arabicPeriod"/>
            </a:pPr>
            <a:r>
              <a:rPr lang="en-US" sz="3200" dirty="0"/>
              <a:t>Conduct research to reduce uncertainty</a:t>
            </a:r>
          </a:p>
          <a:p>
            <a:pPr marL="457200" lvl="1" indent="0">
              <a:buNone/>
            </a:pPr>
            <a:r>
              <a:rPr lang="en-US" sz="2800" dirty="0"/>
              <a:t>Value of Information</a:t>
            </a:r>
          </a:p>
          <a:p>
            <a:pPr marL="514350" indent="-514350">
              <a:buFont typeface="+mj-lt"/>
              <a:buAutoNum type="arabicPeriod"/>
            </a:pPr>
            <a:r>
              <a:rPr lang="en-US" sz="3200" dirty="0"/>
              <a:t>Learn while managing</a:t>
            </a:r>
          </a:p>
          <a:p>
            <a:pPr marL="457200" lvl="1" indent="0">
              <a:buNone/>
            </a:pPr>
            <a:r>
              <a:rPr lang="en-US" sz="2800" dirty="0"/>
              <a:t>Adaptive management</a:t>
            </a:r>
          </a:p>
          <a:p>
            <a:endParaRPr lang="en-US" sz="3200" dirty="0"/>
          </a:p>
        </p:txBody>
      </p:sp>
      <p:sp>
        <p:nvSpPr>
          <p:cNvPr id="6" name="TextBox 5">
            <a:extLst>
              <a:ext uri="{FF2B5EF4-FFF2-40B4-BE49-F238E27FC236}">
                <a16:creationId xmlns:a16="http://schemas.microsoft.com/office/drawing/2014/main" id="{A1027E84-541F-9F65-6709-0CAD8E3BB0BF}"/>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
        <p:nvSpPr>
          <p:cNvPr id="4" name="Rectangle 3">
            <a:extLst>
              <a:ext uri="{FF2B5EF4-FFF2-40B4-BE49-F238E27FC236}">
                <a16:creationId xmlns:a16="http://schemas.microsoft.com/office/drawing/2014/main" id="{76EDF774-1FED-4D66-0CA1-17B2C930232F}"/>
              </a:ext>
            </a:extLst>
          </p:cNvPr>
          <p:cNvSpPr/>
          <p:nvPr/>
        </p:nvSpPr>
        <p:spPr>
          <a:xfrm>
            <a:off x="1010323" y="2248348"/>
            <a:ext cx="7273066" cy="968188"/>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584A2761-5672-88A2-FBB6-E7C6FA4CFC0B}"/>
              </a:ext>
            </a:extLst>
          </p:cNvPr>
          <p:cNvSpPr txBox="1"/>
          <p:nvPr/>
        </p:nvSpPr>
        <p:spPr>
          <a:xfrm>
            <a:off x="8283388" y="2248348"/>
            <a:ext cx="2554045" cy="830997"/>
          </a:xfrm>
          <a:prstGeom prst="rect">
            <a:avLst/>
          </a:prstGeom>
          <a:noFill/>
        </p:spPr>
        <p:txBody>
          <a:bodyPr wrap="square" rtlCol="0">
            <a:spAutoFit/>
          </a:bodyPr>
          <a:lstStyle/>
          <a:p>
            <a:pPr algn="ctr"/>
            <a:r>
              <a:rPr lang="en-US" sz="2400" b="1" dirty="0">
                <a:solidFill>
                  <a:srgbClr val="FF0000"/>
                </a:solidFill>
              </a:rPr>
              <a:t>Risk = topic for next week!</a:t>
            </a:r>
          </a:p>
        </p:txBody>
      </p:sp>
      <p:sp>
        <p:nvSpPr>
          <p:cNvPr id="8" name="Rectangle 7">
            <a:extLst>
              <a:ext uri="{FF2B5EF4-FFF2-40B4-BE49-F238E27FC236}">
                <a16:creationId xmlns:a16="http://schemas.microsoft.com/office/drawing/2014/main" id="{1743840D-5A90-3F9E-9B7D-9234DF5E2144}"/>
              </a:ext>
            </a:extLst>
          </p:cNvPr>
          <p:cNvSpPr/>
          <p:nvPr/>
        </p:nvSpPr>
        <p:spPr>
          <a:xfrm>
            <a:off x="1010321" y="3292865"/>
            <a:ext cx="7273066" cy="1956865"/>
          </a:xfrm>
          <a:prstGeom prst="rect">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314206D-8B06-A023-8E4A-1FE2B5A9BB2B}"/>
              </a:ext>
            </a:extLst>
          </p:cNvPr>
          <p:cNvSpPr txBox="1"/>
          <p:nvPr/>
        </p:nvSpPr>
        <p:spPr>
          <a:xfrm>
            <a:off x="8283388" y="3784953"/>
            <a:ext cx="2554045" cy="461665"/>
          </a:xfrm>
          <a:prstGeom prst="rect">
            <a:avLst/>
          </a:prstGeom>
          <a:noFill/>
        </p:spPr>
        <p:txBody>
          <a:bodyPr wrap="square" rtlCol="0">
            <a:spAutoFit/>
          </a:bodyPr>
          <a:lstStyle/>
          <a:p>
            <a:pPr algn="ctr"/>
            <a:r>
              <a:rPr lang="en-US" sz="2400" b="1" dirty="0">
                <a:solidFill>
                  <a:srgbClr val="00B0F0"/>
                </a:solidFill>
              </a:rPr>
              <a:t>Topic for today</a:t>
            </a:r>
          </a:p>
        </p:txBody>
      </p:sp>
      <p:sp>
        <p:nvSpPr>
          <p:cNvPr id="5" name="Rectangle 4">
            <a:extLst>
              <a:ext uri="{FF2B5EF4-FFF2-40B4-BE49-F238E27FC236}">
                <a16:creationId xmlns:a16="http://schemas.microsoft.com/office/drawing/2014/main" id="{F430D523-87C5-24FA-D2E2-04250C3B199B}"/>
              </a:ext>
            </a:extLst>
          </p:cNvPr>
          <p:cNvSpPr/>
          <p:nvPr/>
        </p:nvSpPr>
        <p:spPr>
          <a:xfrm>
            <a:off x="2603351" y="5698033"/>
            <a:ext cx="6325496" cy="65580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*Next week I’ll also cover a type of quantitative approach for adaptive management called Management Strategy Evaluation</a:t>
            </a:r>
          </a:p>
        </p:txBody>
      </p:sp>
      <p:cxnSp>
        <p:nvCxnSpPr>
          <p:cNvPr id="11" name="Straight Arrow Connector 10">
            <a:extLst>
              <a:ext uri="{FF2B5EF4-FFF2-40B4-BE49-F238E27FC236}">
                <a16:creationId xmlns:a16="http://schemas.microsoft.com/office/drawing/2014/main" id="{ADCAB71A-0FF5-FB54-78D5-1D0639D45164}"/>
              </a:ext>
            </a:extLst>
          </p:cNvPr>
          <p:cNvCxnSpPr>
            <a:cxnSpLocks/>
          </p:cNvCxnSpPr>
          <p:nvPr/>
        </p:nvCxnSpPr>
        <p:spPr>
          <a:xfrm flipH="1" flipV="1">
            <a:off x="2313490" y="5167312"/>
            <a:ext cx="225315" cy="90491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37777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A6F5A-257E-97E6-83AA-4696B79EF0C5}"/>
              </a:ext>
            </a:extLst>
          </p:cNvPr>
          <p:cNvSpPr>
            <a:spLocks noGrp="1"/>
          </p:cNvSpPr>
          <p:nvPr>
            <p:ph type="title"/>
          </p:nvPr>
        </p:nvSpPr>
        <p:spPr>
          <a:xfrm>
            <a:off x="838200" y="365125"/>
            <a:ext cx="10515600" cy="1325563"/>
          </a:xfrm>
        </p:spPr>
        <p:txBody>
          <a:bodyPr anchor="ctr">
            <a:normAutofit/>
          </a:bodyPr>
          <a:lstStyle/>
          <a:p>
            <a:r>
              <a:rPr lang="en-US" dirty="0"/>
              <a:t>Looking ahead:</a:t>
            </a:r>
          </a:p>
        </p:txBody>
      </p:sp>
      <p:graphicFrame>
        <p:nvGraphicFramePr>
          <p:cNvPr id="5" name="Content Placeholder 2">
            <a:extLst>
              <a:ext uri="{FF2B5EF4-FFF2-40B4-BE49-F238E27FC236}">
                <a16:creationId xmlns:a16="http://schemas.microsoft.com/office/drawing/2014/main" id="{F064ADAB-75C7-5015-D427-2B0C35D721B5}"/>
              </a:ext>
            </a:extLst>
          </p:cNvPr>
          <p:cNvGraphicFramePr>
            <a:graphicFrameLocks noGrp="1"/>
          </p:cNvGraphicFramePr>
          <p:nvPr>
            <p:ph idx="1"/>
            <p:extLst>
              <p:ext uri="{D42A27DB-BD31-4B8C-83A1-F6EECF244321}">
                <p14:modId xmlns:p14="http://schemas.microsoft.com/office/powerpoint/2010/main" val="395661139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B345E01A-AEC6-B3DB-F5CB-086D84BA8E7A}"/>
              </a:ext>
            </a:extLst>
          </p:cNvPr>
          <p:cNvSpPr txBox="1"/>
          <p:nvPr/>
        </p:nvSpPr>
        <p:spPr>
          <a:xfrm>
            <a:off x="0" y="6609582"/>
            <a:ext cx="6097554" cy="307777"/>
          </a:xfrm>
          <a:prstGeom prst="rect">
            <a:avLst/>
          </a:prstGeom>
          <a:noFill/>
        </p:spPr>
        <p:txBody>
          <a:bodyPr wrap="square">
            <a:spAutoFit/>
          </a:bodyPr>
          <a:lstStyle/>
          <a:p>
            <a:r>
              <a:rPr lang="en-US" sz="1400" dirty="0"/>
              <a:t>Developed by Brielle Thompson</a:t>
            </a:r>
          </a:p>
        </p:txBody>
      </p:sp>
    </p:spTree>
    <p:extLst>
      <p:ext uri="{BB962C8B-B14F-4D97-AF65-F5344CB8AC3E}">
        <p14:creationId xmlns:p14="http://schemas.microsoft.com/office/powerpoint/2010/main" val="19720887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1DB82-1DE0-B78B-AB52-6E66ADCAD0EF}"/>
              </a:ext>
            </a:extLst>
          </p:cNvPr>
          <p:cNvSpPr>
            <a:spLocks noGrp="1"/>
          </p:cNvSpPr>
          <p:nvPr>
            <p:ph type="title"/>
          </p:nvPr>
        </p:nvSpPr>
        <p:spPr>
          <a:xfrm>
            <a:off x="838200" y="365125"/>
            <a:ext cx="10515600" cy="1325563"/>
          </a:xfrm>
        </p:spPr>
        <p:txBody>
          <a:bodyPr anchor="ctr">
            <a:normAutofit/>
          </a:bodyPr>
          <a:lstStyle/>
          <a:p>
            <a:r>
              <a:rPr lang="en-US" dirty="0"/>
              <a:t>Extra time activities:</a:t>
            </a:r>
            <a:endParaRPr lang="en-US"/>
          </a:p>
        </p:txBody>
      </p:sp>
      <p:pic>
        <p:nvPicPr>
          <p:cNvPr id="4" name="Picture 3" descr="Alarm clocks in a line">
            <a:extLst>
              <a:ext uri="{FF2B5EF4-FFF2-40B4-BE49-F238E27FC236}">
                <a16:creationId xmlns:a16="http://schemas.microsoft.com/office/drawing/2014/main" id="{893D1E89-BB04-80A9-9C6C-90FFCF680AC5}"/>
              </a:ext>
            </a:extLst>
          </p:cNvPr>
          <p:cNvPicPr>
            <a:picLocks noChangeAspect="1"/>
          </p:cNvPicPr>
          <p:nvPr/>
        </p:nvPicPr>
        <p:blipFill>
          <a:blip r:embed="rId2"/>
          <a:srcRect t="26436"/>
          <a:stretch>
            <a:fillRect/>
          </a:stretch>
        </p:blipFill>
        <p:spPr>
          <a:xfrm>
            <a:off x="838200" y="1825625"/>
            <a:ext cx="10515600" cy="4351338"/>
          </a:xfrm>
          <a:prstGeom prst="rect">
            <a:avLst/>
          </a:prstGeom>
          <a:noFill/>
        </p:spPr>
      </p:pic>
    </p:spTree>
    <p:extLst>
      <p:ext uri="{BB962C8B-B14F-4D97-AF65-F5344CB8AC3E}">
        <p14:creationId xmlns:p14="http://schemas.microsoft.com/office/powerpoint/2010/main" val="318541822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ED602-EC27-67AB-41A7-EA2E6E2F1A3F}"/>
              </a:ext>
            </a:extLst>
          </p:cNvPr>
          <p:cNvSpPr>
            <a:spLocks noGrp="1"/>
          </p:cNvSpPr>
          <p:nvPr>
            <p:ph type="title"/>
          </p:nvPr>
        </p:nvSpPr>
        <p:spPr>
          <a:xfrm>
            <a:off x="838200" y="365126"/>
            <a:ext cx="10515600" cy="560426"/>
          </a:xfrm>
        </p:spPr>
        <p:txBody>
          <a:bodyPr>
            <a:noAutofit/>
          </a:bodyPr>
          <a:lstStyle/>
          <a:p>
            <a:r>
              <a:rPr lang="en-US" sz="3600" dirty="0"/>
              <a:t>Reading discussion – Ch 10 Gregory and Long 2012</a:t>
            </a:r>
          </a:p>
        </p:txBody>
      </p:sp>
      <p:sp>
        <p:nvSpPr>
          <p:cNvPr id="3" name="Content Placeholder 2">
            <a:extLst>
              <a:ext uri="{FF2B5EF4-FFF2-40B4-BE49-F238E27FC236}">
                <a16:creationId xmlns:a16="http://schemas.microsoft.com/office/drawing/2014/main" id="{532F6CCB-9497-D52A-E563-EA564D079580}"/>
              </a:ext>
            </a:extLst>
          </p:cNvPr>
          <p:cNvSpPr>
            <a:spLocks noGrp="1"/>
          </p:cNvSpPr>
          <p:nvPr>
            <p:ph idx="1"/>
          </p:nvPr>
        </p:nvSpPr>
        <p:spPr>
          <a:xfrm>
            <a:off x="838200" y="1067342"/>
            <a:ext cx="10515600" cy="5032244"/>
          </a:xfrm>
        </p:spPr>
        <p:txBody>
          <a:bodyPr>
            <a:normAutofit/>
          </a:bodyPr>
          <a:lstStyle/>
          <a:p>
            <a:r>
              <a:rPr lang="en-US" sz="2400" dirty="0"/>
              <a:t>What role does learning play throughout the SDM process, and why is it considered essential at every stage rather than just at the end?</a:t>
            </a:r>
          </a:p>
          <a:p>
            <a:endParaRPr lang="en-US" sz="2400" dirty="0"/>
          </a:p>
          <a:p>
            <a:r>
              <a:rPr lang="en-US" sz="2400" dirty="0"/>
              <a:t>How does the concept of “value of information” (VOI) help prioritize research and monitoring efforts? What are the limitations of relying solely on VOI calculations?</a:t>
            </a:r>
          </a:p>
          <a:p>
            <a:endParaRPr lang="en-US" sz="2400" dirty="0"/>
          </a:p>
          <a:p>
            <a:r>
              <a:rPr lang="en-US" sz="2400" dirty="0"/>
              <a:t>What are the benefits and challenges of incorporating adaptive management into SDM? How do passive and active adaptive management differ in practice?</a:t>
            </a:r>
          </a:p>
          <a:p>
            <a:endParaRPr lang="en-US" sz="2400" dirty="0"/>
          </a:p>
          <a:p>
            <a:r>
              <a:rPr lang="en-US" sz="2400" dirty="0"/>
              <a:t>The authors argue that learning is a means to an end, not a fundamental objective. Do you agree? Should learning ever be treated as a primary goal in environmental management?</a:t>
            </a:r>
          </a:p>
        </p:txBody>
      </p:sp>
    </p:spTree>
    <p:extLst>
      <p:ext uri="{BB962C8B-B14F-4D97-AF65-F5344CB8AC3E}">
        <p14:creationId xmlns:p14="http://schemas.microsoft.com/office/powerpoint/2010/main" val="30199330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8033B-9928-615A-7148-EC456AD99CC6}"/>
              </a:ext>
            </a:extLst>
          </p:cNvPr>
          <p:cNvSpPr>
            <a:spLocks noGrp="1"/>
          </p:cNvSpPr>
          <p:nvPr>
            <p:ph type="title"/>
          </p:nvPr>
        </p:nvSpPr>
        <p:spPr>
          <a:xfrm>
            <a:off x="838200" y="365125"/>
            <a:ext cx="10515600" cy="850489"/>
          </a:xfrm>
        </p:spPr>
        <p:txBody>
          <a:bodyPr>
            <a:normAutofit fontScale="90000"/>
          </a:bodyPr>
          <a:lstStyle/>
          <a:p>
            <a:pPr algn="ctr"/>
            <a:r>
              <a:rPr lang="en-US" sz="4000" dirty="0"/>
              <a:t>EXPECTED VALUE OF PARTIAL PERFECT INFORMATION (EVPXI)</a:t>
            </a:r>
          </a:p>
        </p:txBody>
      </p:sp>
      <p:sp>
        <p:nvSpPr>
          <p:cNvPr id="3" name="Content Placeholder 2">
            <a:extLst>
              <a:ext uri="{FF2B5EF4-FFF2-40B4-BE49-F238E27FC236}">
                <a16:creationId xmlns:a16="http://schemas.microsoft.com/office/drawing/2014/main" id="{96C0CF1A-6172-03F1-8BD9-AD515CFC1507}"/>
              </a:ext>
            </a:extLst>
          </p:cNvPr>
          <p:cNvSpPr>
            <a:spLocks noGrp="1"/>
          </p:cNvSpPr>
          <p:nvPr>
            <p:ph idx="1"/>
          </p:nvPr>
        </p:nvSpPr>
        <p:spPr>
          <a:xfrm>
            <a:off x="945776" y="1395318"/>
            <a:ext cx="10515600" cy="1208033"/>
          </a:xfrm>
        </p:spPr>
        <p:txBody>
          <a:bodyPr/>
          <a:lstStyle/>
          <a:p>
            <a:r>
              <a:rPr lang="en-US" sz="2000" dirty="0"/>
              <a:t>Expected Value of Partial Perfect Information: how much would we expect our management outcomes to improve if we could completely eliminate one source of uncertainty? </a:t>
            </a:r>
          </a:p>
          <a:p>
            <a:r>
              <a:rPr lang="en-US" sz="2400" dirty="0"/>
              <a:t>Going back to the bird example: We have a new hypothesis and a new action</a:t>
            </a:r>
          </a:p>
        </p:txBody>
      </p:sp>
      <p:graphicFrame>
        <p:nvGraphicFramePr>
          <p:cNvPr id="7" name="Table 6">
            <a:extLst>
              <a:ext uri="{FF2B5EF4-FFF2-40B4-BE49-F238E27FC236}">
                <a16:creationId xmlns:a16="http://schemas.microsoft.com/office/drawing/2014/main" id="{9D87B56F-26A5-3388-F0CE-25C6F786EF9F}"/>
              </a:ext>
            </a:extLst>
          </p:cNvPr>
          <p:cNvGraphicFramePr>
            <a:graphicFrameLocks noGrp="1"/>
          </p:cNvGraphicFramePr>
          <p:nvPr>
            <p:extLst>
              <p:ext uri="{D42A27DB-BD31-4B8C-83A1-F6EECF244321}">
                <p14:modId xmlns:p14="http://schemas.microsoft.com/office/powerpoint/2010/main" val="598064877"/>
              </p:ext>
            </p:extLst>
          </p:nvPr>
        </p:nvGraphicFramePr>
        <p:xfrm>
          <a:off x="838200" y="2603351"/>
          <a:ext cx="10515600" cy="2443226"/>
        </p:xfrm>
        <a:graphic>
          <a:graphicData uri="http://schemas.openxmlformats.org/drawingml/2006/table">
            <a:tbl>
              <a:tblPr firstRow="1" bandRow="1"/>
              <a:tblGrid>
                <a:gridCol w="1680729">
                  <a:extLst>
                    <a:ext uri="{9D8B030D-6E8A-4147-A177-3AD203B41FA5}">
                      <a16:colId xmlns:a16="http://schemas.microsoft.com/office/drawing/2014/main" val="90260861"/>
                    </a:ext>
                  </a:extLst>
                </a:gridCol>
                <a:gridCol w="1680729">
                  <a:extLst>
                    <a:ext uri="{9D8B030D-6E8A-4147-A177-3AD203B41FA5}">
                      <a16:colId xmlns:a16="http://schemas.microsoft.com/office/drawing/2014/main" val="3535992252"/>
                    </a:ext>
                  </a:extLst>
                </a:gridCol>
                <a:gridCol w="330256">
                  <a:extLst>
                    <a:ext uri="{9D8B030D-6E8A-4147-A177-3AD203B41FA5}">
                      <a16:colId xmlns:a16="http://schemas.microsoft.com/office/drawing/2014/main" val="3618165725"/>
                    </a:ext>
                  </a:extLst>
                </a:gridCol>
                <a:gridCol w="2276031">
                  <a:extLst>
                    <a:ext uri="{9D8B030D-6E8A-4147-A177-3AD203B41FA5}">
                      <a16:colId xmlns:a16="http://schemas.microsoft.com/office/drawing/2014/main" val="4055532164"/>
                    </a:ext>
                  </a:extLst>
                </a:gridCol>
                <a:gridCol w="2276031">
                  <a:extLst>
                    <a:ext uri="{9D8B030D-6E8A-4147-A177-3AD203B41FA5}">
                      <a16:colId xmlns:a16="http://schemas.microsoft.com/office/drawing/2014/main" val="1036218918"/>
                    </a:ext>
                  </a:extLst>
                </a:gridCol>
                <a:gridCol w="2271824">
                  <a:extLst>
                    <a:ext uri="{9D8B030D-6E8A-4147-A177-3AD203B41FA5}">
                      <a16:colId xmlns:a16="http://schemas.microsoft.com/office/drawing/2014/main" val="1584755146"/>
                    </a:ext>
                  </a:extLst>
                </a:gridCol>
              </a:tblGrid>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Belief</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gridSpan="3">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Predicted Outcome under Alternative and 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02589042"/>
                  </a:ext>
                </a:extLst>
              </a:tr>
              <a:tr h="182880">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1 – Heavy Burn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2 –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Moderate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3 – No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3836691990"/>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H1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extLst>
                  <a:ext uri="{0D108BD9-81ED-4DB2-BD59-A6C34878D82A}">
                    <a16:rowId xmlns:a16="http://schemas.microsoft.com/office/drawing/2014/main" val="2801617850"/>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0.65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3491138911"/>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extLst>
                  <a:ext uri="{0D108BD9-81ED-4DB2-BD59-A6C34878D82A}">
                    <a16:rowId xmlns:a16="http://schemas.microsoft.com/office/drawing/2014/main" val="1280461752"/>
                  </a:ext>
                </a:extLst>
              </a:tr>
            </a:tbl>
          </a:graphicData>
        </a:graphic>
      </p:graphicFrame>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665B385-A298-C323-4B4B-F170134C8E42}"/>
                  </a:ext>
                </a:extLst>
              </p:cNvPr>
              <p:cNvSpPr txBox="1"/>
              <p:nvPr/>
            </p:nvSpPr>
            <p:spPr>
              <a:xfrm>
                <a:off x="838199" y="5126259"/>
                <a:ext cx="6380181" cy="1198470"/>
              </a:xfrm>
              <a:prstGeom prst="rect">
                <a:avLst/>
              </a:prstGeom>
              <a:noFill/>
            </p:spPr>
            <p:txBody>
              <a:bodyPr wrap="square">
                <a:spAutoFit/>
              </a:bodyPr>
              <a:lstStyle/>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H1: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panose="020F0502020204030204" pitchFamily="34" charset="0"/>
                      </a:rPr>
                      <m:t>𝑙𝑜𝑔𝑖𝑡</m:t>
                    </m:r>
                    <m:d>
                      <m:dPr>
                        <m:ctrlPr>
                          <a:rPr lang="en-US" sz="1800" i="1">
                            <a:effectLst/>
                            <a:latin typeface="Cambria Math" panose="02040503050406030204" pitchFamily="18" charset="0"/>
                            <a:ea typeface="Calibri" panose="020F0502020204030204" pitchFamily="34" charset="0"/>
                            <a:cs typeface="Calibri" panose="020F05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𝑆</m:t>
                            </m:r>
                          </m:e>
                          <m:sub>
                            <m:r>
                              <a:rPr lang="en-US" sz="1800" i="1">
                                <a:effectLst/>
                                <a:latin typeface="Cambria Math" panose="02040503050406030204" pitchFamily="18" charset="0"/>
                                <a:ea typeface="Calibri" panose="020F0502020204030204" pitchFamily="34" charset="0"/>
                                <a:cs typeface="Calibri" panose="020F0502020204030204" pitchFamily="34" charset="0"/>
                              </a:rPr>
                              <m:t>𝑡</m:t>
                            </m:r>
                          </m:sub>
                        </m:sSub>
                      </m:e>
                    </m:d>
                    <m:r>
                      <a:rPr lang="en-US" sz="18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800" i="1">
                            <a:effectLst/>
                            <a:latin typeface="Cambria Math" panose="02040503050406030204" pitchFamily="18" charset="0"/>
                            <a:ea typeface="Calibri" panose="020F0502020204030204" pitchFamily="34" charset="0"/>
                            <a:cs typeface="Calibri" panose="020F0502020204030204" pitchFamily="34" charset="0"/>
                          </a:rPr>
                          <m:t>0</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800" i="1">
                            <a:effectLst/>
                            <a:latin typeface="Cambria Math" panose="02040503050406030204" pitchFamily="18" charset="0"/>
                            <a:ea typeface="Calibri" panose="020F0502020204030204" pitchFamily="34" charset="0"/>
                            <a:cs typeface="Calibri" panose="020F0502020204030204" pitchFamily="34" charset="0"/>
                          </a:rPr>
                          <m:t>1</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𝑏𝑢𝑟𝑛</m:t>
                        </m:r>
                        <m:r>
                          <a:rPr lang="en-US" sz="1800" i="1">
                            <a:effectLst/>
                            <a:latin typeface="Cambria Math" panose="02040503050406030204" pitchFamily="18" charset="0"/>
                            <a:ea typeface="Calibri" panose="020F0502020204030204" pitchFamily="34" charset="0"/>
                            <a:cs typeface="Calibri" panose="020F0502020204030204" pitchFamily="34" charset="0"/>
                          </a:rPr>
                          <m:t>_</m:t>
                        </m:r>
                        <m:r>
                          <a:rPr lang="en-US" sz="1800" i="1">
                            <a:effectLst/>
                            <a:latin typeface="Cambria Math" panose="02040503050406030204" pitchFamily="18" charset="0"/>
                            <a:ea typeface="Calibri" panose="020F0502020204030204" pitchFamily="34" charset="0"/>
                            <a:cs typeface="Calibri" panose="020F0502020204030204" pitchFamily="34" charset="0"/>
                          </a:rPr>
                          <m:t>𝑒𝑥𝑡𝑒𝑛𝑡</m:t>
                        </m:r>
                      </m:e>
                      <m:sub>
                        <m:r>
                          <a:rPr lang="en-US" sz="1800" i="1">
                            <a:effectLst/>
                            <a:latin typeface="Cambria Math" panose="02040503050406030204" pitchFamily="18" charset="0"/>
                            <a:ea typeface="Calibri" panose="020F0502020204030204" pitchFamily="34" charset="0"/>
                            <a:cs typeface="Calibri" panose="020F0502020204030204" pitchFamily="34" charset="0"/>
                          </a:rPr>
                          <m:t>𝑡</m:t>
                        </m:r>
                      </m:sub>
                    </m:sSub>
                  </m:oMath>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H2: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panose="020F0502020204030204" pitchFamily="34" charset="0"/>
                      </a:rPr>
                      <m:t>𝑙𝑜𝑔𝑖𝑡</m:t>
                    </m:r>
                    <m:d>
                      <m:dPr>
                        <m:ctrlPr>
                          <a:rPr lang="en-US" sz="1800" i="1">
                            <a:effectLst/>
                            <a:latin typeface="Cambria Math" panose="02040503050406030204" pitchFamily="18" charset="0"/>
                            <a:ea typeface="Calibri" panose="020F0502020204030204" pitchFamily="34" charset="0"/>
                            <a:cs typeface="Calibri" panose="020F05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𝑆</m:t>
                            </m:r>
                          </m:e>
                          <m:sub>
                            <m:r>
                              <a:rPr lang="en-US" sz="1800" i="1">
                                <a:effectLst/>
                                <a:latin typeface="Cambria Math" panose="02040503050406030204" pitchFamily="18" charset="0"/>
                                <a:ea typeface="Calibri" panose="020F0502020204030204" pitchFamily="34" charset="0"/>
                                <a:cs typeface="Calibri" panose="020F0502020204030204" pitchFamily="34" charset="0"/>
                              </a:rPr>
                              <m:t>𝑡</m:t>
                            </m:r>
                          </m:sub>
                        </m:sSub>
                      </m:e>
                    </m:d>
                    <m:r>
                      <a:rPr lang="en-US" sz="18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800" i="1">
                            <a:effectLst/>
                            <a:latin typeface="Cambria Math" panose="02040503050406030204" pitchFamily="18" charset="0"/>
                            <a:ea typeface="Calibri" panose="020F0502020204030204" pitchFamily="34" charset="0"/>
                            <a:cs typeface="Calibri" panose="020F0502020204030204" pitchFamily="34" charset="0"/>
                          </a:rPr>
                          <m:t>0</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800" i="1">
                            <a:effectLst/>
                            <a:latin typeface="Cambria Math" panose="02040503050406030204" pitchFamily="18" charset="0"/>
                            <a:ea typeface="Calibri" panose="020F0502020204030204" pitchFamily="34" charset="0"/>
                            <a:cs typeface="Calibri" panose="020F0502020204030204" pitchFamily="34" charset="0"/>
                          </a:rPr>
                          <m:t>1</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𝑏𝑢𝑟𝑛</m:t>
                        </m:r>
                        <m:r>
                          <a:rPr lang="en-US" sz="1800" i="1">
                            <a:effectLst/>
                            <a:latin typeface="Cambria Math" panose="02040503050406030204" pitchFamily="18" charset="0"/>
                            <a:ea typeface="Calibri" panose="020F0502020204030204" pitchFamily="34" charset="0"/>
                            <a:cs typeface="Calibri" panose="020F0502020204030204" pitchFamily="34" charset="0"/>
                          </a:rPr>
                          <m:t>_</m:t>
                        </m:r>
                        <m:r>
                          <a:rPr lang="en-US" sz="1800" i="1">
                            <a:effectLst/>
                            <a:latin typeface="Cambria Math" panose="02040503050406030204" pitchFamily="18" charset="0"/>
                            <a:ea typeface="Calibri" panose="020F0502020204030204" pitchFamily="34" charset="0"/>
                            <a:cs typeface="Calibri" panose="020F0502020204030204" pitchFamily="34" charset="0"/>
                          </a:rPr>
                          <m:t>𝑒𝑥𝑡𝑒𝑛𝑡</m:t>
                        </m:r>
                      </m:e>
                      <m:sub>
                        <m:r>
                          <a:rPr lang="en-US" sz="1800" i="1">
                            <a:effectLst/>
                            <a:latin typeface="Cambria Math" panose="02040503050406030204" pitchFamily="18" charset="0"/>
                            <a:ea typeface="Calibri" panose="020F0502020204030204" pitchFamily="34" charset="0"/>
                            <a:cs typeface="Calibri" panose="020F0502020204030204" pitchFamily="34" charset="0"/>
                          </a:rPr>
                          <m:t>𝑡</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800" i="1">
                            <a:effectLst/>
                            <a:latin typeface="Cambria Math" panose="02040503050406030204" pitchFamily="18" charset="0"/>
                            <a:ea typeface="Calibri" panose="020F0502020204030204" pitchFamily="34" charset="0"/>
                            <a:cs typeface="Calibri" panose="020F0502020204030204" pitchFamily="34" charset="0"/>
                          </a:rPr>
                          <m:t>2</m:t>
                        </m:r>
                      </m:sub>
                    </m:sSub>
                    <m:r>
                      <a:rPr lang="en-US" sz="1800" i="1">
                        <a:effectLst/>
                        <a:latin typeface="Cambria Math" panose="02040503050406030204" pitchFamily="18" charset="0"/>
                        <a:ea typeface="Calibri" panose="020F0502020204030204" pitchFamily="34" charset="0"/>
                        <a:cs typeface="Calibri" panose="020F0502020204030204" pitchFamily="34" charset="0"/>
                      </a:rPr>
                      <m:t>∗</m:t>
                    </m:r>
                    <m:sSup>
                      <m:sSup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pPr>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𝑏𝑢𝑟𝑛</m:t>
                            </m:r>
                            <m:r>
                              <a:rPr lang="en-US" sz="1800" i="1">
                                <a:effectLst/>
                                <a:latin typeface="Cambria Math" panose="02040503050406030204" pitchFamily="18" charset="0"/>
                                <a:ea typeface="Calibri" panose="020F0502020204030204" pitchFamily="34" charset="0"/>
                                <a:cs typeface="Calibri" panose="020F0502020204030204" pitchFamily="34" charset="0"/>
                              </a:rPr>
                              <m:t>_</m:t>
                            </m:r>
                            <m:r>
                              <a:rPr lang="en-US" sz="1800" i="1">
                                <a:effectLst/>
                                <a:latin typeface="Cambria Math" panose="02040503050406030204" pitchFamily="18" charset="0"/>
                                <a:ea typeface="Calibri" panose="020F0502020204030204" pitchFamily="34" charset="0"/>
                                <a:cs typeface="Calibri" panose="020F0502020204030204" pitchFamily="34" charset="0"/>
                              </a:rPr>
                              <m:t>𝑒𝑥𝑡𝑒𝑛𝑡</m:t>
                            </m:r>
                          </m:e>
                          <m:sub>
                            <m:r>
                              <a:rPr lang="en-US" sz="1800" i="1">
                                <a:effectLst/>
                                <a:latin typeface="Cambria Math" panose="02040503050406030204" pitchFamily="18" charset="0"/>
                                <a:ea typeface="Calibri" panose="020F0502020204030204" pitchFamily="34" charset="0"/>
                                <a:cs typeface="Calibri" panose="020F0502020204030204" pitchFamily="34" charset="0"/>
                              </a:rPr>
                              <m:t>𝑡</m:t>
                            </m:r>
                          </m:sub>
                        </m:sSub>
                      </m:e>
                      <m:sup>
                        <m:r>
                          <a:rPr lang="en-US" sz="1800" i="1">
                            <a:effectLst/>
                            <a:latin typeface="Cambria Math" panose="02040503050406030204" pitchFamily="18" charset="0"/>
                            <a:ea typeface="Calibri" panose="020F0502020204030204" pitchFamily="34" charset="0"/>
                            <a:cs typeface="Calibri" panose="020F0502020204030204" pitchFamily="34" charset="0"/>
                          </a:rPr>
                          <m:t>2</m:t>
                        </m:r>
                      </m:sup>
                    </m:sSup>
                  </m:oMath>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H3: </a:t>
                </a:r>
                <a14:m>
                  <m:oMath xmlns:m="http://schemas.openxmlformats.org/officeDocument/2006/math">
                    <m:r>
                      <a:rPr lang="en-US" sz="1800" i="1">
                        <a:effectLst/>
                        <a:latin typeface="Cambria Math" panose="02040503050406030204" pitchFamily="18" charset="0"/>
                        <a:ea typeface="Calibri" panose="020F0502020204030204" pitchFamily="34" charset="0"/>
                        <a:cs typeface="Calibri" panose="020F0502020204030204" pitchFamily="34" charset="0"/>
                      </a:rPr>
                      <m:t>𝑙𝑜𝑔𝑖𝑡</m:t>
                    </m:r>
                    <m:d>
                      <m:dPr>
                        <m:ctrlPr>
                          <a:rPr lang="en-US" sz="1800" i="1">
                            <a:effectLst/>
                            <a:latin typeface="Cambria Math" panose="02040503050406030204" pitchFamily="18" charset="0"/>
                            <a:ea typeface="Calibri" panose="020F0502020204030204" pitchFamily="34" charset="0"/>
                            <a:cs typeface="Calibri" panose="020F0502020204030204" pitchFamily="34" charset="0"/>
                          </a:rPr>
                        </m:ctrlPr>
                      </m:dPr>
                      <m:e>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𝑆</m:t>
                            </m:r>
                          </m:e>
                          <m:sub>
                            <m:r>
                              <a:rPr lang="en-US" sz="1800" i="1">
                                <a:effectLst/>
                                <a:latin typeface="Cambria Math" panose="02040503050406030204" pitchFamily="18" charset="0"/>
                                <a:ea typeface="Calibri" panose="020F0502020204030204" pitchFamily="34" charset="0"/>
                                <a:cs typeface="Calibri" panose="020F0502020204030204" pitchFamily="34" charset="0"/>
                              </a:rPr>
                              <m:t>𝑡</m:t>
                            </m:r>
                          </m:sub>
                        </m:sSub>
                      </m:e>
                    </m:d>
                    <m:r>
                      <a:rPr lang="en-US" sz="1800" i="1">
                        <a:effectLst/>
                        <a:latin typeface="Cambria Math" panose="02040503050406030204" pitchFamily="18" charset="0"/>
                        <a:ea typeface="Calibri" panose="020F0502020204030204" pitchFamily="34" charset="0"/>
                        <a:cs typeface="Calibri" panose="020F0502020204030204" pitchFamily="34" charset="0"/>
                      </a:rPr>
                      <m:t>= </m:t>
                    </m:r>
                    <m:sSub>
                      <m:sSubPr>
                        <m:ctrlPr>
                          <a:rPr lang="en-US" sz="1800" i="1">
                            <a:effectLst/>
                            <a:latin typeface="Cambria Math" panose="02040503050406030204" pitchFamily="18" charset="0"/>
                            <a:ea typeface="Calibri" panose="020F0502020204030204" pitchFamily="34" charset="0"/>
                            <a:cs typeface="Calibri" panose="020F0502020204030204" pitchFamily="34" charset="0"/>
                          </a:rPr>
                        </m:ctrlPr>
                      </m:sSubPr>
                      <m:e>
                        <m:r>
                          <a:rPr lang="en-US" sz="1800" i="1">
                            <a:effectLst/>
                            <a:latin typeface="Cambria Math" panose="02040503050406030204" pitchFamily="18" charset="0"/>
                            <a:ea typeface="Calibri" panose="020F0502020204030204" pitchFamily="34" charset="0"/>
                            <a:cs typeface="Calibri" panose="020F0502020204030204" pitchFamily="34" charset="0"/>
                          </a:rPr>
                          <m:t>𝛽</m:t>
                        </m:r>
                      </m:e>
                      <m:sub>
                        <m:r>
                          <a:rPr lang="en-US" sz="1800" i="1">
                            <a:effectLst/>
                            <a:latin typeface="Cambria Math" panose="02040503050406030204" pitchFamily="18" charset="0"/>
                            <a:ea typeface="Calibri" panose="020F0502020204030204" pitchFamily="34" charset="0"/>
                            <a:cs typeface="Calibri" panose="020F0502020204030204" pitchFamily="34" charset="0"/>
                          </a:rPr>
                          <m:t>0</m:t>
                        </m:r>
                      </m:sub>
                    </m:sSub>
                  </m:oMath>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9" name="TextBox 8">
                <a:extLst>
                  <a:ext uri="{FF2B5EF4-FFF2-40B4-BE49-F238E27FC236}">
                    <a16:creationId xmlns:a16="http://schemas.microsoft.com/office/drawing/2014/main" id="{7665B385-A298-C323-4B4B-F170134C8E42}"/>
                  </a:ext>
                </a:extLst>
              </p:cNvPr>
              <p:cNvSpPr txBox="1">
                <a:spLocks noRot="1" noChangeAspect="1" noMove="1" noResize="1" noEditPoints="1" noAdjustHandles="1" noChangeArrowheads="1" noChangeShapeType="1" noTextEdit="1"/>
              </p:cNvSpPr>
              <p:nvPr/>
            </p:nvSpPr>
            <p:spPr>
              <a:xfrm>
                <a:off x="838199" y="5126259"/>
                <a:ext cx="6380181" cy="1198470"/>
              </a:xfrm>
              <a:prstGeom prst="rect">
                <a:avLst/>
              </a:prstGeom>
              <a:blipFill>
                <a:blip r:embed="rId2"/>
                <a:stretch>
                  <a:fillRect l="-764" t="-2538" b="-710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6ABFE78-A789-DA40-4B97-7CD1CEBC306A}"/>
              </a:ext>
            </a:extLst>
          </p:cNvPr>
          <p:cNvSpPr txBox="1"/>
          <p:nvPr/>
        </p:nvSpPr>
        <p:spPr>
          <a:xfrm>
            <a:off x="7154731" y="5126259"/>
            <a:ext cx="4199069" cy="923330"/>
          </a:xfrm>
          <a:prstGeom prst="rect">
            <a:avLst/>
          </a:prstGeom>
          <a:solidFill>
            <a:schemeClr val="accent4">
              <a:lumMod val="20000"/>
              <a:lumOff val="80000"/>
            </a:schemeClr>
          </a:solidFill>
        </p:spPr>
        <p:txBody>
          <a:bodyPr wrap="square">
            <a:spAutoFit/>
          </a:bodyPr>
          <a:lstStyle/>
          <a:p>
            <a:r>
              <a:rPr lang="en-US" b="1" dirty="0"/>
              <a:t>What if I could do an experiment that would either confirm or refute H3? </a:t>
            </a:r>
          </a:p>
          <a:p>
            <a:r>
              <a:rPr lang="en-US" i="1" dirty="0"/>
              <a:t>Let’s call our hypotheses H3 and not-H3</a:t>
            </a:r>
          </a:p>
        </p:txBody>
      </p:sp>
      <p:sp>
        <p:nvSpPr>
          <p:cNvPr id="11" name="TextBox 10">
            <a:extLst>
              <a:ext uri="{FF2B5EF4-FFF2-40B4-BE49-F238E27FC236}">
                <a16:creationId xmlns:a16="http://schemas.microsoft.com/office/drawing/2014/main" id="{0BA23405-B9D4-B739-1CF3-30F2174C3B17}"/>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403717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269A1-02C1-07FD-D1FA-BD43766EA6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4F50A-8E37-5A18-F66C-D5556FC44022}"/>
              </a:ext>
            </a:extLst>
          </p:cNvPr>
          <p:cNvSpPr>
            <a:spLocks noGrp="1"/>
          </p:cNvSpPr>
          <p:nvPr>
            <p:ph type="title"/>
          </p:nvPr>
        </p:nvSpPr>
        <p:spPr>
          <a:xfrm>
            <a:off x="838200" y="365125"/>
            <a:ext cx="10515600" cy="850489"/>
          </a:xfrm>
        </p:spPr>
        <p:txBody>
          <a:bodyPr>
            <a:normAutofit fontScale="90000"/>
          </a:bodyPr>
          <a:lstStyle/>
          <a:p>
            <a:pPr algn="ctr"/>
            <a:r>
              <a:rPr lang="en-US" sz="4000" dirty="0"/>
              <a:t>EXPECTED VALUE OF PARTIAL PERFECT INFORMATION (EVPXI)</a:t>
            </a:r>
          </a:p>
        </p:txBody>
      </p:sp>
      <p:sp>
        <p:nvSpPr>
          <p:cNvPr id="3" name="Content Placeholder 2">
            <a:extLst>
              <a:ext uri="{FF2B5EF4-FFF2-40B4-BE49-F238E27FC236}">
                <a16:creationId xmlns:a16="http://schemas.microsoft.com/office/drawing/2014/main" id="{63A1EBAC-4D69-0C5A-187A-3231A27222F1}"/>
              </a:ext>
            </a:extLst>
          </p:cNvPr>
          <p:cNvSpPr>
            <a:spLocks noGrp="1"/>
          </p:cNvSpPr>
          <p:nvPr>
            <p:ph idx="1"/>
          </p:nvPr>
        </p:nvSpPr>
        <p:spPr>
          <a:xfrm>
            <a:off x="945776" y="1395318"/>
            <a:ext cx="10515600" cy="1208033"/>
          </a:xfrm>
        </p:spPr>
        <p:txBody>
          <a:bodyPr/>
          <a:lstStyle/>
          <a:p>
            <a:r>
              <a:rPr lang="en-US" sz="2000" dirty="0"/>
              <a:t>Expected Value of Partial Perfect Information: how much would we expect our management outcomes to improve if we could completely eliminate one source of uncertainty? </a:t>
            </a:r>
          </a:p>
          <a:p>
            <a:r>
              <a:rPr lang="en-US" sz="2400" dirty="0"/>
              <a:t>Going back to the bird example: We have a new hypothesis and a new action</a:t>
            </a:r>
          </a:p>
        </p:txBody>
      </p:sp>
      <p:sp>
        <p:nvSpPr>
          <p:cNvPr id="5" name="TextBox 4">
            <a:extLst>
              <a:ext uri="{FF2B5EF4-FFF2-40B4-BE49-F238E27FC236}">
                <a16:creationId xmlns:a16="http://schemas.microsoft.com/office/drawing/2014/main" id="{DE311461-3E16-C719-5F79-17268F1DC31C}"/>
              </a:ext>
            </a:extLst>
          </p:cNvPr>
          <p:cNvSpPr txBox="1"/>
          <p:nvPr/>
        </p:nvSpPr>
        <p:spPr>
          <a:xfrm>
            <a:off x="945776" y="4873693"/>
            <a:ext cx="10181216" cy="923330"/>
          </a:xfrm>
          <a:prstGeom prst="rect">
            <a:avLst/>
          </a:prstGeom>
          <a:solidFill>
            <a:schemeClr val="accent4">
              <a:lumMod val="20000"/>
              <a:lumOff val="80000"/>
            </a:schemeClr>
          </a:solidFill>
        </p:spPr>
        <p:txBody>
          <a:bodyPr wrap="square">
            <a:spAutoFit/>
          </a:bodyPr>
          <a:lstStyle/>
          <a:p>
            <a:r>
              <a:rPr lang="pt-BR" b="1" dirty="0"/>
              <a:t>H1 and H2 combine to become not-H3 above ^</a:t>
            </a:r>
          </a:p>
          <a:p>
            <a:r>
              <a:rPr lang="pt-BR" dirty="0"/>
              <a:t> = EV(A1|not-H3) = (Pr(H1)*V(A1|H1)+Pr(H2)*V(A1|H2)) / (Pr(H1)+Pr(H2))</a:t>
            </a:r>
          </a:p>
          <a:p>
            <a:r>
              <a:rPr lang="pt-BR" dirty="0"/>
              <a:t>= (0.4*0.7+0.4*0.45)/(0.4+0.4) = 0.575</a:t>
            </a:r>
          </a:p>
        </p:txBody>
      </p:sp>
      <p:graphicFrame>
        <p:nvGraphicFramePr>
          <p:cNvPr id="6" name="Table 5">
            <a:extLst>
              <a:ext uri="{FF2B5EF4-FFF2-40B4-BE49-F238E27FC236}">
                <a16:creationId xmlns:a16="http://schemas.microsoft.com/office/drawing/2014/main" id="{0F7B4C82-230E-B265-43DE-D1C2A6386DC8}"/>
              </a:ext>
            </a:extLst>
          </p:cNvPr>
          <p:cNvGraphicFramePr>
            <a:graphicFrameLocks noGrp="1"/>
          </p:cNvGraphicFramePr>
          <p:nvPr>
            <p:extLst>
              <p:ext uri="{D42A27DB-BD31-4B8C-83A1-F6EECF244321}">
                <p14:modId xmlns:p14="http://schemas.microsoft.com/office/powerpoint/2010/main" val="1973734159"/>
              </p:ext>
            </p:extLst>
          </p:nvPr>
        </p:nvGraphicFramePr>
        <p:xfrm>
          <a:off x="945776" y="2718458"/>
          <a:ext cx="10515599" cy="2040128"/>
        </p:xfrm>
        <a:graphic>
          <a:graphicData uri="http://schemas.openxmlformats.org/drawingml/2006/table">
            <a:tbl>
              <a:tblPr firstRow="1" bandRow="1"/>
              <a:tblGrid>
                <a:gridCol w="1688805">
                  <a:extLst>
                    <a:ext uri="{9D8B030D-6E8A-4147-A177-3AD203B41FA5}">
                      <a16:colId xmlns:a16="http://schemas.microsoft.com/office/drawing/2014/main" val="856592779"/>
                    </a:ext>
                  </a:extLst>
                </a:gridCol>
                <a:gridCol w="1688805">
                  <a:extLst>
                    <a:ext uri="{9D8B030D-6E8A-4147-A177-3AD203B41FA5}">
                      <a16:colId xmlns:a16="http://schemas.microsoft.com/office/drawing/2014/main" val="30974697"/>
                    </a:ext>
                  </a:extLst>
                </a:gridCol>
                <a:gridCol w="290231">
                  <a:extLst>
                    <a:ext uri="{9D8B030D-6E8A-4147-A177-3AD203B41FA5}">
                      <a16:colId xmlns:a16="http://schemas.microsoft.com/office/drawing/2014/main" val="1688934078"/>
                    </a:ext>
                  </a:extLst>
                </a:gridCol>
                <a:gridCol w="2283988">
                  <a:extLst>
                    <a:ext uri="{9D8B030D-6E8A-4147-A177-3AD203B41FA5}">
                      <a16:colId xmlns:a16="http://schemas.microsoft.com/office/drawing/2014/main" val="1921798472"/>
                    </a:ext>
                  </a:extLst>
                </a:gridCol>
                <a:gridCol w="2283988">
                  <a:extLst>
                    <a:ext uri="{9D8B030D-6E8A-4147-A177-3AD203B41FA5}">
                      <a16:colId xmlns:a16="http://schemas.microsoft.com/office/drawing/2014/main" val="4177344037"/>
                    </a:ext>
                  </a:extLst>
                </a:gridCol>
                <a:gridCol w="2279782">
                  <a:extLst>
                    <a:ext uri="{9D8B030D-6E8A-4147-A177-3AD203B41FA5}">
                      <a16:colId xmlns:a16="http://schemas.microsoft.com/office/drawing/2014/main" val="2093170238"/>
                    </a:ext>
                  </a:extLst>
                </a:gridCol>
              </a:tblGrid>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Belief</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gridSpan="3">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Predicted Outcome under Alternative and 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96895633"/>
                  </a:ext>
                </a:extLst>
              </a:tr>
              <a:tr h="182880">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1 – Heavy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2 –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Moderate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3 – No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1264204887"/>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not-H3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0.575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0.475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extLst>
                  <a:ext uri="{0D108BD9-81ED-4DB2-BD59-A6C34878D82A}">
                    <a16:rowId xmlns:a16="http://schemas.microsoft.com/office/drawing/2014/main" val="3735970981"/>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3266631845"/>
                  </a:ext>
                </a:extLst>
              </a:tr>
            </a:tbl>
          </a:graphicData>
        </a:graphic>
      </p:graphicFrame>
      <p:sp>
        <p:nvSpPr>
          <p:cNvPr id="8" name="TextBox 7">
            <a:extLst>
              <a:ext uri="{FF2B5EF4-FFF2-40B4-BE49-F238E27FC236}">
                <a16:creationId xmlns:a16="http://schemas.microsoft.com/office/drawing/2014/main" id="{97C6E27B-4DD9-1559-BD6D-64EBDC62091A}"/>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9055352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763C5-2BF3-757E-2709-EEA11A28A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293E83-ABDE-90F7-9170-A0F7F6D40F77}"/>
              </a:ext>
            </a:extLst>
          </p:cNvPr>
          <p:cNvSpPr>
            <a:spLocks noGrp="1"/>
          </p:cNvSpPr>
          <p:nvPr>
            <p:ph type="title"/>
          </p:nvPr>
        </p:nvSpPr>
        <p:spPr>
          <a:xfrm>
            <a:off x="838200" y="365125"/>
            <a:ext cx="10515600" cy="850489"/>
          </a:xfrm>
        </p:spPr>
        <p:txBody>
          <a:bodyPr>
            <a:normAutofit fontScale="90000"/>
          </a:bodyPr>
          <a:lstStyle/>
          <a:p>
            <a:pPr algn="ctr"/>
            <a:r>
              <a:rPr lang="en-US" sz="4000" dirty="0"/>
              <a:t>EXPECTED VALUE OF PARTIAL PERFECT INFORMATION (EVPXI)</a:t>
            </a:r>
          </a:p>
        </p:txBody>
      </p:sp>
      <p:sp>
        <p:nvSpPr>
          <p:cNvPr id="3" name="Content Placeholder 2">
            <a:extLst>
              <a:ext uri="{FF2B5EF4-FFF2-40B4-BE49-F238E27FC236}">
                <a16:creationId xmlns:a16="http://schemas.microsoft.com/office/drawing/2014/main" id="{875A2840-60E5-A12D-CBD3-31415698D866}"/>
              </a:ext>
            </a:extLst>
          </p:cNvPr>
          <p:cNvSpPr>
            <a:spLocks noGrp="1"/>
          </p:cNvSpPr>
          <p:nvPr>
            <p:ph idx="1"/>
          </p:nvPr>
        </p:nvSpPr>
        <p:spPr>
          <a:xfrm>
            <a:off x="945776" y="1395318"/>
            <a:ext cx="10515600" cy="1208033"/>
          </a:xfrm>
        </p:spPr>
        <p:txBody>
          <a:bodyPr/>
          <a:lstStyle/>
          <a:p>
            <a:r>
              <a:rPr lang="en-US" sz="2000" dirty="0"/>
              <a:t>Expected Value of Partial Perfect Information: how much would we expect our management outcomes to improve if we could completely eliminate one source of uncertainty? </a:t>
            </a:r>
          </a:p>
          <a:p>
            <a:r>
              <a:rPr lang="en-US" sz="2400" dirty="0"/>
              <a:t>Going back to the bird example: We have a new hypothesis and a new action</a:t>
            </a:r>
          </a:p>
        </p:txBody>
      </p:sp>
      <p:graphicFrame>
        <p:nvGraphicFramePr>
          <p:cNvPr id="6" name="Table 5">
            <a:extLst>
              <a:ext uri="{FF2B5EF4-FFF2-40B4-BE49-F238E27FC236}">
                <a16:creationId xmlns:a16="http://schemas.microsoft.com/office/drawing/2014/main" id="{124610D3-713E-22D5-43B4-EA7509F285EA}"/>
              </a:ext>
            </a:extLst>
          </p:cNvPr>
          <p:cNvGraphicFramePr>
            <a:graphicFrameLocks noGrp="1"/>
          </p:cNvGraphicFramePr>
          <p:nvPr>
            <p:extLst>
              <p:ext uri="{D42A27DB-BD31-4B8C-83A1-F6EECF244321}">
                <p14:modId xmlns:p14="http://schemas.microsoft.com/office/powerpoint/2010/main" val="2770168616"/>
              </p:ext>
            </p:extLst>
          </p:nvPr>
        </p:nvGraphicFramePr>
        <p:xfrm>
          <a:off x="945777" y="2408936"/>
          <a:ext cx="10515599" cy="2040128"/>
        </p:xfrm>
        <a:graphic>
          <a:graphicData uri="http://schemas.openxmlformats.org/drawingml/2006/table">
            <a:tbl>
              <a:tblPr firstRow="1" bandRow="1"/>
              <a:tblGrid>
                <a:gridCol w="1688805">
                  <a:extLst>
                    <a:ext uri="{9D8B030D-6E8A-4147-A177-3AD203B41FA5}">
                      <a16:colId xmlns:a16="http://schemas.microsoft.com/office/drawing/2014/main" val="856592779"/>
                    </a:ext>
                  </a:extLst>
                </a:gridCol>
                <a:gridCol w="1688805">
                  <a:extLst>
                    <a:ext uri="{9D8B030D-6E8A-4147-A177-3AD203B41FA5}">
                      <a16:colId xmlns:a16="http://schemas.microsoft.com/office/drawing/2014/main" val="30974697"/>
                    </a:ext>
                  </a:extLst>
                </a:gridCol>
                <a:gridCol w="290231">
                  <a:extLst>
                    <a:ext uri="{9D8B030D-6E8A-4147-A177-3AD203B41FA5}">
                      <a16:colId xmlns:a16="http://schemas.microsoft.com/office/drawing/2014/main" val="1688934078"/>
                    </a:ext>
                  </a:extLst>
                </a:gridCol>
                <a:gridCol w="2283988">
                  <a:extLst>
                    <a:ext uri="{9D8B030D-6E8A-4147-A177-3AD203B41FA5}">
                      <a16:colId xmlns:a16="http://schemas.microsoft.com/office/drawing/2014/main" val="1921798472"/>
                    </a:ext>
                  </a:extLst>
                </a:gridCol>
                <a:gridCol w="2283988">
                  <a:extLst>
                    <a:ext uri="{9D8B030D-6E8A-4147-A177-3AD203B41FA5}">
                      <a16:colId xmlns:a16="http://schemas.microsoft.com/office/drawing/2014/main" val="4177344037"/>
                    </a:ext>
                  </a:extLst>
                </a:gridCol>
                <a:gridCol w="2279782">
                  <a:extLst>
                    <a:ext uri="{9D8B030D-6E8A-4147-A177-3AD203B41FA5}">
                      <a16:colId xmlns:a16="http://schemas.microsoft.com/office/drawing/2014/main" val="2093170238"/>
                    </a:ext>
                  </a:extLst>
                </a:gridCol>
              </a:tblGrid>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Belief</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gridSpan="3">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Predicted Outcome under Alternative and 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96895633"/>
                  </a:ext>
                </a:extLst>
              </a:tr>
              <a:tr h="182880">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1 – Heavy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2 –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Moderate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3 – No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1264204887"/>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not-H3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0.575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0.475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extLst>
                  <a:ext uri="{0D108BD9-81ED-4DB2-BD59-A6C34878D82A}">
                    <a16:rowId xmlns:a16="http://schemas.microsoft.com/office/drawing/2014/main" val="3735970981"/>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3266631845"/>
                  </a:ext>
                </a:extLst>
              </a:tr>
            </a:tbl>
          </a:graphicData>
        </a:graphic>
      </p:graphicFrame>
      <p:sp>
        <p:nvSpPr>
          <p:cNvPr id="7" name="TextBox 6">
            <a:extLst>
              <a:ext uri="{FF2B5EF4-FFF2-40B4-BE49-F238E27FC236}">
                <a16:creationId xmlns:a16="http://schemas.microsoft.com/office/drawing/2014/main" id="{69BDC5B4-2BD1-B568-F59C-A8258A7D47D4}"/>
              </a:ext>
            </a:extLst>
          </p:cNvPr>
          <p:cNvSpPr txBox="1"/>
          <p:nvPr/>
        </p:nvSpPr>
        <p:spPr>
          <a:xfrm>
            <a:off x="838200" y="4495805"/>
            <a:ext cx="11221122" cy="2308324"/>
          </a:xfrm>
          <a:prstGeom prst="rect">
            <a:avLst/>
          </a:prstGeom>
          <a:solidFill>
            <a:schemeClr val="bg1"/>
          </a:solidFill>
        </p:spPr>
        <p:txBody>
          <a:bodyPr wrap="square">
            <a:spAutoFit/>
          </a:bodyPr>
          <a:lstStyle/>
          <a:p>
            <a:r>
              <a:rPr lang="en-US" b="1" u="sng" dirty="0"/>
              <a:t>Then just calculate EVPI on the new table ^</a:t>
            </a:r>
          </a:p>
          <a:p>
            <a:r>
              <a:rPr lang="en-US" dirty="0"/>
              <a:t>EV(Uncertainty) = </a:t>
            </a:r>
            <a:r>
              <a:rPr lang="en-US" dirty="0" err="1"/>
              <a:t>maxA</a:t>
            </a:r>
            <a:r>
              <a:rPr lang="en-US" dirty="0"/>
              <a:t>(EV(A)) </a:t>
            </a:r>
          </a:p>
          <a:p>
            <a:r>
              <a:rPr lang="en-US" dirty="0"/>
              <a:t>•	EV(A1) = 0.8*0.575+0.2*0.4 = 0.54</a:t>
            </a:r>
          </a:p>
          <a:p>
            <a:r>
              <a:rPr lang="en-US" dirty="0"/>
              <a:t>•	EV(A2) = 0.8*0.475+0.2*0.5 = 0.48</a:t>
            </a:r>
          </a:p>
          <a:p>
            <a:r>
              <a:rPr lang="en-US" dirty="0"/>
              <a:t>•	EV(A3) = 0.8*0.3+0.2*0.6 = 0.36 </a:t>
            </a:r>
          </a:p>
          <a:p>
            <a:r>
              <a:rPr lang="en-US" dirty="0"/>
              <a:t>*EV(Uncertainty) = 0.54</a:t>
            </a:r>
          </a:p>
          <a:p>
            <a:r>
              <a:rPr lang="en-US" dirty="0"/>
              <a:t>EV(Certainty) = </a:t>
            </a:r>
            <a:r>
              <a:rPr lang="en-US" dirty="0" err="1"/>
              <a:t>Pr</a:t>
            </a:r>
            <a:r>
              <a:rPr lang="en-US" dirty="0"/>
              <a:t>(not-H3)*</a:t>
            </a:r>
            <a:r>
              <a:rPr lang="en-US" dirty="0" err="1"/>
              <a:t>maxAV</a:t>
            </a:r>
            <a:r>
              <a:rPr lang="en-US" dirty="0"/>
              <a:t>(A|not-H3)+</a:t>
            </a:r>
            <a:r>
              <a:rPr lang="en-US" dirty="0" err="1"/>
              <a:t>Pr</a:t>
            </a:r>
            <a:r>
              <a:rPr lang="en-US" dirty="0"/>
              <a:t>(H3)*</a:t>
            </a:r>
            <a:r>
              <a:rPr lang="en-US" dirty="0" err="1"/>
              <a:t>maxAV</a:t>
            </a:r>
            <a:r>
              <a:rPr lang="en-US" dirty="0"/>
              <a:t>(A|H3) = 0.8*0.575+0.2*0.6 = 0.58</a:t>
            </a:r>
          </a:p>
          <a:p>
            <a:r>
              <a:rPr lang="en-US" b="1" dirty="0"/>
              <a:t>EVPXI(H3) </a:t>
            </a:r>
            <a:r>
              <a:rPr lang="en-US" dirty="0"/>
              <a:t>= 0.58 – 0.54 = </a:t>
            </a:r>
            <a:r>
              <a:rPr lang="en-US" b="1" dirty="0"/>
              <a:t>0.04 </a:t>
            </a:r>
          </a:p>
        </p:txBody>
      </p:sp>
      <p:sp>
        <p:nvSpPr>
          <p:cNvPr id="8" name="TextBox 7">
            <a:extLst>
              <a:ext uri="{FF2B5EF4-FFF2-40B4-BE49-F238E27FC236}">
                <a16:creationId xmlns:a16="http://schemas.microsoft.com/office/drawing/2014/main" id="{A6B62F43-9BAB-E97C-60CB-21172A263495}"/>
              </a:ext>
            </a:extLst>
          </p:cNvPr>
          <p:cNvSpPr txBox="1"/>
          <p:nvPr/>
        </p:nvSpPr>
        <p:spPr>
          <a:xfrm>
            <a:off x="-87257" y="6665629"/>
            <a:ext cx="2325443" cy="230832"/>
          </a:xfrm>
          <a:prstGeom prst="rect">
            <a:avLst/>
          </a:prstGeom>
          <a:noFill/>
        </p:spPr>
        <p:txBody>
          <a:bodyPr wrap="square">
            <a:spAutoFit/>
          </a:bodyPr>
          <a:lstStyle/>
          <a:p>
            <a:r>
              <a:rPr lang="en-US" sz="900" dirty="0"/>
              <a:t>Developed by Sarah Converse</a:t>
            </a:r>
          </a:p>
        </p:txBody>
      </p:sp>
    </p:spTree>
    <p:extLst>
      <p:ext uri="{BB962C8B-B14F-4D97-AF65-F5344CB8AC3E}">
        <p14:creationId xmlns:p14="http://schemas.microsoft.com/office/powerpoint/2010/main" val="97200240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5C98A-66C3-8045-0524-4CD333B7AA84}"/>
              </a:ext>
            </a:extLst>
          </p:cNvPr>
          <p:cNvSpPr>
            <a:spLocks noGrp="1"/>
          </p:cNvSpPr>
          <p:nvPr>
            <p:ph type="title"/>
          </p:nvPr>
        </p:nvSpPr>
        <p:spPr>
          <a:xfrm>
            <a:off x="0" y="668881"/>
            <a:ext cx="12192000" cy="689124"/>
          </a:xfrm>
          <a:solidFill>
            <a:schemeClr val="accent6">
              <a:lumMod val="20000"/>
              <a:lumOff val="80000"/>
            </a:schemeClr>
          </a:solidFill>
        </p:spPr>
        <p:txBody>
          <a:bodyPr>
            <a:normAutofit fontScale="90000"/>
          </a:bodyPr>
          <a:lstStyle/>
          <a:p>
            <a:pPr algn="ctr"/>
            <a:r>
              <a:rPr lang="en-US" dirty="0"/>
              <a:t>Activity: Calculate EVPXI(H1) and EVPXI(H2)</a:t>
            </a:r>
          </a:p>
        </p:txBody>
      </p:sp>
      <p:sp>
        <p:nvSpPr>
          <p:cNvPr id="3" name="Content Placeholder 2">
            <a:extLst>
              <a:ext uri="{FF2B5EF4-FFF2-40B4-BE49-F238E27FC236}">
                <a16:creationId xmlns:a16="http://schemas.microsoft.com/office/drawing/2014/main" id="{17ACFB66-019D-9150-5547-3F026D6DDDA1}"/>
              </a:ext>
            </a:extLst>
          </p:cNvPr>
          <p:cNvSpPr>
            <a:spLocks noGrp="1"/>
          </p:cNvSpPr>
          <p:nvPr>
            <p:ph idx="1"/>
          </p:nvPr>
        </p:nvSpPr>
        <p:spPr>
          <a:xfrm>
            <a:off x="838200" y="4405730"/>
            <a:ext cx="10515600" cy="992879"/>
          </a:xfrm>
        </p:spPr>
        <p:txBody>
          <a:bodyPr/>
          <a:lstStyle/>
          <a:p>
            <a:r>
              <a:rPr lang="en-US" dirty="0"/>
              <a:t>Considering EVPXI(H1), EVPXI(H2), and EVPXI(H3), if you could confirm or refute just one hypothesis, which one would you take on? </a:t>
            </a:r>
          </a:p>
          <a:p>
            <a:endParaRPr lang="en-US" dirty="0"/>
          </a:p>
        </p:txBody>
      </p:sp>
      <p:graphicFrame>
        <p:nvGraphicFramePr>
          <p:cNvPr id="4" name="Table 3">
            <a:extLst>
              <a:ext uri="{FF2B5EF4-FFF2-40B4-BE49-F238E27FC236}">
                <a16:creationId xmlns:a16="http://schemas.microsoft.com/office/drawing/2014/main" id="{4367BC27-BC7E-624B-4ED0-C1C2AF9B9D25}"/>
              </a:ext>
            </a:extLst>
          </p:cNvPr>
          <p:cNvGraphicFramePr>
            <a:graphicFrameLocks noGrp="1"/>
          </p:cNvGraphicFramePr>
          <p:nvPr>
            <p:extLst>
              <p:ext uri="{D42A27DB-BD31-4B8C-83A1-F6EECF244321}">
                <p14:modId xmlns:p14="http://schemas.microsoft.com/office/powerpoint/2010/main" val="3816085292"/>
              </p:ext>
            </p:extLst>
          </p:nvPr>
        </p:nvGraphicFramePr>
        <p:xfrm>
          <a:off x="838200" y="1826596"/>
          <a:ext cx="10515600" cy="2443226"/>
        </p:xfrm>
        <a:graphic>
          <a:graphicData uri="http://schemas.openxmlformats.org/drawingml/2006/table">
            <a:tbl>
              <a:tblPr firstRow="1" bandRow="1"/>
              <a:tblGrid>
                <a:gridCol w="1680729">
                  <a:extLst>
                    <a:ext uri="{9D8B030D-6E8A-4147-A177-3AD203B41FA5}">
                      <a16:colId xmlns:a16="http://schemas.microsoft.com/office/drawing/2014/main" val="90260861"/>
                    </a:ext>
                  </a:extLst>
                </a:gridCol>
                <a:gridCol w="1680729">
                  <a:extLst>
                    <a:ext uri="{9D8B030D-6E8A-4147-A177-3AD203B41FA5}">
                      <a16:colId xmlns:a16="http://schemas.microsoft.com/office/drawing/2014/main" val="3535992252"/>
                    </a:ext>
                  </a:extLst>
                </a:gridCol>
                <a:gridCol w="330256">
                  <a:extLst>
                    <a:ext uri="{9D8B030D-6E8A-4147-A177-3AD203B41FA5}">
                      <a16:colId xmlns:a16="http://schemas.microsoft.com/office/drawing/2014/main" val="3618165725"/>
                    </a:ext>
                  </a:extLst>
                </a:gridCol>
                <a:gridCol w="2276031">
                  <a:extLst>
                    <a:ext uri="{9D8B030D-6E8A-4147-A177-3AD203B41FA5}">
                      <a16:colId xmlns:a16="http://schemas.microsoft.com/office/drawing/2014/main" val="4055532164"/>
                    </a:ext>
                  </a:extLst>
                </a:gridCol>
                <a:gridCol w="2276031">
                  <a:extLst>
                    <a:ext uri="{9D8B030D-6E8A-4147-A177-3AD203B41FA5}">
                      <a16:colId xmlns:a16="http://schemas.microsoft.com/office/drawing/2014/main" val="1036218918"/>
                    </a:ext>
                  </a:extLst>
                </a:gridCol>
                <a:gridCol w="2271824">
                  <a:extLst>
                    <a:ext uri="{9D8B030D-6E8A-4147-A177-3AD203B41FA5}">
                      <a16:colId xmlns:a16="http://schemas.microsoft.com/office/drawing/2014/main" val="1584755146"/>
                    </a:ext>
                  </a:extLst>
                </a:gridCol>
              </a:tblGrid>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Belief</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gridSpan="3">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Predicted Outcome under Alternative and Hypothesis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969696"/>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502589042"/>
                  </a:ext>
                </a:extLst>
              </a:tr>
              <a:tr h="182880">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1 – Heavy Burn</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2 –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Moderate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Alternative 3 – No Burn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3836691990"/>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H1 </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extLst>
                  <a:ext uri="{0D108BD9-81ED-4DB2-BD59-A6C34878D82A}">
                    <a16:rowId xmlns:a16="http://schemas.microsoft.com/office/drawing/2014/main" val="2801617850"/>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0.65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DDDDD"/>
                    </a:solidFill>
                  </a:tcPr>
                </a:tc>
                <a:extLst>
                  <a:ext uri="{0D108BD9-81ED-4DB2-BD59-A6C34878D82A}">
                    <a16:rowId xmlns:a16="http://schemas.microsoft.com/office/drawing/2014/main" val="3491138911"/>
                  </a:ext>
                </a:extLst>
              </a:tr>
              <a:tr h="182880">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H3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a:lnSpc>
                          <a:spcPct val="107000"/>
                        </a:lnSpc>
                        <a:buNone/>
                      </a:pPr>
                      <a:endParaRPr lang="en-US" sz="2000">
                        <a:effectLst/>
                        <a:latin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a:solidFill>
                            <a:srgbClr val="000000"/>
                          </a:solidFill>
                          <a:effectLst/>
                          <a:latin typeface="Calibri" panose="020F0502020204030204" pitchFamily="34" charset="0"/>
                          <a:ea typeface="Calibri" panose="020F0502020204030204" pitchFamily="34" charset="0"/>
                          <a:cs typeface="Calibri" panose="020F0502020204030204" pitchFamily="34" charset="0"/>
                        </a:rPr>
                        <a:t>0.5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tc>
                  <a:txBody>
                    <a:bodyPr/>
                    <a:lstStyle/>
                    <a:p>
                      <a:pPr marL="0" marR="0">
                        <a:lnSpc>
                          <a:spcPct val="107000"/>
                        </a:lnSpc>
                        <a:spcAft>
                          <a:spcPts val="800"/>
                        </a:spcAft>
                        <a:buNone/>
                      </a:pPr>
                      <a:r>
                        <a:rPr lang="en-US" sz="20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0.6</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EFEF"/>
                    </a:solidFill>
                  </a:tcPr>
                </a:tc>
                <a:extLst>
                  <a:ext uri="{0D108BD9-81ED-4DB2-BD59-A6C34878D82A}">
                    <a16:rowId xmlns:a16="http://schemas.microsoft.com/office/drawing/2014/main" val="1280461752"/>
                  </a:ext>
                </a:extLst>
              </a:tr>
            </a:tbl>
          </a:graphicData>
        </a:graphic>
      </p:graphicFrame>
      <p:sp>
        <p:nvSpPr>
          <p:cNvPr id="5" name="TextBox 4">
            <a:extLst>
              <a:ext uri="{FF2B5EF4-FFF2-40B4-BE49-F238E27FC236}">
                <a16:creationId xmlns:a16="http://schemas.microsoft.com/office/drawing/2014/main" id="{A3DDED36-A811-0AA5-B49C-2643849BD6F9}"/>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341524537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89578-318A-762B-ED36-1ABF6B2155BA}"/>
              </a:ext>
            </a:extLst>
          </p:cNvPr>
          <p:cNvSpPr>
            <a:spLocks noGrp="1"/>
          </p:cNvSpPr>
          <p:nvPr>
            <p:ph type="title"/>
          </p:nvPr>
        </p:nvSpPr>
        <p:spPr/>
        <p:txBody>
          <a:bodyPr/>
          <a:lstStyle/>
          <a:p>
            <a:r>
              <a:rPr lang="en-US" dirty="0"/>
              <a:t>Hints for Skills Check Task 2</a:t>
            </a:r>
          </a:p>
        </p:txBody>
      </p:sp>
      <p:pic>
        <p:nvPicPr>
          <p:cNvPr id="4" name="Picture 3">
            <a:extLst>
              <a:ext uri="{FF2B5EF4-FFF2-40B4-BE49-F238E27FC236}">
                <a16:creationId xmlns:a16="http://schemas.microsoft.com/office/drawing/2014/main" id="{48311AA3-F664-F4B9-7CBD-C24B1A8130BA}"/>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9966" y="1440180"/>
            <a:ext cx="6969234" cy="5052695"/>
          </a:xfrm>
          <a:prstGeom prst="rect">
            <a:avLst/>
          </a:prstGeom>
          <a:noFill/>
        </p:spPr>
      </p:pic>
      <p:sp>
        <p:nvSpPr>
          <p:cNvPr id="5" name="TextBox 4">
            <a:extLst>
              <a:ext uri="{FF2B5EF4-FFF2-40B4-BE49-F238E27FC236}">
                <a16:creationId xmlns:a16="http://schemas.microsoft.com/office/drawing/2014/main" id="{D9F1FDE5-27C0-7936-557E-37FA0AA920EB}"/>
              </a:ext>
            </a:extLst>
          </p:cNvPr>
          <p:cNvSpPr txBox="1"/>
          <p:nvPr/>
        </p:nvSpPr>
        <p:spPr>
          <a:xfrm>
            <a:off x="-11953" y="6635451"/>
            <a:ext cx="2325443" cy="276999"/>
          </a:xfrm>
          <a:prstGeom prst="rect">
            <a:avLst/>
          </a:prstGeom>
          <a:noFill/>
        </p:spPr>
        <p:txBody>
          <a:bodyPr wrap="square">
            <a:spAutoFit/>
          </a:bodyPr>
          <a:lstStyle/>
          <a:p>
            <a:r>
              <a:rPr lang="en-US" sz="1200" dirty="0"/>
              <a:t>Developed by Sarah Converse</a:t>
            </a:r>
          </a:p>
        </p:txBody>
      </p:sp>
    </p:spTree>
    <p:extLst>
      <p:ext uri="{BB962C8B-B14F-4D97-AF65-F5344CB8AC3E}">
        <p14:creationId xmlns:p14="http://schemas.microsoft.com/office/powerpoint/2010/main" val="1348844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0A521-C531-34B8-6D1B-13F449CE3E89}"/>
              </a:ext>
            </a:extLst>
          </p:cNvPr>
          <p:cNvSpPr>
            <a:spLocks noGrp="1"/>
          </p:cNvSpPr>
          <p:nvPr>
            <p:ph type="title"/>
          </p:nvPr>
        </p:nvSpPr>
        <p:spPr/>
        <p:txBody>
          <a:bodyPr/>
          <a:lstStyle/>
          <a:p>
            <a:r>
              <a:rPr lang="en-US" dirty="0"/>
              <a:t>Aside: Active vs passive AM</a:t>
            </a:r>
          </a:p>
        </p:txBody>
      </p:sp>
      <p:sp>
        <p:nvSpPr>
          <p:cNvPr id="3" name="Content Placeholder 2">
            <a:extLst>
              <a:ext uri="{FF2B5EF4-FFF2-40B4-BE49-F238E27FC236}">
                <a16:creationId xmlns:a16="http://schemas.microsoft.com/office/drawing/2014/main" id="{53FF9D8F-EED3-6173-6727-F4F307F32C0C}"/>
              </a:ext>
            </a:extLst>
          </p:cNvPr>
          <p:cNvSpPr>
            <a:spLocks noGrp="1"/>
          </p:cNvSpPr>
          <p:nvPr>
            <p:ph idx="1"/>
          </p:nvPr>
        </p:nvSpPr>
        <p:spPr>
          <a:xfrm>
            <a:off x="838200" y="1793352"/>
            <a:ext cx="10515600" cy="4351338"/>
          </a:xfrm>
        </p:spPr>
        <p:txBody>
          <a:bodyPr/>
          <a:lstStyle/>
          <a:p>
            <a:r>
              <a:rPr lang="en-US" b="1" dirty="0"/>
              <a:t>Passive</a:t>
            </a:r>
            <a:r>
              <a:rPr lang="en-US" dirty="0"/>
              <a:t> AM involves decision-focused monitoring</a:t>
            </a:r>
          </a:p>
          <a:p>
            <a:pPr lvl="1"/>
            <a:r>
              <a:rPr lang="en-US" dirty="0"/>
              <a:t>New information becomes available through the monitoring of outcomes, the existing data set should be updated and, if appropriate, new hypotheses constructed and new management actions undertaken.</a:t>
            </a:r>
          </a:p>
          <a:p>
            <a:pPr marL="457200" lvl="1" indent="0">
              <a:buNone/>
            </a:pPr>
            <a:endParaRPr lang="en-US" dirty="0"/>
          </a:p>
          <a:p>
            <a:r>
              <a:rPr lang="en-US" b="1" dirty="0"/>
              <a:t>Active AM </a:t>
            </a:r>
            <a:r>
              <a:rPr lang="en-US" dirty="0"/>
              <a:t>involves decision-focused experimentation.</a:t>
            </a:r>
          </a:p>
          <a:p>
            <a:pPr lvl="1"/>
            <a:r>
              <a:rPr lang="en-US" dirty="0"/>
              <a:t>The implementation phase incorporates actions intended to deliberately perturb the system</a:t>
            </a:r>
          </a:p>
        </p:txBody>
      </p:sp>
      <p:sp>
        <p:nvSpPr>
          <p:cNvPr id="4" name="TextBox 3">
            <a:extLst>
              <a:ext uri="{FF2B5EF4-FFF2-40B4-BE49-F238E27FC236}">
                <a16:creationId xmlns:a16="http://schemas.microsoft.com/office/drawing/2014/main" id="{B8DDCD8F-59FD-D404-7C44-1CEB12618C96}"/>
              </a:ext>
            </a:extLst>
          </p:cNvPr>
          <p:cNvSpPr txBox="1"/>
          <p:nvPr/>
        </p:nvSpPr>
        <p:spPr>
          <a:xfrm>
            <a:off x="49305" y="6553482"/>
            <a:ext cx="12142695" cy="276999"/>
          </a:xfrm>
          <a:prstGeom prst="rect">
            <a:avLst/>
          </a:prstGeom>
          <a:noFill/>
        </p:spPr>
        <p:txBody>
          <a:bodyPr wrap="square">
            <a:spAutoFit/>
          </a:bodyPr>
          <a:lstStyle/>
          <a:p>
            <a:r>
              <a:rPr lang="en-US" sz="1200" dirty="0"/>
              <a:t>Developed by Brielle Thompson</a:t>
            </a:r>
          </a:p>
        </p:txBody>
      </p:sp>
    </p:spTree>
    <p:extLst>
      <p:ext uri="{BB962C8B-B14F-4D97-AF65-F5344CB8AC3E}">
        <p14:creationId xmlns:p14="http://schemas.microsoft.com/office/powerpoint/2010/main" val="15822699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B7362-20BF-85FF-8E16-4BF2CE208064}"/>
              </a:ext>
            </a:extLst>
          </p:cNvPr>
          <p:cNvSpPr>
            <a:spLocks noGrp="1"/>
          </p:cNvSpPr>
          <p:nvPr>
            <p:ph type="title"/>
          </p:nvPr>
        </p:nvSpPr>
        <p:spPr>
          <a:xfrm>
            <a:off x="838200" y="365125"/>
            <a:ext cx="10876878" cy="1325563"/>
          </a:xfrm>
        </p:spPr>
        <p:txBody>
          <a:bodyPr/>
          <a:lstStyle/>
          <a:p>
            <a:r>
              <a:rPr lang="en-US" dirty="0"/>
              <a:t>Aside: Single‐, double‐, and triple‐loop learning</a:t>
            </a:r>
          </a:p>
        </p:txBody>
      </p:sp>
      <p:sp>
        <p:nvSpPr>
          <p:cNvPr id="3" name="Content Placeholder 2">
            <a:extLst>
              <a:ext uri="{FF2B5EF4-FFF2-40B4-BE49-F238E27FC236}">
                <a16:creationId xmlns:a16="http://schemas.microsoft.com/office/drawing/2014/main" id="{7075EFAC-0DBB-01FA-2B9E-827DDFB02AC8}"/>
              </a:ext>
            </a:extLst>
          </p:cNvPr>
          <p:cNvSpPr>
            <a:spLocks noGrp="1"/>
          </p:cNvSpPr>
          <p:nvPr>
            <p:ph idx="1"/>
          </p:nvPr>
        </p:nvSpPr>
        <p:spPr/>
        <p:txBody>
          <a:bodyPr>
            <a:normAutofit/>
          </a:bodyPr>
          <a:lstStyle/>
          <a:p>
            <a:pPr lvl="0"/>
            <a:r>
              <a:rPr lang="en-US" dirty="0"/>
              <a:t>Learning occurs at several levels</a:t>
            </a:r>
          </a:p>
          <a:p>
            <a:pPr lvl="0"/>
            <a:r>
              <a:rPr lang="en-US" dirty="0"/>
              <a:t>Single‐loop: comparing the existing range of our understanding of the system. That is, it asks the question “are we doing things right?” </a:t>
            </a:r>
          </a:p>
          <a:p>
            <a:pPr lvl="0"/>
            <a:r>
              <a:rPr lang="en-US" dirty="0"/>
              <a:t>Double‐loop: describes a re‐examination of the problem framing (values, objectives, alternatives, scale, etc.) following a period of single‐loop learning. That is, it asks the question “are we doing the right things?”</a:t>
            </a:r>
          </a:p>
          <a:p>
            <a:pPr lvl="0"/>
            <a:r>
              <a:rPr lang="en-US" dirty="0"/>
              <a:t>Triple‐loop: examines the role of governance institutions, regulatory frameworks, etc., and questions their efficacy in managing resources. That is, it asks, “who has the right to do it?”</a:t>
            </a:r>
          </a:p>
          <a:p>
            <a:endParaRPr lang="en-US" dirty="0"/>
          </a:p>
        </p:txBody>
      </p:sp>
      <p:sp>
        <p:nvSpPr>
          <p:cNvPr id="4" name="TextBox 3">
            <a:extLst>
              <a:ext uri="{FF2B5EF4-FFF2-40B4-BE49-F238E27FC236}">
                <a16:creationId xmlns:a16="http://schemas.microsoft.com/office/drawing/2014/main" id="{7060111E-46AB-7089-4015-8B106F1E6362}"/>
              </a:ext>
            </a:extLst>
          </p:cNvPr>
          <p:cNvSpPr txBox="1"/>
          <p:nvPr/>
        </p:nvSpPr>
        <p:spPr>
          <a:xfrm>
            <a:off x="49305" y="6553482"/>
            <a:ext cx="12142695" cy="276999"/>
          </a:xfrm>
          <a:prstGeom prst="rect">
            <a:avLst/>
          </a:prstGeom>
          <a:noFill/>
        </p:spPr>
        <p:txBody>
          <a:bodyPr wrap="square">
            <a:spAutoFit/>
          </a:bodyPr>
          <a:lstStyle/>
          <a:p>
            <a:r>
              <a:rPr lang="en-US" sz="1200" dirty="0"/>
              <a:t>Developed by Runge MC, Nichols JD, Johnson FA, Eaton MJ, Romito AM, Breese G, Cochrane JF, Converse SJ, Eaton MJ, Larson MA, Lyons JE, Smith DR, Isham AF</a:t>
            </a:r>
          </a:p>
        </p:txBody>
      </p:sp>
    </p:spTree>
    <p:extLst>
      <p:ext uri="{BB962C8B-B14F-4D97-AF65-F5344CB8AC3E}">
        <p14:creationId xmlns:p14="http://schemas.microsoft.com/office/powerpoint/2010/main" val="3286931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E0777-DF70-0953-23B6-309453F4B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6CAAE0-9EE5-E053-E763-EB6999EDB597}"/>
              </a:ext>
            </a:extLst>
          </p:cNvPr>
          <p:cNvSpPr>
            <a:spLocks noGrp="1"/>
          </p:cNvSpPr>
          <p:nvPr>
            <p:ph type="title"/>
          </p:nvPr>
        </p:nvSpPr>
        <p:spPr>
          <a:xfrm>
            <a:off x="838200" y="365125"/>
            <a:ext cx="10876878" cy="1325563"/>
          </a:xfrm>
        </p:spPr>
        <p:txBody>
          <a:bodyPr/>
          <a:lstStyle/>
          <a:p>
            <a:r>
              <a:rPr lang="en-US" dirty="0"/>
              <a:t>Aside: Single‐, double‐, and triple‐loop learning</a:t>
            </a:r>
          </a:p>
        </p:txBody>
      </p:sp>
      <p:sp>
        <p:nvSpPr>
          <p:cNvPr id="4" name="TextBox 3">
            <a:extLst>
              <a:ext uri="{FF2B5EF4-FFF2-40B4-BE49-F238E27FC236}">
                <a16:creationId xmlns:a16="http://schemas.microsoft.com/office/drawing/2014/main" id="{F1DBA053-188C-3368-859A-6AAD452018A5}"/>
              </a:ext>
            </a:extLst>
          </p:cNvPr>
          <p:cNvSpPr txBox="1"/>
          <p:nvPr/>
        </p:nvSpPr>
        <p:spPr>
          <a:xfrm>
            <a:off x="49305" y="6553482"/>
            <a:ext cx="12142695" cy="276999"/>
          </a:xfrm>
          <a:prstGeom prst="rect">
            <a:avLst/>
          </a:prstGeom>
          <a:noFill/>
        </p:spPr>
        <p:txBody>
          <a:bodyPr wrap="square">
            <a:spAutoFit/>
          </a:bodyPr>
          <a:lstStyle/>
          <a:p>
            <a:r>
              <a:rPr lang="en-US" sz="1200" dirty="0"/>
              <a:t>Developed by Runge MC, Nichols JD, Johnson FA, Eaton MJ, Romito AM, Breese G, Cochrane JF, Converse SJ, Eaton MJ, Larson MA, Lyons JE, Smith DR, Isham AF</a:t>
            </a:r>
          </a:p>
        </p:txBody>
      </p:sp>
      <p:pic>
        <p:nvPicPr>
          <p:cNvPr id="5" name="Content Placeholder 4">
            <a:extLst>
              <a:ext uri="{FF2B5EF4-FFF2-40B4-BE49-F238E27FC236}">
                <a16:creationId xmlns:a16="http://schemas.microsoft.com/office/drawing/2014/main" id="{1254570D-82CC-ECFE-714D-5C5C68C5E11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528841" y="1947134"/>
            <a:ext cx="8135180" cy="3980330"/>
          </a:xfrm>
          <a:prstGeom prst="rect">
            <a:avLst/>
          </a:prstGeom>
          <a:noFill/>
        </p:spPr>
      </p:pic>
      <p:sp>
        <p:nvSpPr>
          <p:cNvPr id="7" name="TextBox 6">
            <a:extLst>
              <a:ext uri="{FF2B5EF4-FFF2-40B4-BE49-F238E27FC236}">
                <a16:creationId xmlns:a16="http://schemas.microsoft.com/office/drawing/2014/main" id="{D1076D4B-A737-EE31-085F-B740072C40F5}"/>
              </a:ext>
            </a:extLst>
          </p:cNvPr>
          <p:cNvSpPr txBox="1"/>
          <p:nvPr/>
        </p:nvSpPr>
        <p:spPr>
          <a:xfrm>
            <a:off x="8748657" y="5650465"/>
            <a:ext cx="1320501" cy="276999"/>
          </a:xfrm>
          <a:prstGeom prst="rect">
            <a:avLst/>
          </a:prstGeom>
          <a:noFill/>
        </p:spPr>
        <p:txBody>
          <a:bodyPr wrap="square">
            <a:spAutoFit/>
          </a:bodyPr>
          <a:lstStyle/>
          <a:p>
            <a:r>
              <a:rPr lang="en-US" sz="1200" i="1" dirty="0">
                <a:effectLst/>
                <a:latin typeface="Calibri-BoldItalic"/>
                <a:ea typeface="Calibri" panose="020F0502020204030204" pitchFamily="34" charset="0"/>
                <a:cs typeface="Calibri-BoldItalic"/>
              </a:rPr>
              <a:t>Pahl‐</a:t>
            </a:r>
            <a:r>
              <a:rPr lang="en-US" sz="1200" i="1" dirty="0" err="1">
                <a:effectLst/>
                <a:latin typeface="Calibri-BoldItalic"/>
                <a:ea typeface="Calibri" panose="020F0502020204030204" pitchFamily="34" charset="0"/>
                <a:cs typeface="Calibri-BoldItalic"/>
              </a:rPr>
              <a:t>Wostl</a:t>
            </a:r>
            <a:r>
              <a:rPr lang="en-US" sz="1200" i="1" dirty="0">
                <a:effectLst/>
                <a:latin typeface="Calibri-BoldItalic"/>
                <a:ea typeface="Calibri" panose="020F0502020204030204" pitchFamily="34" charset="0"/>
                <a:cs typeface="Calibri-BoldItalic"/>
              </a:rPr>
              <a:t> 2009</a:t>
            </a:r>
            <a:endParaRPr lang="en-US" sz="1200" dirty="0"/>
          </a:p>
        </p:txBody>
      </p:sp>
    </p:spTree>
    <p:extLst>
      <p:ext uri="{BB962C8B-B14F-4D97-AF65-F5344CB8AC3E}">
        <p14:creationId xmlns:p14="http://schemas.microsoft.com/office/powerpoint/2010/main" val="11706654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05C470770B0D4ABF8826612BE84D5C" ma:contentTypeVersion="11" ma:contentTypeDescription="Create a new document." ma:contentTypeScope="" ma:versionID="d7fafb7966f5382a7b5f49eb7fca42a7">
  <xsd:schema xmlns:xsd="http://www.w3.org/2001/XMLSchema" xmlns:xs="http://www.w3.org/2001/XMLSchema" xmlns:p="http://schemas.microsoft.com/office/2006/metadata/properties" xmlns:ns2="050c1e3a-3f2f-46e4-a7ea-a86e3cc5eb79" xmlns:ns3="46a3c90f-7163-42dd-89ea-fb04cd484268" targetNamespace="http://schemas.microsoft.com/office/2006/metadata/properties" ma:root="true" ma:fieldsID="9d965f3a61d4a60a0bcdf4e7f4aceea8" ns2:_="" ns3:_="">
    <xsd:import namespace="050c1e3a-3f2f-46e4-a7ea-a86e3cc5eb79"/>
    <xsd:import namespace="46a3c90f-7163-42dd-89ea-fb04cd48426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50c1e3a-3f2f-46e4-a7ea-a86e3cc5eb7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c5df3ad-b4e5-45d1-88c9-23db5f1fe61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6a3c90f-7163-42dd-89ea-fb04cd48426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2362f2d-49b2-4aec-879b-1d5b4696d909}" ma:internalName="TaxCatchAll" ma:showField="CatchAllData" ma:web="46a3c90f-7163-42dd-89ea-fb04cd48426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6a3c90f-7163-42dd-89ea-fb04cd484268" xsi:nil="true"/>
    <lcf76f155ced4ddcb4097134ff3c332f xmlns="050c1e3a-3f2f-46e4-a7ea-a86e3cc5eb7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DCFB6C1-0DFB-464F-A4E0-4B9110FCE372}">
  <ds:schemaRefs>
    <ds:schemaRef ds:uri="050c1e3a-3f2f-46e4-a7ea-a86e3cc5eb79"/>
    <ds:schemaRef ds:uri="46a3c90f-7163-42dd-89ea-fb04cd48426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B6C8A5A-3C6E-4AD9-AAB6-4593C0D01033}">
  <ds:schemaRefs>
    <ds:schemaRef ds:uri="http://schemas.microsoft.com/sharepoint/v3/contenttype/forms"/>
  </ds:schemaRefs>
</ds:datastoreItem>
</file>

<file path=customXml/itemProps3.xml><?xml version="1.0" encoding="utf-8"?>
<ds:datastoreItem xmlns:ds="http://schemas.openxmlformats.org/officeDocument/2006/customXml" ds:itemID="{EA6358A4-AB2B-46A6-8A66-ED7466D63DD5}">
  <ds:schemaRefs>
    <ds:schemaRef ds:uri="http://schemas.openxmlformats.org/package/2006/metadata/core-properties"/>
    <ds:schemaRef ds:uri="http://purl.org/dc/elements/1.1/"/>
    <ds:schemaRef ds:uri="http://purl.org/dc/dcmitype/"/>
    <ds:schemaRef ds:uri="http://schemas.microsoft.com/office/infopath/2007/PartnerControls"/>
    <ds:schemaRef ds:uri="http://schemas.microsoft.com/office/2006/metadata/properties"/>
    <ds:schemaRef ds:uri="http://purl.org/dc/terms/"/>
    <ds:schemaRef ds:uri="http://schemas.microsoft.com/office/2006/documentManagement/types"/>
    <ds:schemaRef ds:uri="050c1e3a-3f2f-46e4-a7ea-a86e3cc5eb79"/>
    <ds:schemaRef ds:uri="46a3c90f-7163-42dd-89ea-fb04cd484268"/>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TM03457464[[fn=Dividend]]</Template>
  <TotalTime>1284</TotalTime>
  <Words>6612</Words>
  <Application>Microsoft Office PowerPoint</Application>
  <PresentationFormat>Widescreen</PresentationFormat>
  <Paragraphs>1248</Paragraphs>
  <Slides>72</Slides>
  <Notes>26</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72</vt:i4>
      </vt:variant>
    </vt:vector>
  </HeadingPairs>
  <TitlesOfParts>
    <vt:vector size="88" baseType="lpstr">
      <vt:lpstr>ＭＳ Ｐゴシック</vt:lpstr>
      <vt:lpstr>Aptos</vt:lpstr>
      <vt:lpstr>Arial</vt:lpstr>
      <vt:lpstr>Arial (Headings)</vt:lpstr>
      <vt:lpstr>Calibri</vt:lpstr>
      <vt:lpstr>Calibri Light</vt:lpstr>
      <vt:lpstr>Calibri-BoldItalic</vt:lpstr>
      <vt:lpstr>Cambria Math</vt:lpstr>
      <vt:lpstr>Century Gothic</vt:lpstr>
      <vt:lpstr>Courier New</vt:lpstr>
      <vt:lpstr>Noto Sans Symbols</vt:lpstr>
      <vt:lpstr>Palatino Linotype</vt:lpstr>
      <vt:lpstr>Symbol</vt:lpstr>
      <vt:lpstr>Times New Roman</vt:lpstr>
      <vt:lpstr>Wingdings</vt:lpstr>
      <vt:lpstr>Office 2013 - 2022 Theme</vt:lpstr>
      <vt:lpstr>Week 6:  Decisions under uncertainty part 1</vt:lpstr>
      <vt:lpstr>Review of last week</vt:lpstr>
      <vt:lpstr>PowerPoint Presentation</vt:lpstr>
      <vt:lpstr>Uncertainty in decision making</vt:lpstr>
      <vt:lpstr>Uncertainty in decision making @ all stages</vt:lpstr>
      <vt:lpstr>Types of Uncertainty</vt:lpstr>
      <vt:lpstr>Linguistic uncertainty</vt:lpstr>
      <vt:lpstr>Linguistic uncertainty</vt:lpstr>
      <vt:lpstr>Linguistic uncertainty</vt:lpstr>
      <vt:lpstr>Linguistic uncertainty</vt:lpstr>
      <vt:lpstr>Epistemic uncertainty</vt:lpstr>
      <vt:lpstr>Activity: what uncertainty?</vt:lpstr>
      <vt:lpstr>Activity: what uncertainty?</vt:lpstr>
      <vt:lpstr>Aside: model uncertainty </vt:lpstr>
      <vt:lpstr>Skills Check Task 1 – Identify uncertainty type</vt:lpstr>
      <vt:lpstr>Working with uncertainty</vt:lpstr>
      <vt:lpstr>Working with uncertainty</vt:lpstr>
      <vt:lpstr>2. Conducting research to reduce uncertainty</vt:lpstr>
      <vt:lpstr>When to conduct research</vt:lpstr>
      <vt:lpstr>When to conduct research</vt:lpstr>
      <vt:lpstr>Types of data that might be collected:</vt:lpstr>
      <vt:lpstr>Approaches to understand uncertainties</vt:lpstr>
      <vt:lpstr>Sensitivity analysis</vt:lpstr>
      <vt:lpstr>Sensitivity analysis</vt:lpstr>
      <vt:lpstr>Sensitivity analysis</vt:lpstr>
      <vt:lpstr>Sensitivity analysis</vt:lpstr>
      <vt:lpstr>Sensitivity analysis</vt:lpstr>
      <vt:lpstr>Example: Guiding management decisions of invasive carp in the Lower Mississippi River </vt:lpstr>
      <vt:lpstr>Decision trees:</vt:lpstr>
      <vt:lpstr>Value of information</vt:lpstr>
      <vt:lpstr>Expected value of perfect information (EVPI)</vt:lpstr>
      <vt:lpstr>Expected value of perfect information (EVPI)</vt:lpstr>
      <vt:lpstr>Expected value of perfect information (EVPI)</vt:lpstr>
      <vt:lpstr>Expected value of perfect information (EVPI)</vt:lpstr>
      <vt:lpstr>Expected value of perfect information (EVPI)</vt:lpstr>
      <vt:lpstr>Expected value of perfect information (EVPI)</vt:lpstr>
      <vt:lpstr>Expected value of perfect information (EVPI)</vt:lpstr>
      <vt:lpstr>Expected value of perfect information (EVPI)</vt:lpstr>
      <vt:lpstr>Expected value of perfect information (EVPI)</vt:lpstr>
      <vt:lpstr>Expected value of perfect information (EVPI)</vt:lpstr>
      <vt:lpstr>Skills Check Task 2 – Calculate EVPI</vt:lpstr>
      <vt:lpstr>Other VOI analysis:</vt:lpstr>
      <vt:lpstr>VOI summary:</vt:lpstr>
      <vt:lpstr>Working with uncertainty</vt:lpstr>
      <vt:lpstr>3. Learn while managing </vt:lpstr>
      <vt:lpstr>When can we use adaptive management?</vt:lpstr>
      <vt:lpstr>Questions to ask if adaptive management  is needed</vt:lpstr>
      <vt:lpstr>The purposes of monitoring in the context of adaptive management are to:</vt:lpstr>
      <vt:lpstr>Framing Adaptive Management</vt:lpstr>
      <vt:lpstr>How does it work?</vt:lpstr>
      <vt:lpstr>Adaptive</vt:lpstr>
      <vt:lpstr>Management</vt:lpstr>
      <vt:lpstr>How learning can occur over time:</vt:lpstr>
      <vt:lpstr>AM example- north American waterfowl harvest</vt:lpstr>
      <vt:lpstr>AM example- Glen Canyon Dam</vt:lpstr>
      <vt:lpstr>Other AM examples</vt:lpstr>
      <vt:lpstr>Adaptive management resources</vt:lpstr>
      <vt:lpstr>Impediments to adaptive management:</vt:lpstr>
      <vt:lpstr>PowerPoint Presentation</vt:lpstr>
      <vt:lpstr>Activity: think about your decision problem</vt:lpstr>
      <vt:lpstr>Working with uncertainty</vt:lpstr>
      <vt:lpstr>Looking ahead:</vt:lpstr>
      <vt:lpstr>Extra time activities:</vt:lpstr>
      <vt:lpstr>Reading discussion – Ch 10 Gregory and Long 2012</vt:lpstr>
      <vt:lpstr>EXPECTED VALUE OF PARTIAL PERFECT INFORMATION (EVPXI)</vt:lpstr>
      <vt:lpstr>EXPECTED VALUE OF PARTIAL PERFECT INFORMATION (EVPXI)</vt:lpstr>
      <vt:lpstr>EXPECTED VALUE OF PARTIAL PERFECT INFORMATION (EVPXI)</vt:lpstr>
      <vt:lpstr>Activity: Calculate EVPXI(H1) and EVPXI(H2)</vt:lpstr>
      <vt:lpstr>Hints for Skills Check Task 2</vt:lpstr>
      <vt:lpstr>Aside: Active vs passive AM</vt:lpstr>
      <vt:lpstr>Aside: Single‐, double‐, and triple‐loop learning</vt:lpstr>
      <vt:lpstr>Aside: Single‐, double‐, and triple‐loop learning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Motivation for Structured Decision Making</dc:title>
  <dc:creator>Thompson, Brielle</dc:creator>
  <cp:lastModifiedBy>Thompson, Brielle</cp:lastModifiedBy>
  <cp:revision>53</cp:revision>
  <dcterms:created xsi:type="dcterms:W3CDTF">2024-12-30T15:57:04Z</dcterms:created>
  <dcterms:modified xsi:type="dcterms:W3CDTF">2025-09-08T18:35:38Z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0x010100D205C470770B0D4ABF8826612BE84D5C</vt:lpwstr>
  </property>
  <property fmtid="{D5CDD505-2E9C-101B-9397-08002B2CF9AE}" pid="3" name="MediaServiceImageTags">
    <vt:lpwstr/>
  </property>
</Properties>
</file>