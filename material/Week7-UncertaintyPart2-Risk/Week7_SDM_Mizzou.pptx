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59"/>
  </p:notesMasterIdLst>
  <p:sldIdLst>
    <p:sldId id="434" r:id="rId5"/>
    <p:sldId id="511" r:id="rId6"/>
    <p:sldId id="509" r:id="rId7"/>
    <p:sldId id="510" r:id="rId8"/>
    <p:sldId id="515" r:id="rId9"/>
    <p:sldId id="519" r:id="rId10"/>
    <p:sldId id="520" r:id="rId11"/>
    <p:sldId id="528" r:id="rId12"/>
    <p:sldId id="521" r:id="rId13"/>
    <p:sldId id="522" r:id="rId14"/>
    <p:sldId id="523" r:id="rId15"/>
    <p:sldId id="524" r:id="rId16"/>
    <p:sldId id="525" r:id="rId17"/>
    <p:sldId id="526" r:id="rId18"/>
    <p:sldId id="527" r:id="rId19"/>
    <p:sldId id="529" r:id="rId20"/>
    <p:sldId id="532" r:id="rId21"/>
    <p:sldId id="534" r:id="rId22"/>
    <p:sldId id="533" r:id="rId23"/>
    <p:sldId id="535" r:id="rId24"/>
    <p:sldId id="537" r:id="rId25"/>
    <p:sldId id="544" r:id="rId26"/>
    <p:sldId id="538" r:id="rId27"/>
    <p:sldId id="536" r:id="rId28"/>
    <p:sldId id="539" r:id="rId29"/>
    <p:sldId id="540" r:id="rId30"/>
    <p:sldId id="541" r:id="rId31"/>
    <p:sldId id="542" r:id="rId32"/>
    <p:sldId id="543" r:id="rId33"/>
    <p:sldId id="545" r:id="rId34"/>
    <p:sldId id="546" r:id="rId35"/>
    <p:sldId id="548" r:id="rId36"/>
    <p:sldId id="530" r:id="rId37"/>
    <p:sldId id="531" r:id="rId38"/>
    <p:sldId id="552" r:id="rId39"/>
    <p:sldId id="550" r:id="rId40"/>
    <p:sldId id="559" r:id="rId41"/>
    <p:sldId id="565" r:id="rId42"/>
    <p:sldId id="553" r:id="rId43"/>
    <p:sldId id="555" r:id="rId44"/>
    <p:sldId id="554" r:id="rId45"/>
    <p:sldId id="557" r:id="rId46"/>
    <p:sldId id="556" r:id="rId47"/>
    <p:sldId id="547" r:id="rId48"/>
    <p:sldId id="558" r:id="rId49"/>
    <p:sldId id="518" r:id="rId50"/>
    <p:sldId id="562" r:id="rId51"/>
    <p:sldId id="563" r:id="rId52"/>
    <p:sldId id="564" r:id="rId53"/>
    <p:sldId id="452" r:id="rId54"/>
    <p:sldId id="384" r:id="rId55"/>
    <p:sldId id="561" r:id="rId56"/>
    <p:sldId id="566" r:id="rId57"/>
    <p:sldId id="459"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0E1"/>
    <a:srgbClr val="20A9C7"/>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66" autoAdjust="0"/>
    <p:restoredTop sz="80484" autoAdjust="0"/>
  </p:normalViewPr>
  <p:slideViewPr>
    <p:cSldViewPr snapToGrid="0">
      <p:cViewPr varScale="1">
        <p:scale>
          <a:sx n="51" d="100"/>
          <a:sy n="51" d="100"/>
        </p:scale>
        <p:origin x="110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pson, Brielle" userId="f0ea580a-03ee-4a63-bd84-436803179175" providerId="ADAL" clId="{AF01A3C7-D580-48EE-AD66-C1B6C20A138C}"/>
    <pc:docChg chg="undo custSel addSld delSld modSld sldOrd">
      <pc:chgData name="Thompson, Brielle" userId="f0ea580a-03ee-4a63-bd84-436803179175" providerId="ADAL" clId="{AF01A3C7-D580-48EE-AD66-C1B6C20A138C}" dt="2025-10-04T19:54:29.117" v="12585" actId="47"/>
      <pc:docMkLst>
        <pc:docMk/>
      </pc:docMkLst>
      <pc:sldChg chg="del">
        <pc:chgData name="Thompson, Brielle" userId="f0ea580a-03ee-4a63-bd84-436803179175" providerId="ADAL" clId="{AF01A3C7-D580-48EE-AD66-C1B6C20A138C}" dt="2025-09-08T15:50:38.722" v="426" actId="47"/>
        <pc:sldMkLst>
          <pc:docMk/>
          <pc:sldMk cId="2342776510" sldId="291"/>
        </pc:sldMkLst>
      </pc:sldChg>
      <pc:sldChg chg="modSp mod">
        <pc:chgData name="Thompson, Brielle" userId="f0ea580a-03ee-4a63-bd84-436803179175" providerId="ADAL" clId="{AF01A3C7-D580-48EE-AD66-C1B6C20A138C}" dt="2025-09-08T15:26:30.359" v="21" actId="404"/>
        <pc:sldMkLst>
          <pc:docMk/>
          <pc:sldMk cId="2472309090" sldId="434"/>
        </pc:sldMkLst>
        <pc:spChg chg="mod">
          <ac:chgData name="Thompson, Brielle" userId="f0ea580a-03ee-4a63-bd84-436803179175" providerId="ADAL" clId="{AF01A3C7-D580-48EE-AD66-C1B6C20A138C}" dt="2025-09-08T15:26:30.359" v="21" actId="404"/>
          <ac:spMkLst>
            <pc:docMk/>
            <pc:sldMk cId="2472309090" sldId="434"/>
            <ac:spMk id="2" creationId="{6AE23848-0866-067B-5C85-225EDB126BA1}"/>
          </ac:spMkLst>
        </pc:spChg>
      </pc:sldChg>
      <pc:sldChg chg="addSp delSp modSp mod setBg">
        <pc:chgData name="Thompson, Brielle" userId="f0ea580a-03ee-4a63-bd84-436803179175" providerId="ADAL" clId="{AF01A3C7-D580-48EE-AD66-C1B6C20A138C}" dt="2025-09-08T20:58:08.034" v="7920" actId="20577"/>
        <pc:sldMkLst>
          <pc:docMk/>
          <pc:sldMk cId="1972088792" sldId="452"/>
        </pc:sldMkLst>
        <pc:spChg chg="mod">
          <ac:chgData name="Thompson, Brielle" userId="f0ea580a-03ee-4a63-bd84-436803179175" providerId="ADAL" clId="{AF01A3C7-D580-48EE-AD66-C1B6C20A138C}" dt="2025-09-08T16:24:11.328" v="1181" actId="27636"/>
          <ac:spMkLst>
            <pc:docMk/>
            <pc:sldMk cId="1972088792" sldId="452"/>
            <ac:spMk id="2" creationId="{E46A6F5A-257E-97E6-83AA-4696B79EF0C5}"/>
          </ac:spMkLst>
        </pc:spChg>
        <pc:spChg chg="add mod">
          <ac:chgData name="Thompson, Brielle" userId="f0ea580a-03ee-4a63-bd84-436803179175" providerId="ADAL" clId="{AF01A3C7-D580-48EE-AD66-C1B6C20A138C}" dt="2025-09-08T16:24:25.088" v="1183" actId="1076"/>
          <ac:spMkLst>
            <pc:docMk/>
            <pc:sldMk cId="1972088792" sldId="452"/>
            <ac:spMk id="7" creationId="{F4EBFBD8-D5D1-6E5C-6AD5-EEF15D60642B}"/>
          </ac:spMkLst>
        </pc:spChg>
        <pc:spChg chg="add mod">
          <ac:chgData name="Thompson, Brielle" userId="f0ea580a-03ee-4a63-bd84-436803179175" providerId="ADAL" clId="{AF01A3C7-D580-48EE-AD66-C1B6C20A138C}" dt="2025-09-08T20:58:08.034" v="7920" actId="20577"/>
          <ac:spMkLst>
            <pc:docMk/>
            <pc:sldMk cId="1972088792" sldId="452"/>
            <ac:spMk id="8" creationId="{FECDBE7B-05AB-B78B-1843-DFBE16204CC3}"/>
          </ac:spMkLst>
        </pc:spChg>
      </pc:sldChg>
      <pc:sldChg chg="modSp mod">
        <pc:chgData name="Thompson, Brielle" userId="f0ea580a-03ee-4a63-bd84-436803179175" providerId="ADAL" clId="{AF01A3C7-D580-48EE-AD66-C1B6C20A138C}" dt="2025-09-08T20:40:50.243" v="7314" actId="20577"/>
        <pc:sldMkLst>
          <pc:docMk/>
          <pc:sldMk cId="3019933041" sldId="459"/>
        </pc:sldMkLst>
        <pc:spChg chg="mod">
          <ac:chgData name="Thompson, Brielle" userId="f0ea580a-03ee-4a63-bd84-436803179175" providerId="ADAL" clId="{AF01A3C7-D580-48EE-AD66-C1B6C20A138C}" dt="2025-09-08T20:40:50.243" v="7314" actId="20577"/>
          <ac:spMkLst>
            <pc:docMk/>
            <pc:sldMk cId="3019933041" sldId="459"/>
            <ac:spMk id="2" creationId="{137ED602-EC27-67AB-41A7-EA2E6E2F1A3F}"/>
          </ac:spMkLst>
        </pc:spChg>
        <pc:spChg chg="mod">
          <ac:chgData name="Thompson, Brielle" userId="f0ea580a-03ee-4a63-bd84-436803179175" providerId="ADAL" clId="{AF01A3C7-D580-48EE-AD66-C1B6C20A138C}" dt="2025-09-08T20:40:42.610" v="7288" actId="20577"/>
          <ac:spMkLst>
            <pc:docMk/>
            <pc:sldMk cId="3019933041" sldId="459"/>
            <ac:spMk id="3" creationId="{532F6CCB-9497-D52A-E563-EA564D079580}"/>
          </ac:spMkLst>
        </pc:spChg>
      </pc:sldChg>
      <pc:sldChg chg="delSp new del mod">
        <pc:chgData name="Thompson, Brielle" userId="f0ea580a-03ee-4a63-bd84-436803179175" providerId="ADAL" clId="{AF01A3C7-D580-48EE-AD66-C1B6C20A138C}" dt="2025-09-08T15:41:01.906" v="25" actId="47"/>
        <pc:sldMkLst>
          <pc:docMk/>
          <pc:sldMk cId="2500027569" sldId="460"/>
        </pc:sldMkLst>
      </pc:sldChg>
      <pc:sldChg chg="addSp delSp modSp add mod setBg modAnim">
        <pc:chgData name="Thompson, Brielle" userId="f0ea580a-03ee-4a63-bd84-436803179175" providerId="ADAL" clId="{AF01A3C7-D580-48EE-AD66-C1B6C20A138C}" dt="2025-09-08T16:13:19.707" v="851" actId="1076"/>
        <pc:sldMkLst>
          <pc:docMk/>
          <pc:sldMk cId="2716345525" sldId="509"/>
        </pc:sldMkLst>
        <pc:spChg chg="mod">
          <ac:chgData name="Thompson, Brielle" userId="f0ea580a-03ee-4a63-bd84-436803179175" providerId="ADAL" clId="{AF01A3C7-D580-48EE-AD66-C1B6C20A138C}" dt="2025-09-08T16:12:58.036" v="819" actId="207"/>
          <ac:spMkLst>
            <pc:docMk/>
            <pc:sldMk cId="2716345525" sldId="509"/>
            <ac:spMk id="2" creationId="{7A40B144-4F84-4904-5069-E111693C7CAA}"/>
          </ac:spMkLst>
        </pc:spChg>
        <pc:spChg chg="mod">
          <ac:chgData name="Thompson, Brielle" userId="f0ea580a-03ee-4a63-bd84-436803179175" providerId="ADAL" clId="{AF01A3C7-D580-48EE-AD66-C1B6C20A138C}" dt="2025-09-08T16:10:36.487" v="799" actId="1076"/>
          <ac:spMkLst>
            <pc:docMk/>
            <pc:sldMk cId="2716345525" sldId="509"/>
            <ac:spMk id="3" creationId="{835A3ACB-323F-C124-5084-39A44120C243}"/>
          </ac:spMkLst>
        </pc:spChg>
        <pc:picChg chg="add mod modCrop">
          <ac:chgData name="Thompson, Brielle" userId="f0ea580a-03ee-4a63-bd84-436803179175" providerId="ADAL" clId="{AF01A3C7-D580-48EE-AD66-C1B6C20A138C}" dt="2025-09-08T16:13:19.707" v="851" actId="1076"/>
          <ac:picMkLst>
            <pc:docMk/>
            <pc:sldMk cId="2716345525" sldId="509"/>
            <ac:picMk id="8" creationId="{9B6BDFD5-8BC7-EF0D-9648-DC354C46371B}"/>
          </ac:picMkLst>
        </pc:picChg>
      </pc:sldChg>
      <pc:sldChg chg="addSp delSp modSp new mod">
        <pc:chgData name="Thompson, Brielle" userId="f0ea580a-03ee-4a63-bd84-436803179175" providerId="ADAL" clId="{AF01A3C7-D580-48EE-AD66-C1B6C20A138C}" dt="2025-09-26T15:13:22.991" v="12580" actId="1076"/>
        <pc:sldMkLst>
          <pc:docMk/>
          <pc:sldMk cId="1327887575" sldId="510"/>
        </pc:sldMkLst>
        <pc:spChg chg="add mod">
          <ac:chgData name="Thompson, Brielle" userId="f0ea580a-03ee-4a63-bd84-436803179175" providerId="ADAL" clId="{AF01A3C7-D580-48EE-AD66-C1B6C20A138C}" dt="2025-09-08T16:13:38.128" v="861" actId="14100"/>
          <ac:spMkLst>
            <pc:docMk/>
            <pc:sldMk cId="1327887575" sldId="510"/>
            <ac:spMk id="4" creationId="{03564640-6E12-404A-FEAD-B0B170D4AFD3}"/>
          </ac:spMkLst>
        </pc:spChg>
        <pc:spChg chg="add mod">
          <ac:chgData name="Thompson, Brielle" userId="f0ea580a-03ee-4a63-bd84-436803179175" providerId="ADAL" clId="{AF01A3C7-D580-48EE-AD66-C1B6C20A138C}" dt="2025-09-26T15:13:22.991" v="12580" actId="1076"/>
          <ac:spMkLst>
            <pc:docMk/>
            <pc:sldMk cId="1327887575" sldId="510"/>
            <ac:spMk id="5" creationId="{22F6E9EB-4F71-C462-D00E-D3DA9E6D1B63}"/>
          </ac:spMkLst>
        </pc:spChg>
        <pc:spChg chg="add mod">
          <ac:chgData name="Thompson, Brielle" userId="f0ea580a-03ee-4a63-bd84-436803179175" providerId="ADAL" clId="{AF01A3C7-D580-48EE-AD66-C1B6C20A138C}" dt="2025-09-26T15:13:22.991" v="12580" actId="1076"/>
          <ac:spMkLst>
            <pc:docMk/>
            <pc:sldMk cId="1327887575" sldId="510"/>
            <ac:spMk id="6" creationId="{E93A738D-6A80-68A0-1C0A-DB16F7AC9FD4}"/>
          </ac:spMkLst>
        </pc:spChg>
        <pc:spChg chg="add mod">
          <ac:chgData name="Thompson, Brielle" userId="f0ea580a-03ee-4a63-bd84-436803179175" providerId="ADAL" clId="{AF01A3C7-D580-48EE-AD66-C1B6C20A138C}" dt="2025-09-26T15:13:22.991" v="12580" actId="1076"/>
          <ac:spMkLst>
            <pc:docMk/>
            <pc:sldMk cId="1327887575" sldId="510"/>
            <ac:spMk id="7" creationId="{07B1F812-8ED7-E681-64BD-4BC6A0C6A772}"/>
          </ac:spMkLst>
        </pc:spChg>
        <pc:spChg chg="add mod">
          <ac:chgData name="Thompson, Brielle" userId="f0ea580a-03ee-4a63-bd84-436803179175" providerId="ADAL" clId="{AF01A3C7-D580-48EE-AD66-C1B6C20A138C}" dt="2025-09-26T15:13:22.991" v="12580" actId="1076"/>
          <ac:spMkLst>
            <pc:docMk/>
            <pc:sldMk cId="1327887575" sldId="510"/>
            <ac:spMk id="8" creationId="{AD366DA0-28A7-CDB4-2B3C-F4EF32569D17}"/>
          </ac:spMkLst>
        </pc:spChg>
        <pc:spChg chg="add mod">
          <ac:chgData name="Thompson, Brielle" userId="f0ea580a-03ee-4a63-bd84-436803179175" providerId="ADAL" clId="{AF01A3C7-D580-48EE-AD66-C1B6C20A138C}" dt="2025-09-26T15:13:22.991" v="12580" actId="1076"/>
          <ac:spMkLst>
            <pc:docMk/>
            <pc:sldMk cId="1327887575" sldId="510"/>
            <ac:spMk id="9" creationId="{C7420F4D-6CF1-C42A-8BBE-A931A9772913}"/>
          </ac:spMkLst>
        </pc:spChg>
        <pc:spChg chg="add mod">
          <ac:chgData name="Thompson, Brielle" userId="f0ea580a-03ee-4a63-bd84-436803179175" providerId="ADAL" clId="{AF01A3C7-D580-48EE-AD66-C1B6C20A138C}" dt="2025-09-26T15:13:22.991" v="12580" actId="1076"/>
          <ac:spMkLst>
            <pc:docMk/>
            <pc:sldMk cId="1327887575" sldId="510"/>
            <ac:spMk id="10" creationId="{3F64A884-3101-9FF2-A336-E6E5AF36DE49}"/>
          </ac:spMkLst>
        </pc:spChg>
        <pc:spChg chg="add mod">
          <ac:chgData name="Thompson, Brielle" userId="f0ea580a-03ee-4a63-bd84-436803179175" providerId="ADAL" clId="{AF01A3C7-D580-48EE-AD66-C1B6C20A138C}" dt="2025-09-08T17:48:59.557" v="2356"/>
          <ac:spMkLst>
            <pc:docMk/>
            <pc:sldMk cId="1327887575" sldId="510"/>
            <ac:spMk id="14" creationId="{2EA03E75-9744-307E-F377-E9D552E65EFF}"/>
          </ac:spMkLst>
        </pc:spChg>
      </pc:sldChg>
      <pc:sldChg chg="delSp modSp new mod ord">
        <pc:chgData name="Thompson, Brielle" userId="f0ea580a-03ee-4a63-bd84-436803179175" providerId="ADAL" clId="{AF01A3C7-D580-48EE-AD66-C1B6C20A138C}" dt="2025-09-08T20:24:44.002" v="6313" actId="20577"/>
        <pc:sldMkLst>
          <pc:docMk/>
          <pc:sldMk cId="439288971" sldId="511"/>
        </pc:sldMkLst>
        <pc:spChg chg="mod">
          <ac:chgData name="Thompson, Brielle" userId="f0ea580a-03ee-4a63-bd84-436803179175" providerId="ADAL" clId="{AF01A3C7-D580-48EE-AD66-C1B6C20A138C}" dt="2025-09-08T20:24:44.002" v="6313" actId="20577"/>
          <ac:spMkLst>
            <pc:docMk/>
            <pc:sldMk cId="439288971" sldId="511"/>
            <ac:spMk id="2" creationId="{77BFA329-D94B-EFFA-DCFC-F0C25F316EDA}"/>
          </ac:spMkLst>
        </pc:spChg>
      </pc:sldChg>
      <pc:sldChg chg="addSp delSp modSp new del mod">
        <pc:chgData name="Thompson, Brielle" userId="f0ea580a-03ee-4a63-bd84-436803179175" providerId="ADAL" clId="{AF01A3C7-D580-48EE-AD66-C1B6C20A138C}" dt="2025-09-26T15:40:47" v="12583" actId="47"/>
        <pc:sldMkLst>
          <pc:docMk/>
          <pc:sldMk cId="3242379407" sldId="512"/>
        </pc:sldMkLst>
      </pc:sldChg>
      <pc:sldChg chg="addSp delSp modSp add del mod modAnim">
        <pc:chgData name="Thompson, Brielle" userId="f0ea580a-03ee-4a63-bd84-436803179175" providerId="ADAL" clId="{AF01A3C7-D580-48EE-AD66-C1B6C20A138C}" dt="2025-09-26T15:40:47.678" v="12584" actId="47"/>
        <pc:sldMkLst>
          <pc:docMk/>
          <pc:sldMk cId="536492146" sldId="513"/>
        </pc:sldMkLst>
      </pc:sldChg>
      <pc:sldChg chg="addSp modSp new del mod">
        <pc:chgData name="Thompson, Brielle" userId="f0ea580a-03ee-4a63-bd84-436803179175" providerId="ADAL" clId="{AF01A3C7-D580-48EE-AD66-C1B6C20A138C}" dt="2025-09-26T15:16:26.310" v="12582" actId="2696"/>
        <pc:sldMkLst>
          <pc:docMk/>
          <pc:sldMk cId="1671058396" sldId="514"/>
        </pc:sldMkLst>
      </pc:sldChg>
      <pc:sldChg chg="addSp delSp modSp new mod">
        <pc:chgData name="Thompson, Brielle" userId="f0ea580a-03ee-4a63-bd84-436803179175" providerId="ADAL" clId="{AF01A3C7-D580-48EE-AD66-C1B6C20A138C}" dt="2025-09-08T18:32:33.061" v="3423"/>
        <pc:sldMkLst>
          <pc:docMk/>
          <pc:sldMk cId="2349421958" sldId="515"/>
        </pc:sldMkLst>
        <pc:spChg chg="add del mod">
          <ac:chgData name="Thompson, Brielle" userId="f0ea580a-03ee-4a63-bd84-436803179175" providerId="ADAL" clId="{AF01A3C7-D580-48EE-AD66-C1B6C20A138C}" dt="2025-09-08T18:32:33.061" v="3423"/>
          <ac:spMkLst>
            <pc:docMk/>
            <pc:sldMk cId="2349421958" sldId="515"/>
            <ac:spMk id="3" creationId="{7F0BDD8F-96CE-7525-AFA2-9328BB110C29}"/>
          </ac:spMkLst>
        </pc:spChg>
        <pc:spChg chg="add mod">
          <ac:chgData name="Thompson, Brielle" userId="f0ea580a-03ee-4a63-bd84-436803179175" providerId="ADAL" clId="{AF01A3C7-D580-48EE-AD66-C1B6C20A138C}" dt="2025-09-08T18:31:46.408" v="3419" actId="20577"/>
          <ac:spMkLst>
            <pc:docMk/>
            <pc:sldMk cId="2349421958" sldId="515"/>
            <ac:spMk id="5" creationId="{6BFD57C5-12E0-AA89-BF4E-DB74F136FB94}"/>
          </ac:spMkLst>
        </pc:spChg>
        <pc:spChg chg="add mod">
          <ac:chgData name="Thompson, Brielle" userId="f0ea580a-03ee-4a63-bd84-436803179175" providerId="ADAL" clId="{AF01A3C7-D580-48EE-AD66-C1B6C20A138C}" dt="2025-09-08T18:31:50.305" v="3420"/>
          <ac:spMkLst>
            <pc:docMk/>
            <pc:sldMk cId="2349421958" sldId="515"/>
            <ac:spMk id="6" creationId="{5D03DCDA-3F1F-91D3-A6C8-B5362F68036C}"/>
          </ac:spMkLst>
        </pc:spChg>
      </pc:sldChg>
      <pc:sldChg chg="addSp delSp modSp add del mod">
        <pc:chgData name="Thompson, Brielle" userId="f0ea580a-03ee-4a63-bd84-436803179175" providerId="ADAL" clId="{AF01A3C7-D580-48EE-AD66-C1B6C20A138C}" dt="2025-10-04T19:54:29.117" v="12585" actId="47"/>
        <pc:sldMkLst>
          <pc:docMk/>
          <pc:sldMk cId="226684243" sldId="516"/>
        </pc:sldMkLst>
      </pc:sldChg>
      <pc:sldChg chg="addSp modSp new del mod modAnim">
        <pc:chgData name="Thompson, Brielle" userId="f0ea580a-03ee-4a63-bd84-436803179175" providerId="ADAL" clId="{AF01A3C7-D580-48EE-AD66-C1B6C20A138C}" dt="2025-09-26T15:16:26.310" v="12582" actId="2696"/>
        <pc:sldMkLst>
          <pc:docMk/>
          <pc:sldMk cId="3392784615" sldId="517"/>
        </pc:sldMkLst>
      </pc:sldChg>
      <pc:sldChg chg="add del">
        <pc:chgData name="Thompson, Brielle" userId="f0ea580a-03ee-4a63-bd84-436803179175" providerId="ADAL" clId="{AF01A3C7-D580-48EE-AD66-C1B6C20A138C}" dt="2025-09-08T17:51:35.102" v="2501"/>
        <pc:sldMkLst>
          <pc:docMk/>
          <pc:sldMk cId="1207897243" sldId="518"/>
        </pc:sldMkLst>
      </pc:sldChg>
      <pc:sldChg chg="addSp delSp modSp new add del mod setBg modAnim">
        <pc:chgData name="Thompson, Brielle" userId="f0ea580a-03ee-4a63-bd84-436803179175" providerId="ADAL" clId="{AF01A3C7-D580-48EE-AD66-C1B6C20A138C}" dt="2025-09-12T19:25:52.227" v="8114" actId="20577"/>
        <pc:sldMkLst>
          <pc:docMk/>
          <pc:sldMk cId="2715570016" sldId="518"/>
        </pc:sldMkLst>
        <pc:spChg chg="mod">
          <ac:chgData name="Thompson, Brielle" userId="f0ea580a-03ee-4a63-bd84-436803179175" providerId="ADAL" clId="{AF01A3C7-D580-48EE-AD66-C1B6C20A138C}" dt="2025-09-12T19:24:09.068" v="7996" actId="1076"/>
          <ac:spMkLst>
            <pc:docMk/>
            <pc:sldMk cId="2715570016" sldId="518"/>
            <ac:spMk id="2" creationId="{63A20C1A-4914-2FAF-8554-DBB34247A9E4}"/>
          </ac:spMkLst>
        </pc:spChg>
        <pc:spChg chg="add mod">
          <ac:chgData name="Thompson, Brielle" userId="f0ea580a-03ee-4a63-bd84-436803179175" providerId="ADAL" clId="{AF01A3C7-D580-48EE-AD66-C1B6C20A138C}" dt="2025-09-12T19:25:11.060" v="8083" actId="1076"/>
          <ac:spMkLst>
            <pc:docMk/>
            <pc:sldMk cId="2715570016" sldId="518"/>
            <ac:spMk id="6" creationId="{B335A69E-B00D-6F92-3BE5-CD38F21DFE4B}"/>
          </ac:spMkLst>
        </pc:spChg>
        <pc:spChg chg="add mod">
          <ac:chgData name="Thompson, Brielle" userId="f0ea580a-03ee-4a63-bd84-436803179175" providerId="ADAL" clId="{AF01A3C7-D580-48EE-AD66-C1B6C20A138C}" dt="2025-09-12T19:25:12.798" v="8084" actId="1076"/>
          <ac:spMkLst>
            <pc:docMk/>
            <pc:sldMk cId="2715570016" sldId="518"/>
            <ac:spMk id="7" creationId="{9170E734-E07B-A136-45D3-E1D0300A5651}"/>
          </ac:spMkLst>
        </pc:spChg>
        <pc:spChg chg="add mod">
          <ac:chgData name="Thompson, Brielle" userId="f0ea580a-03ee-4a63-bd84-436803179175" providerId="ADAL" clId="{AF01A3C7-D580-48EE-AD66-C1B6C20A138C}" dt="2025-09-12T19:25:35.205" v="8093" actId="14100"/>
          <ac:spMkLst>
            <pc:docMk/>
            <pc:sldMk cId="2715570016" sldId="518"/>
            <ac:spMk id="9" creationId="{40BF7BDD-1401-3C91-0736-615A4D548160}"/>
          </ac:spMkLst>
        </pc:spChg>
        <pc:spChg chg="add mod">
          <ac:chgData name="Thompson, Brielle" userId="f0ea580a-03ee-4a63-bd84-436803179175" providerId="ADAL" clId="{AF01A3C7-D580-48EE-AD66-C1B6C20A138C}" dt="2025-09-12T19:25:52.227" v="8114" actId="20577"/>
          <ac:spMkLst>
            <pc:docMk/>
            <pc:sldMk cId="2715570016" sldId="518"/>
            <ac:spMk id="13" creationId="{49D6A36E-5CC3-7A3C-8AAE-BC39EB46115B}"/>
          </ac:spMkLst>
        </pc:spChg>
        <pc:picChg chg="add mod">
          <ac:chgData name="Thompson, Brielle" userId="f0ea580a-03ee-4a63-bd84-436803179175" providerId="ADAL" clId="{AF01A3C7-D580-48EE-AD66-C1B6C20A138C}" dt="2025-09-12T19:25:14.509" v="8085" actId="1076"/>
          <ac:picMkLst>
            <pc:docMk/>
            <pc:sldMk cId="2715570016" sldId="518"/>
            <ac:picMk id="8" creationId="{6A5EB302-E8CF-2793-A870-9CB5871D6EE2}"/>
          </ac:picMkLst>
        </pc:picChg>
        <pc:picChg chg="add mod">
          <ac:chgData name="Thompson, Brielle" userId="f0ea580a-03ee-4a63-bd84-436803179175" providerId="ADAL" clId="{AF01A3C7-D580-48EE-AD66-C1B6C20A138C}" dt="2025-09-12T19:25:19.475" v="8087" actId="1076"/>
          <ac:picMkLst>
            <pc:docMk/>
            <pc:sldMk cId="2715570016" sldId="518"/>
            <ac:picMk id="10" creationId="{C3DC2100-1404-B74B-8817-94D1DC9D255C}"/>
          </ac:picMkLst>
        </pc:picChg>
        <pc:picChg chg="add mod ord">
          <ac:chgData name="Thompson, Brielle" userId="f0ea580a-03ee-4a63-bd84-436803179175" providerId="ADAL" clId="{AF01A3C7-D580-48EE-AD66-C1B6C20A138C}" dt="2025-09-12T19:25:39.789" v="8095" actId="1076"/>
          <ac:picMkLst>
            <pc:docMk/>
            <pc:sldMk cId="2715570016" sldId="518"/>
            <ac:picMk id="12" creationId="{486BEE49-F3E9-135C-E475-245529FE6E61}"/>
          </ac:picMkLst>
        </pc:picChg>
      </pc:sldChg>
      <pc:sldChg chg="add del">
        <pc:chgData name="Thompson, Brielle" userId="f0ea580a-03ee-4a63-bd84-436803179175" providerId="ADAL" clId="{AF01A3C7-D580-48EE-AD66-C1B6C20A138C}" dt="2025-09-08T17:51:33.019" v="2499"/>
        <pc:sldMkLst>
          <pc:docMk/>
          <pc:sldMk cId="3579143424" sldId="518"/>
        </pc:sldMkLst>
      </pc:sldChg>
      <pc:sldChg chg="modSp add mod">
        <pc:chgData name="Thompson, Brielle" userId="f0ea580a-03ee-4a63-bd84-436803179175" providerId="ADAL" clId="{AF01A3C7-D580-48EE-AD66-C1B6C20A138C}" dt="2025-09-08T18:33:03.839" v="3438"/>
        <pc:sldMkLst>
          <pc:docMk/>
          <pc:sldMk cId="2285836825" sldId="519"/>
        </pc:sldMkLst>
        <pc:spChg chg="mod">
          <ac:chgData name="Thompson, Brielle" userId="f0ea580a-03ee-4a63-bd84-436803179175" providerId="ADAL" clId="{AF01A3C7-D580-48EE-AD66-C1B6C20A138C}" dt="2025-09-08T18:33:03.839" v="3438"/>
          <ac:spMkLst>
            <pc:docMk/>
            <pc:sldMk cId="2285836825" sldId="519"/>
            <ac:spMk id="3" creationId="{0605E62B-98A7-3717-5AFA-996BF0342AD8}"/>
          </ac:spMkLst>
        </pc:spChg>
        <pc:spChg chg="mod">
          <ac:chgData name="Thompson, Brielle" userId="f0ea580a-03ee-4a63-bd84-436803179175" providerId="ADAL" clId="{AF01A3C7-D580-48EE-AD66-C1B6C20A138C}" dt="2025-09-08T18:32:58.772" v="3437" actId="20577"/>
          <ac:spMkLst>
            <pc:docMk/>
            <pc:sldMk cId="2285836825" sldId="519"/>
            <ac:spMk id="5" creationId="{81D22E3D-5779-3F58-6389-B7E8EF00E6B9}"/>
          </ac:spMkLst>
        </pc:spChg>
      </pc:sldChg>
      <pc:sldChg chg="addSp modSp add mod modNotesTx">
        <pc:chgData name="Thompson, Brielle" userId="f0ea580a-03ee-4a63-bd84-436803179175" providerId="ADAL" clId="{AF01A3C7-D580-48EE-AD66-C1B6C20A138C}" dt="2025-09-08T20:53:25.340" v="7718" actId="20577"/>
        <pc:sldMkLst>
          <pc:docMk/>
          <pc:sldMk cId="2761458070" sldId="520"/>
        </pc:sldMkLst>
        <pc:spChg chg="mod">
          <ac:chgData name="Thompson, Brielle" userId="f0ea580a-03ee-4a63-bd84-436803179175" providerId="ADAL" clId="{AF01A3C7-D580-48EE-AD66-C1B6C20A138C}" dt="2025-09-08T19:14:59.658" v="4534" actId="14100"/>
          <ac:spMkLst>
            <pc:docMk/>
            <pc:sldMk cId="2761458070" sldId="520"/>
            <ac:spMk id="3" creationId="{939665E9-F8EC-C2ED-CC31-385B9F71213C}"/>
          </ac:spMkLst>
        </pc:spChg>
        <pc:spChg chg="mod">
          <ac:chgData name="Thompson, Brielle" userId="f0ea580a-03ee-4a63-bd84-436803179175" providerId="ADAL" clId="{AF01A3C7-D580-48EE-AD66-C1B6C20A138C}" dt="2025-09-08T19:03:37.258" v="4156" actId="20577"/>
          <ac:spMkLst>
            <pc:docMk/>
            <pc:sldMk cId="2761458070" sldId="520"/>
            <ac:spMk id="5" creationId="{7CA1B671-D4D6-6AA0-C984-D13C5F4B6796}"/>
          </ac:spMkLst>
        </pc:spChg>
        <pc:picChg chg="add mod">
          <ac:chgData name="Thompson, Brielle" userId="f0ea580a-03ee-4a63-bd84-436803179175" providerId="ADAL" clId="{AF01A3C7-D580-48EE-AD66-C1B6C20A138C}" dt="2025-09-08T19:09:30.273" v="4368" actId="1076"/>
          <ac:picMkLst>
            <pc:docMk/>
            <pc:sldMk cId="2761458070" sldId="520"/>
            <ac:picMk id="4" creationId="{AA482166-1B21-88AF-E0F4-F246CDC59BB2}"/>
          </ac:picMkLst>
        </pc:picChg>
        <pc:picChg chg="add mod">
          <ac:chgData name="Thompson, Brielle" userId="f0ea580a-03ee-4a63-bd84-436803179175" providerId="ADAL" clId="{AF01A3C7-D580-48EE-AD66-C1B6C20A138C}" dt="2025-09-08T19:09:17.058" v="4364" actId="1076"/>
          <ac:picMkLst>
            <pc:docMk/>
            <pc:sldMk cId="2761458070" sldId="520"/>
            <ac:picMk id="8" creationId="{04DFAB6F-6B4E-4492-84F2-CFC1AD9A3C6C}"/>
          </ac:picMkLst>
        </pc:picChg>
        <pc:picChg chg="add mod">
          <ac:chgData name="Thompson, Brielle" userId="f0ea580a-03ee-4a63-bd84-436803179175" providerId="ADAL" clId="{AF01A3C7-D580-48EE-AD66-C1B6C20A138C}" dt="2025-09-08T19:09:27.622" v="4367" actId="1076"/>
          <ac:picMkLst>
            <pc:docMk/>
            <pc:sldMk cId="2761458070" sldId="520"/>
            <ac:picMk id="10" creationId="{85047E19-1599-2D96-547C-734C0674ED34}"/>
          </ac:picMkLst>
        </pc:picChg>
      </pc:sldChg>
      <pc:sldChg chg="addSp delSp modSp add mod modNotesTx">
        <pc:chgData name="Thompson, Brielle" userId="f0ea580a-03ee-4a63-bd84-436803179175" providerId="ADAL" clId="{AF01A3C7-D580-48EE-AD66-C1B6C20A138C}" dt="2025-09-08T18:36:48.255" v="3496" actId="14100"/>
        <pc:sldMkLst>
          <pc:docMk/>
          <pc:sldMk cId="77739371" sldId="521"/>
        </pc:sldMkLst>
        <pc:spChg chg="mod">
          <ac:chgData name="Thompson, Brielle" userId="f0ea580a-03ee-4a63-bd84-436803179175" providerId="ADAL" clId="{AF01A3C7-D580-48EE-AD66-C1B6C20A138C}" dt="2025-09-08T18:33:32.471" v="3466" actId="20577"/>
          <ac:spMkLst>
            <pc:docMk/>
            <pc:sldMk cId="77739371" sldId="521"/>
            <ac:spMk id="5" creationId="{C8C1AA9D-7B09-1C16-F7FD-87CE9011FD97}"/>
          </ac:spMkLst>
        </pc:spChg>
        <pc:spChg chg="mod">
          <ac:chgData name="Thompson, Brielle" userId="f0ea580a-03ee-4a63-bd84-436803179175" providerId="ADAL" clId="{AF01A3C7-D580-48EE-AD66-C1B6C20A138C}" dt="2025-09-08T18:35:55.793" v="3469"/>
          <ac:spMkLst>
            <pc:docMk/>
            <pc:sldMk cId="77739371" sldId="521"/>
            <ac:spMk id="8" creationId="{D88446CE-493C-931E-32E5-85152884B793}"/>
          </ac:spMkLst>
        </pc:spChg>
        <pc:spChg chg="mod">
          <ac:chgData name="Thompson, Brielle" userId="f0ea580a-03ee-4a63-bd84-436803179175" providerId="ADAL" clId="{AF01A3C7-D580-48EE-AD66-C1B6C20A138C}" dt="2025-09-08T18:36:14.095" v="3482" actId="14100"/>
          <ac:spMkLst>
            <pc:docMk/>
            <pc:sldMk cId="77739371" sldId="521"/>
            <ac:spMk id="9" creationId="{EF16655E-200B-CC3B-0497-90807CAA8AE9}"/>
          </ac:spMkLst>
        </pc:spChg>
        <pc:spChg chg="mod">
          <ac:chgData name="Thompson, Brielle" userId="f0ea580a-03ee-4a63-bd84-436803179175" providerId="ADAL" clId="{AF01A3C7-D580-48EE-AD66-C1B6C20A138C}" dt="2025-09-08T18:36:16.010" v="3483" actId="14100"/>
          <ac:spMkLst>
            <pc:docMk/>
            <pc:sldMk cId="77739371" sldId="521"/>
            <ac:spMk id="10" creationId="{280C6907-BD5B-1005-BD2E-F9CC84BF76EF}"/>
          </ac:spMkLst>
        </pc:spChg>
        <pc:spChg chg="mod">
          <ac:chgData name="Thompson, Brielle" userId="f0ea580a-03ee-4a63-bd84-436803179175" providerId="ADAL" clId="{AF01A3C7-D580-48EE-AD66-C1B6C20A138C}" dt="2025-09-08T18:35:55.793" v="3469"/>
          <ac:spMkLst>
            <pc:docMk/>
            <pc:sldMk cId="77739371" sldId="521"/>
            <ac:spMk id="11" creationId="{30156DEB-D88E-214E-7DFE-02F2C7E52B26}"/>
          </ac:spMkLst>
        </pc:spChg>
        <pc:spChg chg="mod">
          <ac:chgData name="Thompson, Brielle" userId="f0ea580a-03ee-4a63-bd84-436803179175" providerId="ADAL" clId="{AF01A3C7-D580-48EE-AD66-C1B6C20A138C}" dt="2025-09-08T18:35:55.793" v="3469"/>
          <ac:spMkLst>
            <pc:docMk/>
            <pc:sldMk cId="77739371" sldId="521"/>
            <ac:spMk id="12" creationId="{A3F63A34-85A7-EC58-191D-9BCDF1353D05}"/>
          </ac:spMkLst>
        </pc:spChg>
        <pc:spChg chg="mod">
          <ac:chgData name="Thompson, Brielle" userId="f0ea580a-03ee-4a63-bd84-436803179175" providerId="ADAL" clId="{AF01A3C7-D580-48EE-AD66-C1B6C20A138C}" dt="2025-09-08T18:35:55.793" v="3469"/>
          <ac:spMkLst>
            <pc:docMk/>
            <pc:sldMk cId="77739371" sldId="521"/>
            <ac:spMk id="13" creationId="{2BE9F4D6-DC0B-631E-4847-C7719930B849}"/>
          </ac:spMkLst>
        </pc:spChg>
        <pc:spChg chg="mod">
          <ac:chgData name="Thompson, Brielle" userId="f0ea580a-03ee-4a63-bd84-436803179175" providerId="ADAL" clId="{AF01A3C7-D580-48EE-AD66-C1B6C20A138C}" dt="2025-09-08T18:35:55.793" v="3469"/>
          <ac:spMkLst>
            <pc:docMk/>
            <pc:sldMk cId="77739371" sldId="521"/>
            <ac:spMk id="14" creationId="{34D63525-EBC6-C202-9F2C-71FED6D3CB32}"/>
          </ac:spMkLst>
        </pc:spChg>
        <pc:spChg chg="mod">
          <ac:chgData name="Thompson, Brielle" userId="f0ea580a-03ee-4a63-bd84-436803179175" providerId="ADAL" clId="{AF01A3C7-D580-48EE-AD66-C1B6C20A138C}" dt="2025-09-08T18:36:07.110" v="3478" actId="404"/>
          <ac:spMkLst>
            <pc:docMk/>
            <pc:sldMk cId="77739371" sldId="521"/>
            <ac:spMk id="21" creationId="{3A55B6E8-1DFE-FFDC-0D10-8320BCE77C15}"/>
          </ac:spMkLst>
        </pc:spChg>
        <pc:spChg chg="mod">
          <ac:chgData name="Thompson, Brielle" userId="f0ea580a-03ee-4a63-bd84-436803179175" providerId="ADAL" clId="{AF01A3C7-D580-48EE-AD66-C1B6C20A138C}" dt="2025-09-08T18:36:25.321" v="3487" actId="403"/>
          <ac:spMkLst>
            <pc:docMk/>
            <pc:sldMk cId="77739371" sldId="521"/>
            <ac:spMk id="22" creationId="{3E34DA1B-904F-0559-68D4-DF09C1C6417C}"/>
          </ac:spMkLst>
        </pc:spChg>
        <pc:spChg chg="mod">
          <ac:chgData name="Thompson, Brielle" userId="f0ea580a-03ee-4a63-bd84-436803179175" providerId="ADAL" clId="{AF01A3C7-D580-48EE-AD66-C1B6C20A138C}" dt="2025-09-08T18:36:12.237" v="3481" actId="1076"/>
          <ac:spMkLst>
            <pc:docMk/>
            <pc:sldMk cId="77739371" sldId="521"/>
            <ac:spMk id="23" creationId="{9EF007B9-9F1E-BC80-EC6F-3EC012369020}"/>
          </ac:spMkLst>
        </pc:spChg>
        <pc:spChg chg="add mod">
          <ac:chgData name="Thompson, Brielle" userId="f0ea580a-03ee-4a63-bd84-436803179175" providerId="ADAL" clId="{AF01A3C7-D580-48EE-AD66-C1B6C20A138C}" dt="2025-09-08T18:36:48.255" v="3496" actId="14100"/>
          <ac:spMkLst>
            <pc:docMk/>
            <pc:sldMk cId="77739371" sldId="521"/>
            <ac:spMk id="30" creationId="{B00D99B6-8662-9DF3-0B62-A6A497DEBF5D}"/>
          </ac:spMkLst>
        </pc:spChg>
        <pc:grpChg chg="mod">
          <ac:chgData name="Thompson, Brielle" userId="f0ea580a-03ee-4a63-bd84-436803179175" providerId="ADAL" clId="{AF01A3C7-D580-48EE-AD66-C1B6C20A138C}" dt="2025-09-08T18:36:03.525" v="3474" actId="1076"/>
          <ac:grpSpMkLst>
            <pc:docMk/>
            <pc:sldMk cId="77739371" sldId="521"/>
            <ac:grpSpMk id="7" creationId="{1D9231B7-9ABE-93DC-2E78-5919A0E85C9D}"/>
          </ac:grpSpMkLst>
        </pc:grpChg>
        <pc:cxnChg chg="mod">
          <ac:chgData name="Thompson, Brielle" userId="f0ea580a-03ee-4a63-bd84-436803179175" providerId="ADAL" clId="{AF01A3C7-D580-48EE-AD66-C1B6C20A138C}" dt="2025-09-08T18:36:16.010" v="3483" actId="14100"/>
          <ac:cxnSpMkLst>
            <pc:docMk/>
            <pc:sldMk cId="77739371" sldId="521"/>
            <ac:cxnSpMk id="16" creationId="{E9C71FB5-92A5-AA6A-DC3C-30A3B1FB4B3F}"/>
          </ac:cxnSpMkLst>
        </pc:cxnChg>
        <pc:cxnChg chg="mod">
          <ac:chgData name="Thompson, Brielle" userId="f0ea580a-03ee-4a63-bd84-436803179175" providerId="ADAL" clId="{AF01A3C7-D580-48EE-AD66-C1B6C20A138C}" dt="2025-09-08T18:36:14.095" v="3482" actId="14100"/>
          <ac:cxnSpMkLst>
            <pc:docMk/>
            <pc:sldMk cId="77739371" sldId="521"/>
            <ac:cxnSpMk id="17" creationId="{D2D038A0-CB92-57DC-3E8E-36E99725E828}"/>
          </ac:cxnSpMkLst>
        </pc:cxnChg>
        <pc:cxnChg chg="mod">
          <ac:chgData name="Thompson, Brielle" userId="f0ea580a-03ee-4a63-bd84-436803179175" providerId="ADAL" clId="{AF01A3C7-D580-48EE-AD66-C1B6C20A138C}" dt="2025-09-08T18:36:14.095" v="3482" actId="14100"/>
          <ac:cxnSpMkLst>
            <pc:docMk/>
            <pc:sldMk cId="77739371" sldId="521"/>
            <ac:cxnSpMk id="18" creationId="{D9C80864-1B42-7997-43DC-C73EE3AB8D83}"/>
          </ac:cxnSpMkLst>
        </pc:cxnChg>
        <pc:cxnChg chg="mod">
          <ac:chgData name="Thompson, Brielle" userId="f0ea580a-03ee-4a63-bd84-436803179175" providerId="ADAL" clId="{AF01A3C7-D580-48EE-AD66-C1B6C20A138C}" dt="2025-09-08T18:36:16.010" v="3483" actId="14100"/>
          <ac:cxnSpMkLst>
            <pc:docMk/>
            <pc:sldMk cId="77739371" sldId="521"/>
            <ac:cxnSpMk id="19" creationId="{70A265B9-642F-5BD1-7E87-FB4783058E0C}"/>
          </ac:cxnSpMkLst>
        </pc:cxnChg>
        <pc:cxnChg chg="mod">
          <ac:chgData name="Thompson, Brielle" userId="f0ea580a-03ee-4a63-bd84-436803179175" providerId="ADAL" clId="{AF01A3C7-D580-48EE-AD66-C1B6C20A138C}" dt="2025-09-08T18:36:16.010" v="3483" actId="14100"/>
          <ac:cxnSpMkLst>
            <pc:docMk/>
            <pc:sldMk cId="77739371" sldId="521"/>
            <ac:cxnSpMk id="20" creationId="{DA3EED77-962F-822F-AE0F-054A8CE4BC5F}"/>
          </ac:cxnSpMkLst>
        </pc:cxnChg>
      </pc:sldChg>
      <pc:sldChg chg="addSp delSp modSp new mod">
        <pc:chgData name="Thompson, Brielle" userId="f0ea580a-03ee-4a63-bd84-436803179175" providerId="ADAL" clId="{AF01A3C7-D580-48EE-AD66-C1B6C20A138C}" dt="2025-09-08T18:47:43.500" v="3734"/>
        <pc:sldMkLst>
          <pc:docMk/>
          <pc:sldMk cId="3834790751" sldId="522"/>
        </pc:sldMkLst>
        <pc:spChg chg="mod">
          <ac:chgData name="Thompson, Brielle" userId="f0ea580a-03ee-4a63-bd84-436803179175" providerId="ADAL" clId="{AF01A3C7-D580-48EE-AD66-C1B6C20A138C}" dt="2025-09-08T18:38:26.902" v="3508" actId="14100"/>
          <ac:spMkLst>
            <pc:docMk/>
            <pc:sldMk cId="3834790751" sldId="522"/>
            <ac:spMk id="5" creationId="{BFA36054-CF56-95CA-458C-B0ADEE4D6EDE}"/>
          </ac:spMkLst>
        </pc:spChg>
        <pc:spChg chg="mod">
          <ac:chgData name="Thompson, Brielle" userId="f0ea580a-03ee-4a63-bd84-436803179175" providerId="ADAL" clId="{AF01A3C7-D580-48EE-AD66-C1B6C20A138C}" dt="2025-09-08T18:38:32.590" v="3511" actId="404"/>
          <ac:spMkLst>
            <pc:docMk/>
            <pc:sldMk cId="3834790751" sldId="522"/>
            <ac:spMk id="6" creationId="{7E835A70-0996-C947-B30A-CD6E48779FAF}"/>
          </ac:spMkLst>
        </pc:spChg>
        <pc:spChg chg="mod">
          <ac:chgData name="Thompson, Brielle" userId="f0ea580a-03ee-4a63-bd84-436803179175" providerId="ADAL" clId="{AF01A3C7-D580-48EE-AD66-C1B6C20A138C}" dt="2025-09-08T18:38:35.389" v="3512" actId="403"/>
          <ac:spMkLst>
            <pc:docMk/>
            <pc:sldMk cId="3834790751" sldId="522"/>
            <ac:spMk id="7" creationId="{CA826BF5-80CC-C843-CCAA-9DA212506E76}"/>
          </ac:spMkLst>
        </pc:spChg>
        <pc:spChg chg="mod">
          <ac:chgData name="Thompson, Brielle" userId="f0ea580a-03ee-4a63-bd84-436803179175" providerId="ADAL" clId="{AF01A3C7-D580-48EE-AD66-C1B6C20A138C}" dt="2025-09-08T18:38:54.173" v="3517" actId="14100"/>
          <ac:spMkLst>
            <pc:docMk/>
            <pc:sldMk cId="3834790751" sldId="522"/>
            <ac:spMk id="8" creationId="{44DE9119-A186-A837-5387-8B92BC7F6DE9}"/>
          </ac:spMkLst>
        </pc:spChg>
        <pc:spChg chg="mod">
          <ac:chgData name="Thompson, Brielle" userId="f0ea580a-03ee-4a63-bd84-436803179175" providerId="ADAL" clId="{AF01A3C7-D580-48EE-AD66-C1B6C20A138C}" dt="2025-09-08T18:38:07.038" v="3504" actId="403"/>
          <ac:spMkLst>
            <pc:docMk/>
            <pc:sldMk cId="3834790751" sldId="522"/>
            <ac:spMk id="9" creationId="{08C5953C-8A97-EEFA-D1FE-0ED7AB851B46}"/>
          </ac:spMkLst>
        </pc:spChg>
        <pc:spChg chg="mod">
          <ac:chgData name="Thompson, Brielle" userId="f0ea580a-03ee-4a63-bd84-436803179175" providerId="ADAL" clId="{AF01A3C7-D580-48EE-AD66-C1B6C20A138C}" dt="2025-09-08T18:38:07.038" v="3504" actId="403"/>
          <ac:spMkLst>
            <pc:docMk/>
            <pc:sldMk cId="3834790751" sldId="522"/>
            <ac:spMk id="10" creationId="{A1BBD417-070C-CA5F-7BC9-4696B5BFC918}"/>
          </ac:spMkLst>
        </pc:spChg>
        <pc:spChg chg="mod">
          <ac:chgData name="Thompson, Brielle" userId="f0ea580a-03ee-4a63-bd84-436803179175" providerId="ADAL" clId="{AF01A3C7-D580-48EE-AD66-C1B6C20A138C}" dt="2025-09-08T18:38:07.038" v="3504" actId="403"/>
          <ac:spMkLst>
            <pc:docMk/>
            <pc:sldMk cId="3834790751" sldId="522"/>
            <ac:spMk id="11" creationId="{1B0E34CE-2A9C-9461-1504-61AF672E5026}"/>
          </ac:spMkLst>
        </pc:spChg>
        <pc:spChg chg="mod">
          <ac:chgData name="Thompson, Brielle" userId="f0ea580a-03ee-4a63-bd84-436803179175" providerId="ADAL" clId="{AF01A3C7-D580-48EE-AD66-C1B6C20A138C}" dt="2025-09-08T18:38:07.038" v="3504" actId="403"/>
          <ac:spMkLst>
            <pc:docMk/>
            <pc:sldMk cId="3834790751" sldId="522"/>
            <ac:spMk id="18" creationId="{0E40CC91-AC12-A3AB-090D-9647A9AA714F}"/>
          </ac:spMkLst>
        </pc:spChg>
        <pc:spChg chg="mod">
          <ac:chgData name="Thompson, Brielle" userId="f0ea580a-03ee-4a63-bd84-436803179175" providerId="ADAL" clId="{AF01A3C7-D580-48EE-AD66-C1B6C20A138C}" dt="2025-09-08T18:38:07.038" v="3504" actId="403"/>
          <ac:spMkLst>
            <pc:docMk/>
            <pc:sldMk cId="3834790751" sldId="522"/>
            <ac:spMk id="20" creationId="{C8EAAE03-6D11-01DA-845F-A582B7BD809F}"/>
          </ac:spMkLst>
        </pc:spChg>
        <pc:spChg chg="mod">
          <ac:chgData name="Thompson, Brielle" userId="f0ea580a-03ee-4a63-bd84-436803179175" providerId="ADAL" clId="{AF01A3C7-D580-48EE-AD66-C1B6C20A138C}" dt="2025-09-08T18:46:04.153" v="3707" actId="1076"/>
          <ac:spMkLst>
            <pc:docMk/>
            <pc:sldMk cId="3834790751" sldId="522"/>
            <ac:spMk id="22" creationId="{5B0E2B35-169B-B031-BDC7-F31F7EC56839}"/>
          </ac:spMkLst>
        </pc:spChg>
        <pc:spChg chg="mod">
          <ac:chgData name="Thompson, Brielle" userId="f0ea580a-03ee-4a63-bd84-436803179175" providerId="ADAL" clId="{AF01A3C7-D580-48EE-AD66-C1B6C20A138C}" dt="2025-09-08T18:38:50.544" v="3516" actId="122"/>
          <ac:spMkLst>
            <pc:docMk/>
            <pc:sldMk cId="3834790751" sldId="522"/>
            <ac:spMk id="24" creationId="{6D951BDE-6904-3C2B-F222-CA8997E443CD}"/>
          </ac:spMkLst>
        </pc:spChg>
        <pc:spChg chg="mod">
          <ac:chgData name="Thompson, Brielle" userId="f0ea580a-03ee-4a63-bd84-436803179175" providerId="ADAL" clId="{AF01A3C7-D580-48EE-AD66-C1B6C20A138C}" dt="2025-09-08T18:38:07.038" v="3504" actId="403"/>
          <ac:spMkLst>
            <pc:docMk/>
            <pc:sldMk cId="3834790751" sldId="522"/>
            <ac:spMk id="25" creationId="{35CF0902-B733-FB67-8C9F-688B91720B1E}"/>
          </ac:spMkLst>
        </pc:spChg>
        <pc:spChg chg="add mod">
          <ac:chgData name="Thompson, Brielle" userId="f0ea580a-03ee-4a63-bd84-436803179175" providerId="ADAL" clId="{AF01A3C7-D580-48EE-AD66-C1B6C20A138C}" dt="2025-09-08T18:42:57.699" v="3613"/>
          <ac:spMkLst>
            <pc:docMk/>
            <pc:sldMk cId="3834790751" sldId="522"/>
            <ac:spMk id="36" creationId="{B858D974-29ED-6755-D57D-E805F6A86ADF}"/>
          </ac:spMkLst>
        </pc:spChg>
        <pc:spChg chg="add mod">
          <ac:chgData name="Thompson, Brielle" userId="f0ea580a-03ee-4a63-bd84-436803179175" providerId="ADAL" clId="{AF01A3C7-D580-48EE-AD66-C1B6C20A138C}" dt="2025-09-08T18:42:57.699" v="3613"/>
          <ac:spMkLst>
            <pc:docMk/>
            <pc:sldMk cId="3834790751" sldId="522"/>
            <ac:spMk id="37" creationId="{F08A0594-ACA7-A90E-3B6E-27D1471F2B65}"/>
          </ac:spMkLst>
        </pc:spChg>
        <pc:spChg chg="add mod">
          <ac:chgData name="Thompson, Brielle" userId="f0ea580a-03ee-4a63-bd84-436803179175" providerId="ADAL" clId="{AF01A3C7-D580-48EE-AD66-C1B6C20A138C}" dt="2025-09-08T18:46:38.538" v="3717"/>
          <ac:spMkLst>
            <pc:docMk/>
            <pc:sldMk cId="3834790751" sldId="522"/>
            <ac:spMk id="38" creationId="{C15F724F-8056-CBFF-8A5E-EC647C4F02DD}"/>
          </ac:spMkLst>
        </pc:spChg>
        <pc:spChg chg="add mod">
          <ac:chgData name="Thompson, Brielle" userId="f0ea580a-03ee-4a63-bd84-436803179175" providerId="ADAL" clId="{AF01A3C7-D580-48EE-AD66-C1B6C20A138C}" dt="2025-09-08T18:47:43.500" v="3734"/>
          <ac:spMkLst>
            <pc:docMk/>
            <pc:sldMk cId="3834790751" sldId="522"/>
            <ac:spMk id="39" creationId="{3F68F6F5-5BA7-B6CC-9BE8-02FC03728B3E}"/>
          </ac:spMkLst>
        </pc:spChg>
        <pc:grpChg chg="mod">
          <ac:chgData name="Thompson, Brielle" userId="f0ea580a-03ee-4a63-bd84-436803179175" providerId="ADAL" clId="{AF01A3C7-D580-48EE-AD66-C1B6C20A138C}" dt="2025-09-08T18:38:42.686" v="3513" actId="1076"/>
          <ac:grpSpMkLst>
            <pc:docMk/>
            <pc:sldMk cId="3834790751" sldId="522"/>
            <ac:grpSpMk id="4" creationId="{26A4E42D-B2F6-1B23-E573-A7A78672CDCD}"/>
          </ac:grpSpMkLst>
        </pc:grpChg>
        <pc:cxnChg chg="mod">
          <ac:chgData name="Thompson, Brielle" userId="f0ea580a-03ee-4a63-bd84-436803179175" providerId="ADAL" clId="{AF01A3C7-D580-48EE-AD66-C1B6C20A138C}" dt="2025-09-08T18:38:54.173" v="3517" actId="14100"/>
          <ac:cxnSpMkLst>
            <pc:docMk/>
            <pc:sldMk cId="3834790751" sldId="522"/>
            <ac:cxnSpMk id="12" creationId="{7387C32D-C9F2-C5AB-47E6-3352D2CC3032}"/>
          </ac:cxnSpMkLst>
        </pc:cxnChg>
        <pc:cxnChg chg="mod">
          <ac:chgData name="Thompson, Brielle" userId="f0ea580a-03ee-4a63-bd84-436803179175" providerId="ADAL" clId="{AF01A3C7-D580-48EE-AD66-C1B6C20A138C}" dt="2025-09-08T18:38:26.902" v="3508" actId="14100"/>
          <ac:cxnSpMkLst>
            <pc:docMk/>
            <pc:sldMk cId="3834790751" sldId="522"/>
            <ac:cxnSpMk id="16" creationId="{BD92E3F7-C3BC-57DF-D695-6AF1A48BDC38}"/>
          </ac:cxnSpMkLst>
        </pc:cxnChg>
        <pc:cxnChg chg="mod">
          <ac:chgData name="Thompson, Brielle" userId="f0ea580a-03ee-4a63-bd84-436803179175" providerId="ADAL" clId="{AF01A3C7-D580-48EE-AD66-C1B6C20A138C}" dt="2025-09-08T18:38:26.902" v="3508" actId="14100"/>
          <ac:cxnSpMkLst>
            <pc:docMk/>
            <pc:sldMk cId="3834790751" sldId="522"/>
            <ac:cxnSpMk id="17" creationId="{59172FC8-0965-EDBF-1DF0-A0FA60E0F320}"/>
          </ac:cxnSpMkLst>
        </pc:cxnChg>
      </pc:sldChg>
      <pc:sldChg chg="addSp delSp modSp add mod">
        <pc:chgData name="Thompson, Brielle" userId="f0ea580a-03ee-4a63-bd84-436803179175" providerId="ADAL" clId="{AF01A3C7-D580-48EE-AD66-C1B6C20A138C}" dt="2025-09-08T18:47:44.513" v="3735"/>
        <pc:sldMkLst>
          <pc:docMk/>
          <pc:sldMk cId="1475396684" sldId="523"/>
        </pc:sldMkLst>
        <pc:spChg chg="add mod">
          <ac:chgData name="Thompson, Brielle" userId="f0ea580a-03ee-4a63-bd84-436803179175" providerId="ADAL" clId="{AF01A3C7-D580-48EE-AD66-C1B6C20A138C}" dt="2025-09-08T18:41:49.731" v="3572" actId="207"/>
          <ac:spMkLst>
            <pc:docMk/>
            <pc:sldMk cId="1475396684" sldId="523"/>
            <ac:spMk id="3" creationId="{4C670374-4690-857D-80E4-CCFB9D710708}"/>
          </ac:spMkLst>
        </pc:spChg>
        <pc:spChg chg="mod">
          <ac:chgData name="Thompson, Brielle" userId="f0ea580a-03ee-4a63-bd84-436803179175" providerId="ADAL" clId="{AF01A3C7-D580-48EE-AD66-C1B6C20A138C}" dt="2025-09-08T18:45:57.210" v="3706" actId="1076"/>
          <ac:spMkLst>
            <pc:docMk/>
            <pc:sldMk cId="1475396684" sldId="523"/>
            <ac:spMk id="22" creationId="{2A7DCA9D-AD5D-D9EB-8880-7904A7F445D0}"/>
          </ac:spMkLst>
        </pc:spChg>
        <pc:spChg chg="add mod">
          <ac:chgData name="Thompson, Brielle" userId="f0ea580a-03ee-4a63-bd84-436803179175" providerId="ADAL" clId="{AF01A3C7-D580-48EE-AD66-C1B6C20A138C}" dt="2025-09-08T18:41:49.731" v="3572" actId="207"/>
          <ac:spMkLst>
            <pc:docMk/>
            <pc:sldMk cId="1475396684" sldId="523"/>
            <ac:spMk id="29" creationId="{E8969029-9F78-172D-15E5-52CC8A6090FD}"/>
          </ac:spMkLst>
        </pc:spChg>
        <pc:spChg chg="add mod">
          <ac:chgData name="Thompson, Brielle" userId="f0ea580a-03ee-4a63-bd84-436803179175" providerId="ADAL" clId="{AF01A3C7-D580-48EE-AD66-C1B6C20A138C}" dt="2025-09-08T18:41:49.731" v="3572" actId="207"/>
          <ac:spMkLst>
            <pc:docMk/>
            <pc:sldMk cId="1475396684" sldId="523"/>
            <ac:spMk id="30" creationId="{44F4101A-037C-6942-0970-EAB7777CE8BA}"/>
          </ac:spMkLst>
        </pc:spChg>
        <pc:spChg chg="add mod">
          <ac:chgData name="Thompson, Brielle" userId="f0ea580a-03ee-4a63-bd84-436803179175" providerId="ADAL" clId="{AF01A3C7-D580-48EE-AD66-C1B6C20A138C}" dt="2025-09-08T18:41:49.731" v="3572" actId="207"/>
          <ac:spMkLst>
            <pc:docMk/>
            <pc:sldMk cId="1475396684" sldId="523"/>
            <ac:spMk id="31" creationId="{9D2A1436-33C9-3D5B-DEC2-8891647F5C0A}"/>
          </ac:spMkLst>
        </pc:spChg>
        <pc:spChg chg="add mod">
          <ac:chgData name="Thompson, Brielle" userId="f0ea580a-03ee-4a63-bd84-436803179175" providerId="ADAL" clId="{AF01A3C7-D580-48EE-AD66-C1B6C20A138C}" dt="2025-09-08T18:43:02.876" v="3616" actId="403"/>
          <ac:spMkLst>
            <pc:docMk/>
            <pc:sldMk cId="1475396684" sldId="523"/>
            <ac:spMk id="32" creationId="{322160B7-E79E-14D5-5B6C-D57089A2B9C9}"/>
          </ac:spMkLst>
        </pc:spChg>
        <pc:spChg chg="add mod">
          <ac:chgData name="Thompson, Brielle" userId="f0ea580a-03ee-4a63-bd84-436803179175" providerId="ADAL" clId="{AF01A3C7-D580-48EE-AD66-C1B6C20A138C}" dt="2025-09-08T18:42:51.943" v="3609"/>
          <ac:spMkLst>
            <pc:docMk/>
            <pc:sldMk cId="1475396684" sldId="523"/>
            <ac:spMk id="36" creationId="{E8C4F440-AEDC-A145-0C53-D28300C0300E}"/>
          </ac:spMkLst>
        </pc:spChg>
        <pc:spChg chg="add mod">
          <ac:chgData name="Thompson, Brielle" userId="f0ea580a-03ee-4a63-bd84-436803179175" providerId="ADAL" clId="{AF01A3C7-D580-48EE-AD66-C1B6C20A138C}" dt="2025-09-08T18:42:51.943" v="3609"/>
          <ac:spMkLst>
            <pc:docMk/>
            <pc:sldMk cId="1475396684" sldId="523"/>
            <ac:spMk id="37" creationId="{4B6C299D-2EBE-B13B-5DF5-BE29B9D01520}"/>
          </ac:spMkLst>
        </pc:spChg>
        <pc:spChg chg="add mod">
          <ac:chgData name="Thompson, Brielle" userId="f0ea580a-03ee-4a63-bd84-436803179175" providerId="ADAL" clId="{AF01A3C7-D580-48EE-AD66-C1B6C20A138C}" dt="2025-09-08T18:46:32.044" v="3714"/>
          <ac:spMkLst>
            <pc:docMk/>
            <pc:sldMk cId="1475396684" sldId="523"/>
            <ac:spMk id="38" creationId="{7145FDF4-D544-8970-C788-A7C4626FB128}"/>
          </ac:spMkLst>
        </pc:spChg>
        <pc:spChg chg="add mod">
          <ac:chgData name="Thompson, Brielle" userId="f0ea580a-03ee-4a63-bd84-436803179175" providerId="ADAL" clId="{AF01A3C7-D580-48EE-AD66-C1B6C20A138C}" dt="2025-09-08T18:47:44.513" v="3735"/>
          <ac:spMkLst>
            <pc:docMk/>
            <pc:sldMk cId="1475396684" sldId="523"/>
            <ac:spMk id="39" creationId="{C785CFC0-09DA-54EF-09EA-0F3F2CA80919}"/>
          </ac:spMkLst>
        </pc:spChg>
      </pc:sldChg>
      <pc:sldChg chg="addSp modSp add mod">
        <pc:chgData name="Thompson, Brielle" userId="f0ea580a-03ee-4a63-bd84-436803179175" providerId="ADAL" clId="{AF01A3C7-D580-48EE-AD66-C1B6C20A138C}" dt="2025-09-08T18:47:45.648" v="3736"/>
        <pc:sldMkLst>
          <pc:docMk/>
          <pc:sldMk cId="3250611365" sldId="524"/>
        </pc:sldMkLst>
        <pc:spChg chg="mod">
          <ac:chgData name="Thompson, Brielle" userId="f0ea580a-03ee-4a63-bd84-436803179175" providerId="ADAL" clId="{AF01A3C7-D580-48EE-AD66-C1B6C20A138C}" dt="2025-09-08T18:42:28.991" v="3602" actId="1076"/>
          <ac:spMkLst>
            <pc:docMk/>
            <pc:sldMk cId="3250611365" sldId="524"/>
            <ac:spMk id="2" creationId="{FE06577F-B191-3861-464B-059BBD9EE878}"/>
          </ac:spMkLst>
        </pc:spChg>
        <pc:spChg chg="mod">
          <ac:chgData name="Thompson, Brielle" userId="f0ea580a-03ee-4a63-bd84-436803179175" providerId="ADAL" clId="{AF01A3C7-D580-48EE-AD66-C1B6C20A138C}" dt="2025-09-08T18:45:30.675" v="3703" actId="688"/>
          <ac:spMkLst>
            <pc:docMk/>
            <pc:sldMk cId="3250611365" sldId="524"/>
            <ac:spMk id="22" creationId="{1691B737-2254-5A6E-BB4C-F83AB3A2EEDB}"/>
          </ac:spMkLst>
        </pc:spChg>
        <pc:spChg chg="mod">
          <ac:chgData name="Thompson, Brielle" userId="f0ea580a-03ee-4a63-bd84-436803179175" providerId="ADAL" clId="{AF01A3C7-D580-48EE-AD66-C1B6C20A138C}" dt="2025-09-08T18:46:29.073" v="3713" actId="688"/>
          <ac:spMkLst>
            <pc:docMk/>
            <pc:sldMk cId="3250611365" sldId="524"/>
            <ac:spMk id="23" creationId="{15344548-2B50-97E7-57D7-9D807459A079}"/>
          </ac:spMkLst>
        </pc:spChg>
        <pc:spChg chg="mod">
          <ac:chgData name="Thompson, Brielle" userId="f0ea580a-03ee-4a63-bd84-436803179175" providerId="ADAL" clId="{AF01A3C7-D580-48EE-AD66-C1B6C20A138C}" dt="2025-09-08T18:43:41.771" v="3672" actId="20577"/>
          <ac:spMkLst>
            <pc:docMk/>
            <pc:sldMk cId="3250611365" sldId="524"/>
            <ac:spMk id="32" creationId="{27935C9A-C571-A340-467E-3A4EE4555D90}"/>
          </ac:spMkLst>
        </pc:spChg>
        <pc:spChg chg="mod">
          <ac:chgData name="Thompson, Brielle" userId="f0ea580a-03ee-4a63-bd84-436803179175" providerId="ADAL" clId="{AF01A3C7-D580-48EE-AD66-C1B6C20A138C}" dt="2025-09-08T18:42:34.732" v="3604" actId="1076"/>
          <ac:spMkLst>
            <pc:docMk/>
            <pc:sldMk cId="3250611365" sldId="524"/>
            <ac:spMk id="33" creationId="{1430A0D1-F3A2-7A2D-E8C3-6C7F7906A635}"/>
          </ac:spMkLst>
        </pc:spChg>
        <pc:spChg chg="add mod">
          <ac:chgData name="Thompson, Brielle" userId="f0ea580a-03ee-4a63-bd84-436803179175" providerId="ADAL" clId="{AF01A3C7-D580-48EE-AD66-C1B6C20A138C}" dt="2025-09-08T18:44:41.240" v="3682" actId="1076"/>
          <ac:spMkLst>
            <pc:docMk/>
            <pc:sldMk cId="3250611365" sldId="524"/>
            <ac:spMk id="34" creationId="{97FD228D-0778-5613-05DA-ACDE4E1F4B74}"/>
          </ac:spMkLst>
        </pc:spChg>
        <pc:spChg chg="add mod">
          <ac:chgData name="Thompson, Brielle" userId="f0ea580a-03ee-4a63-bd84-436803179175" providerId="ADAL" clId="{AF01A3C7-D580-48EE-AD66-C1B6C20A138C}" dt="2025-09-08T18:46:22.301" v="3711" actId="207"/>
          <ac:spMkLst>
            <pc:docMk/>
            <pc:sldMk cId="3250611365" sldId="524"/>
            <ac:spMk id="38" creationId="{F9C29D06-351A-4021-B96A-ECE85C64C22C}"/>
          </ac:spMkLst>
        </pc:spChg>
        <pc:spChg chg="add mod">
          <ac:chgData name="Thompson, Brielle" userId="f0ea580a-03ee-4a63-bd84-436803179175" providerId="ADAL" clId="{AF01A3C7-D580-48EE-AD66-C1B6C20A138C}" dt="2025-09-08T18:47:03.043" v="3726" actId="14100"/>
          <ac:spMkLst>
            <pc:docMk/>
            <pc:sldMk cId="3250611365" sldId="524"/>
            <ac:spMk id="40" creationId="{F72E86CA-5DBE-D7DE-9BD5-1053FD958918}"/>
          </ac:spMkLst>
        </pc:spChg>
        <pc:spChg chg="add mod">
          <ac:chgData name="Thompson, Brielle" userId="f0ea580a-03ee-4a63-bd84-436803179175" providerId="ADAL" clId="{AF01A3C7-D580-48EE-AD66-C1B6C20A138C}" dt="2025-09-08T18:47:45.648" v="3736"/>
          <ac:spMkLst>
            <pc:docMk/>
            <pc:sldMk cId="3250611365" sldId="524"/>
            <ac:spMk id="41" creationId="{F8F4F409-7069-AD83-A42F-C873F5B5D9F1}"/>
          </ac:spMkLst>
        </pc:spChg>
        <pc:cxnChg chg="add mod">
          <ac:chgData name="Thompson, Brielle" userId="f0ea580a-03ee-4a63-bd84-436803179175" providerId="ADAL" clId="{AF01A3C7-D580-48EE-AD66-C1B6C20A138C}" dt="2025-09-08T18:44:34.637" v="3681" actId="208"/>
          <ac:cxnSpMkLst>
            <pc:docMk/>
            <pc:sldMk cId="3250611365" sldId="524"/>
            <ac:cxnSpMk id="35" creationId="{1911FA3A-EF90-C750-15A9-F9ABA12B1A72}"/>
          </ac:cxnSpMkLst>
        </pc:cxnChg>
      </pc:sldChg>
      <pc:sldChg chg="addSp modSp add mod">
        <pc:chgData name="Thompson, Brielle" userId="f0ea580a-03ee-4a63-bd84-436803179175" providerId="ADAL" clId="{AF01A3C7-D580-48EE-AD66-C1B6C20A138C}" dt="2025-09-08T18:47:46.359" v="3737"/>
        <pc:sldMkLst>
          <pc:docMk/>
          <pc:sldMk cId="231654197" sldId="525"/>
        </pc:sldMkLst>
        <pc:spChg chg="add mod">
          <ac:chgData name="Thompson, Brielle" userId="f0ea580a-03ee-4a63-bd84-436803179175" providerId="ADAL" clId="{AF01A3C7-D580-48EE-AD66-C1B6C20A138C}" dt="2025-09-08T18:47:46.359" v="3737"/>
          <ac:spMkLst>
            <pc:docMk/>
            <pc:sldMk cId="231654197" sldId="525"/>
            <ac:spMk id="36" creationId="{C2936C64-1A59-9293-D8FF-BFC5B132BCDF}"/>
          </ac:spMkLst>
        </pc:spChg>
        <pc:spChg chg="mod">
          <ac:chgData name="Thompson, Brielle" userId="f0ea580a-03ee-4a63-bd84-436803179175" providerId="ADAL" clId="{AF01A3C7-D580-48EE-AD66-C1B6C20A138C}" dt="2025-09-08T18:47:16.985" v="3732" actId="20577"/>
          <ac:spMkLst>
            <pc:docMk/>
            <pc:sldMk cId="231654197" sldId="525"/>
            <ac:spMk id="40" creationId="{6BEE72F3-9247-819A-9862-4B4153254BB5}"/>
          </ac:spMkLst>
        </pc:spChg>
      </pc:sldChg>
      <pc:sldChg chg="addSp modSp new mod">
        <pc:chgData name="Thompson, Brielle" userId="f0ea580a-03ee-4a63-bd84-436803179175" providerId="ADAL" clId="{AF01A3C7-D580-48EE-AD66-C1B6C20A138C}" dt="2025-09-08T18:50:38.928" v="3836" actId="113"/>
        <pc:sldMkLst>
          <pc:docMk/>
          <pc:sldMk cId="3463542947" sldId="526"/>
        </pc:sldMkLst>
        <pc:spChg chg="mod">
          <ac:chgData name="Thompson, Brielle" userId="f0ea580a-03ee-4a63-bd84-436803179175" providerId="ADAL" clId="{AF01A3C7-D580-48EE-AD66-C1B6C20A138C}" dt="2025-09-08T18:49:00.527" v="3777" actId="20577"/>
          <ac:spMkLst>
            <pc:docMk/>
            <pc:sldMk cId="3463542947" sldId="526"/>
            <ac:spMk id="2" creationId="{8D758222-F61D-8F7A-899C-923CA805FE14}"/>
          </ac:spMkLst>
        </pc:spChg>
        <pc:spChg chg="mod">
          <ac:chgData name="Thompson, Brielle" userId="f0ea580a-03ee-4a63-bd84-436803179175" providerId="ADAL" clId="{AF01A3C7-D580-48EE-AD66-C1B6C20A138C}" dt="2025-09-08T18:50:38.928" v="3836" actId="113"/>
          <ac:spMkLst>
            <pc:docMk/>
            <pc:sldMk cId="3463542947" sldId="526"/>
            <ac:spMk id="3" creationId="{53D33A14-DB99-21C6-6C6E-DBE7E71218AF}"/>
          </ac:spMkLst>
        </pc:spChg>
        <pc:spChg chg="add mod">
          <ac:chgData name="Thompson, Brielle" userId="f0ea580a-03ee-4a63-bd84-436803179175" providerId="ADAL" clId="{AF01A3C7-D580-48EE-AD66-C1B6C20A138C}" dt="2025-09-08T18:47:47.862" v="3738"/>
          <ac:spMkLst>
            <pc:docMk/>
            <pc:sldMk cId="3463542947" sldId="526"/>
            <ac:spMk id="4" creationId="{EADBAC7C-067A-AC24-C4C2-52F45C28D76D}"/>
          </ac:spMkLst>
        </pc:spChg>
      </pc:sldChg>
      <pc:sldChg chg="addSp delSp modSp add mod modAnim">
        <pc:chgData name="Thompson, Brielle" userId="f0ea580a-03ee-4a63-bd84-436803179175" providerId="ADAL" clId="{AF01A3C7-D580-48EE-AD66-C1B6C20A138C}" dt="2025-09-08T18:55:57.922" v="3907"/>
        <pc:sldMkLst>
          <pc:docMk/>
          <pc:sldMk cId="1410594402" sldId="527"/>
        </pc:sldMkLst>
        <pc:spChg chg="add mod">
          <ac:chgData name="Thompson, Brielle" userId="f0ea580a-03ee-4a63-bd84-436803179175" providerId="ADAL" clId="{AF01A3C7-D580-48EE-AD66-C1B6C20A138C}" dt="2025-09-08T18:52:52.050" v="3850" actId="1076"/>
          <ac:spMkLst>
            <pc:docMk/>
            <pc:sldMk cId="1410594402" sldId="527"/>
            <ac:spMk id="7" creationId="{A2D19264-5CFD-FD25-9B85-A35E13787E26}"/>
          </ac:spMkLst>
        </pc:spChg>
        <pc:spChg chg="add mod">
          <ac:chgData name="Thompson, Brielle" userId="f0ea580a-03ee-4a63-bd84-436803179175" providerId="ADAL" clId="{AF01A3C7-D580-48EE-AD66-C1B6C20A138C}" dt="2025-09-08T18:54:18.805" v="3878" actId="403"/>
          <ac:spMkLst>
            <pc:docMk/>
            <pc:sldMk cId="1410594402" sldId="527"/>
            <ac:spMk id="8" creationId="{0F500C40-5A9A-2872-96A3-CCC99EC1163B}"/>
          </ac:spMkLst>
        </pc:spChg>
        <pc:spChg chg="add mod">
          <ac:chgData name="Thompson, Brielle" userId="f0ea580a-03ee-4a63-bd84-436803179175" providerId="ADAL" clId="{AF01A3C7-D580-48EE-AD66-C1B6C20A138C}" dt="2025-09-08T18:53:23.213" v="3862" actId="1076"/>
          <ac:spMkLst>
            <pc:docMk/>
            <pc:sldMk cId="1410594402" sldId="527"/>
            <ac:spMk id="10" creationId="{73A0F8B7-3DAC-EB8C-E5C7-4C3E5F92C3B1}"/>
          </ac:spMkLst>
        </pc:spChg>
        <pc:spChg chg="add mod">
          <ac:chgData name="Thompson, Brielle" userId="f0ea580a-03ee-4a63-bd84-436803179175" providerId="ADAL" clId="{AF01A3C7-D580-48EE-AD66-C1B6C20A138C}" dt="2025-09-08T18:53:23.213" v="3862" actId="1076"/>
          <ac:spMkLst>
            <pc:docMk/>
            <pc:sldMk cId="1410594402" sldId="527"/>
            <ac:spMk id="11" creationId="{5918BDE6-5DD7-A73A-74B4-0D5F6C179D2A}"/>
          </ac:spMkLst>
        </pc:spChg>
        <pc:spChg chg="add mod">
          <ac:chgData name="Thompson, Brielle" userId="f0ea580a-03ee-4a63-bd84-436803179175" providerId="ADAL" clId="{AF01A3C7-D580-48EE-AD66-C1B6C20A138C}" dt="2025-09-08T18:53:23.213" v="3862" actId="1076"/>
          <ac:spMkLst>
            <pc:docMk/>
            <pc:sldMk cId="1410594402" sldId="527"/>
            <ac:spMk id="12" creationId="{625CED24-27E4-6898-110C-E24A75CCA145}"/>
          </ac:spMkLst>
        </pc:spChg>
        <pc:spChg chg="mod">
          <ac:chgData name="Thompson, Brielle" userId="f0ea580a-03ee-4a63-bd84-436803179175" providerId="ADAL" clId="{AF01A3C7-D580-48EE-AD66-C1B6C20A138C}" dt="2025-09-08T18:55:23.570" v="3896" actId="1076"/>
          <ac:spMkLst>
            <pc:docMk/>
            <pc:sldMk cId="1410594402" sldId="527"/>
            <ac:spMk id="16" creationId="{59451E15-DD18-BA56-8F64-C11E227207D4}"/>
          </ac:spMkLst>
        </pc:spChg>
        <pc:spChg chg="add mod">
          <ac:chgData name="Thompson, Brielle" userId="f0ea580a-03ee-4a63-bd84-436803179175" providerId="ADAL" clId="{AF01A3C7-D580-48EE-AD66-C1B6C20A138C}" dt="2025-09-08T18:54:32.738" v="3880" actId="1076"/>
          <ac:spMkLst>
            <pc:docMk/>
            <pc:sldMk cId="1410594402" sldId="527"/>
            <ac:spMk id="17" creationId="{07089861-1D02-33A7-28A1-9EB39D3C4467}"/>
          </ac:spMkLst>
        </pc:spChg>
        <pc:spChg chg="add mod">
          <ac:chgData name="Thompson, Brielle" userId="f0ea580a-03ee-4a63-bd84-436803179175" providerId="ADAL" clId="{AF01A3C7-D580-48EE-AD66-C1B6C20A138C}" dt="2025-09-08T18:55:33.302" v="3900" actId="14100"/>
          <ac:spMkLst>
            <pc:docMk/>
            <pc:sldMk cId="1410594402" sldId="527"/>
            <ac:spMk id="18" creationId="{D2A8F4EC-8660-429E-630A-D475800BBC97}"/>
          </ac:spMkLst>
        </pc:spChg>
        <pc:spChg chg="add mod">
          <ac:chgData name="Thompson, Brielle" userId="f0ea580a-03ee-4a63-bd84-436803179175" providerId="ADAL" clId="{AF01A3C7-D580-48EE-AD66-C1B6C20A138C}" dt="2025-09-08T18:54:14.936" v="3876" actId="1076"/>
          <ac:spMkLst>
            <pc:docMk/>
            <pc:sldMk cId="1410594402" sldId="527"/>
            <ac:spMk id="19" creationId="{E708F579-CD3C-147C-068B-58381AC8503E}"/>
          </ac:spMkLst>
        </pc:spChg>
        <pc:spChg chg="mod">
          <ac:chgData name="Thompson, Brielle" userId="f0ea580a-03ee-4a63-bd84-436803179175" providerId="ADAL" clId="{AF01A3C7-D580-48EE-AD66-C1B6C20A138C}" dt="2025-09-08T18:54:35.251" v="3881" actId="1076"/>
          <ac:spMkLst>
            <pc:docMk/>
            <pc:sldMk cId="1410594402" sldId="527"/>
            <ac:spMk id="21" creationId="{6BECAE11-E18E-0DC1-3C5F-BD0FE8D47127}"/>
          </ac:spMkLst>
        </pc:spChg>
        <pc:spChg chg="mod">
          <ac:chgData name="Thompson, Brielle" userId="f0ea580a-03ee-4a63-bd84-436803179175" providerId="ADAL" clId="{AF01A3C7-D580-48EE-AD66-C1B6C20A138C}" dt="2025-09-08T18:54:39.261" v="3882" actId="1076"/>
          <ac:spMkLst>
            <pc:docMk/>
            <pc:sldMk cId="1410594402" sldId="527"/>
            <ac:spMk id="22" creationId="{7CB146CE-43DB-DA90-146E-A87611F0FBCF}"/>
          </ac:spMkLst>
        </pc:spChg>
        <pc:spChg chg="add mod">
          <ac:chgData name="Thompson, Brielle" userId="f0ea580a-03ee-4a63-bd84-436803179175" providerId="ADAL" clId="{AF01A3C7-D580-48EE-AD66-C1B6C20A138C}" dt="2025-09-08T18:54:10.461" v="3874" actId="1076"/>
          <ac:spMkLst>
            <pc:docMk/>
            <pc:sldMk cId="1410594402" sldId="527"/>
            <ac:spMk id="23" creationId="{C1812544-690C-24EA-B74D-0AE071F90D82}"/>
          </ac:spMkLst>
        </pc:spChg>
        <pc:spChg chg="add mod">
          <ac:chgData name="Thompson, Brielle" userId="f0ea580a-03ee-4a63-bd84-436803179175" providerId="ADAL" clId="{AF01A3C7-D580-48EE-AD66-C1B6C20A138C}" dt="2025-09-08T18:55:10.745" v="3893" actId="1076"/>
          <ac:spMkLst>
            <pc:docMk/>
            <pc:sldMk cId="1410594402" sldId="527"/>
            <ac:spMk id="38" creationId="{CD9349B7-8ABF-038C-3E0B-03BE3F6137BB}"/>
          </ac:spMkLst>
        </pc:spChg>
        <pc:spChg chg="add mod">
          <ac:chgData name="Thompson, Brielle" userId="f0ea580a-03ee-4a63-bd84-436803179175" providerId="ADAL" clId="{AF01A3C7-D580-48EE-AD66-C1B6C20A138C}" dt="2025-09-08T18:55:40.831" v="3903" actId="1076"/>
          <ac:spMkLst>
            <pc:docMk/>
            <pc:sldMk cId="1410594402" sldId="527"/>
            <ac:spMk id="39" creationId="{15B6BA11-573B-4A1F-3B4B-4EA9E0BBBA46}"/>
          </ac:spMkLst>
        </pc:spChg>
        <pc:spChg chg="add mod">
          <ac:chgData name="Thompson, Brielle" userId="f0ea580a-03ee-4a63-bd84-436803179175" providerId="ADAL" clId="{AF01A3C7-D580-48EE-AD66-C1B6C20A138C}" dt="2025-09-08T18:55:51.285" v="3906" actId="1076"/>
          <ac:spMkLst>
            <pc:docMk/>
            <pc:sldMk cId="1410594402" sldId="527"/>
            <ac:spMk id="40" creationId="{83B772E9-26AE-133B-ADA8-59BB28CB28F5}"/>
          </ac:spMkLst>
        </pc:spChg>
        <pc:grpChg chg="mod">
          <ac:chgData name="Thompson, Brielle" userId="f0ea580a-03ee-4a63-bd84-436803179175" providerId="ADAL" clId="{AF01A3C7-D580-48EE-AD66-C1B6C20A138C}" dt="2025-09-08T18:54:44.121" v="3884" actId="1076"/>
          <ac:grpSpMkLst>
            <pc:docMk/>
            <pc:sldMk cId="1410594402" sldId="527"/>
            <ac:grpSpMk id="20" creationId="{3F1D8E03-079C-19BA-6FE5-F94C5EF91E5E}"/>
          </ac:grpSpMkLst>
        </pc:grpChg>
        <pc:cxnChg chg="mod">
          <ac:chgData name="Thompson, Brielle" userId="f0ea580a-03ee-4a63-bd84-436803179175" providerId="ADAL" clId="{AF01A3C7-D580-48EE-AD66-C1B6C20A138C}" dt="2025-09-08T18:53:50.228" v="3868" actId="1582"/>
          <ac:cxnSpMkLst>
            <pc:docMk/>
            <pc:sldMk cId="1410594402" sldId="527"/>
            <ac:cxnSpMk id="9" creationId="{9FBB5193-47FA-F991-7027-1CF34FB4DECF}"/>
          </ac:cxnSpMkLst>
        </pc:cxnChg>
        <pc:cxnChg chg="mod">
          <ac:chgData name="Thompson, Brielle" userId="f0ea580a-03ee-4a63-bd84-436803179175" providerId="ADAL" clId="{AF01A3C7-D580-48EE-AD66-C1B6C20A138C}" dt="2025-09-08T18:53:58.680" v="3871" actId="1582"/>
          <ac:cxnSpMkLst>
            <pc:docMk/>
            <pc:sldMk cId="1410594402" sldId="527"/>
            <ac:cxnSpMk id="13" creationId="{056B2D0D-7A98-CE58-EDA1-F805349BFC9C}"/>
          </ac:cxnSpMkLst>
        </pc:cxnChg>
        <pc:cxnChg chg="mod">
          <ac:chgData name="Thompson, Brielle" userId="f0ea580a-03ee-4a63-bd84-436803179175" providerId="ADAL" clId="{AF01A3C7-D580-48EE-AD66-C1B6C20A138C}" dt="2025-09-08T18:54:03.395" v="3872" actId="1582"/>
          <ac:cxnSpMkLst>
            <pc:docMk/>
            <pc:sldMk cId="1410594402" sldId="527"/>
            <ac:cxnSpMk id="14" creationId="{188B9025-B524-2C8D-CE33-F351A8338F36}"/>
          </ac:cxnSpMkLst>
        </pc:cxnChg>
        <pc:cxnChg chg="mod">
          <ac:chgData name="Thompson, Brielle" userId="f0ea580a-03ee-4a63-bd84-436803179175" providerId="ADAL" clId="{AF01A3C7-D580-48EE-AD66-C1B6C20A138C}" dt="2025-09-08T18:53:55.870" v="3870" actId="1582"/>
          <ac:cxnSpMkLst>
            <pc:docMk/>
            <pc:sldMk cId="1410594402" sldId="527"/>
            <ac:cxnSpMk id="15" creationId="{4986E1E3-7D91-8438-5960-EFA11AEA0C14}"/>
          </ac:cxnSpMkLst>
        </pc:cxnChg>
      </pc:sldChg>
      <pc:sldChg chg="addSp modSp add mod modNotesTx">
        <pc:chgData name="Thompson, Brielle" userId="f0ea580a-03ee-4a63-bd84-436803179175" providerId="ADAL" clId="{AF01A3C7-D580-48EE-AD66-C1B6C20A138C}" dt="2025-09-08T20:53:23.158" v="7717" actId="20577"/>
        <pc:sldMkLst>
          <pc:docMk/>
          <pc:sldMk cId="2158331706" sldId="528"/>
        </pc:sldMkLst>
        <pc:spChg chg="mod">
          <ac:chgData name="Thompson, Brielle" userId="f0ea580a-03ee-4a63-bd84-436803179175" providerId="ADAL" clId="{AF01A3C7-D580-48EE-AD66-C1B6C20A138C}" dt="2025-09-08T19:16:05.077" v="4638" actId="14100"/>
          <ac:spMkLst>
            <pc:docMk/>
            <pc:sldMk cId="2158331706" sldId="528"/>
            <ac:spMk id="3" creationId="{134D9DF2-5E69-D267-D754-B169BB5F5E9D}"/>
          </ac:spMkLst>
        </pc:spChg>
        <pc:spChg chg="mod">
          <ac:chgData name="Thompson, Brielle" userId="f0ea580a-03ee-4a63-bd84-436803179175" providerId="ADAL" clId="{AF01A3C7-D580-48EE-AD66-C1B6C20A138C}" dt="2025-09-08T19:03:40.758" v="4164" actId="20577"/>
          <ac:spMkLst>
            <pc:docMk/>
            <pc:sldMk cId="2158331706" sldId="528"/>
            <ac:spMk id="5" creationId="{D29280D5-3755-58F5-EE99-7DE79D2EF9F1}"/>
          </ac:spMkLst>
        </pc:spChg>
        <pc:spChg chg="mod">
          <ac:chgData name="Thompson, Brielle" userId="f0ea580a-03ee-4a63-bd84-436803179175" providerId="ADAL" clId="{AF01A3C7-D580-48EE-AD66-C1B6C20A138C}" dt="2025-09-08T19:02:48.311" v="4015" actId="20577"/>
          <ac:spMkLst>
            <pc:docMk/>
            <pc:sldMk cId="2158331706" sldId="528"/>
            <ac:spMk id="6" creationId="{7886882E-6AFB-FCA9-0D6D-CE391FC9FA65}"/>
          </ac:spMkLst>
        </pc:spChg>
        <pc:picChg chg="add mod">
          <ac:chgData name="Thompson, Brielle" userId="f0ea580a-03ee-4a63-bd84-436803179175" providerId="ADAL" clId="{AF01A3C7-D580-48EE-AD66-C1B6C20A138C}" dt="2025-09-08T19:17:48.943" v="4645" actId="1076"/>
          <ac:picMkLst>
            <pc:docMk/>
            <pc:sldMk cId="2158331706" sldId="528"/>
            <ac:picMk id="4" creationId="{03A7865E-3D77-6443-1F83-BE6D26E6B0C4}"/>
          </ac:picMkLst>
        </pc:picChg>
        <pc:picChg chg="add mod">
          <ac:chgData name="Thompson, Brielle" userId="f0ea580a-03ee-4a63-bd84-436803179175" providerId="ADAL" clId="{AF01A3C7-D580-48EE-AD66-C1B6C20A138C}" dt="2025-09-08T19:18:05.753" v="4648" actId="1076"/>
          <ac:picMkLst>
            <pc:docMk/>
            <pc:sldMk cId="2158331706" sldId="528"/>
            <ac:picMk id="8" creationId="{FEC7C9CE-4053-1CD3-BC24-09CC34729F78}"/>
          </ac:picMkLst>
        </pc:picChg>
        <pc:picChg chg="add mod">
          <ac:chgData name="Thompson, Brielle" userId="f0ea580a-03ee-4a63-bd84-436803179175" providerId="ADAL" clId="{AF01A3C7-D580-48EE-AD66-C1B6C20A138C}" dt="2025-09-08T19:18:41.467" v="4658" actId="1036"/>
          <ac:picMkLst>
            <pc:docMk/>
            <pc:sldMk cId="2158331706" sldId="528"/>
            <ac:picMk id="10" creationId="{2F53DBCC-49D7-1E68-9029-17C8D3CF9E7F}"/>
          </ac:picMkLst>
        </pc:picChg>
      </pc:sldChg>
      <pc:sldChg chg="addSp modSp new mod">
        <pc:chgData name="Thompson, Brielle" userId="f0ea580a-03ee-4a63-bd84-436803179175" providerId="ADAL" clId="{AF01A3C7-D580-48EE-AD66-C1B6C20A138C}" dt="2025-09-08T19:30:01.797" v="4891"/>
        <pc:sldMkLst>
          <pc:docMk/>
          <pc:sldMk cId="3474721591" sldId="529"/>
        </pc:sldMkLst>
        <pc:spChg chg="mod">
          <ac:chgData name="Thompson, Brielle" userId="f0ea580a-03ee-4a63-bd84-436803179175" providerId="ADAL" clId="{AF01A3C7-D580-48EE-AD66-C1B6C20A138C}" dt="2025-09-08T19:19:12.918" v="4678" actId="20577"/>
          <ac:spMkLst>
            <pc:docMk/>
            <pc:sldMk cId="3474721591" sldId="529"/>
            <ac:spMk id="2" creationId="{42DCD14C-1E0E-2B48-E7A6-EF9915112FC6}"/>
          </ac:spMkLst>
        </pc:spChg>
        <pc:spChg chg="mod">
          <ac:chgData name="Thompson, Brielle" userId="f0ea580a-03ee-4a63-bd84-436803179175" providerId="ADAL" clId="{AF01A3C7-D580-48EE-AD66-C1B6C20A138C}" dt="2025-09-08T19:21:24.632" v="4744" actId="20577"/>
          <ac:spMkLst>
            <pc:docMk/>
            <pc:sldMk cId="3474721591" sldId="529"/>
            <ac:spMk id="3" creationId="{B8BAD438-B5F2-EEE7-74D8-CFEC0F81C43E}"/>
          </ac:spMkLst>
        </pc:spChg>
        <pc:spChg chg="add mod">
          <ac:chgData name="Thompson, Brielle" userId="f0ea580a-03ee-4a63-bd84-436803179175" providerId="ADAL" clId="{AF01A3C7-D580-48EE-AD66-C1B6C20A138C}" dt="2025-09-08T19:30:01.797" v="4891"/>
          <ac:spMkLst>
            <pc:docMk/>
            <pc:sldMk cId="3474721591" sldId="529"/>
            <ac:spMk id="4" creationId="{49763594-F915-4B62-ADEC-524099C47A39}"/>
          </ac:spMkLst>
        </pc:spChg>
      </pc:sldChg>
      <pc:sldChg chg="addSp delSp modSp new mod delAnim modAnim">
        <pc:chgData name="Thompson, Brielle" userId="f0ea580a-03ee-4a63-bd84-436803179175" providerId="ADAL" clId="{AF01A3C7-D580-48EE-AD66-C1B6C20A138C}" dt="2025-09-12T20:58:40.480" v="9199" actId="571"/>
        <pc:sldMkLst>
          <pc:docMk/>
          <pc:sldMk cId="3053225918" sldId="530"/>
        </pc:sldMkLst>
        <pc:spChg chg="mod">
          <ac:chgData name="Thompson, Brielle" userId="f0ea580a-03ee-4a63-bd84-436803179175" providerId="ADAL" clId="{AF01A3C7-D580-48EE-AD66-C1B6C20A138C}" dt="2025-09-08T19:21:29.463" v="4753" actId="20577"/>
          <ac:spMkLst>
            <pc:docMk/>
            <pc:sldMk cId="3053225918" sldId="530"/>
            <ac:spMk id="2" creationId="{C0759086-7C2F-048D-9233-0283816DB116}"/>
          </ac:spMkLst>
        </pc:spChg>
        <pc:spChg chg="mod">
          <ac:chgData name="Thompson, Brielle" userId="f0ea580a-03ee-4a63-bd84-436803179175" providerId="ADAL" clId="{AF01A3C7-D580-48EE-AD66-C1B6C20A138C}" dt="2025-09-08T19:57:12.314" v="5711" actId="14100"/>
          <ac:spMkLst>
            <pc:docMk/>
            <pc:sldMk cId="3053225918" sldId="530"/>
            <ac:spMk id="3" creationId="{78DC1924-E32A-381F-7743-DE2C6EA3B1FA}"/>
          </ac:spMkLst>
        </pc:spChg>
        <pc:spChg chg="add mod">
          <ac:chgData name="Thompson, Brielle" userId="f0ea580a-03ee-4a63-bd84-436803179175" providerId="ADAL" clId="{AF01A3C7-D580-48EE-AD66-C1B6C20A138C}" dt="2025-09-08T20:01:19.498" v="5831" actId="1076"/>
          <ac:spMkLst>
            <pc:docMk/>
            <pc:sldMk cId="3053225918" sldId="530"/>
            <ac:spMk id="15" creationId="{C18E8B77-A671-1F4F-403C-AEF027D1B316}"/>
          </ac:spMkLst>
        </pc:spChg>
        <pc:spChg chg="add mod">
          <ac:chgData name="Thompson, Brielle" userId="f0ea580a-03ee-4a63-bd84-436803179175" providerId="ADAL" clId="{AF01A3C7-D580-48EE-AD66-C1B6C20A138C}" dt="2025-09-08T20:03:33.977" v="5945" actId="14100"/>
          <ac:spMkLst>
            <pc:docMk/>
            <pc:sldMk cId="3053225918" sldId="530"/>
            <ac:spMk id="16" creationId="{FE4F29B2-02AD-64BA-613D-83440DCF8BA0}"/>
          </ac:spMkLst>
        </pc:spChg>
        <pc:spChg chg="mod">
          <ac:chgData name="Thompson, Brielle" userId="f0ea580a-03ee-4a63-bd84-436803179175" providerId="ADAL" clId="{AF01A3C7-D580-48EE-AD66-C1B6C20A138C}" dt="2025-09-12T20:58:40.480" v="9199" actId="571"/>
          <ac:spMkLst>
            <pc:docMk/>
            <pc:sldMk cId="3053225918" sldId="530"/>
            <ac:spMk id="18" creationId="{56D2354B-808D-CD94-7D1A-DF05F4896A0C}"/>
          </ac:spMkLst>
        </pc:spChg>
        <pc:spChg chg="mod">
          <ac:chgData name="Thompson, Brielle" userId="f0ea580a-03ee-4a63-bd84-436803179175" providerId="ADAL" clId="{AF01A3C7-D580-48EE-AD66-C1B6C20A138C}" dt="2025-09-08T20:03:03.901" v="5938" actId="207"/>
          <ac:spMkLst>
            <pc:docMk/>
            <pc:sldMk cId="3053225918" sldId="530"/>
            <ac:spMk id="21" creationId="{6051715C-3F84-4E53-EDF7-2569D4212FA9}"/>
          </ac:spMkLst>
        </pc:spChg>
        <pc:spChg chg="mod">
          <ac:chgData name="Thompson, Brielle" userId="f0ea580a-03ee-4a63-bd84-436803179175" providerId="ADAL" clId="{AF01A3C7-D580-48EE-AD66-C1B6C20A138C}" dt="2025-09-12T20:58:40.480" v="9199" actId="571"/>
          <ac:spMkLst>
            <pc:docMk/>
            <pc:sldMk cId="3053225918" sldId="530"/>
            <ac:spMk id="22" creationId="{6785EC85-9C7D-8AEE-1D6A-074518249762}"/>
          </ac:spMkLst>
        </pc:spChg>
        <pc:spChg chg="mod">
          <ac:chgData name="Thompson, Brielle" userId="f0ea580a-03ee-4a63-bd84-436803179175" providerId="ADAL" clId="{AF01A3C7-D580-48EE-AD66-C1B6C20A138C}" dt="2025-09-12T20:58:40.480" v="9199" actId="571"/>
          <ac:spMkLst>
            <pc:docMk/>
            <pc:sldMk cId="3053225918" sldId="530"/>
            <ac:spMk id="23" creationId="{5C7B62B6-BA0F-AE92-CD45-6530B2814EDA}"/>
          </ac:spMkLst>
        </pc:spChg>
        <pc:spChg chg="mod">
          <ac:chgData name="Thompson, Brielle" userId="f0ea580a-03ee-4a63-bd84-436803179175" providerId="ADAL" clId="{AF01A3C7-D580-48EE-AD66-C1B6C20A138C}" dt="2025-09-12T20:58:40.480" v="9199" actId="571"/>
          <ac:spMkLst>
            <pc:docMk/>
            <pc:sldMk cId="3053225918" sldId="530"/>
            <ac:spMk id="27" creationId="{DFE4FAF9-7FB5-36A5-7F6D-659D97225B8E}"/>
          </ac:spMkLst>
        </pc:spChg>
        <pc:spChg chg="mod">
          <ac:chgData name="Thompson, Brielle" userId="f0ea580a-03ee-4a63-bd84-436803179175" providerId="ADAL" clId="{AF01A3C7-D580-48EE-AD66-C1B6C20A138C}" dt="2025-09-12T20:58:40.480" v="9199" actId="571"/>
          <ac:spMkLst>
            <pc:docMk/>
            <pc:sldMk cId="3053225918" sldId="530"/>
            <ac:spMk id="28" creationId="{B20A8403-91CC-6F32-B4F1-7A0366E0F547}"/>
          </ac:spMkLst>
        </pc:spChg>
        <pc:spChg chg="mod">
          <ac:chgData name="Thompson, Brielle" userId="f0ea580a-03ee-4a63-bd84-436803179175" providerId="ADAL" clId="{AF01A3C7-D580-48EE-AD66-C1B6C20A138C}" dt="2025-09-08T20:02:19.387" v="5924"/>
          <ac:spMkLst>
            <pc:docMk/>
            <pc:sldMk cId="3053225918" sldId="530"/>
            <ac:spMk id="29" creationId="{C05345B1-6EEF-E250-E893-AC79F0DE5F57}"/>
          </ac:spMkLst>
        </pc:spChg>
        <pc:spChg chg="mod">
          <ac:chgData name="Thompson, Brielle" userId="f0ea580a-03ee-4a63-bd84-436803179175" providerId="ADAL" clId="{AF01A3C7-D580-48EE-AD66-C1B6C20A138C}" dt="2025-09-12T20:58:40.480" v="9199" actId="571"/>
          <ac:spMkLst>
            <pc:docMk/>
            <pc:sldMk cId="3053225918" sldId="530"/>
            <ac:spMk id="30" creationId="{AB1046EB-B0AE-4E49-4D5E-157189DB8BA4}"/>
          </ac:spMkLst>
        </pc:spChg>
        <pc:spChg chg="mod">
          <ac:chgData name="Thompson, Brielle" userId="f0ea580a-03ee-4a63-bd84-436803179175" providerId="ADAL" clId="{AF01A3C7-D580-48EE-AD66-C1B6C20A138C}" dt="2025-09-08T20:02:19.387" v="5924"/>
          <ac:spMkLst>
            <pc:docMk/>
            <pc:sldMk cId="3053225918" sldId="530"/>
            <ac:spMk id="34" creationId="{C0428EEC-8C6D-4177-82B4-BB3495C7C051}"/>
          </ac:spMkLst>
        </pc:spChg>
        <pc:spChg chg="mod">
          <ac:chgData name="Thompson, Brielle" userId="f0ea580a-03ee-4a63-bd84-436803179175" providerId="ADAL" clId="{AF01A3C7-D580-48EE-AD66-C1B6C20A138C}" dt="2025-09-12T20:58:40.480" v="9199" actId="571"/>
          <ac:spMkLst>
            <pc:docMk/>
            <pc:sldMk cId="3053225918" sldId="530"/>
            <ac:spMk id="35" creationId="{290173F0-7E07-A0A9-FCDD-CFB7DAC50CB2}"/>
          </ac:spMkLst>
        </pc:spChg>
        <pc:spChg chg="add mod">
          <ac:chgData name="Thompson, Brielle" userId="f0ea580a-03ee-4a63-bd84-436803179175" providerId="ADAL" clId="{AF01A3C7-D580-48EE-AD66-C1B6C20A138C}" dt="2025-09-08T20:04:08.828" v="6012" actId="14100"/>
          <ac:spMkLst>
            <pc:docMk/>
            <pc:sldMk cId="3053225918" sldId="530"/>
            <ac:spMk id="43" creationId="{E6E3AF89-309F-4C71-3D91-F24C0D19AA0C}"/>
          </ac:spMkLst>
        </pc:spChg>
        <pc:grpChg chg="mod">
          <ac:chgData name="Thompson, Brielle" userId="f0ea580a-03ee-4a63-bd84-436803179175" providerId="ADAL" clId="{AF01A3C7-D580-48EE-AD66-C1B6C20A138C}" dt="2025-09-08T20:02:25.313" v="5925" actId="1076"/>
          <ac:grpSpMkLst>
            <pc:docMk/>
            <pc:sldMk cId="3053225918" sldId="530"/>
            <ac:grpSpMk id="17" creationId="{BD8685B1-F7AE-DEDA-770D-AB79F04803ED}"/>
          </ac:grpSpMkLst>
        </pc:grpChg>
        <pc:cxnChg chg="add mod">
          <ac:chgData name="Thompson, Brielle" userId="f0ea580a-03ee-4a63-bd84-436803179175" providerId="ADAL" clId="{AF01A3C7-D580-48EE-AD66-C1B6C20A138C}" dt="2025-09-08T20:03:22.316" v="5942" actId="693"/>
          <ac:cxnSpMkLst>
            <pc:docMk/>
            <pc:sldMk cId="3053225918" sldId="530"/>
            <ac:cxnSpMk id="41" creationId="{1D08CC79-142A-4509-1735-66B8BFE9A04C}"/>
          </ac:cxnSpMkLst>
        </pc:cxnChg>
      </pc:sldChg>
      <pc:sldChg chg="addSp delSp modSp new mod delAnim modAnim">
        <pc:chgData name="Thompson, Brielle" userId="f0ea580a-03ee-4a63-bd84-436803179175" providerId="ADAL" clId="{AF01A3C7-D580-48EE-AD66-C1B6C20A138C}" dt="2025-09-08T20:35:12.256" v="7128"/>
        <pc:sldMkLst>
          <pc:docMk/>
          <pc:sldMk cId="3960244900" sldId="531"/>
        </pc:sldMkLst>
        <pc:spChg chg="mod">
          <ac:chgData name="Thompson, Brielle" userId="f0ea580a-03ee-4a63-bd84-436803179175" providerId="ADAL" clId="{AF01A3C7-D580-48EE-AD66-C1B6C20A138C}" dt="2025-09-08T20:12:50.816" v="6048" actId="1076"/>
          <ac:spMkLst>
            <pc:docMk/>
            <pc:sldMk cId="3960244900" sldId="531"/>
            <ac:spMk id="2" creationId="{B0A5524C-1B34-527E-1590-5507DAFB316A}"/>
          </ac:spMkLst>
        </pc:spChg>
        <pc:spChg chg="add mod">
          <ac:chgData name="Thompson, Brielle" userId="f0ea580a-03ee-4a63-bd84-436803179175" providerId="ADAL" clId="{AF01A3C7-D580-48EE-AD66-C1B6C20A138C}" dt="2025-09-08T20:12:44.558" v="6044"/>
          <ac:spMkLst>
            <pc:docMk/>
            <pc:sldMk cId="3960244900" sldId="531"/>
            <ac:spMk id="9" creationId="{A2677541-CEFD-2F78-C6FC-F8947E27C375}"/>
          </ac:spMkLst>
        </pc:spChg>
        <pc:spChg chg="add mod">
          <ac:chgData name="Thompson, Brielle" userId="f0ea580a-03ee-4a63-bd84-436803179175" providerId="ADAL" clId="{AF01A3C7-D580-48EE-AD66-C1B6C20A138C}" dt="2025-09-08T20:12:44.558" v="6044"/>
          <ac:spMkLst>
            <pc:docMk/>
            <pc:sldMk cId="3960244900" sldId="531"/>
            <ac:spMk id="11" creationId="{6BB8C739-5078-8962-9815-813C1B6D5FFD}"/>
          </ac:spMkLst>
        </pc:spChg>
        <pc:spChg chg="add mod">
          <ac:chgData name="Thompson, Brielle" userId="f0ea580a-03ee-4a63-bd84-436803179175" providerId="ADAL" clId="{AF01A3C7-D580-48EE-AD66-C1B6C20A138C}" dt="2025-09-08T20:12:44.558" v="6044"/>
          <ac:spMkLst>
            <pc:docMk/>
            <pc:sldMk cId="3960244900" sldId="531"/>
            <ac:spMk id="14" creationId="{EB396F6E-14F1-70B4-0E2C-D47DD729A756}"/>
          </ac:spMkLst>
        </pc:spChg>
        <pc:spChg chg="add mod">
          <ac:chgData name="Thompson, Brielle" userId="f0ea580a-03ee-4a63-bd84-436803179175" providerId="ADAL" clId="{AF01A3C7-D580-48EE-AD66-C1B6C20A138C}" dt="2025-09-08T20:13:11.532" v="6052" actId="14100"/>
          <ac:spMkLst>
            <pc:docMk/>
            <pc:sldMk cId="3960244900" sldId="531"/>
            <ac:spMk id="25" creationId="{2D8461FF-EB62-F4BA-6D24-0AF4114CE7E9}"/>
          </ac:spMkLst>
        </pc:spChg>
        <pc:spChg chg="add mod ord">
          <ac:chgData name="Thompson, Brielle" userId="f0ea580a-03ee-4a63-bd84-436803179175" providerId="ADAL" clId="{AF01A3C7-D580-48EE-AD66-C1B6C20A138C}" dt="2025-09-08T20:18:46.202" v="6167" actId="1036"/>
          <ac:spMkLst>
            <pc:docMk/>
            <pc:sldMk cId="3960244900" sldId="531"/>
            <ac:spMk id="29" creationId="{391315CA-F8A0-F79F-1CF2-D154409C20E4}"/>
          </ac:spMkLst>
        </pc:spChg>
        <pc:spChg chg="add mod">
          <ac:chgData name="Thompson, Brielle" userId="f0ea580a-03ee-4a63-bd84-436803179175" providerId="ADAL" clId="{AF01A3C7-D580-48EE-AD66-C1B6C20A138C}" dt="2025-09-08T20:16:34.564" v="6116" actId="1037"/>
          <ac:spMkLst>
            <pc:docMk/>
            <pc:sldMk cId="3960244900" sldId="531"/>
            <ac:spMk id="30" creationId="{AF527765-8D3B-1B1C-F44C-67FB41CAEC6B}"/>
          </ac:spMkLst>
        </pc:spChg>
        <pc:spChg chg="add mod">
          <ac:chgData name="Thompson, Brielle" userId="f0ea580a-03ee-4a63-bd84-436803179175" providerId="ADAL" clId="{AF01A3C7-D580-48EE-AD66-C1B6C20A138C}" dt="2025-09-08T20:18:35.109" v="6164" actId="1036"/>
          <ac:spMkLst>
            <pc:docMk/>
            <pc:sldMk cId="3960244900" sldId="531"/>
            <ac:spMk id="31" creationId="{A1F0993A-6C83-7513-DBC5-261F1D582368}"/>
          </ac:spMkLst>
        </pc:spChg>
        <pc:spChg chg="add mod">
          <ac:chgData name="Thompson, Brielle" userId="f0ea580a-03ee-4a63-bd84-436803179175" providerId="ADAL" clId="{AF01A3C7-D580-48EE-AD66-C1B6C20A138C}" dt="2025-09-08T20:17:10.039" v="6133" actId="20577"/>
          <ac:spMkLst>
            <pc:docMk/>
            <pc:sldMk cId="3960244900" sldId="531"/>
            <ac:spMk id="32" creationId="{0998561D-5489-D876-E4B6-871150F4B93A}"/>
          </ac:spMkLst>
        </pc:spChg>
        <pc:spChg chg="add mod">
          <ac:chgData name="Thompson, Brielle" userId="f0ea580a-03ee-4a63-bd84-436803179175" providerId="ADAL" clId="{AF01A3C7-D580-48EE-AD66-C1B6C20A138C}" dt="2025-09-08T20:17:31.372" v="6139" actId="1036"/>
          <ac:spMkLst>
            <pc:docMk/>
            <pc:sldMk cId="3960244900" sldId="531"/>
            <ac:spMk id="33" creationId="{FDBC0F72-38F7-1C35-9663-99DE242C4163}"/>
          </ac:spMkLst>
        </pc:spChg>
        <pc:spChg chg="add mod">
          <ac:chgData name="Thompson, Brielle" userId="f0ea580a-03ee-4a63-bd84-436803179175" providerId="ADAL" clId="{AF01A3C7-D580-48EE-AD66-C1B6C20A138C}" dt="2025-09-08T20:17:49.180" v="6155" actId="1035"/>
          <ac:spMkLst>
            <pc:docMk/>
            <pc:sldMk cId="3960244900" sldId="531"/>
            <ac:spMk id="34" creationId="{9DC4CF3E-47CD-273C-C075-5710CB42A69C}"/>
          </ac:spMkLst>
        </pc:spChg>
        <pc:spChg chg="add mod">
          <ac:chgData name="Thompson, Brielle" userId="f0ea580a-03ee-4a63-bd84-436803179175" providerId="ADAL" clId="{AF01A3C7-D580-48EE-AD66-C1B6C20A138C}" dt="2025-09-08T20:19:02.531" v="6177" actId="1076"/>
          <ac:spMkLst>
            <pc:docMk/>
            <pc:sldMk cId="3960244900" sldId="531"/>
            <ac:spMk id="35" creationId="{21F78F0A-7F8B-8333-DE7C-1E2F4D2F294D}"/>
          </ac:spMkLst>
        </pc:spChg>
        <pc:spChg chg="add mod">
          <ac:chgData name="Thompson, Brielle" userId="f0ea580a-03ee-4a63-bd84-436803179175" providerId="ADAL" clId="{AF01A3C7-D580-48EE-AD66-C1B6C20A138C}" dt="2025-09-08T20:19:25.720" v="6193" actId="1076"/>
          <ac:spMkLst>
            <pc:docMk/>
            <pc:sldMk cId="3960244900" sldId="531"/>
            <ac:spMk id="36" creationId="{7B50D042-1B83-277A-8607-B993FA4F0310}"/>
          </ac:spMkLst>
        </pc:spChg>
        <pc:spChg chg="add mod">
          <ac:chgData name="Thompson, Brielle" userId="f0ea580a-03ee-4a63-bd84-436803179175" providerId="ADAL" clId="{AF01A3C7-D580-48EE-AD66-C1B6C20A138C}" dt="2025-09-08T20:35:12.256" v="7128"/>
          <ac:spMkLst>
            <pc:docMk/>
            <pc:sldMk cId="3960244900" sldId="531"/>
            <ac:spMk id="37" creationId="{38AEDB02-9CB4-5B62-FB16-0346E306359B}"/>
          </ac:spMkLst>
        </pc:spChg>
        <pc:picChg chg="add mod">
          <ac:chgData name="Thompson, Brielle" userId="f0ea580a-03ee-4a63-bd84-436803179175" providerId="ADAL" clId="{AF01A3C7-D580-48EE-AD66-C1B6C20A138C}" dt="2025-09-08T20:14:52.662" v="6067" actId="1076"/>
          <ac:picMkLst>
            <pc:docMk/>
            <pc:sldMk cId="3960244900" sldId="531"/>
            <ac:picMk id="27" creationId="{2378C95F-57DD-B8D3-083C-A6610703E99E}"/>
          </ac:picMkLst>
        </pc:picChg>
        <pc:picChg chg="add mod">
          <ac:chgData name="Thompson, Brielle" userId="f0ea580a-03ee-4a63-bd84-436803179175" providerId="ADAL" clId="{AF01A3C7-D580-48EE-AD66-C1B6C20A138C}" dt="2025-09-08T20:18:12.174" v="6159" actId="1076"/>
          <ac:picMkLst>
            <pc:docMk/>
            <pc:sldMk cId="3960244900" sldId="531"/>
            <ac:picMk id="28" creationId="{86F26542-5E5E-BDAE-5A3C-3E1A4A54C2C0}"/>
          </ac:picMkLst>
        </pc:picChg>
      </pc:sldChg>
      <pc:sldChg chg="addSp modSp new mod">
        <pc:chgData name="Thompson, Brielle" userId="f0ea580a-03ee-4a63-bd84-436803179175" providerId="ADAL" clId="{AF01A3C7-D580-48EE-AD66-C1B6C20A138C}" dt="2025-09-08T19:32:02.595" v="4983" actId="1035"/>
        <pc:sldMkLst>
          <pc:docMk/>
          <pc:sldMk cId="1979084416" sldId="532"/>
        </pc:sldMkLst>
        <pc:spChg chg="mod">
          <ac:chgData name="Thompson, Brielle" userId="f0ea580a-03ee-4a63-bd84-436803179175" providerId="ADAL" clId="{AF01A3C7-D580-48EE-AD66-C1B6C20A138C}" dt="2025-09-08T19:26:04.168" v="4816" actId="20577"/>
          <ac:spMkLst>
            <pc:docMk/>
            <pc:sldMk cId="1979084416" sldId="532"/>
            <ac:spMk id="2" creationId="{8AD5C257-2991-99F6-180F-41C1414FEAF9}"/>
          </ac:spMkLst>
        </pc:spChg>
        <pc:spChg chg="mod">
          <ac:chgData name="Thompson, Brielle" userId="f0ea580a-03ee-4a63-bd84-436803179175" providerId="ADAL" clId="{AF01A3C7-D580-48EE-AD66-C1B6C20A138C}" dt="2025-09-08T19:26:25.188" v="4823" actId="14100"/>
          <ac:spMkLst>
            <pc:docMk/>
            <pc:sldMk cId="1979084416" sldId="532"/>
            <ac:spMk id="3" creationId="{B65853C8-52BF-5CF0-70B6-10C9DBF9286A}"/>
          </ac:spMkLst>
        </pc:spChg>
        <pc:spChg chg="mod">
          <ac:chgData name="Thompson, Brielle" userId="f0ea580a-03ee-4a63-bd84-436803179175" providerId="ADAL" clId="{AF01A3C7-D580-48EE-AD66-C1B6C20A138C}" dt="2025-09-08T19:28:04.330" v="4847" actId="1076"/>
          <ac:spMkLst>
            <pc:docMk/>
            <pc:sldMk cId="1979084416" sldId="532"/>
            <ac:spMk id="5" creationId="{86431FE4-236F-9CB4-F965-0B1BFB1392CA}"/>
          </ac:spMkLst>
        </pc:spChg>
        <pc:spChg chg="mod">
          <ac:chgData name="Thompson, Brielle" userId="f0ea580a-03ee-4a63-bd84-436803179175" providerId="ADAL" clId="{AF01A3C7-D580-48EE-AD66-C1B6C20A138C}" dt="2025-09-08T19:26:50.978" v="4829" actId="403"/>
          <ac:spMkLst>
            <pc:docMk/>
            <pc:sldMk cId="1979084416" sldId="532"/>
            <ac:spMk id="6" creationId="{D80CA1BE-8014-280F-C72C-301AB87F41F3}"/>
          </ac:spMkLst>
        </pc:spChg>
        <pc:spChg chg="mod">
          <ac:chgData name="Thompson, Brielle" userId="f0ea580a-03ee-4a63-bd84-436803179175" providerId="ADAL" clId="{AF01A3C7-D580-48EE-AD66-C1B6C20A138C}" dt="2025-09-08T19:32:02.595" v="4983" actId="1035"/>
          <ac:spMkLst>
            <pc:docMk/>
            <pc:sldMk cId="1979084416" sldId="532"/>
            <ac:spMk id="8" creationId="{EDC84E9C-DDC7-1E89-D956-D97DD5971532}"/>
          </ac:spMkLst>
        </pc:spChg>
        <pc:spChg chg="mod">
          <ac:chgData name="Thompson, Brielle" userId="f0ea580a-03ee-4a63-bd84-436803179175" providerId="ADAL" clId="{AF01A3C7-D580-48EE-AD66-C1B6C20A138C}" dt="2025-09-08T19:26:34.650" v="4824"/>
          <ac:spMkLst>
            <pc:docMk/>
            <pc:sldMk cId="1979084416" sldId="532"/>
            <ac:spMk id="9" creationId="{4A0FBFB3-8E01-A71A-5AD7-CC005100B130}"/>
          </ac:spMkLst>
        </pc:spChg>
        <pc:spChg chg="mod">
          <ac:chgData name="Thompson, Brielle" userId="f0ea580a-03ee-4a63-bd84-436803179175" providerId="ADAL" clId="{AF01A3C7-D580-48EE-AD66-C1B6C20A138C}" dt="2025-09-08T19:26:34.650" v="4824"/>
          <ac:spMkLst>
            <pc:docMk/>
            <pc:sldMk cId="1979084416" sldId="532"/>
            <ac:spMk id="10" creationId="{C1821C93-6DB5-5668-F532-2A5B2BF276A1}"/>
          </ac:spMkLst>
        </pc:spChg>
        <pc:spChg chg="mod">
          <ac:chgData name="Thompson, Brielle" userId="f0ea580a-03ee-4a63-bd84-436803179175" providerId="ADAL" clId="{AF01A3C7-D580-48EE-AD66-C1B6C20A138C}" dt="2025-09-08T19:28:34.791" v="4862" actId="1076"/>
          <ac:spMkLst>
            <pc:docMk/>
            <pc:sldMk cId="1979084416" sldId="532"/>
            <ac:spMk id="14" creationId="{DF235480-C04F-79D2-3A9A-24B5DD934A46}"/>
          </ac:spMkLst>
        </pc:spChg>
        <pc:spChg chg="mod">
          <ac:chgData name="Thompson, Brielle" userId="f0ea580a-03ee-4a63-bd84-436803179175" providerId="ADAL" clId="{AF01A3C7-D580-48EE-AD66-C1B6C20A138C}" dt="2025-09-08T19:27:12.214" v="4834" actId="14100"/>
          <ac:spMkLst>
            <pc:docMk/>
            <pc:sldMk cId="1979084416" sldId="532"/>
            <ac:spMk id="15" creationId="{7819812D-1ED1-DDD2-95E5-059A0A607D7F}"/>
          </ac:spMkLst>
        </pc:spChg>
        <pc:spChg chg="mod">
          <ac:chgData name="Thompson, Brielle" userId="f0ea580a-03ee-4a63-bd84-436803179175" providerId="ADAL" clId="{AF01A3C7-D580-48EE-AD66-C1B6C20A138C}" dt="2025-09-08T19:28:16.203" v="4853" actId="1076"/>
          <ac:spMkLst>
            <pc:docMk/>
            <pc:sldMk cId="1979084416" sldId="532"/>
            <ac:spMk id="16" creationId="{2E3F3B6C-6B6B-97F3-CCC6-C3423CA76B70}"/>
          </ac:spMkLst>
        </pc:spChg>
        <pc:spChg chg="mod">
          <ac:chgData name="Thompson, Brielle" userId="f0ea580a-03ee-4a63-bd84-436803179175" providerId="ADAL" clId="{AF01A3C7-D580-48EE-AD66-C1B6C20A138C}" dt="2025-09-08T19:27:12.214" v="4834" actId="14100"/>
          <ac:spMkLst>
            <pc:docMk/>
            <pc:sldMk cId="1979084416" sldId="532"/>
            <ac:spMk id="17" creationId="{36BBA764-63B6-4014-0987-3A61631F36A6}"/>
          </ac:spMkLst>
        </pc:spChg>
        <pc:spChg chg="mod">
          <ac:chgData name="Thompson, Brielle" userId="f0ea580a-03ee-4a63-bd84-436803179175" providerId="ADAL" clId="{AF01A3C7-D580-48EE-AD66-C1B6C20A138C}" dt="2025-09-08T19:28:19.691" v="4855" actId="14100"/>
          <ac:spMkLst>
            <pc:docMk/>
            <pc:sldMk cId="1979084416" sldId="532"/>
            <ac:spMk id="19" creationId="{E954465E-B966-1016-AC69-3BCBDC27329B}"/>
          </ac:spMkLst>
        </pc:spChg>
        <pc:spChg chg="mod">
          <ac:chgData name="Thompson, Brielle" userId="f0ea580a-03ee-4a63-bd84-436803179175" providerId="ADAL" clId="{AF01A3C7-D580-48EE-AD66-C1B6C20A138C}" dt="2025-09-08T19:28:33.168" v="4861" actId="1076"/>
          <ac:spMkLst>
            <pc:docMk/>
            <pc:sldMk cId="1979084416" sldId="532"/>
            <ac:spMk id="20" creationId="{6E9A6D47-0BEE-CB80-796D-FF3731125AA0}"/>
          </ac:spMkLst>
        </pc:spChg>
        <pc:spChg chg="mod">
          <ac:chgData name="Thompson, Brielle" userId="f0ea580a-03ee-4a63-bd84-436803179175" providerId="ADAL" clId="{AF01A3C7-D580-48EE-AD66-C1B6C20A138C}" dt="2025-09-08T19:27:00.199" v="4832" actId="14100"/>
          <ac:spMkLst>
            <pc:docMk/>
            <pc:sldMk cId="1979084416" sldId="532"/>
            <ac:spMk id="21" creationId="{9B889374-BA8F-F01E-AE50-8BD32CFC918A}"/>
          </ac:spMkLst>
        </pc:spChg>
        <pc:spChg chg="mod">
          <ac:chgData name="Thompson, Brielle" userId="f0ea580a-03ee-4a63-bd84-436803179175" providerId="ADAL" clId="{AF01A3C7-D580-48EE-AD66-C1B6C20A138C}" dt="2025-09-08T19:27:54.101" v="4846" actId="1076"/>
          <ac:spMkLst>
            <pc:docMk/>
            <pc:sldMk cId="1979084416" sldId="532"/>
            <ac:spMk id="22" creationId="{F27989DD-8414-6370-0B5D-C81E6082AC00}"/>
          </ac:spMkLst>
        </pc:spChg>
        <pc:spChg chg="mod">
          <ac:chgData name="Thompson, Brielle" userId="f0ea580a-03ee-4a63-bd84-436803179175" providerId="ADAL" clId="{AF01A3C7-D580-48EE-AD66-C1B6C20A138C}" dt="2025-09-08T19:29:13.580" v="4864" actId="14100"/>
          <ac:spMkLst>
            <pc:docMk/>
            <pc:sldMk cId="1979084416" sldId="532"/>
            <ac:spMk id="23" creationId="{A0AD2BA8-FD5D-4135-3CC9-AEF7D7012C13}"/>
          </ac:spMkLst>
        </pc:spChg>
        <pc:spChg chg="add mod">
          <ac:chgData name="Thompson, Brielle" userId="f0ea580a-03ee-4a63-bd84-436803179175" providerId="ADAL" clId="{AF01A3C7-D580-48EE-AD66-C1B6C20A138C}" dt="2025-09-08T19:29:38.250" v="4871" actId="208"/>
          <ac:spMkLst>
            <pc:docMk/>
            <pc:sldMk cId="1979084416" sldId="532"/>
            <ac:spMk id="26" creationId="{72CAC5FD-05CA-618E-94E8-BDC1D7A56648}"/>
          </ac:spMkLst>
        </pc:spChg>
        <pc:spChg chg="add mod">
          <ac:chgData name="Thompson, Brielle" userId="f0ea580a-03ee-4a63-bd84-436803179175" providerId="ADAL" clId="{AF01A3C7-D580-48EE-AD66-C1B6C20A138C}" dt="2025-09-08T19:30:02.861" v="4892"/>
          <ac:spMkLst>
            <pc:docMk/>
            <pc:sldMk cId="1979084416" sldId="532"/>
            <ac:spMk id="27" creationId="{968B0B8B-F09E-29D5-39C1-355EA6194ACD}"/>
          </ac:spMkLst>
        </pc:spChg>
        <pc:grpChg chg="mod">
          <ac:chgData name="Thompson, Brielle" userId="f0ea580a-03ee-4a63-bd84-436803179175" providerId="ADAL" clId="{AF01A3C7-D580-48EE-AD66-C1B6C20A138C}" dt="2025-09-08T19:26:38.256" v="4825" actId="1076"/>
          <ac:grpSpMkLst>
            <pc:docMk/>
            <pc:sldMk cId="1979084416" sldId="532"/>
            <ac:grpSpMk id="4" creationId="{22ABB9AF-6904-7B48-7FDB-8A65EFDE5426}"/>
          </ac:grpSpMkLst>
        </pc:grpChg>
        <pc:cxnChg chg="mod">
          <ac:chgData name="Thompson, Brielle" userId="f0ea580a-03ee-4a63-bd84-436803179175" providerId="ADAL" clId="{AF01A3C7-D580-48EE-AD66-C1B6C20A138C}" dt="2025-09-08T19:28:04.330" v="4847" actId="1076"/>
          <ac:cxnSpMkLst>
            <pc:docMk/>
            <pc:sldMk cId="1979084416" sldId="532"/>
            <ac:cxnSpMk id="7" creationId="{133A7B98-AB32-4F0A-35FF-3C80FA673EF6}"/>
          </ac:cxnSpMkLst>
        </pc:cxnChg>
        <pc:cxnChg chg="mod">
          <ac:chgData name="Thompson, Brielle" userId="f0ea580a-03ee-4a63-bd84-436803179175" providerId="ADAL" clId="{AF01A3C7-D580-48EE-AD66-C1B6C20A138C}" dt="2025-09-08T19:27:47.008" v="4844" actId="1582"/>
          <ac:cxnSpMkLst>
            <pc:docMk/>
            <pc:sldMk cId="1979084416" sldId="532"/>
            <ac:cxnSpMk id="11" creationId="{7564BDBA-88A9-FFBC-F72A-B54A59FB4DE6}"/>
          </ac:cxnSpMkLst>
        </pc:cxnChg>
        <pc:cxnChg chg="mod">
          <ac:chgData name="Thompson, Brielle" userId="f0ea580a-03ee-4a63-bd84-436803179175" providerId="ADAL" clId="{AF01A3C7-D580-48EE-AD66-C1B6C20A138C}" dt="2025-09-08T19:27:51.285" v="4845" actId="1582"/>
          <ac:cxnSpMkLst>
            <pc:docMk/>
            <pc:sldMk cId="1979084416" sldId="532"/>
            <ac:cxnSpMk id="12" creationId="{E1165888-4266-92E6-8C03-F71C44156C11}"/>
          </ac:cxnSpMkLst>
        </pc:cxnChg>
        <pc:cxnChg chg="mod">
          <ac:chgData name="Thompson, Brielle" userId="f0ea580a-03ee-4a63-bd84-436803179175" providerId="ADAL" clId="{AF01A3C7-D580-48EE-AD66-C1B6C20A138C}" dt="2025-09-08T19:32:02.595" v="4983" actId="1035"/>
          <ac:cxnSpMkLst>
            <pc:docMk/>
            <pc:sldMk cId="1979084416" sldId="532"/>
            <ac:cxnSpMk id="13" creationId="{4EF1A7E7-513C-C626-F2FC-A41C88CE62A3}"/>
          </ac:cxnSpMkLst>
        </pc:cxnChg>
      </pc:sldChg>
      <pc:sldChg chg="addSp delSp modSp add mod">
        <pc:chgData name="Thompson, Brielle" userId="f0ea580a-03ee-4a63-bd84-436803179175" providerId="ADAL" clId="{AF01A3C7-D580-48EE-AD66-C1B6C20A138C}" dt="2025-09-08T19:34:09.621" v="5122" actId="115"/>
        <pc:sldMkLst>
          <pc:docMk/>
          <pc:sldMk cId="929494753" sldId="533"/>
        </pc:sldMkLst>
        <pc:spChg chg="mod">
          <ac:chgData name="Thompson, Brielle" userId="f0ea580a-03ee-4a63-bd84-436803179175" providerId="ADAL" clId="{AF01A3C7-D580-48EE-AD66-C1B6C20A138C}" dt="2025-09-08T19:31:43.054" v="4951" actId="1035"/>
          <ac:spMkLst>
            <pc:docMk/>
            <pc:sldMk cId="929494753" sldId="533"/>
            <ac:spMk id="8" creationId="{324E382A-1C78-443E-95A6-E1097825539D}"/>
          </ac:spMkLst>
        </pc:spChg>
        <pc:spChg chg="mod">
          <ac:chgData name="Thompson, Brielle" userId="f0ea580a-03ee-4a63-bd84-436803179175" providerId="ADAL" clId="{AF01A3C7-D580-48EE-AD66-C1B6C20A138C}" dt="2025-09-08T19:31:17.225" v="4918" actId="14100"/>
          <ac:spMkLst>
            <pc:docMk/>
            <pc:sldMk cId="929494753" sldId="533"/>
            <ac:spMk id="23" creationId="{26996E39-BDF6-DEDE-0BB0-3A58777B347E}"/>
          </ac:spMkLst>
        </pc:spChg>
        <pc:spChg chg="add mod">
          <ac:chgData name="Thompson, Brielle" userId="f0ea580a-03ee-4a63-bd84-436803179175" providerId="ADAL" clId="{AF01A3C7-D580-48EE-AD66-C1B6C20A138C}" dt="2025-09-08T19:32:20.015" v="4988" actId="113"/>
          <ac:spMkLst>
            <pc:docMk/>
            <pc:sldMk cId="929494753" sldId="533"/>
            <ac:spMk id="24" creationId="{00CD538E-E638-F5B1-1300-E6B472D43995}"/>
          </ac:spMkLst>
        </pc:spChg>
        <pc:spChg chg="add mod">
          <ac:chgData name="Thompson, Brielle" userId="f0ea580a-03ee-4a63-bd84-436803179175" providerId="ADAL" clId="{AF01A3C7-D580-48EE-AD66-C1B6C20A138C}" dt="2025-09-08T19:32:13.138" v="4984" actId="113"/>
          <ac:spMkLst>
            <pc:docMk/>
            <pc:sldMk cId="929494753" sldId="533"/>
            <ac:spMk id="25" creationId="{0E31F2CE-6000-DE2E-28C8-A894F6448AB5}"/>
          </ac:spMkLst>
        </pc:spChg>
        <pc:spChg chg="add mod">
          <ac:chgData name="Thompson, Brielle" userId="f0ea580a-03ee-4a63-bd84-436803179175" providerId="ADAL" clId="{AF01A3C7-D580-48EE-AD66-C1B6C20A138C}" dt="2025-09-08T19:32:17.670" v="4987" actId="113"/>
          <ac:spMkLst>
            <pc:docMk/>
            <pc:sldMk cId="929494753" sldId="533"/>
            <ac:spMk id="27" creationId="{DE88FFD9-9CF0-52BE-0B71-2493A8DBFF03}"/>
          </ac:spMkLst>
        </pc:spChg>
        <pc:spChg chg="add mod">
          <ac:chgData name="Thompson, Brielle" userId="f0ea580a-03ee-4a63-bd84-436803179175" providerId="ADAL" clId="{AF01A3C7-D580-48EE-AD66-C1B6C20A138C}" dt="2025-09-08T19:32:44.351" v="5031" actId="14100"/>
          <ac:spMkLst>
            <pc:docMk/>
            <pc:sldMk cId="929494753" sldId="533"/>
            <ac:spMk id="28" creationId="{A625F6EA-481D-05AA-6F84-5F193EEABEEF}"/>
          </ac:spMkLst>
        </pc:spChg>
        <pc:spChg chg="add mod">
          <ac:chgData name="Thompson, Brielle" userId="f0ea580a-03ee-4a63-bd84-436803179175" providerId="ADAL" clId="{AF01A3C7-D580-48EE-AD66-C1B6C20A138C}" dt="2025-09-08T19:32:54.028" v="5040" actId="20577"/>
          <ac:spMkLst>
            <pc:docMk/>
            <pc:sldMk cId="929494753" sldId="533"/>
            <ac:spMk id="29" creationId="{2BFE6568-3928-75E0-0A0D-67A621C51A6E}"/>
          </ac:spMkLst>
        </pc:spChg>
        <pc:spChg chg="add mod">
          <ac:chgData name="Thompson, Brielle" userId="f0ea580a-03ee-4a63-bd84-436803179175" providerId="ADAL" clId="{AF01A3C7-D580-48EE-AD66-C1B6C20A138C}" dt="2025-09-08T19:34:09.621" v="5122" actId="115"/>
          <ac:spMkLst>
            <pc:docMk/>
            <pc:sldMk cId="929494753" sldId="533"/>
            <ac:spMk id="30" creationId="{F3FB55F6-5222-56FF-86DE-61C5D53920C5}"/>
          </ac:spMkLst>
        </pc:spChg>
        <pc:spChg chg="add mod">
          <ac:chgData name="Thompson, Brielle" userId="f0ea580a-03ee-4a63-bd84-436803179175" providerId="ADAL" clId="{AF01A3C7-D580-48EE-AD66-C1B6C20A138C}" dt="2025-09-08T19:33:15.047" v="5069" actId="20577"/>
          <ac:spMkLst>
            <pc:docMk/>
            <pc:sldMk cId="929494753" sldId="533"/>
            <ac:spMk id="31" creationId="{FF452491-3661-6691-2349-A0446ACECA65}"/>
          </ac:spMkLst>
        </pc:spChg>
        <pc:cxnChg chg="mod">
          <ac:chgData name="Thompson, Brielle" userId="f0ea580a-03ee-4a63-bd84-436803179175" providerId="ADAL" clId="{AF01A3C7-D580-48EE-AD66-C1B6C20A138C}" dt="2025-09-08T19:31:43.054" v="4951" actId="1035"/>
          <ac:cxnSpMkLst>
            <pc:docMk/>
            <pc:sldMk cId="929494753" sldId="533"/>
            <ac:cxnSpMk id="13" creationId="{B4FFBAD2-3227-11A9-D9F9-CFCEC395BDE4}"/>
          </ac:cxnSpMkLst>
        </pc:cxnChg>
      </pc:sldChg>
      <pc:sldChg chg="addSp modSp new mod">
        <pc:chgData name="Thompson, Brielle" userId="f0ea580a-03ee-4a63-bd84-436803179175" providerId="ADAL" clId="{AF01A3C7-D580-48EE-AD66-C1B6C20A138C}" dt="2025-09-08T19:30:12.236" v="4896" actId="15"/>
        <pc:sldMkLst>
          <pc:docMk/>
          <pc:sldMk cId="912795969" sldId="534"/>
        </pc:sldMkLst>
        <pc:spChg chg="mod">
          <ac:chgData name="Thompson, Brielle" userId="f0ea580a-03ee-4a63-bd84-436803179175" providerId="ADAL" clId="{AF01A3C7-D580-48EE-AD66-C1B6C20A138C}" dt="2025-09-08T19:29:58.439" v="4890" actId="20577"/>
          <ac:spMkLst>
            <pc:docMk/>
            <pc:sldMk cId="912795969" sldId="534"/>
            <ac:spMk id="2" creationId="{FBE56FB7-A5D2-2B00-1FF6-90C5DF0A8227}"/>
          </ac:spMkLst>
        </pc:spChg>
        <pc:spChg chg="mod">
          <ac:chgData name="Thompson, Brielle" userId="f0ea580a-03ee-4a63-bd84-436803179175" providerId="ADAL" clId="{AF01A3C7-D580-48EE-AD66-C1B6C20A138C}" dt="2025-09-08T19:30:12.236" v="4896" actId="15"/>
          <ac:spMkLst>
            <pc:docMk/>
            <pc:sldMk cId="912795969" sldId="534"/>
            <ac:spMk id="3" creationId="{51FEED94-24D1-4254-72DE-1D041A65591E}"/>
          </ac:spMkLst>
        </pc:spChg>
        <pc:spChg chg="add mod">
          <ac:chgData name="Thompson, Brielle" userId="f0ea580a-03ee-4a63-bd84-436803179175" providerId="ADAL" clId="{AF01A3C7-D580-48EE-AD66-C1B6C20A138C}" dt="2025-09-08T19:30:03.809" v="4893"/>
          <ac:spMkLst>
            <pc:docMk/>
            <pc:sldMk cId="912795969" sldId="534"/>
            <ac:spMk id="4" creationId="{DA86B077-97C9-9ACA-726B-5B80DB64A532}"/>
          </ac:spMkLst>
        </pc:spChg>
      </pc:sldChg>
      <pc:sldChg chg="addSp delSp modSp add mod">
        <pc:chgData name="Thompson, Brielle" userId="f0ea580a-03ee-4a63-bd84-436803179175" providerId="ADAL" clId="{AF01A3C7-D580-48EE-AD66-C1B6C20A138C}" dt="2025-09-08T19:37:01.274" v="5247" actId="14100"/>
        <pc:sldMkLst>
          <pc:docMk/>
          <pc:sldMk cId="1956647531" sldId="535"/>
        </pc:sldMkLst>
        <pc:spChg chg="mod">
          <ac:chgData name="Thompson, Brielle" userId="f0ea580a-03ee-4a63-bd84-436803179175" providerId="ADAL" clId="{AF01A3C7-D580-48EE-AD66-C1B6C20A138C}" dt="2025-09-08T19:34:30.991" v="5131"/>
          <ac:spMkLst>
            <pc:docMk/>
            <pc:sldMk cId="1956647531" sldId="535"/>
            <ac:spMk id="33" creationId="{1ECD0C8C-F492-211C-1E8E-5D57A8DADA34}"/>
          </ac:spMkLst>
        </pc:spChg>
        <pc:spChg chg="mod">
          <ac:chgData name="Thompson, Brielle" userId="f0ea580a-03ee-4a63-bd84-436803179175" providerId="ADAL" clId="{AF01A3C7-D580-48EE-AD66-C1B6C20A138C}" dt="2025-09-08T19:34:30.991" v="5131"/>
          <ac:spMkLst>
            <pc:docMk/>
            <pc:sldMk cId="1956647531" sldId="535"/>
            <ac:spMk id="35" creationId="{11DB1D25-917A-C805-04E5-F1FFDE36EF20}"/>
          </ac:spMkLst>
        </pc:spChg>
        <pc:spChg chg="mod">
          <ac:chgData name="Thompson, Brielle" userId="f0ea580a-03ee-4a63-bd84-436803179175" providerId="ADAL" clId="{AF01A3C7-D580-48EE-AD66-C1B6C20A138C}" dt="2025-09-08T19:34:30.991" v="5131"/>
          <ac:spMkLst>
            <pc:docMk/>
            <pc:sldMk cId="1956647531" sldId="535"/>
            <ac:spMk id="40" creationId="{A3E62B3C-C1FC-CEAF-67CC-226AD7F730FA}"/>
          </ac:spMkLst>
        </pc:spChg>
        <pc:spChg chg="mod">
          <ac:chgData name="Thompson, Brielle" userId="f0ea580a-03ee-4a63-bd84-436803179175" providerId="ADAL" clId="{AF01A3C7-D580-48EE-AD66-C1B6C20A138C}" dt="2025-09-08T19:34:30.991" v="5131"/>
          <ac:spMkLst>
            <pc:docMk/>
            <pc:sldMk cId="1956647531" sldId="535"/>
            <ac:spMk id="42" creationId="{8E215407-7B8F-C01E-FFC8-967B843AB938}"/>
          </ac:spMkLst>
        </pc:spChg>
        <pc:spChg chg="mod">
          <ac:chgData name="Thompson, Brielle" userId="f0ea580a-03ee-4a63-bd84-436803179175" providerId="ADAL" clId="{AF01A3C7-D580-48EE-AD66-C1B6C20A138C}" dt="2025-09-08T19:34:30.991" v="5131"/>
          <ac:spMkLst>
            <pc:docMk/>
            <pc:sldMk cId="1956647531" sldId="535"/>
            <ac:spMk id="54" creationId="{22A8FCA4-8A68-0A5E-1EA2-760D63807C6E}"/>
          </ac:spMkLst>
        </pc:spChg>
        <pc:spChg chg="mod">
          <ac:chgData name="Thompson, Brielle" userId="f0ea580a-03ee-4a63-bd84-436803179175" providerId="ADAL" clId="{AF01A3C7-D580-48EE-AD66-C1B6C20A138C}" dt="2025-09-08T19:34:30.991" v="5131"/>
          <ac:spMkLst>
            <pc:docMk/>
            <pc:sldMk cId="1956647531" sldId="535"/>
            <ac:spMk id="56" creationId="{6974BB00-3C00-20C3-F102-ED3D4C17B18C}"/>
          </ac:spMkLst>
        </pc:spChg>
        <pc:spChg chg="mod">
          <ac:chgData name="Thompson, Brielle" userId="f0ea580a-03ee-4a63-bd84-436803179175" providerId="ADAL" clId="{AF01A3C7-D580-48EE-AD66-C1B6C20A138C}" dt="2025-09-08T19:34:30.991" v="5131"/>
          <ac:spMkLst>
            <pc:docMk/>
            <pc:sldMk cId="1956647531" sldId="535"/>
            <ac:spMk id="58" creationId="{AE5CD11C-2ACA-494C-40C6-4C34E993C6FD}"/>
          </ac:spMkLst>
        </pc:spChg>
        <pc:spChg chg="add mod">
          <ac:chgData name="Thompson, Brielle" userId="f0ea580a-03ee-4a63-bd84-436803179175" providerId="ADAL" clId="{AF01A3C7-D580-48EE-AD66-C1B6C20A138C}" dt="2025-09-08T19:35:35.790" v="5165" actId="1076"/>
          <ac:spMkLst>
            <pc:docMk/>
            <pc:sldMk cId="1956647531" sldId="535"/>
            <ac:spMk id="79" creationId="{D910F2C4-8A58-A3C3-5C76-B3E57A07F407}"/>
          </ac:spMkLst>
        </pc:spChg>
        <pc:spChg chg="add mod">
          <ac:chgData name="Thompson, Brielle" userId="f0ea580a-03ee-4a63-bd84-436803179175" providerId="ADAL" clId="{AF01A3C7-D580-48EE-AD66-C1B6C20A138C}" dt="2025-09-08T19:37:01.274" v="5247" actId="14100"/>
          <ac:spMkLst>
            <pc:docMk/>
            <pc:sldMk cId="1956647531" sldId="535"/>
            <ac:spMk id="83" creationId="{09539F04-5F86-9EC1-501A-DC14F82F202A}"/>
          </ac:spMkLst>
        </pc:spChg>
        <pc:grpChg chg="mod">
          <ac:chgData name="Thompson, Brielle" userId="f0ea580a-03ee-4a63-bd84-436803179175" providerId="ADAL" clId="{AF01A3C7-D580-48EE-AD66-C1B6C20A138C}" dt="2025-09-08T19:34:42.285" v="5132" actId="1076"/>
          <ac:grpSpMkLst>
            <pc:docMk/>
            <pc:sldMk cId="1956647531" sldId="535"/>
            <ac:grpSpMk id="26" creationId="{3EAFD99E-4024-53EB-B47A-5B9D8FCF80A8}"/>
          </ac:grpSpMkLst>
        </pc:grpChg>
        <pc:cxnChg chg="add mod">
          <ac:chgData name="Thompson, Brielle" userId="f0ea580a-03ee-4a63-bd84-436803179175" providerId="ADAL" clId="{AF01A3C7-D580-48EE-AD66-C1B6C20A138C}" dt="2025-09-08T19:36:19.782" v="5177" actId="1582"/>
          <ac:cxnSpMkLst>
            <pc:docMk/>
            <pc:sldMk cId="1956647531" sldId="535"/>
            <ac:cxnSpMk id="82" creationId="{C0672D1B-38A2-6E06-36E7-8EBAF43CB11C}"/>
          </ac:cxnSpMkLst>
        </pc:cxnChg>
      </pc:sldChg>
      <pc:sldChg chg="delSp modSp add mod">
        <pc:chgData name="Thompson, Brielle" userId="f0ea580a-03ee-4a63-bd84-436803179175" providerId="ADAL" clId="{AF01A3C7-D580-48EE-AD66-C1B6C20A138C}" dt="2025-09-08T19:43:15.525" v="5466" actId="404"/>
        <pc:sldMkLst>
          <pc:docMk/>
          <pc:sldMk cId="805635790" sldId="536"/>
        </pc:sldMkLst>
        <pc:spChg chg="mod">
          <ac:chgData name="Thompson, Brielle" userId="f0ea580a-03ee-4a63-bd84-436803179175" providerId="ADAL" clId="{AF01A3C7-D580-48EE-AD66-C1B6C20A138C}" dt="2025-09-08T19:42:31.233" v="5423"/>
          <ac:spMkLst>
            <pc:docMk/>
            <pc:sldMk cId="805635790" sldId="536"/>
            <ac:spMk id="2" creationId="{AF575C24-519B-C1CE-EBF3-625C54C7CBAF}"/>
          </ac:spMkLst>
        </pc:spChg>
        <pc:spChg chg="mod">
          <ac:chgData name="Thompson, Brielle" userId="f0ea580a-03ee-4a63-bd84-436803179175" providerId="ADAL" clId="{AF01A3C7-D580-48EE-AD66-C1B6C20A138C}" dt="2025-09-08T19:43:15.525" v="5466" actId="404"/>
          <ac:spMkLst>
            <pc:docMk/>
            <pc:sldMk cId="805635790" sldId="536"/>
            <ac:spMk id="3" creationId="{85C919CE-8832-26E5-8B67-CF3E1B29A90D}"/>
          </ac:spMkLst>
        </pc:spChg>
      </pc:sldChg>
      <pc:sldChg chg="addSp delSp modSp add mod">
        <pc:chgData name="Thompson, Brielle" userId="f0ea580a-03ee-4a63-bd84-436803179175" providerId="ADAL" clId="{AF01A3C7-D580-48EE-AD66-C1B6C20A138C}" dt="2025-09-08T19:41:04.394" v="5351" actId="1076"/>
        <pc:sldMkLst>
          <pc:docMk/>
          <pc:sldMk cId="952712080" sldId="537"/>
        </pc:sldMkLst>
        <pc:spChg chg="add mod">
          <ac:chgData name="Thompson, Brielle" userId="f0ea580a-03ee-4a63-bd84-436803179175" providerId="ADAL" clId="{AF01A3C7-D580-48EE-AD66-C1B6C20A138C}" dt="2025-09-08T19:41:04.394" v="5351" actId="1076"/>
          <ac:spMkLst>
            <pc:docMk/>
            <pc:sldMk cId="952712080" sldId="537"/>
            <ac:spMk id="5" creationId="{9EB44D16-EB01-48F4-80E0-6E3312C204AD}"/>
          </ac:spMkLst>
        </pc:spChg>
        <pc:cxnChg chg="add mod">
          <ac:chgData name="Thompson, Brielle" userId="f0ea580a-03ee-4a63-bd84-436803179175" providerId="ADAL" clId="{AF01A3C7-D580-48EE-AD66-C1B6C20A138C}" dt="2025-09-08T19:38:00.664" v="5257" actId="1076"/>
          <ac:cxnSpMkLst>
            <pc:docMk/>
            <pc:sldMk cId="952712080" sldId="537"/>
            <ac:cxnSpMk id="4" creationId="{21B5EA3C-825B-2925-4EDC-13B66D51F907}"/>
          </ac:cxnSpMkLst>
        </pc:cxnChg>
      </pc:sldChg>
      <pc:sldChg chg="addSp modSp add mod">
        <pc:chgData name="Thompson, Brielle" userId="f0ea580a-03ee-4a63-bd84-436803179175" providerId="ADAL" clId="{AF01A3C7-D580-48EE-AD66-C1B6C20A138C}" dt="2025-09-08T19:41:35.104" v="5379" actId="20577"/>
        <pc:sldMkLst>
          <pc:docMk/>
          <pc:sldMk cId="3451812574" sldId="538"/>
        </pc:sldMkLst>
        <pc:spChg chg="add mod">
          <ac:chgData name="Thompson, Brielle" userId="f0ea580a-03ee-4a63-bd84-436803179175" providerId="ADAL" clId="{AF01A3C7-D580-48EE-AD66-C1B6C20A138C}" dt="2025-09-08T19:41:35.104" v="5379" actId="20577"/>
          <ac:spMkLst>
            <pc:docMk/>
            <pc:sldMk cId="3451812574" sldId="538"/>
            <ac:spMk id="5" creationId="{E586B33C-1174-8E18-3F99-9B3DC1F23A61}"/>
          </ac:spMkLst>
        </pc:spChg>
        <pc:cxnChg chg="add mod">
          <ac:chgData name="Thompson, Brielle" userId="f0ea580a-03ee-4a63-bd84-436803179175" providerId="ADAL" clId="{AF01A3C7-D580-48EE-AD66-C1B6C20A138C}" dt="2025-09-08T19:41:18.964" v="5355" actId="14100"/>
          <ac:cxnSpMkLst>
            <pc:docMk/>
            <pc:sldMk cId="3451812574" sldId="538"/>
            <ac:cxnSpMk id="4" creationId="{19D44502-E6B3-6B95-EF6F-889FA248D96E}"/>
          </ac:cxnSpMkLst>
        </pc:cxnChg>
      </pc:sldChg>
      <pc:sldChg chg="addSp delSp modSp add mod">
        <pc:chgData name="Thompson, Brielle" userId="f0ea580a-03ee-4a63-bd84-436803179175" providerId="ADAL" clId="{AF01A3C7-D580-48EE-AD66-C1B6C20A138C}" dt="2025-09-08T19:44:54.299" v="5520" actId="207"/>
        <pc:sldMkLst>
          <pc:docMk/>
          <pc:sldMk cId="2357053733" sldId="539"/>
        </pc:sldMkLst>
        <pc:spChg chg="mod">
          <ac:chgData name="Thompson, Brielle" userId="f0ea580a-03ee-4a63-bd84-436803179175" providerId="ADAL" clId="{AF01A3C7-D580-48EE-AD66-C1B6C20A138C}" dt="2025-09-08T19:43:52.694" v="5499" actId="20577"/>
          <ac:spMkLst>
            <pc:docMk/>
            <pc:sldMk cId="2357053733" sldId="539"/>
            <ac:spMk id="2" creationId="{C7F8236B-3157-FFF6-C140-5268675CC1F5}"/>
          </ac:spMkLst>
        </pc:spChg>
        <pc:spChg chg="mod">
          <ac:chgData name="Thompson, Brielle" userId="f0ea580a-03ee-4a63-bd84-436803179175" providerId="ADAL" clId="{AF01A3C7-D580-48EE-AD66-C1B6C20A138C}" dt="2025-09-08T19:44:02.336" v="5503"/>
          <ac:spMkLst>
            <pc:docMk/>
            <pc:sldMk cId="2357053733" sldId="539"/>
            <ac:spMk id="33" creationId="{DABA86BB-1CAC-30FA-9F01-DE7AE2A765EF}"/>
          </ac:spMkLst>
        </pc:spChg>
        <pc:spChg chg="mod">
          <ac:chgData name="Thompson, Brielle" userId="f0ea580a-03ee-4a63-bd84-436803179175" providerId="ADAL" clId="{AF01A3C7-D580-48EE-AD66-C1B6C20A138C}" dt="2025-09-08T19:44:02.336" v="5503"/>
          <ac:spMkLst>
            <pc:docMk/>
            <pc:sldMk cId="2357053733" sldId="539"/>
            <ac:spMk id="35" creationId="{C302A6F0-CFD7-3B9F-6534-C34CBAFEAF1B}"/>
          </ac:spMkLst>
        </pc:spChg>
        <pc:spChg chg="mod">
          <ac:chgData name="Thompson, Brielle" userId="f0ea580a-03ee-4a63-bd84-436803179175" providerId="ADAL" clId="{AF01A3C7-D580-48EE-AD66-C1B6C20A138C}" dt="2025-09-08T19:44:02.336" v="5503"/>
          <ac:spMkLst>
            <pc:docMk/>
            <pc:sldMk cId="2357053733" sldId="539"/>
            <ac:spMk id="37" creationId="{0DE05914-02BE-33B9-7107-96F8AD248A9F}"/>
          </ac:spMkLst>
        </pc:spChg>
        <pc:spChg chg="mod">
          <ac:chgData name="Thompson, Brielle" userId="f0ea580a-03ee-4a63-bd84-436803179175" providerId="ADAL" clId="{AF01A3C7-D580-48EE-AD66-C1B6C20A138C}" dt="2025-09-08T19:44:02.336" v="5503"/>
          <ac:spMkLst>
            <pc:docMk/>
            <pc:sldMk cId="2357053733" sldId="539"/>
            <ac:spMk id="44" creationId="{EE0CE699-2AD2-8D61-6685-1DCC60E26540}"/>
          </ac:spMkLst>
        </pc:spChg>
        <pc:spChg chg="mod">
          <ac:chgData name="Thompson, Brielle" userId="f0ea580a-03ee-4a63-bd84-436803179175" providerId="ADAL" clId="{AF01A3C7-D580-48EE-AD66-C1B6C20A138C}" dt="2025-09-08T19:44:02.336" v="5503"/>
          <ac:spMkLst>
            <pc:docMk/>
            <pc:sldMk cId="2357053733" sldId="539"/>
            <ac:spMk id="46" creationId="{415664DE-75E0-F6B8-EEF6-199854C6C4E2}"/>
          </ac:spMkLst>
        </pc:spChg>
        <pc:spChg chg="mod">
          <ac:chgData name="Thompson, Brielle" userId="f0ea580a-03ee-4a63-bd84-436803179175" providerId="ADAL" clId="{AF01A3C7-D580-48EE-AD66-C1B6C20A138C}" dt="2025-09-08T19:44:02.336" v="5503"/>
          <ac:spMkLst>
            <pc:docMk/>
            <pc:sldMk cId="2357053733" sldId="539"/>
            <ac:spMk id="47" creationId="{8E156841-BC38-6AA8-36A5-D26677D13EC0}"/>
          </ac:spMkLst>
        </pc:spChg>
        <pc:spChg chg="mod">
          <ac:chgData name="Thompson, Brielle" userId="f0ea580a-03ee-4a63-bd84-436803179175" providerId="ADAL" clId="{AF01A3C7-D580-48EE-AD66-C1B6C20A138C}" dt="2025-09-08T19:44:02.336" v="5503"/>
          <ac:spMkLst>
            <pc:docMk/>
            <pc:sldMk cId="2357053733" sldId="539"/>
            <ac:spMk id="48" creationId="{9C4ACF54-C9CB-15D2-A1FB-0D694290B5F2}"/>
          </ac:spMkLst>
        </pc:spChg>
        <pc:spChg chg="mod">
          <ac:chgData name="Thompson, Brielle" userId="f0ea580a-03ee-4a63-bd84-436803179175" providerId="ADAL" clId="{AF01A3C7-D580-48EE-AD66-C1B6C20A138C}" dt="2025-09-08T19:44:02.336" v="5503"/>
          <ac:spMkLst>
            <pc:docMk/>
            <pc:sldMk cId="2357053733" sldId="539"/>
            <ac:spMk id="49" creationId="{72BC3697-DD88-FDF5-9613-DEF49A5654FC}"/>
          </ac:spMkLst>
        </pc:spChg>
        <pc:spChg chg="mod">
          <ac:chgData name="Thompson, Brielle" userId="f0ea580a-03ee-4a63-bd84-436803179175" providerId="ADAL" clId="{AF01A3C7-D580-48EE-AD66-C1B6C20A138C}" dt="2025-09-08T19:44:54.299" v="5520" actId="207"/>
          <ac:spMkLst>
            <pc:docMk/>
            <pc:sldMk cId="2357053733" sldId="539"/>
            <ac:spMk id="51" creationId="{9F294761-2D43-B516-44F9-54760DA52696}"/>
          </ac:spMkLst>
        </pc:spChg>
        <pc:spChg chg="add mod">
          <ac:chgData name="Thompson, Brielle" userId="f0ea580a-03ee-4a63-bd84-436803179175" providerId="ADAL" clId="{AF01A3C7-D580-48EE-AD66-C1B6C20A138C}" dt="2025-09-08T19:44:05.151" v="5505" actId="1076"/>
          <ac:spMkLst>
            <pc:docMk/>
            <pc:sldMk cId="2357053733" sldId="539"/>
            <ac:spMk id="52" creationId="{CB7346A3-F7E0-B553-9022-419301594D4D}"/>
          </ac:spMkLst>
        </pc:spChg>
        <pc:spChg chg="mod">
          <ac:chgData name="Thompson, Brielle" userId="f0ea580a-03ee-4a63-bd84-436803179175" providerId="ADAL" clId="{AF01A3C7-D580-48EE-AD66-C1B6C20A138C}" dt="2025-09-08T19:44:05.151" v="5505" actId="1076"/>
          <ac:spMkLst>
            <pc:docMk/>
            <pc:sldMk cId="2357053733" sldId="539"/>
            <ac:spMk id="53" creationId="{234E57FE-07D2-2AAD-98B8-05B2BF83DB14}"/>
          </ac:spMkLst>
        </pc:spChg>
        <pc:spChg chg="add mod">
          <ac:chgData name="Thompson, Brielle" userId="f0ea580a-03ee-4a63-bd84-436803179175" providerId="ADAL" clId="{AF01A3C7-D580-48EE-AD66-C1B6C20A138C}" dt="2025-09-08T19:44:47.071" v="5518" actId="207"/>
          <ac:spMkLst>
            <pc:docMk/>
            <pc:sldMk cId="2357053733" sldId="539"/>
            <ac:spMk id="57" creationId="{10ED0227-6214-F5B1-5586-5DD3C944BC0A}"/>
          </ac:spMkLst>
        </pc:spChg>
        <pc:grpChg chg="mod">
          <ac:chgData name="Thompson, Brielle" userId="f0ea580a-03ee-4a63-bd84-436803179175" providerId="ADAL" clId="{AF01A3C7-D580-48EE-AD66-C1B6C20A138C}" dt="2025-09-08T19:44:05.151" v="5505" actId="1076"/>
          <ac:grpSpMkLst>
            <pc:docMk/>
            <pc:sldMk cId="2357053733" sldId="539"/>
            <ac:grpSpMk id="30" creationId="{91AD5C09-1B08-EBDA-54DE-38D09B3F41B7}"/>
          </ac:grpSpMkLst>
        </pc:grpChg>
      </pc:sldChg>
      <pc:sldChg chg="add del">
        <pc:chgData name="Thompson, Brielle" userId="f0ea580a-03ee-4a63-bd84-436803179175" providerId="ADAL" clId="{AF01A3C7-D580-48EE-AD66-C1B6C20A138C}" dt="2025-09-08T19:45:43.603" v="5522"/>
        <pc:sldMkLst>
          <pc:docMk/>
          <pc:sldMk cId="3095058176" sldId="540"/>
        </pc:sldMkLst>
      </pc:sldChg>
      <pc:sldChg chg="addSp delSp modSp add mod">
        <pc:chgData name="Thompson, Brielle" userId="f0ea580a-03ee-4a63-bd84-436803179175" providerId="ADAL" clId="{AF01A3C7-D580-48EE-AD66-C1B6C20A138C}" dt="2025-09-08T19:53:02.730" v="5620" actId="1076"/>
        <pc:sldMkLst>
          <pc:docMk/>
          <pc:sldMk cId="3862443717" sldId="540"/>
        </pc:sldMkLst>
        <pc:spChg chg="mod">
          <ac:chgData name="Thompson, Brielle" userId="f0ea580a-03ee-4a63-bd84-436803179175" providerId="ADAL" clId="{AF01A3C7-D580-48EE-AD66-C1B6C20A138C}" dt="2025-09-08T19:46:13.263" v="5527"/>
          <ac:spMkLst>
            <pc:docMk/>
            <pc:sldMk cId="3862443717" sldId="540"/>
            <ac:spMk id="79" creationId="{DF5B51FD-6F1E-51BC-5E25-519BB825327A}"/>
          </ac:spMkLst>
        </pc:spChg>
        <pc:spChg chg="mod">
          <ac:chgData name="Thompson, Brielle" userId="f0ea580a-03ee-4a63-bd84-436803179175" providerId="ADAL" clId="{AF01A3C7-D580-48EE-AD66-C1B6C20A138C}" dt="2025-09-08T19:46:13.263" v="5527"/>
          <ac:spMkLst>
            <pc:docMk/>
            <pc:sldMk cId="3862443717" sldId="540"/>
            <ac:spMk id="80" creationId="{7F00BE7F-6852-ABA3-DD12-311CB7B4AB6B}"/>
          </ac:spMkLst>
        </pc:spChg>
        <pc:spChg chg="mod">
          <ac:chgData name="Thompson, Brielle" userId="f0ea580a-03ee-4a63-bd84-436803179175" providerId="ADAL" clId="{AF01A3C7-D580-48EE-AD66-C1B6C20A138C}" dt="2025-09-08T19:46:13.263" v="5527"/>
          <ac:spMkLst>
            <pc:docMk/>
            <pc:sldMk cId="3862443717" sldId="540"/>
            <ac:spMk id="82" creationId="{6E811649-C3E7-80A7-750E-B93D5C8E6A8D}"/>
          </ac:spMkLst>
        </pc:spChg>
        <pc:spChg chg="mod">
          <ac:chgData name="Thompson, Brielle" userId="f0ea580a-03ee-4a63-bd84-436803179175" providerId="ADAL" clId="{AF01A3C7-D580-48EE-AD66-C1B6C20A138C}" dt="2025-09-08T19:46:13.263" v="5527"/>
          <ac:spMkLst>
            <pc:docMk/>
            <pc:sldMk cId="3862443717" sldId="540"/>
            <ac:spMk id="84" creationId="{040DB4F6-D027-175D-0A2E-228B6CC0F7D8}"/>
          </ac:spMkLst>
        </pc:spChg>
        <pc:spChg chg="mod">
          <ac:chgData name="Thompson, Brielle" userId="f0ea580a-03ee-4a63-bd84-436803179175" providerId="ADAL" clId="{AF01A3C7-D580-48EE-AD66-C1B6C20A138C}" dt="2025-09-08T19:46:13.263" v="5527"/>
          <ac:spMkLst>
            <pc:docMk/>
            <pc:sldMk cId="3862443717" sldId="540"/>
            <ac:spMk id="85" creationId="{70D581BD-EEB8-32BF-8469-EC0F77B1F28E}"/>
          </ac:spMkLst>
        </pc:spChg>
        <pc:spChg chg="mod">
          <ac:chgData name="Thompson, Brielle" userId="f0ea580a-03ee-4a63-bd84-436803179175" providerId="ADAL" clId="{AF01A3C7-D580-48EE-AD66-C1B6C20A138C}" dt="2025-09-08T19:46:13.263" v="5527"/>
          <ac:spMkLst>
            <pc:docMk/>
            <pc:sldMk cId="3862443717" sldId="540"/>
            <ac:spMk id="90" creationId="{CEEA0C3E-205C-A1E9-CF3D-9E0CBD809A2E}"/>
          </ac:spMkLst>
        </pc:spChg>
        <pc:spChg chg="mod">
          <ac:chgData name="Thompson, Brielle" userId="f0ea580a-03ee-4a63-bd84-436803179175" providerId="ADAL" clId="{AF01A3C7-D580-48EE-AD66-C1B6C20A138C}" dt="2025-09-08T19:46:13.263" v="5527"/>
          <ac:spMkLst>
            <pc:docMk/>
            <pc:sldMk cId="3862443717" sldId="540"/>
            <ac:spMk id="91" creationId="{7D89B9FA-A3A5-8103-F270-0159909B89CA}"/>
          </ac:spMkLst>
        </pc:spChg>
        <pc:spChg chg="mod">
          <ac:chgData name="Thompson, Brielle" userId="f0ea580a-03ee-4a63-bd84-436803179175" providerId="ADAL" clId="{AF01A3C7-D580-48EE-AD66-C1B6C20A138C}" dt="2025-09-08T19:46:46.709" v="5535" actId="207"/>
          <ac:spMkLst>
            <pc:docMk/>
            <pc:sldMk cId="3862443717" sldId="540"/>
            <ac:spMk id="93" creationId="{D72A3634-49BA-C734-C30C-5E2EDAE89609}"/>
          </ac:spMkLst>
        </pc:spChg>
        <pc:spChg chg="mod">
          <ac:chgData name="Thompson, Brielle" userId="f0ea580a-03ee-4a63-bd84-436803179175" providerId="ADAL" clId="{AF01A3C7-D580-48EE-AD66-C1B6C20A138C}" dt="2025-09-08T19:46:13.263" v="5527"/>
          <ac:spMkLst>
            <pc:docMk/>
            <pc:sldMk cId="3862443717" sldId="540"/>
            <ac:spMk id="97" creationId="{D4CF2CF7-0C92-32AF-4CB0-BAE701F21A6C}"/>
          </ac:spMkLst>
        </pc:spChg>
        <pc:spChg chg="mod">
          <ac:chgData name="Thompson, Brielle" userId="f0ea580a-03ee-4a63-bd84-436803179175" providerId="ADAL" clId="{AF01A3C7-D580-48EE-AD66-C1B6C20A138C}" dt="2025-09-08T19:46:13.263" v="5527"/>
          <ac:spMkLst>
            <pc:docMk/>
            <pc:sldMk cId="3862443717" sldId="540"/>
            <ac:spMk id="101" creationId="{1E9D0812-99F7-CB54-E1EE-8C09BAF24169}"/>
          </ac:spMkLst>
        </pc:spChg>
        <pc:spChg chg="add mod">
          <ac:chgData name="Thompson, Brielle" userId="f0ea580a-03ee-4a63-bd84-436803179175" providerId="ADAL" clId="{AF01A3C7-D580-48EE-AD66-C1B6C20A138C}" dt="2025-09-08T19:53:02.730" v="5620" actId="1076"/>
          <ac:spMkLst>
            <pc:docMk/>
            <pc:sldMk cId="3862443717" sldId="540"/>
            <ac:spMk id="127" creationId="{F1AC9818-C3EB-506B-5847-9614056831FC}"/>
          </ac:spMkLst>
        </pc:spChg>
        <pc:grpChg chg="mod">
          <ac:chgData name="Thompson, Brielle" userId="f0ea580a-03ee-4a63-bd84-436803179175" providerId="ADAL" clId="{AF01A3C7-D580-48EE-AD66-C1B6C20A138C}" dt="2025-09-08T19:46:16.007" v="5528" actId="1076"/>
          <ac:grpSpMkLst>
            <pc:docMk/>
            <pc:sldMk cId="3862443717" sldId="540"/>
            <ac:grpSpMk id="74" creationId="{3D618146-4676-F2AB-5079-1C1A3463F4DD}"/>
          </ac:grpSpMkLst>
        </pc:grpChg>
        <pc:cxnChg chg="add mod">
          <ac:chgData name="Thompson, Brielle" userId="f0ea580a-03ee-4a63-bd84-436803179175" providerId="ADAL" clId="{AF01A3C7-D580-48EE-AD66-C1B6C20A138C}" dt="2025-09-08T19:46:30.666" v="5530" actId="1582"/>
          <ac:cxnSpMkLst>
            <pc:docMk/>
            <pc:sldMk cId="3862443717" sldId="540"/>
            <ac:cxnSpMk id="122" creationId="{1BB4DB28-1A09-54B7-4B5B-D2E48AE14643}"/>
          </ac:cxnSpMkLst>
        </pc:cxnChg>
        <pc:cxnChg chg="add mod">
          <ac:chgData name="Thompson, Brielle" userId="f0ea580a-03ee-4a63-bd84-436803179175" providerId="ADAL" clId="{AF01A3C7-D580-48EE-AD66-C1B6C20A138C}" dt="2025-09-08T19:46:39.440" v="5534" actId="14100"/>
          <ac:cxnSpMkLst>
            <pc:docMk/>
            <pc:sldMk cId="3862443717" sldId="540"/>
            <ac:cxnSpMk id="123" creationId="{682C2FC7-6428-CA40-AFFB-79A7B0A692B4}"/>
          </ac:cxnSpMkLst>
        </pc:cxnChg>
      </pc:sldChg>
      <pc:sldChg chg="addSp modSp add mod ord">
        <pc:chgData name="Thompson, Brielle" userId="f0ea580a-03ee-4a63-bd84-436803179175" providerId="ADAL" clId="{AF01A3C7-D580-48EE-AD66-C1B6C20A138C}" dt="2025-09-08T19:53:05.873" v="5621"/>
        <pc:sldMkLst>
          <pc:docMk/>
          <pc:sldMk cId="4255908981" sldId="541"/>
        </pc:sldMkLst>
        <pc:spChg chg="mod">
          <ac:chgData name="Thompson, Brielle" userId="f0ea580a-03ee-4a63-bd84-436803179175" providerId="ADAL" clId="{AF01A3C7-D580-48EE-AD66-C1B6C20A138C}" dt="2025-09-08T19:47:45.112" v="5544" actId="20577"/>
          <ac:spMkLst>
            <pc:docMk/>
            <pc:sldMk cId="4255908981" sldId="541"/>
            <ac:spMk id="51" creationId="{2847AD2F-D304-CC70-5A9F-BB6CF1D76C2C}"/>
          </ac:spMkLst>
        </pc:spChg>
        <pc:spChg chg="mod">
          <ac:chgData name="Thompson, Brielle" userId="f0ea580a-03ee-4a63-bd84-436803179175" providerId="ADAL" clId="{AF01A3C7-D580-48EE-AD66-C1B6C20A138C}" dt="2025-09-08T19:47:39.810" v="5541" actId="207"/>
          <ac:spMkLst>
            <pc:docMk/>
            <pc:sldMk cId="4255908981" sldId="541"/>
            <ac:spMk id="57" creationId="{623783C3-763C-6E8C-26A4-8343F049743B}"/>
          </ac:spMkLst>
        </pc:spChg>
      </pc:sldChg>
      <pc:sldChg chg="addSp modSp add mod ord">
        <pc:chgData name="Thompson, Brielle" userId="f0ea580a-03ee-4a63-bd84-436803179175" providerId="ADAL" clId="{AF01A3C7-D580-48EE-AD66-C1B6C20A138C}" dt="2025-09-08T19:53:17.903" v="5633" actId="207"/>
        <pc:sldMkLst>
          <pc:docMk/>
          <pc:sldMk cId="662651062" sldId="542"/>
        </pc:sldMkLst>
        <pc:spChg chg="add mod">
          <ac:chgData name="Thompson, Brielle" userId="f0ea580a-03ee-4a63-bd84-436803179175" providerId="ADAL" clId="{AF01A3C7-D580-48EE-AD66-C1B6C20A138C}" dt="2025-09-08T19:53:17.903" v="5633" actId="207"/>
          <ac:spMkLst>
            <pc:docMk/>
            <pc:sldMk cId="662651062" sldId="542"/>
            <ac:spMk id="6" creationId="{9AEB7375-98CC-97CA-C2A9-85449BBBAA7D}"/>
          </ac:spMkLst>
        </pc:spChg>
        <pc:spChg chg="mod">
          <ac:chgData name="Thompson, Brielle" userId="f0ea580a-03ee-4a63-bd84-436803179175" providerId="ADAL" clId="{AF01A3C7-D580-48EE-AD66-C1B6C20A138C}" dt="2025-09-08T19:47:55.218" v="5549" actId="207"/>
          <ac:spMkLst>
            <pc:docMk/>
            <pc:sldMk cId="662651062" sldId="542"/>
            <ac:spMk id="57" creationId="{8D70CD83-A937-D2B9-B2D5-DF0DF1E05C72}"/>
          </ac:spMkLst>
        </pc:spChg>
        <pc:spChg chg="mod">
          <ac:chgData name="Thompson, Brielle" userId="f0ea580a-03ee-4a63-bd84-436803179175" providerId="ADAL" clId="{AF01A3C7-D580-48EE-AD66-C1B6C20A138C}" dt="2025-09-08T19:48:08.873" v="5552" actId="207"/>
          <ac:spMkLst>
            <pc:docMk/>
            <pc:sldMk cId="662651062" sldId="542"/>
            <ac:spMk id="90" creationId="{E8827B72-2E38-3794-DDB2-DBDB47FE8236}"/>
          </ac:spMkLst>
        </pc:spChg>
        <pc:spChg chg="mod">
          <ac:chgData name="Thompson, Brielle" userId="f0ea580a-03ee-4a63-bd84-436803179175" providerId="ADAL" clId="{AF01A3C7-D580-48EE-AD66-C1B6C20A138C}" dt="2025-09-08T19:47:59.722" v="5550" actId="207"/>
          <ac:spMkLst>
            <pc:docMk/>
            <pc:sldMk cId="662651062" sldId="542"/>
            <ac:spMk id="93" creationId="{25F24737-EC80-1156-ACE3-44355C5A395D}"/>
          </ac:spMkLst>
        </pc:spChg>
        <pc:cxnChg chg="mod">
          <ac:chgData name="Thompson, Brielle" userId="f0ea580a-03ee-4a63-bd84-436803179175" providerId="ADAL" clId="{AF01A3C7-D580-48EE-AD66-C1B6C20A138C}" dt="2025-09-08T19:48:17.506" v="5555" actId="208"/>
          <ac:cxnSpMkLst>
            <pc:docMk/>
            <pc:sldMk cId="662651062" sldId="542"/>
            <ac:cxnSpMk id="122" creationId="{9B83BE3D-A99C-02EE-D108-72D805FD0085}"/>
          </ac:cxnSpMkLst>
        </pc:cxnChg>
        <pc:cxnChg chg="mod">
          <ac:chgData name="Thompson, Brielle" userId="f0ea580a-03ee-4a63-bd84-436803179175" providerId="ADAL" clId="{AF01A3C7-D580-48EE-AD66-C1B6C20A138C}" dt="2025-09-08T19:48:20.043" v="5556" actId="208"/>
          <ac:cxnSpMkLst>
            <pc:docMk/>
            <pc:sldMk cId="662651062" sldId="542"/>
            <ac:cxnSpMk id="123" creationId="{30E337D3-53D9-819D-36E1-D9820FD61125}"/>
          </ac:cxnSpMkLst>
        </pc:cxnChg>
      </pc:sldChg>
      <pc:sldChg chg="modSp add mod ord">
        <pc:chgData name="Thompson, Brielle" userId="f0ea580a-03ee-4a63-bd84-436803179175" providerId="ADAL" clId="{AF01A3C7-D580-48EE-AD66-C1B6C20A138C}" dt="2025-09-08T19:53:26.370" v="5635" actId="207"/>
        <pc:sldMkLst>
          <pc:docMk/>
          <pc:sldMk cId="2044048576" sldId="543"/>
        </pc:sldMkLst>
        <pc:spChg chg="mod">
          <ac:chgData name="Thompson, Brielle" userId="f0ea580a-03ee-4a63-bd84-436803179175" providerId="ADAL" clId="{AF01A3C7-D580-48EE-AD66-C1B6C20A138C}" dt="2025-09-08T19:53:26.370" v="5635" actId="207"/>
          <ac:spMkLst>
            <pc:docMk/>
            <pc:sldMk cId="2044048576" sldId="543"/>
            <ac:spMk id="51" creationId="{2C540B12-356D-4F0C-48B2-1CC0149B0420}"/>
          </ac:spMkLst>
        </pc:spChg>
        <pc:spChg chg="mod">
          <ac:chgData name="Thompson, Brielle" userId="f0ea580a-03ee-4a63-bd84-436803179175" providerId="ADAL" clId="{AF01A3C7-D580-48EE-AD66-C1B6C20A138C}" dt="2025-09-08T19:53:24.397" v="5634" actId="207"/>
          <ac:spMkLst>
            <pc:docMk/>
            <pc:sldMk cId="2044048576" sldId="543"/>
            <ac:spMk id="57" creationId="{9A03615B-86F6-50A5-9B62-C55D919A3834}"/>
          </ac:spMkLst>
        </pc:spChg>
      </pc:sldChg>
      <pc:sldChg chg="addSp delSp modSp new mod modAnim">
        <pc:chgData name="Thompson, Brielle" userId="f0ea580a-03ee-4a63-bd84-436803179175" providerId="ADAL" clId="{AF01A3C7-D580-48EE-AD66-C1B6C20A138C}" dt="2025-09-08T19:51:59.873" v="5597" actId="1076"/>
        <pc:sldMkLst>
          <pc:docMk/>
          <pc:sldMk cId="3198629729" sldId="544"/>
        </pc:sldMkLst>
        <pc:spChg chg="mod">
          <ac:chgData name="Thompson, Brielle" userId="f0ea580a-03ee-4a63-bd84-436803179175" providerId="ADAL" clId="{AF01A3C7-D580-48EE-AD66-C1B6C20A138C}" dt="2025-09-08T19:49:11.690" v="5592" actId="1076"/>
          <ac:spMkLst>
            <pc:docMk/>
            <pc:sldMk cId="3198629729" sldId="544"/>
            <ac:spMk id="2" creationId="{776B8948-51F1-59E7-D150-695C3DB06995}"/>
          </ac:spMkLst>
        </pc:spChg>
        <pc:spChg chg="add mod">
          <ac:chgData name="Thompson, Brielle" userId="f0ea580a-03ee-4a63-bd84-436803179175" providerId="ADAL" clId="{AF01A3C7-D580-48EE-AD66-C1B6C20A138C}" dt="2025-09-08T19:49:20.809" v="5594" actId="20577"/>
          <ac:spMkLst>
            <pc:docMk/>
            <pc:sldMk cId="3198629729" sldId="544"/>
            <ac:spMk id="4" creationId="{4EABA04B-BBB3-8C02-B7C1-2E1D39949190}"/>
          </ac:spMkLst>
        </pc:spChg>
        <pc:picChg chg="add mod">
          <ac:chgData name="Thompson, Brielle" userId="f0ea580a-03ee-4a63-bd84-436803179175" providerId="ADAL" clId="{AF01A3C7-D580-48EE-AD66-C1B6C20A138C}" dt="2025-09-08T19:51:59.873" v="5597" actId="1076"/>
          <ac:picMkLst>
            <pc:docMk/>
            <pc:sldMk cId="3198629729" sldId="544"/>
            <ac:picMk id="5" creationId="{4F0E9ED8-D526-79F9-1F6C-04DB5F27B379}"/>
          </ac:picMkLst>
        </pc:picChg>
      </pc:sldChg>
      <pc:sldChg chg="modSp add mod ord">
        <pc:chgData name="Thompson, Brielle" userId="f0ea580a-03ee-4a63-bd84-436803179175" providerId="ADAL" clId="{AF01A3C7-D580-48EE-AD66-C1B6C20A138C}" dt="2025-09-08T19:54:41.484" v="5669" actId="20577"/>
        <pc:sldMkLst>
          <pc:docMk/>
          <pc:sldMk cId="1015079093" sldId="545"/>
        </pc:sldMkLst>
        <pc:spChg chg="mod">
          <ac:chgData name="Thompson, Brielle" userId="f0ea580a-03ee-4a63-bd84-436803179175" providerId="ADAL" clId="{AF01A3C7-D580-48EE-AD66-C1B6C20A138C}" dt="2025-09-08T19:54:41.484" v="5669" actId="20577"/>
          <ac:spMkLst>
            <pc:docMk/>
            <pc:sldMk cId="1015079093" sldId="545"/>
            <ac:spMk id="6" creationId="{19210A01-85EA-018B-58E2-12D0189E8ABF}"/>
          </ac:spMkLst>
        </pc:spChg>
        <pc:spChg chg="mod">
          <ac:chgData name="Thompson, Brielle" userId="f0ea580a-03ee-4a63-bd84-436803179175" providerId="ADAL" clId="{AF01A3C7-D580-48EE-AD66-C1B6C20A138C}" dt="2025-09-08T19:53:37.826" v="5641" actId="207"/>
          <ac:spMkLst>
            <pc:docMk/>
            <pc:sldMk cId="1015079093" sldId="545"/>
            <ac:spMk id="57" creationId="{D8A3C710-59D8-7BE5-5EB9-8245BDBE4F83}"/>
          </ac:spMkLst>
        </pc:spChg>
        <pc:spChg chg="mod">
          <ac:chgData name="Thompson, Brielle" userId="f0ea580a-03ee-4a63-bd84-436803179175" providerId="ADAL" clId="{AF01A3C7-D580-48EE-AD66-C1B6C20A138C}" dt="2025-09-08T19:54:03.991" v="5656" actId="207"/>
          <ac:spMkLst>
            <pc:docMk/>
            <pc:sldMk cId="1015079093" sldId="545"/>
            <ac:spMk id="90" creationId="{D06AB13F-05E7-3889-06F0-52F276382E07}"/>
          </ac:spMkLst>
        </pc:spChg>
        <pc:spChg chg="mod">
          <ac:chgData name="Thompson, Brielle" userId="f0ea580a-03ee-4a63-bd84-436803179175" providerId="ADAL" clId="{AF01A3C7-D580-48EE-AD66-C1B6C20A138C}" dt="2025-09-08T19:54:20.596" v="5660" actId="207"/>
          <ac:spMkLst>
            <pc:docMk/>
            <pc:sldMk cId="1015079093" sldId="545"/>
            <ac:spMk id="96" creationId="{054CE945-8083-2A62-A9B5-16CD99CE16BA}"/>
          </ac:spMkLst>
        </pc:spChg>
        <pc:cxnChg chg="mod">
          <ac:chgData name="Thompson, Brielle" userId="f0ea580a-03ee-4a63-bd84-436803179175" providerId="ADAL" clId="{AF01A3C7-D580-48EE-AD66-C1B6C20A138C}" dt="2025-09-08T19:54:13.741" v="5659" actId="208"/>
          <ac:cxnSpMkLst>
            <pc:docMk/>
            <pc:sldMk cId="1015079093" sldId="545"/>
            <ac:cxnSpMk id="122" creationId="{F64DF0BD-2A86-BFF0-B227-AA0C9A39D75D}"/>
          </ac:cxnSpMkLst>
        </pc:cxnChg>
        <pc:cxnChg chg="mod">
          <ac:chgData name="Thompson, Brielle" userId="f0ea580a-03ee-4a63-bd84-436803179175" providerId="ADAL" clId="{AF01A3C7-D580-48EE-AD66-C1B6C20A138C}" dt="2025-09-08T19:54:11.821" v="5658" actId="208"/>
          <ac:cxnSpMkLst>
            <pc:docMk/>
            <pc:sldMk cId="1015079093" sldId="545"/>
            <ac:cxnSpMk id="123" creationId="{5C11F92D-802D-7702-BCFD-D1CFADA5BB4E}"/>
          </ac:cxnSpMkLst>
        </pc:cxnChg>
      </pc:sldChg>
      <pc:sldChg chg="addSp modSp add mod ord">
        <pc:chgData name="Thompson, Brielle" userId="f0ea580a-03ee-4a63-bd84-436803179175" providerId="ADAL" clId="{AF01A3C7-D580-48EE-AD66-C1B6C20A138C}" dt="2025-09-08T19:55:46.038" v="5679" actId="113"/>
        <pc:sldMkLst>
          <pc:docMk/>
          <pc:sldMk cId="111856878" sldId="546"/>
        </pc:sldMkLst>
        <pc:spChg chg="mod">
          <ac:chgData name="Thompson, Brielle" userId="f0ea580a-03ee-4a63-bd84-436803179175" providerId="ADAL" clId="{AF01A3C7-D580-48EE-AD66-C1B6C20A138C}" dt="2025-09-08T19:55:46.038" v="5679" actId="113"/>
          <ac:spMkLst>
            <pc:docMk/>
            <pc:sldMk cId="111856878" sldId="546"/>
            <ac:spMk id="3" creationId="{069E15B0-3C97-A4B1-D995-F9CFA4EC60B2}"/>
          </ac:spMkLst>
        </pc:spChg>
        <pc:picChg chg="add mod">
          <ac:chgData name="Thompson, Brielle" userId="f0ea580a-03ee-4a63-bd84-436803179175" providerId="ADAL" clId="{AF01A3C7-D580-48EE-AD66-C1B6C20A138C}" dt="2025-09-08T19:55:40.073" v="5676" actId="1076"/>
          <ac:picMkLst>
            <pc:docMk/>
            <pc:sldMk cId="111856878" sldId="546"/>
            <ac:picMk id="6" creationId="{3D856CD6-7DAA-2AE1-87AC-44A62247D620}"/>
          </ac:picMkLst>
        </pc:picChg>
        <pc:picChg chg="add mod">
          <ac:chgData name="Thompson, Brielle" userId="f0ea580a-03ee-4a63-bd84-436803179175" providerId="ADAL" clId="{AF01A3C7-D580-48EE-AD66-C1B6C20A138C}" dt="2025-09-08T19:55:43.496" v="5678" actId="1076"/>
          <ac:picMkLst>
            <pc:docMk/>
            <pc:sldMk cId="111856878" sldId="546"/>
            <ac:picMk id="7" creationId="{3F426902-AFED-8CF4-DF21-00DCCEFC6DFF}"/>
          </ac:picMkLst>
        </pc:picChg>
      </pc:sldChg>
      <pc:sldChg chg="addSp delSp modSp new mod setBg">
        <pc:chgData name="Thompson, Brielle" userId="f0ea580a-03ee-4a63-bd84-436803179175" providerId="ADAL" clId="{AF01A3C7-D580-48EE-AD66-C1B6C20A138C}" dt="2025-09-12T20:09:53.231" v="8599"/>
        <pc:sldMkLst>
          <pc:docMk/>
          <pc:sldMk cId="2169351180" sldId="547"/>
        </pc:sldMkLst>
        <pc:spChg chg="mod">
          <ac:chgData name="Thompson, Brielle" userId="f0ea580a-03ee-4a63-bd84-436803179175" providerId="ADAL" clId="{AF01A3C7-D580-48EE-AD66-C1B6C20A138C}" dt="2025-09-08T20:24:59.476" v="6320" actId="20577"/>
          <ac:spMkLst>
            <pc:docMk/>
            <pc:sldMk cId="2169351180" sldId="547"/>
            <ac:spMk id="2" creationId="{6D0FE3D2-94A6-70E8-3C42-0A98455B101A}"/>
          </ac:spMkLst>
        </pc:spChg>
        <pc:spChg chg="mod">
          <ac:chgData name="Thompson, Brielle" userId="f0ea580a-03ee-4a63-bd84-436803179175" providerId="ADAL" clId="{AF01A3C7-D580-48EE-AD66-C1B6C20A138C}" dt="2025-09-12T20:06:47.833" v="8586" actId="27636"/>
          <ac:spMkLst>
            <pc:docMk/>
            <pc:sldMk cId="2169351180" sldId="547"/>
            <ac:spMk id="3" creationId="{51286DB8-5A73-331D-2327-F3AA05B07C4A}"/>
          </ac:spMkLst>
        </pc:spChg>
        <pc:spChg chg="add mod">
          <ac:chgData name="Thompson, Brielle" userId="f0ea580a-03ee-4a63-bd84-436803179175" providerId="ADAL" clId="{AF01A3C7-D580-48EE-AD66-C1B6C20A138C}" dt="2025-09-08T20:36:00.815" v="7187" actId="20577"/>
          <ac:spMkLst>
            <pc:docMk/>
            <pc:sldMk cId="2169351180" sldId="547"/>
            <ac:spMk id="5" creationId="{1BECF992-3835-9715-8640-95E431E3E4CF}"/>
          </ac:spMkLst>
        </pc:spChg>
        <pc:picChg chg="add mod">
          <ac:chgData name="Thompson, Brielle" userId="f0ea580a-03ee-4a63-bd84-436803179175" providerId="ADAL" clId="{AF01A3C7-D580-48EE-AD66-C1B6C20A138C}" dt="2025-09-12T20:09:39.589" v="8597" actId="1076"/>
          <ac:picMkLst>
            <pc:docMk/>
            <pc:sldMk cId="2169351180" sldId="547"/>
            <ac:picMk id="6" creationId="{38BD062C-E430-A685-4359-7CC4B703DF38}"/>
          </ac:picMkLst>
        </pc:picChg>
      </pc:sldChg>
      <pc:sldChg chg="addSp modSp add mod ord modAnim modNotesTx">
        <pc:chgData name="Thompson, Brielle" userId="f0ea580a-03ee-4a63-bd84-436803179175" providerId="ADAL" clId="{AF01A3C7-D580-48EE-AD66-C1B6C20A138C}" dt="2025-09-08T20:35:08.279" v="7127" actId="20577"/>
        <pc:sldMkLst>
          <pc:docMk/>
          <pc:sldMk cId="759421562" sldId="548"/>
        </pc:sldMkLst>
        <pc:spChg chg="mod">
          <ac:chgData name="Thompson, Brielle" userId="f0ea580a-03ee-4a63-bd84-436803179175" providerId="ADAL" clId="{AF01A3C7-D580-48EE-AD66-C1B6C20A138C}" dt="2025-09-08T20:05:38.924" v="6030" actId="1076"/>
          <ac:spMkLst>
            <pc:docMk/>
            <pc:sldMk cId="759421562" sldId="548"/>
            <ac:spMk id="14" creationId="{4ADB7EC9-4501-8BE2-24F0-0CE469A7BBBE}"/>
          </ac:spMkLst>
        </pc:spChg>
        <pc:spChg chg="add mod ord">
          <ac:chgData name="Thompson, Brielle" userId="f0ea580a-03ee-4a63-bd84-436803179175" providerId="ADAL" clId="{AF01A3C7-D580-48EE-AD66-C1B6C20A138C}" dt="2025-09-08T20:05:34.286" v="6028" actId="1076"/>
          <ac:spMkLst>
            <pc:docMk/>
            <pc:sldMk cId="759421562" sldId="548"/>
            <ac:spMk id="15" creationId="{06D3D6A5-8EB2-B645-EB84-621D8AA07E32}"/>
          </ac:spMkLst>
        </pc:spChg>
        <pc:spChg chg="add mod">
          <ac:chgData name="Thompson, Brielle" userId="f0ea580a-03ee-4a63-bd84-436803179175" providerId="ADAL" clId="{AF01A3C7-D580-48EE-AD66-C1B6C20A138C}" dt="2025-09-08T20:35:08.279" v="7127" actId="20577"/>
          <ac:spMkLst>
            <pc:docMk/>
            <pc:sldMk cId="759421562" sldId="548"/>
            <ac:spMk id="16" creationId="{A07A6CF2-9D5F-4D72-BED3-C424E3051077}"/>
          </ac:spMkLst>
        </pc:spChg>
        <pc:picChg chg="mod">
          <ac:chgData name="Thompson, Brielle" userId="f0ea580a-03ee-4a63-bd84-436803179175" providerId="ADAL" clId="{AF01A3C7-D580-48EE-AD66-C1B6C20A138C}" dt="2025-09-08T20:05:40.392" v="6031" actId="1076"/>
          <ac:picMkLst>
            <pc:docMk/>
            <pc:sldMk cId="759421562" sldId="548"/>
            <ac:picMk id="13" creationId="{28EC6811-C048-FD78-5965-DF1C8E576900}"/>
          </ac:picMkLst>
        </pc:picChg>
      </pc:sldChg>
      <pc:sldChg chg="modSp add del mod">
        <pc:chgData name="Thompson, Brielle" userId="f0ea580a-03ee-4a63-bd84-436803179175" providerId="ADAL" clId="{AF01A3C7-D580-48EE-AD66-C1B6C20A138C}" dt="2025-09-08T20:23:59.133" v="6298" actId="47"/>
        <pc:sldMkLst>
          <pc:docMk/>
          <pc:sldMk cId="301120604" sldId="549"/>
        </pc:sldMkLst>
      </pc:sldChg>
      <pc:sldChg chg="addSp modSp new mod setBg">
        <pc:chgData name="Thompson, Brielle" userId="f0ea580a-03ee-4a63-bd84-436803179175" providerId="ADAL" clId="{AF01A3C7-D580-48EE-AD66-C1B6C20A138C}" dt="2025-09-08T20:41:05.987" v="7315"/>
        <pc:sldMkLst>
          <pc:docMk/>
          <pc:sldMk cId="1885326327" sldId="550"/>
        </pc:sldMkLst>
        <pc:spChg chg="mod">
          <ac:chgData name="Thompson, Brielle" userId="f0ea580a-03ee-4a63-bd84-436803179175" providerId="ADAL" clId="{AF01A3C7-D580-48EE-AD66-C1B6C20A138C}" dt="2025-09-08T20:06:44.189" v="6040"/>
          <ac:spMkLst>
            <pc:docMk/>
            <pc:sldMk cId="1885326327" sldId="550"/>
            <ac:spMk id="2" creationId="{12C07188-37F2-A07A-8FC4-57125073DD77}"/>
          </ac:spMkLst>
        </pc:spChg>
        <pc:spChg chg="mod">
          <ac:chgData name="Thompson, Brielle" userId="f0ea580a-03ee-4a63-bd84-436803179175" providerId="ADAL" clId="{AF01A3C7-D580-48EE-AD66-C1B6C20A138C}" dt="2025-09-08T20:34:45.092" v="7125" actId="20577"/>
          <ac:spMkLst>
            <pc:docMk/>
            <pc:sldMk cId="1885326327" sldId="550"/>
            <ac:spMk id="3" creationId="{3586CFE3-0A2E-FC83-4170-ED3388A83F86}"/>
          </ac:spMkLst>
        </pc:spChg>
        <pc:spChg chg="add mod">
          <ac:chgData name="Thompson, Brielle" userId="f0ea580a-03ee-4a63-bd84-436803179175" providerId="ADAL" clId="{AF01A3C7-D580-48EE-AD66-C1B6C20A138C}" dt="2025-09-08T20:35:23.069" v="7161" actId="20577"/>
          <ac:spMkLst>
            <pc:docMk/>
            <pc:sldMk cId="1885326327" sldId="550"/>
            <ac:spMk id="4" creationId="{C174D310-291B-7753-738B-6FBD06967473}"/>
          </ac:spMkLst>
        </pc:spChg>
      </pc:sldChg>
      <pc:sldChg chg="add del">
        <pc:chgData name="Thompson, Brielle" userId="f0ea580a-03ee-4a63-bd84-436803179175" providerId="ADAL" clId="{AF01A3C7-D580-48EE-AD66-C1B6C20A138C}" dt="2025-09-08T20:19:43.898" v="6197" actId="47"/>
        <pc:sldMkLst>
          <pc:docMk/>
          <pc:sldMk cId="3693957016" sldId="551"/>
        </pc:sldMkLst>
      </pc:sldChg>
      <pc:sldChg chg="addSp delSp modSp add mod delAnim">
        <pc:chgData name="Thompson, Brielle" userId="f0ea580a-03ee-4a63-bd84-436803179175" providerId="ADAL" clId="{AF01A3C7-D580-48EE-AD66-C1B6C20A138C}" dt="2025-09-08T20:35:13.280" v="7129"/>
        <pc:sldMkLst>
          <pc:docMk/>
          <pc:sldMk cId="1906605901" sldId="552"/>
        </pc:sldMkLst>
        <pc:spChg chg="mod">
          <ac:chgData name="Thompson, Brielle" userId="f0ea580a-03ee-4a63-bd84-436803179175" providerId="ADAL" clId="{AF01A3C7-D580-48EE-AD66-C1B6C20A138C}" dt="2025-09-08T20:19:46.912" v="6198" actId="20577"/>
          <ac:spMkLst>
            <pc:docMk/>
            <pc:sldMk cId="1906605901" sldId="552"/>
            <ac:spMk id="2" creationId="{32E37816-3394-94BE-BDAB-13A6C20BE4B1}"/>
          </ac:spMkLst>
        </pc:spChg>
        <pc:spChg chg="add mod">
          <ac:chgData name="Thompson, Brielle" userId="f0ea580a-03ee-4a63-bd84-436803179175" providerId="ADAL" clId="{AF01A3C7-D580-48EE-AD66-C1B6C20A138C}" dt="2025-09-08T20:23:37.229" v="6291" actId="1076"/>
          <ac:spMkLst>
            <pc:docMk/>
            <pc:sldMk cId="1906605901" sldId="552"/>
            <ac:spMk id="12" creationId="{907C3BD6-BFC6-A90F-8087-A6C14637E30A}"/>
          </ac:spMkLst>
        </pc:spChg>
        <pc:spChg chg="add mod">
          <ac:chgData name="Thompson, Brielle" userId="f0ea580a-03ee-4a63-bd84-436803179175" providerId="ADAL" clId="{AF01A3C7-D580-48EE-AD66-C1B6C20A138C}" dt="2025-09-08T20:23:48.356" v="6297" actId="1076"/>
          <ac:spMkLst>
            <pc:docMk/>
            <pc:sldMk cId="1906605901" sldId="552"/>
            <ac:spMk id="13" creationId="{C6D31357-01C9-CE0A-4011-2CF882D8709C}"/>
          </ac:spMkLst>
        </pc:spChg>
        <pc:spChg chg="add mod">
          <ac:chgData name="Thompson, Brielle" userId="f0ea580a-03ee-4a63-bd84-436803179175" providerId="ADAL" clId="{AF01A3C7-D580-48EE-AD66-C1B6C20A138C}" dt="2025-09-08T20:35:13.280" v="7129"/>
          <ac:spMkLst>
            <pc:docMk/>
            <pc:sldMk cId="1906605901" sldId="552"/>
            <ac:spMk id="15" creationId="{573059FF-2F9D-A8E0-D228-D8452A7C0FC1}"/>
          </ac:spMkLst>
        </pc:spChg>
        <pc:picChg chg="add mod modCrop">
          <ac:chgData name="Thompson, Brielle" userId="f0ea580a-03ee-4a63-bd84-436803179175" providerId="ADAL" clId="{AF01A3C7-D580-48EE-AD66-C1B6C20A138C}" dt="2025-09-08T20:23:44.031" v="6295" actId="1076"/>
          <ac:picMkLst>
            <pc:docMk/>
            <pc:sldMk cId="1906605901" sldId="552"/>
            <ac:picMk id="3" creationId="{027AAD40-B234-AD3E-19DA-10DA33208918}"/>
          </ac:picMkLst>
        </pc:picChg>
      </pc:sldChg>
      <pc:sldChg chg="addSp modSp new mod">
        <pc:chgData name="Thompson, Brielle" userId="f0ea580a-03ee-4a63-bd84-436803179175" providerId="ADAL" clId="{AF01A3C7-D580-48EE-AD66-C1B6C20A138C}" dt="2025-09-08T20:35:33.953" v="7163"/>
        <pc:sldMkLst>
          <pc:docMk/>
          <pc:sldMk cId="2424143968" sldId="553"/>
        </pc:sldMkLst>
        <pc:spChg chg="mod">
          <ac:chgData name="Thompson, Brielle" userId="f0ea580a-03ee-4a63-bd84-436803179175" providerId="ADAL" clId="{AF01A3C7-D580-48EE-AD66-C1B6C20A138C}" dt="2025-09-08T20:28:48.121" v="6567" actId="1076"/>
          <ac:spMkLst>
            <pc:docMk/>
            <pc:sldMk cId="2424143968" sldId="553"/>
            <ac:spMk id="2" creationId="{922BA16A-A9D7-F421-B4AB-9B8D3CF78268}"/>
          </ac:spMkLst>
        </pc:spChg>
        <pc:spChg chg="mod">
          <ac:chgData name="Thompson, Brielle" userId="f0ea580a-03ee-4a63-bd84-436803179175" providerId="ADAL" clId="{AF01A3C7-D580-48EE-AD66-C1B6C20A138C}" dt="2025-09-08T20:29:35.740" v="6607" actId="20577"/>
          <ac:spMkLst>
            <pc:docMk/>
            <pc:sldMk cId="2424143968" sldId="553"/>
            <ac:spMk id="3" creationId="{10860212-1489-025B-8B6E-9E6BDBBB3642}"/>
          </ac:spMkLst>
        </pc:spChg>
        <pc:spChg chg="add mod">
          <ac:chgData name="Thompson, Brielle" userId="f0ea580a-03ee-4a63-bd84-436803179175" providerId="ADAL" clId="{AF01A3C7-D580-48EE-AD66-C1B6C20A138C}" dt="2025-09-08T20:35:33.953" v="7163"/>
          <ac:spMkLst>
            <pc:docMk/>
            <pc:sldMk cId="2424143968" sldId="553"/>
            <ac:spMk id="5" creationId="{C247FEAB-5871-613C-6482-12CD54884704}"/>
          </ac:spMkLst>
        </pc:spChg>
      </pc:sldChg>
      <pc:sldChg chg="addSp modSp add mod">
        <pc:chgData name="Thompson, Brielle" userId="f0ea580a-03ee-4a63-bd84-436803179175" providerId="ADAL" clId="{AF01A3C7-D580-48EE-AD66-C1B6C20A138C}" dt="2025-09-08T20:35:47.121" v="7166"/>
        <pc:sldMkLst>
          <pc:docMk/>
          <pc:sldMk cId="2934597712" sldId="554"/>
        </pc:sldMkLst>
        <pc:spChg chg="mod">
          <ac:chgData name="Thompson, Brielle" userId="f0ea580a-03ee-4a63-bd84-436803179175" providerId="ADAL" clId="{AF01A3C7-D580-48EE-AD66-C1B6C20A138C}" dt="2025-09-08T20:30:48.962" v="6691" actId="20577"/>
          <ac:spMkLst>
            <pc:docMk/>
            <pc:sldMk cId="2934597712" sldId="554"/>
            <ac:spMk id="3" creationId="{52E3C118-1CFD-A59E-0031-383E90B7505F}"/>
          </ac:spMkLst>
        </pc:spChg>
        <pc:spChg chg="add mod">
          <ac:chgData name="Thompson, Brielle" userId="f0ea580a-03ee-4a63-bd84-436803179175" providerId="ADAL" clId="{AF01A3C7-D580-48EE-AD66-C1B6C20A138C}" dt="2025-09-08T20:35:47.121" v="7166"/>
          <ac:spMkLst>
            <pc:docMk/>
            <pc:sldMk cId="2934597712" sldId="554"/>
            <ac:spMk id="4" creationId="{7E7AA789-8E65-2B7A-C06E-51E2E0F3611E}"/>
          </ac:spMkLst>
        </pc:spChg>
      </pc:sldChg>
      <pc:sldChg chg="addSp modSp new mod">
        <pc:chgData name="Thompson, Brielle" userId="f0ea580a-03ee-4a63-bd84-436803179175" providerId="ADAL" clId="{AF01A3C7-D580-48EE-AD66-C1B6C20A138C}" dt="2025-09-08T20:35:43.960" v="7165"/>
        <pc:sldMkLst>
          <pc:docMk/>
          <pc:sldMk cId="950168313" sldId="555"/>
        </pc:sldMkLst>
        <pc:spChg chg="mod">
          <ac:chgData name="Thompson, Brielle" userId="f0ea580a-03ee-4a63-bd84-436803179175" providerId="ADAL" clId="{AF01A3C7-D580-48EE-AD66-C1B6C20A138C}" dt="2025-09-08T20:29:53.447" v="6620" actId="14100"/>
          <ac:spMkLst>
            <pc:docMk/>
            <pc:sldMk cId="950168313" sldId="555"/>
            <ac:spMk id="2" creationId="{C0BE77D2-7CD1-8670-D7FB-5E9FE362C51B}"/>
          </ac:spMkLst>
        </pc:spChg>
        <pc:spChg chg="mod">
          <ac:chgData name="Thompson, Brielle" userId="f0ea580a-03ee-4a63-bd84-436803179175" providerId="ADAL" clId="{AF01A3C7-D580-48EE-AD66-C1B6C20A138C}" dt="2025-09-08T20:30:16.982" v="6644" actId="14100"/>
          <ac:spMkLst>
            <pc:docMk/>
            <pc:sldMk cId="950168313" sldId="555"/>
            <ac:spMk id="3" creationId="{8CECC709-F6BC-419B-5F3D-3319EDEC3CB9}"/>
          </ac:spMkLst>
        </pc:spChg>
        <pc:spChg chg="add mod">
          <ac:chgData name="Thompson, Brielle" userId="f0ea580a-03ee-4a63-bd84-436803179175" providerId="ADAL" clId="{AF01A3C7-D580-48EE-AD66-C1B6C20A138C}" dt="2025-09-08T20:35:42.619" v="7164" actId="1076"/>
          <ac:spMkLst>
            <pc:docMk/>
            <pc:sldMk cId="950168313" sldId="555"/>
            <ac:spMk id="6" creationId="{B57FFD00-7DEC-A0FE-EA61-82381E44EA83}"/>
          </ac:spMkLst>
        </pc:spChg>
        <pc:spChg chg="add mod">
          <ac:chgData name="Thompson, Brielle" userId="f0ea580a-03ee-4a63-bd84-436803179175" providerId="ADAL" clId="{AF01A3C7-D580-48EE-AD66-C1B6C20A138C}" dt="2025-09-08T20:35:43.960" v="7165"/>
          <ac:spMkLst>
            <pc:docMk/>
            <pc:sldMk cId="950168313" sldId="555"/>
            <ac:spMk id="7" creationId="{A1A7A074-2397-1189-2756-FFE1119995E1}"/>
          </ac:spMkLst>
        </pc:spChg>
        <pc:picChg chg="add mod">
          <ac:chgData name="Thompson, Brielle" userId="f0ea580a-03ee-4a63-bd84-436803179175" providerId="ADAL" clId="{AF01A3C7-D580-48EE-AD66-C1B6C20A138C}" dt="2025-09-08T20:30:04.674" v="6625" actId="1076"/>
          <ac:picMkLst>
            <pc:docMk/>
            <pc:sldMk cId="950168313" sldId="555"/>
            <ac:picMk id="5" creationId="{718790B4-449F-80F0-7795-2EFF1E259BF0}"/>
          </ac:picMkLst>
        </pc:picChg>
      </pc:sldChg>
      <pc:sldChg chg="addSp modSp add mod modAnim">
        <pc:chgData name="Thompson, Brielle" userId="f0ea580a-03ee-4a63-bd84-436803179175" providerId="ADAL" clId="{AF01A3C7-D580-48EE-AD66-C1B6C20A138C}" dt="2025-09-08T20:57:43.425" v="7916"/>
        <pc:sldMkLst>
          <pc:docMk/>
          <pc:sldMk cId="1818936223" sldId="556"/>
        </pc:sldMkLst>
        <pc:spChg chg="mod">
          <ac:chgData name="Thompson, Brielle" userId="f0ea580a-03ee-4a63-bd84-436803179175" providerId="ADAL" clId="{AF01A3C7-D580-48EE-AD66-C1B6C20A138C}" dt="2025-09-08T20:51:20.871" v="7650" actId="14100"/>
          <ac:spMkLst>
            <pc:docMk/>
            <pc:sldMk cId="1818936223" sldId="556"/>
            <ac:spMk id="3" creationId="{86B6EB50-D994-6D80-6AF6-83090D15E06A}"/>
          </ac:spMkLst>
        </pc:spChg>
        <pc:spChg chg="add mod">
          <ac:chgData name="Thompson, Brielle" userId="f0ea580a-03ee-4a63-bd84-436803179175" providerId="ADAL" clId="{AF01A3C7-D580-48EE-AD66-C1B6C20A138C}" dt="2025-09-08T20:35:50.497" v="7168"/>
          <ac:spMkLst>
            <pc:docMk/>
            <pc:sldMk cId="1818936223" sldId="556"/>
            <ac:spMk id="4" creationId="{F3DB2633-FC0B-1C35-5990-125C69A46126}"/>
          </ac:spMkLst>
        </pc:spChg>
      </pc:sldChg>
      <pc:sldChg chg="addSp delSp modSp new mod setBg">
        <pc:chgData name="Thompson, Brielle" userId="f0ea580a-03ee-4a63-bd84-436803179175" providerId="ADAL" clId="{AF01A3C7-D580-48EE-AD66-C1B6C20A138C}" dt="2025-09-12T20:29:26.568" v="8907" actId="1076"/>
        <pc:sldMkLst>
          <pc:docMk/>
          <pc:sldMk cId="676258735" sldId="557"/>
        </pc:sldMkLst>
        <pc:spChg chg="mod">
          <ac:chgData name="Thompson, Brielle" userId="f0ea580a-03ee-4a63-bd84-436803179175" providerId="ADAL" clId="{AF01A3C7-D580-48EE-AD66-C1B6C20A138C}" dt="2025-09-12T20:29:26.568" v="8907" actId="1076"/>
          <ac:spMkLst>
            <pc:docMk/>
            <pc:sldMk cId="676258735" sldId="557"/>
            <ac:spMk id="2" creationId="{B2C104FD-9EAE-9E96-D760-F5AE62DB1446}"/>
          </ac:spMkLst>
        </pc:spChg>
        <pc:spChg chg="mod">
          <ac:chgData name="Thompson, Brielle" userId="f0ea580a-03ee-4a63-bd84-436803179175" providerId="ADAL" clId="{AF01A3C7-D580-48EE-AD66-C1B6C20A138C}" dt="2025-09-12T20:29:24.863" v="8906" actId="1076"/>
          <ac:spMkLst>
            <pc:docMk/>
            <pc:sldMk cId="676258735" sldId="557"/>
            <ac:spMk id="3" creationId="{AADED847-0BE6-95CC-AF07-15C9A9936577}"/>
          </ac:spMkLst>
        </pc:spChg>
        <pc:spChg chg="add mod">
          <ac:chgData name="Thompson, Brielle" userId="f0ea580a-03ee-4a63-bd84-436803179175" providerId="ADAL" clId="{AF01A3C7-D580-48EE-AD66-C1B6C20A138C}" dt="2025-09-12T20:17:33.622" v="8632" actId="20577"/>
          <ac:spMkLst>
            <pc:docMk/>
            <pc:sldMk cId="676258735" sldId="557"/>
            <ac:spMk id="4" creationId="{4C091FC3-AC4B-8B90-E48C-9B381A108E9D}"/>
          </ac:spMkLst>
        </pc:spChg>
        <pc:spChg chg="add mod ord">
          <ac:chgData name="Thompson, Brielle" userId="f0ea580a-03ee-4a63-bd84-436803179175" providerId="ADAL" clId="{AF01A3C7-D580-48EE-AD66-C1B6C20A138C}" dt="2025-09-12T20:28:03.311" v="8862" actId="1076"/>
          <ac:spMkLst>
            <pc:docMk/>
            <pc:sldMk cId="676258735" sldId="557"/>
            <ac:spMk id="8" creationId="{168DB895-83F2-8469-0AA6-D9ABCC13F8BD}"/>
          </ac:spMkLst>
        </pc:spChg>
        <pc:spChg chg="add mod">
          <ac:chgData name="Thompson, Brielle" userId="f0ea580a-03ee-4a63-bd84-436803179175" providerId="ADAL" clId="{AF01A3C7-D580-48EE-AD66-C1B6C20A138C}" dt="2025-09-12T20:28:39.492" v="8868" actId="113"/>
          <ac:spMkLst>
            <pc:docMk/>
            <pc:sldMk cId="676258735" sldId="557"/>
            <ac:spMk id="10" creationId="{0B29FAAF-741F-E539-8A56-1C621053D06D}"/>
          </ac:spMkLst>
        </pc:spChg>
        <pc:spChg chg="add mod">
          <ac:chgData name="Thompson, Brielle" userId="f0ea580a-03ee-4a63-bd84-436803179175" providerId="ADAL" clId="{AF01A3C7-D580-48EE-AD66-C1B6C20A138C}" dt="2025-09-12T20:28:39.492" v="8868" actId="113"/>
          <ac:spMkLst>
            <pc:docMk/>
            <pc:sldMk cId="676258735" sldId="557"/>
            <ac:spMk id="11" creationId="{AE5BF2D5-722E-5C80-5837-9EE5926BEA45}"/>
          </ac:spMkLst>
        </pc:spChg>
        <pc:spChg chg="add mod">
          <ac:chgData name="Thompson, Brielle" userId="f0ea580a-03ee-4a63-bd84-436803179175" providerId="ADAL" clId="{AF01A3C7-D580-48EE-AD66-C1B6C20A138C}" dt="2025-09-12T20:28:39.492" v="8868" actId="113"/>
          <ac:spMkLst>
            <pc:docMk/>
            <pc:sldMk cId="676258735" sldId="557"/>
            <ac:spMk id="12" creationId="{EB1CBD23-B1E2-4F02-1A31-4D63A2C0EA39}"/>
          </ac:spMkLst>
        </pc:spChg>
        <pc:picChg chg="add mod">
          <ac:chgData name="Thompson, Brielle" userId="f0ea580a-03ee-4a63-bd84-436803179175" providerId="ADAL" clId="{AF01A3C7-D580-48EE-AD66-C1B6C20A138C}" dt="2025-09-12T20:22:58.497" v="8682" actId="1076"/>
          <ac:picMkLst>
            <pc:docMk/>
            <pc:sldMk cId="676258735" sldId="557"/>
            <ac:picMk id="9" creationId="{597EB916-42C4-9182-2E33-FA18BF93CB7B}"/>
          </ac:picMkLst>
        </pc:picChg>
      </pc:sldChg>
      <pc:sldChg chg="addSp delSp modSp new mod setBg">
        <pc:chgData name="Thompson, Brielle" userId="f0ea580a-03ee-4a63-bd84-436803179175" providerId="ADAL" clId="{AF01A3C7-D580-48EE-AD66-C1B6C20A138C}" dt="2025-09-12T19:19:49.702" v="7928"/>
        <pc:sldMkLst>
          <pc:docMk/>
          <pc:sldMk cId="3538668779" sldId="558"/>
        </pc:sldMkLst>
        <pc:spChg chg="mod">
          <ac:chgData name="Thompson, Brielle" userId="f0ea580a-03ee-4a63-bd84-436803179175" providerId="ADAL" clId="{AF01A3C7-D580-48EE-AD66-C1B6C20A138C}" dt="2025-09-08T20:37:54.178" v="7198" actId="20577"/>
          <ac:spMkLst>
            <pc:docMk/>
            <pc:sldMk cId="3538668779" sldId="558"/>
            <ac:spMk id="2" creationId="{6985DAFC-F606-566F-2604-A2CBF88C2FB2}"/>
          </ac:spMkLst>
        </pc:spChg>
        <pc:spChg chg="add mod">
          <ac:chgData name="Thompson, Brielle" userId="f0ea580a-03ee-4a63-bd84-436803179175" providerId="ADAL" clId="{AF01A3C7-D580-48EE-AD66-C1B6C20A138C}" dt="2025-09-12T19:19:40.551" v="7925" actId="207"/>
          <ac:spMkLst>
            <pc:docMk/>
            <pc:sldMk cId="3538668779" sldId="558"/>
            <ac:spMk id="5" creationId="{9C9D3865-51BA-5287-CDD9-32877C42A261}"/>
          </ac:spMkLst>
        </pc:spChg>
        <pc:picChg chg="add mod">
          <ac:chgData name="Thompson, Brielle" userId="f0ea580a-03ee-4a63-bd84-436803179175" providerId="ADAL" clId="{AF01A3C7-D580-48EE-AD66-C1B6C20A138C}" dt="2025-09-12T19:19:30.617" v="7921"/>
          <ac:picMkLst>
            <pc:docMk/>
            <pc:sldMk cId="3538668779" sldId="558"/>
            <ac:picMk id="6" creationId="{44CA4457-1E97-F5EC-E199-7DDAE005B746}"/>
          </ac:picMkLst>
        </pc:picChg>
      </pc:sldChg>
      <pc:sldChg chg="addSp delSp modSp add mod modAnim">
        <pc:chgData name="Thompson, Brielle" userId="f0ea580a-03ee-4a63-bd84-436803179175" providerId="ADAL" clId="{AF01A3C7-D580-48EE-AD66-C1B6C20A138C}" dt="2025-09-12T20:31:18.292" v="8909" actId="120"/>
        <pc:sldMkLst>
          <pc:docMk/>
          <pc:sldMk cId="3965713363" sldId="559"/>
        </pc:sldMkLst>
        <pc:spChg chg="mod">
          <ac:chgData name="Thompson, Brielle" userId="f0ea580a-03ee-4a63-bd84-436803179175" providerId="ADAL" clId="{AF01A3C7-D580-48EE-AD66-C1B6C20A138C}" dt="2025-09-08T20:44:50.675" v="7321" actId="20577"/>
          <ac:spMkLst>
            <pc:docMk/>
            <pc:sldMk cId="3965713363" sldId="559"/>
            <ac:spMk id="4" creationId="{76135075-71AD-57BC-FA91-C4E718B2C38B}"/>
          </ac:spMkLst>
        </pc:spChg>
        <pc:spChg chg="add mod">
          <ac:chgData name="Thompson, Brielle" userId="f0ea580a-03ee-4a63-bd84-436803179175" providerId="ADAL" clId="{AF01A3C7-D580-48EE-AD66-C1B6C20A138C}" dt="2025-09-08T20:46:01.376" v="7377" actId="1076"/>
          <ac:spMkLst>
            <pc:docMk/>
            <pc:sldMk cId="3965713363" sldId="559"/>
            <ac:spMk id="12" creationId="{8A63B7EB-C65F-9947-D428-1F09A96AC17B}"/>
          </ac:spMkLst>
        </pc:spChg>
        <pc:spChg chg="add mod">
          <ac:chgData name="Thompson, Brielle" userId="f0ea580a-03ee-4a63-bd84-436803179175" providerId="ADAL" clId="{AF01A3C7-D580-48EE-AD66-C1B6C20A138C}" dt="2025-09-08T20:45:58.002" v="7375" actId="1076"/>
          <ac:spMkLst>
            <pc:docMk/>
            <pc:sldMk cId="3965713363" sldId="559"/>
            <ac:spMk id="13" creationId="{44190F5E-2B62-619E-008E-CC3A22900F01}"/>
          </ac:spMkLst>
        </pc:spChg>
        <pc:spChg chg="add mod">
          <ac:chgData name="Thompson, Brielle" userId="f0ea580a-03ee-4a63-bd84-436803179175" providerId="ADAL" clId="{AF01A3C7-D580-48EE-AD66-C1B6C20A138C}" dt="2025-09-08T20:46:09.621" v="7382" actId="20577"/>
          <ac:spMkLst>
            <pc:docMk/>
            <pc:sldMk cId="3965713363" sldId="559"/>
            <ac:spMk id="15" creationId="{634D605C-CC54-0D15-4689-970B754FB685}"/>
          </ac:spMkLst>
        </pc:spChg>
        <pc:spChg chg="add mod">
          <ac:chgData name="Thompson, Brielle" userId="f0ea580a-03ee-4a63-bd84-436803179175" providerId="ADAL" clId="{AF01A3C7-D580-48EE-AD66-C1B6C20A138C}" dt="2025-09-08T20:46:15.977" v="7385" actId="20577"/>
          <ac:spMkLst>
            <pc:docMk/>
            <pc:sldMk cId="3965713363" sldId="559"/>
            <ac:spMk id="16" creationId="{D18379D0-D070-9333-8F89-D5C176F84597}"/>
          </ac:spMkLst>
        </pc:spChg>
        <pc:spChg chg="add mod">
          <ac:chgData name="Thompson, Brielle" userId="f0ea580a-03ee-4a63-bd84-436803179175" providerId="ADAL" clId="{AF01A3C7-D580-48EE-AD66-C1B6C20A138C}" dt="2025-09-08T20:46:35.816" v="7423" actId="1076"/>
          <ac:spMkLst>
            <pc:docMk/>
            <pc:sldMk cId="3965713363" sldId="559"/>
            <ac:spMk id="17" creationId="{2064B002-5AD8-46FE-08FE-2EA6BE00A885}"/>
          </ac:spMkLst>
        </pc:spChg>
        <pc:spChg chg="add mod">
          <ac:chgData name="Thompson, Brielle" userId="f0ea580a-03ee-4a63-bd84-436803179175" providerId="ADAL" clId="{AF01A3C7-D580-48EE-AD66-C1B6C20A138C}" dt="2025-09-08T20:46:58.510" v="7429" actId="1076"/>
          <ac:spMkLst>
            <pc:docMk/>
            <pc:sldMk cId="3965713363" sldId="559"/>
            <ac:spMk id="19" creationId="{7C2958BD-00DD-A4EA-53F0-50BA259ECC33}"/>
          </ac:spMkLst>
        </pc:spChg>
        <pc:spChg chg="add mod">
          <ac:chgData name="Thompson, Brielle" userId="f0ea580a-03ee-4a63-bd84-436803179175" providerId="ADAL" clId="{AF01A3C7-D580-48EE-AD66-C1B6C20A138C}" dt="2025-09-08T20:48:20.022" v="7457" actId="207"/>
          <ac:spMkLst>
            <pc:docMk/>
            <pc:sldMk cId="3965713363" sldId="559"/>
            <ac:spMk id="24" creationId="{862755F6-8B94-C916-6F8C-92FCE9A64433}"/>
          </ac:spMkLst>
        </pc:spChg>
        <pc:spChg chg="add mod">
          <ac:chgData name="Thompson, Brielle" userId="f0ea580a-03ee-4a63-bd84-436803179175" providerId="ADAL" clId="{AF01A3C7-D580-48EE-AD66-C1B6C20A138C}" dt="2025-09-08T20:48:15.166" v="7455" actId="207"/>
          <ac:spMkLst>
            <pc:docMk/>
            <pc:sldMk cId="3965713363" sldId="559"/>
            <ac:spMk id="33" creationId="{2C3E6288-1CFA-6D3F-8E6A-E88C8436C31A}"/>
          </ac:spMkLst>
        </pc:spChg>
        <pc:spChg chg="add mod">
          <ac:chgData name="Thompson, Brielle" userId="f0ea580a-03ee-4a63-bd84-436803179175" providerId="ADAL" clId="{AF01A3C7-D580-48EE-AD66-C1B6C20A138C}" dt="2025-09-12T20:31:18.292" v="8909" actId="120"/>
          <ac:spMkLst>
            <pc:docMk/>
            <pc:sldMk cId="3965713363" sldId="559"/>
            <ac:spMk id="39" creationId="{80DEB90B-D4A7-8903-456D-BCD0009C1601}"/>
          </ac:spMkLst>
        </pc:spChg>
        <pc:spChg chg="add mod">
          <ac:chgData name="Thompson, Brielle" userId="f0ea580a-03ee-4a63-bd84-436803179175" providerId="ADAL" clId="{AF01A3C7-D580-48EE-AD66-C1B6C20A138C}" dt="2025-09-08T20:49:38.427" v="7539" actId="14100"/>
          <ac:spMkLst>
            <pc:docMk/>
            <pc:sldMk cId="3965713363" sldId="559"/>
            <ac:spMk id="43" creationId="{0CEC156C-AD2A-B070-C8A6-D6CF90BC17D6}"/>
          </ac:spMkLst>
        </pc:spChg>
        <pc:spChg chg="add mod">
          <ac:chgData name="Thompson, Brielle" userId="f0ea580a-03ee-4a63-bd84-436803179175" providerId="ADAL" clId="{AF01A3C7-D580-48EE-AD66-C1B6C20A138C}" dt="2025-09-08T20:49:51.734" v="7543" actId="207"/>
          <ac:spMkLst>
            <pc:docMk/>
            <pc:sldMk cId="3965713363" sldId="559"/>
            <ac:spMk id="44" creationId="{6253D17E-46D8-CEE6-6064-AA6D8126A788}"/>
          </ac:spMkLst>
        </pc:spChg>
        <pc:spChg chg="add mod">
          <ac:chgData name="Thompson, Brielle" userId="f0ea580a-03ee-4a63-bd84-436803179175" providerId="ADAL" clId="{AF01A3C7-D580-48EE-AD66-C1B6C20A138C}" dt="2025-09-08T20:50:12.067" v="7561" actId="207"/>
          <ac:spMkLst>
            <pc:docMk/>
            <pc:sldMk cId="3965713363" sldId="559"/>
            <ac:spMk id="45" creationId="{6E29F187-2D89-6364-FFCE-EDDF5AC6E7B8}"/>
          </ac:spMkLst>
        </pc:spChg>
        <pc:cxnChg chg="add mod">
          <ac:chgData name="Thompson, Brielle" userId="f0ea580a-03ee-4a63-bd84-436803179175" providerId="ADAL" clId="{AF01A3C7-D580-48EE-AD66-C1B6C20A138C}" dt="2025-09-08T20:45:01.159" v="7324" actId="208"/>
          <ac:cxnSpMkLst>
            <pc:docMk/>
            <pc:sldMk cId="3965713363" sldId="559"/>
            <ac:cxnSpMk id="8" creationId="{51DDEA8F-0451-5C12-6E1F-4505A88891BD}"/>
          </ac:cxnSpMkLst>
        </pc:cxnChg>
        <pc:cxnChg chg="add mod">
          <ac:chgData name="Thompson, Brielle" userId="f0ea580a-03ee-4a63-bd84-436803179175" providerId="ADAL" clId="{AF01A3C7-D580-48EE-AD66-C1B6C20A138C}" dt="2025-09-08T20:45:14.277" v="7329" actId="1037"/>
          <ac:cxnSpMkLst>
            <pc:docMk/>
            <pc:sldMk cId="3965713363" sldId="559"/>
            <ac:cxnSpMk id="9" creationId="{D3E3F261-85AC-904D-C4B3-D4AE420A9A61}"/>
          </ac:cxnSpMkLst>
        </pc:cxnChg>
        <pc:cxnChg chg="add mod">
          <ac:chgData name="Thompson, Brielle" userId="f0ea580a-03ee-4a63-bd84-436803179175" providerId="ADAL" clId="{AF01A3C7-D580-48EE-AD66-C1B6C20A138C}" dt="2025-09-08T20:47:13.410" v="7434" actId="693"/>
          <ac:cxnSpMkLst>
            <pc:docMk/>
            <pc:sldMk cId="3965713363" sldId="559"/>
            <ac:cxnSpMk id="21" creationId="{FB486AA1-0EC8-894F-B3AA-607CC0781893}"/>
          </ac:cxnSpMkLst>
        </pc:cxnChg>
        <pc:cxnChg chg="add mod">
          <ac:chgData name="Thompson, Brielle" userId="f0ea580a-03ee-4a63-bd84-436803179175" providerId="ADAL" clId="{AF01A3C7-D580-48EE-AD66-C1B6C20A138C}" dt="2025-09-08T20:47:25.250" v="7439" actId="1035"/>
          <ac:cxnSpMkLst>
            <pc:docMk/>
            <pc:sldMk cId="3965713363" sldId="559"/>
            <ac:cxnSpMk id="22" creationId="{99297C6C-A43F-D294-4B9A-9D3D7507EA3C}"/>
          </ac:cxnSpMkLst>
        </pc:cxnChg>
        <pc:cxnChg chg="add mod">
          <ac:chgData name="Thompson, Brielle" userId="f0ea580a-03ee-4a63-bd84-436803179175" providerId="ADAL" clId="{AF01A3C7-D580-48EE-AD66-C1B6C20A138C}" dt="2025-09-08T20:48:24.256" v="7459" actId="208"/>
          <ac:cxnSpMkLst>
            <pc:docMk/>
            <pc:sldMk cId="3965713363" sldId="559"/>
            <ac:cxnSpMk id="25" creationId="{B802C720-33BB-93F0-052A-056ECA7D5510}"/>
          </ac:cxnSpMkLst>
        </pc:cxnChg>
        <pc:cxnChg chg="add mod">
          <ac:chgData name="Thompson, Brielle" userId="f0ea580a-03ee-4a63-bd84-436803179175" providerId="ADAL" clId="{AF01A3C7-D580-48EE-AD66-C1B6C20A138C}" dt="2025-09-08T20:48:22.888" v="7458" actId="208"/>
          <ac:cxnSpMkLst>
            <pc:docMk/>
            <pc:sldMk cId="3965713363" sldId="559"/>
            <ac:cxnSpMk id="26" creationId="{36E79918-4CAE-8B83-1C70-36114A09223D}"/>
          </ac:cxnSpMkLst>
        </pc:cxnChg>
        <pc:cxnChg chg="add mod">
          <ac:chgData name="Thompson, Brielle" userId="f0ea580a-03ee-4a63-bd84-436803179175" providerId="ADAL" clId="{AF01A3C7-D580-48EE-AD66-C1B6C20A138C}" dt="2025-09-08T20:48:26.977" v="7460" actId="208"/>
          <ac:cxnSpMkLst>
            <pc:docMk/>
            <pc:sldMk cId="3965713363" sldId="559"/>
            <ac:cxnSpMk id="34" creationId="{31D89C3B-9B9B-AC45-A198-686037EBF698}"/>
          </ac:cxnSpMkLst>
        </pc:cxnChg>
        <pc:cxnChg chg="add mod">
          <ac:chgData name="Thompson, Brielle" userId="f0ea580a-03ee-4a63-bd84-436803179175" providerId="ADAL" clId="{AF01A3C7-D580-48EE-AD66-C1B6C20A138C}" dt="2025-09-08T20:48:28.641" v="7461" actId="208"/>
          <ac:cxnSpMkLst>
            <pc:docMk/>
            <pc:sldMk cId="3965713363" sldId="559"/>
            <ac:cxnSpMk id="35" creationId="{C6D5C59E-5A41-C137-096B-4CD137C1E7ED}"/>
          </ac:cxnSpMkLst>
        </pc:cxnChg>
        <pc:cxnChg chg="add mod">
          <ac:chgData name="Thompson, Brielle" userId="f0ea580a-03ee-4a63-bd84-436803179175" providerId="ADAL" clId="{AF01A3C7-D580-48EE-AD66-C1B6C20A138C}" dt="2025-09-08T20:49:19.862" v="7505" actId="693"/>
          <ac:cxnSpMkLst>
            <pc:docMk/>
            <pc:sldMk cId="3965713363" sldId="559"/>
            <ac:cxnSpMk id="41" creationId="{86C6C89F-740B-E9AE-5C4C-7BDDC4E64783}"/>
          </ac:cxnSpMkLst>
        </pc:cxnChg>
      </pc:sldChg>
      <pc:sldChg chg="modSp new del mod setBg">
        <pc:chgData name="Thompson, Brielle" userId="f0ea580a-03ee-4a63-bd84-436803179175" providerId="ADAL" clId="{AF01A3C7-D580-48EE-AD66-C1B6C20A138C}" dt="2025-09-12T21:22:39.947" v="10569" actId="47"/>
        <pc:sldMkLst>
          <pc:docMk/>
          <pc:sldMk cId="652316067" sldId="560"/>
        </pc:sldMkLst>
      </pc:sldChg>
      <pc:sldChg chg="addSp modSp new mod ord setBg modNotesTx">
        <pc:chgData name="Thompson, Brielle" userId="f0ea580a-03ee-4a63-bd84-436803179175" providerId="ADAL" clId="{AF01A3C7-D580-48EE-AD66-C1B6C20A138C}" dt="2025-09-12T21:45:50.423" v="11703" actId="20577"/>
        <pc:sldMkLst>
          <pc:docMk/>
          <pc:sldMk cId="1239822754" sldId="561"/>
        </pc:sldMkLst>
        <pc:spChg chg="mod">
          <ac:chgData name="Thompson, Brielle" userId="f0ea580a-03ee-4a63-bd84-436803179175" providerId="ADAL" clId="{AF01A3C7-D580-48EE-AD66-C1B6C20A138C}" dt="2025-09-12T21:40:41.008" v="11347" actId="20577"/>
          <ac:spMkLst>
            <pc:docMk/>
            <pc:sldMk cId="1239822754" sldId="561"/>
            <ac:spMk id="2" creationId="{AD18BE13-D1E2-87EB-A0B9-43584577649E}"/>
          </ac:spMkLst>
        </pc:spChg>
        <pc:spChg chg="mod">
          <ac:chgData name="Thompson, Brielle" userId="f0ea580a-03ee-4a63-bd84-436803179175" providerId="ADAL" clId="{AF01A3C7-D580-48EE-AD66-C1B6C20A138C}" dt="2025-09-12T21:45:50.423" v="11703" actId="20577"/>
          <ac:spMkLst>
            <pc:docMk/>
            <pc:sldMk cId="1239822754" sldId="561"/>
            <ac:spMk id="3" creationId="{36AFC5AD-0F02-4728-39AB-4DE95438ED15}"/>
          </ac:spMkLst>
        </pc:spChg>
        <pc:picChg chg="add mod">
          <ac:chgData name="Thompson, Brielle" userId="f0ea580a-03ee-4a63-bd84-436803179175" providerId="ADAL" clId="{AF01A3C7-D580-48EE-AD66-C1B6C20A138C}" dt="2025-09-12T21:44:54.011" v="11670" actId="1076"/>
          <ac:picMkLst>
            <pc:docMk/>
            <pc:sldMk cId="1239822754" sldId="561"/>
            <ac:picMk id="5" creationId="{FB553511-0E8A-9924-E0F6-95ABCF4F98DD}"/>
          </ac:picMkLst>
        </pc:picChg>
      </pc:sldChg>
      <pc:sldChg chg="addSp delSp modSp add mod setBg modAnim">
        <pc:chgData name="Thompson, Brielle" userId="f0ea580a-03ee-4a63-bd84-436803179175" providerId="ADAL" clId="{AF01A3C7-D580-48EE-AD66-C1B6C20A138C}" dt="2025-09-12T20:20:45.077" v="8671" actId="20577"/>
        <pc:sldMkLst>
          <pc:docMk/>
          <pc:sldMk cId="1534090240" sldId="562"/>
        </pc:sldMkLst>
        <pc:spChg chg="mod">
          <ac:chgData name="Thompson, Brielle" userId="f0ea580a-03ee-4a63-bd84-436803179175" providerId="ADAL" clId="{AF01A3C7-D580-48EE-AD66-C1B6C20A138C}" dt="2025-09-12T19:28:20.332" v="8334" actId="14100"/>
          <ac:spMkLst>
            <pc:docMk/>
            <pc:sldMk cId="1534090240" sldId="562"/>
            <ac:spMk id="2" creationId="{C4E5CAB0-5C67-4865-D647-F2F453B2480C}"/>
          </ac:spMkLst>
        </pc:spChg>
        <pc:spChg chg="add mod">
          <ac:chgData name="Thompson, Brielle" userId="f0ea580a-03ee-4a63-bd84-436803179175" providerId="ADAL" clId="{AF01A3C7-D580-48EE-AD66-C1B6C20A138C}" dt="2025-09-12T20:20:45.077" v="8671" actId="20577"/>
          <ac:spMkLst>
            <pc:docMk/>
            <pc:sldMk cId="1534090240" sldId="562"/>
            <ac:spMk id="6" creationId="{DBBCA15A-6291-EB8A-5CDE-D9858C8D8674}"/>
          </ac:spMkLst>
        </pc:spChg>
        <pc:spChg chg="add mod">
          <ac:chgData name="Thompson, Brielle" userId="f0ea580a-03ee-4a63-bd84-436803179175" providerId="ADAL" clId="{AF01A3C7-D580-48EE-AD66-C1B6C20A138C}" dt="2025-09-12T19:29:44.401" v="8424"/>
          <ac:spMkLst>
            <pc:docMk/>
            <pc:sldMk cId="1534090240" sldId="562"/>
            <ac:spMk id="10" creationId="{60745C87-3E06-9056-609B-72E09C90E763}"/>
          </ac:spMkLst>
        </pc:spChg>
        <pc:picChg chg="add mod">
          <ac:chgData name="Thompson, Brielle" userId="f0ea580a-03ee-4a63-bd84-436803179175" providerId="ADAL" clId="{AF01A3C7-D580-48EE-AD66-C1B6C20A138C}" dt="2025-09-12T19:29:29.403" v="8421" actId="1076"/>
          <ac:picMkLst>
            <pc:docMk/>
            <pc:sldMk cId="1534090240" sldId="562"/>
            <ac:picMk id="8" creationId="{AF6AB866-276B-9538-582A-8E73FD098E00}"/>
          </ac:picMkLst>
        </pc:picChg>
        <pc:picChg chg="add mod">
          <ac:chgData name="Thompson, Brielle" userId="f0ea580a-03ee-4a63-bd84-436803179175" providerId="ADAL" clId="{AF01A3C7-D580-48EE-AD66-C1B6C20A138C}" dt="2025-09-12T19:29:30.719" v="8422" actId="1076"/>
          <ac:picMkLst>
            <pc:docMk/>
            <pc:sldMk cId="1534090240" sldId="562"/>
            <ac:picMk id="9" creationId="{CA1C6E53-9B82-9E3B-740C-47014461CEC8}"/>
          </ac:picMkLst>
        </pc:picChg>
      </pc:sldChg>
      <pc:sldChg chg="addSp delSp modSp add mod setBg modAnim">
        <pc:chgData name="Thompson, Brielle" userId="f0ea580a-03ee-4a63-bd84-436803179175" providerId="ADAL" clId="{AF01A3C7-D580-48EE-AD66-C1B6C20A138C}" dt="2025-09-12T20:06:33.294" v="8580"/>
        <pc:sldMkLst>
          <pc:docMk/>
          <pc:sldMk cId="2587991440" sldId="563"/>
        </pc:sldMkLst>
        <pc:spChg chg="mod">
          <ac:chgData name="Thompson, Brielle" userId="f0ea580a-03ee-4a63-bd84-436803179175" providerId="ADAL" clId="{AF01A3C7-D580-48EE-AD66-C1B6C20A138C}" dt="2025-09-12T20:04:00.293" v="8507" actId="1076"/>
          <ac:spMkLst>
            <pc:docMk/>
            <pc:sldMk cId="2587991440" sldId="563"/>
            <ac:spMk id="2" creationId="{B42BA144-6049-A0BE-2E28-095FE863A431}"/>
          </ac:spMkLst>
        </pc:spChg>
        <pc:spChg chg="add mod">
          <ac:chgData name="Thompson, Brielle" userId="f0ea580a-03ee-4a63-bd84-436803179175" providerId="ADAL" clId="{AF01A3C7-D580-48EE-AD66-C1B6C20A138C}" dt="2025-09-12T20:04:04.985" v="8513" actId="1036"/>
          <ac:spMkLst>
            <pc:docMk/>
            <pc:sldMk cId="2587991440" sldId="563"/>
            <ac:spMk id="5" creationId="{9924AB0D-EEB6-23A6-496A-CFA4B1917B81}"/>
          </ac:spMkLst>
        </pc:spChg>
        <pc:spChg chg="add mod">
          <ac:chgData name="Thompson, Brielle" userId="f0ea580a-03ee-4a63-bd84-436803179175" providerId="ADAL" clId="{AF01A3C7-D580-48EE-AD66-C1B6C20A138C}" dt="2025-09-12T20:04:04.985" v="8513" actId="1036"/>
          <ac:spMkLst>
            <pc:docMk/>
            <pc:sldMk cId="2587991440" sldId="563"/>
            <ac:spMk id="6" creationId="{CA7DA22C-A193-C785-EDB1-FCF40D2F0448}"/>
          </ac:spMkLst>
        </pc:spChg>
        <pc:spChg chg="add mod">
          <ac:chgData name="Thompson, Brielle" userId="f0ea580a-03ee-4a63-bd84-436803179175" providerId="ADAL" clId="{AF01A3C7-D580-48EE-AD66-C1B6C20A138C}" dt="2025-09-12T20:04:04.985" v="8513" actId="1036"/>
          <ac:spMkLst>
            <pc:docMk/>
            <pc:sldMk cId="2587991440" sldId="563"/>
            <ac:spMk id="7" creationId="{BEF19360-9993-B38A-7AE9-402B251E87AF}"/>
          </ac:spMkLst>
        </pc:spChg>
        <pc:spChg chg="add mod">
          <ac:chgData name="Thompson, Brielle" userId="f0ea580a-03ee-4a63-bd84-436803179175" providerId="ADAL" clId="{AF01A3C7-D580-48EE-AD66-C1B6C20A138C}" dt="2025-09-12T20:04:04.985" v="8513" actId="1036"/>
          <ac:spMkLst>
            <pc:docMk/>
            <pc:sldMk cId="2587991440" sldId="563"/>
            <ac:spMk id="9" creationId="{FC0FDC75-722D-47D0-54C7-4AE626541D6A}"/>
          </ac:spMkLst>
        </pc:spChg>
        <pc:spChg chg="add mod">
          <ac:chgData name="Thompson, Brielle" userId="f0ea580a-03ee-4a63-bd84-436803179175" providerId="ADAL" clId="{AF01A3C7-D580-48EE-AD66-C1B6C20A138C}" dt="2025-09-12T20:04:04.985" v="8513" actId="1036"/>
          <ac:spMkLst>
            <pc:docMk/>
            <pc:sldMk cId="2587991440" sldId="563"/>
            <ac:spMk id="11" creationId="{6DF8E0AF-F591-9A23-0CE1-5A32D68BD067}"/>
          </ac:spMkLst>
        </pc:spChg>
        <pc:spChg chg="add mod">
          <ac:chgData name="Thompson, Brielle" userId="f0ea580a-03ee-4a63-bd84-436803179175" providerId="ADAL" clId="{AF01A3C7-D580-48EE-AD66-C1B6C20A138C}" dt="2025-09-12T20:05:57.182" v="8574"/>
          <ac:spMkLst>
            <pc:docMk/>
            <pc:sldMk cId="2587991440" sldId="563"/>
            <ac:spMk id="14" creationId="{BE0E4482-B84F-9E82-8371-7AC4F0962525}"/>
          </ac:spMkLst>
        </pc:spChg>
        <pc:spChg chg="add mod">
          <ac:chgData name="Thompson, Brielle" userId="f0ea580a-03ee-4a63-bd84-436803179175" providerId="ADAL" clId="{AF01A3C7-D580-48EE-AD66-C1B6C20A138C}" dt="2025-09-12T20:04:04.985" v="8513" actId="1036"/>
          <ac:spMkLst>
            <pc:docMk/>
            <pc:sldMk cId="2587991440" sldId="563"/>
            <ac:spMk id="16" creationId="{68AD116E-C2F2-960A-99A9-1AC76C1FCC11}"/>
          </ac:spMkLst>
        </pc:spChg>
        <pc:spChg chg="add mod">
          <ac:chgData name="Thompson, Brielle" userId="f0ea580a-03ee-4a63-bd84-436803179175" providerId="ADAL" clId="{AF01A3C7-D580-48EE-AD66-C1B6C20A138C}" dt="2025-09-12T20:04:54.080" v="8535" actId="1076"/>
          <ac:spMkLst>
            <pc:docMk/>
            <pc:sldMk cId="2587991440" sldId="563"/>
            <ac:spMk id="19" creationId="{DCB5E701-BD7A-EF53-234A-5B866503DB1D}"/>
          </ac:spMkLst>
        </pc:spChg>
        <pc:spChg chg="add mod">
          <ac:chgData name="Thompson, Brielle" userId="f0ea580a-03ee-4a63-bd84-436803179175" providerId="ADAL" clId="{AF01A3C7-D580-48EE-AD66-C1B6C20A138C}" dt="2025-09-12T20:05:19.977" v="8566" actId="1076"/>
          <ac:spMkLst>
            <pc:docMk/>
            <pc:sldMk cId="2587991440" sldId="563"/>
            <ac:spMk id="21" creationId="{0446FD63-9ADB-0B38-6A05-1D1530968C73}"/>
          </ac:spMkLst>
        </pc:spChg>
        <pc:spChg chg="add mod ord">
          <ac:chgData name="Thompson, Brielle" userId="f0ea580a-03ee-4a63-bd84-436803179175" providerId="ADAL" clId="{AF01A3C7-D580-48EE-AD66-C1B6C20A138C}" dt="2025-09-12T20:05:34.182" v="8570" actId="167"/>
          <ac:spMkLst>
            <pc:docMk/>
            <pc:sldMk cId="2587991440" sldId="563"/>
            <ac:spMk id="22" creationId="{6442FB79-7C16-A40A-1600-6478F246C306}"/>
          </ac:spMkLst>
        </pc:spChg>
        <pc:picChg chg="mod">
          <ac:chgData name="Thompson, Brielle" userId="f0ea580a-03ee-4a63-bd84-436803179175" providerId="ADAL" clId="{AF01A3C7-D580-48EE-AD66-C1B6C20A138C}" dt="2025-09-12T20:03:02.387" v="8493" actId="1035"/>
          <ac:picMkLst>
            <pc:docMk/>
            <pc:sldMk cId="2587991440" sldId="563"/>
            <ac:picMk id="4" creationId="{DB194074-5C3F-0D20-665B-50327C49409D}"/>
          </ac:picMkLst>
        </pc:picChg>
        <pc:picChg chg="add mod">
          <ac:chgData name="Thompson, Brielle" userId="f0ea580a-03ee-4a63-bd84-436803179175" providerId="ADAL" clId="{AF01A3C7-D580-48EE-AD66-C1B6C20A138C}" dt="2025-09-12T20:04:04.985" v="8513" actId="1036"/>
          <ac:picMkLst>
            <pc:docMk/>
            <pc:sldMk cId="2587991440" sldId="563"/>
            <ac:picMk id="8" creationId="{14324DB0-83C0-3FF7-EB6D-4CCB91CCD5DD}"/>
          </ac:picMkLst>
        </pc:picChg>
        <pc:picChg chg="mod">
          <ac:chgData name="Thompson, Brielle" userId="f0ea580a-03ee-4a63-bd84-436803179175" providerId="ADAL" clId="{AF01A3C7-D580-48EE-AD66-C1B6C20A138C}" dt="2025-09-12T20:03:02.387" v="8493" actId="1035"/>
          <ac:picMkLst>
            <pc:docMk/>
            <pc:sldMk cId="2587991440" sldId="563"/>
            <ac:picMk id="10" creationId="{3A75CA23-80DB-632A-BFEB-EE54FB3DD3CF}"/>
          </ac:picMkLst>
        </pc:picChg>
        <pc:picChg chg="mod">
          <ac:chgData name="Thompson, Brielle" userId="f0ea580a-03ee-4a63-bd84-436803179175" providerId="ADAL" clId="{AF01A3C7-D580-48EE-AD66-C1B6C20A138C}" dt="2025-09-12T20:03:39.716" v="8500" actId="1076"/>
          <ac:picMkLst>
            <pc:docMk/>
            <pc:sldMk cId="2587991440" sldId="563"/>
            <ac:picMk id="12" creationId="{805E18BA-3E4E-E569-2056-D71BE541CC62}"/>
          </ac:picMkLst>
        </pc:picChg>
        <pc:picChg chg="add mod">
          <ac:chgData name="Thompson, Brielle" userId="f0ea580a-03ee-4a63-bd84-436803179175" providerId="ADAL" clId="{AF01A3C7-D580-48EE-AD66-C1B6C20A138C}" dt="2025-09-12T20:04:04.985" v="8513" actId="1036"/>
          <ac:picMkLst>
            <pc:docMk/>
            <pc:sldMk cId="2587991440" sldId="563"/>
            <ac:picMk id="13" creationId="{A437425C-CB67-1FF4-BF7C-9A122C03D32E}"/>
          </ac:picMkLst>
        </pc:picChg>
        <pc:picChg chg="add mod">
          <ac:chgData name="Thompson, Brielle" userId="f0ea580a-03ee-4a63-bd84-436803179175" providerId="ADAL" clId="{AF01A3C7-D580-48EE-AD66-C1B6C20A138C}" dt="2025-09-12T20:04:04.985" v="8513" actId="1036"/>
          <ac:picMkLst>
            <pc:docMk/>
            <pc:sldMk cId="2587991440" sldId="563"/>
            <ac:picMk id="15" creationId="{C52C43E8-45C2-63D1-515F-13DEC92079DE}"/>
          </ac:picMkLst>
        </pc:picChg>
      </pc:sldChg>
      <pc:sldChg chg="addSp delSp modSp add mod setBg">
        <pc:chgData name="Thompson, Brielle" userId="f0ea580a-03ee-4a63-bd84-436803179175" providerId="ADAL" clId="{AF01A3C7-D580-48EE-AD66-C1B6C20A138C}" dt="2025-09-12T19:36:53.446" v="8465"/>
        <pc:sldMkLst>
          <pc:docMk/>
          <pc:sldMk cId="950402498" sldId="564"/>
        </pc:sldMkLst>
        <pc:spChg chg="mod ord">
          <ac:chgData name="Thompson, Brielle" userId="f0ea580a-03ee-4a63-bd84-436803179175" providerId="ADAL" clId="{AF01A3C7-D580-48EE-AD66-C1B6C20A138C}" dt="2025-09-12T19:36:51.171" v="8464" actId="1076"/>
          <ac:spMkLst>
            <pc:docMk/>
            <pc:sldMk cId="950402498" sldId="564"/>
            <ac:spMk id="2" creationId="{5F210BD3-C2DD-F65F-847F-7FA25D4265E5}"/>
          </ac:spMkLst>
        </pc:spChg>
        <pc:spChg chg="add mod">
          <ac:chgData name="Thompson, Brielle" userId="f0ea580a-03ee-4a63-bd84-436803179175" providerId="ADAL" clId="{AF01A3C7-D580-48EE-AD66-C1B6C20A138C}" dt="2025-09-12T19:36:45.550" v="8463" actId="1035"/>
          <ac:spMkLst>
            <pc:docMk/>
            <pc:sldMk cId="950402498" sldId="564"/>
            <ac:spMk id="8" creationId="{17DCE010-3AFC-5EC6-97AE-ABDB079E8AB4}"/>
          </ac:spMkLst>
        </pc:spChg>
        <pc:spChg chg="add mod">
          <ac:chgData name="Thompson, Brielle" userId="f0ea580a-03ee-4a63-bd84-436803179175" providerId="ADAL" clId="{AF01A3C7-D580-48EE-AD66-C1B6C20A138C}" dt="2025-09-12T19:36:45.550" v="8463" actId="1035"/>
          <ac:spMkLst>
            <pc:docMk/>
            <pc:sldMk cId="950402498" sldId="564"/>
            <ac:spMk id="9" creationId="{D5C6A906-ACC4-94AF-36AE-45BDE66826DE}"/>
          </ac:spMkLst>
        </pc:spChg>
        <pc:spChg chg="add mod">
          <ac:chgData name="Thompson, Brielle" userId="f0ea580a-03ee-4a63-bd84-436803179175" providerId="ADAL" clId="{AF01A3C7-D580-48EE-AD66-C1B6C20A138C}" dt="2025-09-12T19:36:45.550" v="8463" actId="1035"/>
          <ac:spMkLst>
            <pc:docMk/>
            <pc:sldMk cId="950402498" sldId="564"/>
            <ac:spMk id="10" creationId="{F9D554CD-8737-3F26-C946-AECC8734EDDA}"/>
          </ac:spMkLst>
        </pc:spChg>
        <pc:spChg chg="add mod">
          <ac:chgData name="Thompson, Brielle" userId="f0ea580a-03ee-4a63-bd84-436803179175" providerId="ADAL" clId="{AF01A3C7-D580-48EE-AD66-C1B6C20A138C}" dt="2025-09-12T19:36:45.550" v="8463" actId="1035"/>
          <ac:spMkLst>
            <pc:docMk/>
            <pc:sldMk cId="950402498" sldId="564"/>
            <ac:spMk id="11" creationId="{6113ADE9-0356-9684-D53B-448F13978E5A}"/>
          </ac:spMkLst>
        </pc:spChg>
        <pc:spChg chg="add mod">
          <ac:chgData name="Thompson, Brielle" userId="f0ea580a-03ee-4a63-bd84-436803179175" providerId="ADAL" clId="{AF01A3C7-D580-48EE-AD66-C1B6C20A138C}" dt="2025-09-12T19:36:19.897" v="8426"/>
          <ac:spMkLst>
            <pc:docMk/>
            <pc:sldMk cId="950402498" sldId="564"/>
            <ac:spMk id="12" creationId="{1284E003-DCBE-64A5-734A-49D44DD9F4D7}"/>
          </ac:spMkLst>
        </pc:spChg>
        <pc:spChg chg="add mod">
          <ac:chgData name="Thompson, Brielle" userId="f0ea580a-03ee-4a63-bd84-436803179175" providerId="ADAL" clId="{AF01A3C7-D580-48EE-AD66-C1B6C20A138C}" dt="2025-09-12T19:36:45.550" v="8463" actId="1035"/>
          <ac:spMkLst>
            <pc:docMk/>
            <pc:sldMk cId="950402498" sldId="564"/>
            <ac:spMk id="13" creationId="{057E6140-1AC9-8F05-D6C8-92F8B1097BBD}"/>
          </ac:spMkLst>
        </pc:spChg>
        <pc:spChg chg="add mod">
          <ac:chgData name="Thompson, Brielle" userId="f0ea580a-03ee-4a63-bd84-436803179175" providerId="ADAL" clId="{AF01A3C7-D580-48EE-AD66-C1B6C20A138C}" dt="2025-09-12T19:36:45.550" v="8463" actId="1035"/>
          <ac:spMkLst>
            <pc:docMk/>
            <pc:sldMk cId="950402498" sldId="564"/>
            <ac:spMk id="16" creationId="{5031E185-C1CE-DDDD-0ECB-DA4D89496F84}"/>
          </ac:spMkLst>
        </pc:spChg>
        <pc:picChg chg="add mod">
          <ac:chgData name="Thompson, Brielle" userId="f0ea580a-03ee-4a63-bd84-436803179175" providerId="ADAL" clId="{AF01A3C7-D580-48EE-AD66-C1B6C20A138C}" dt="2025-09-12T19:36:45.550" v="8463" actId="1035"/>
          <ac:picMkLst>
            <pc:docMk/>
            <pc:sldMk cId="950402498" sldId="564"/>
            <ac:picMk id="3" creationId="{C6DEAD00-1FD6-CDEF-4EE0-8FDC6BF57B02}"/>
          </ac:picMkLst>
        </pc:picChg>
        <pc:picChg chg="add mod">
          <ac:chgData name="Thompson, Brielle" userId="f0ea580a-03ee-4a63-bd84-436803179175" providerId="ADAL" clId="{AF01A3C7-D580-48EE-AD66-C1B6C20A138C}" dt="2025-09-12T19:36:45.550" v="8463" actId="1035"/>
          <ac:picMkLst>
            <pc:docMk/>
            <pc:sldMk cId="950402498" sldId="564"/>
            <ac:picMk id="5" creationId="{236D832A-4D97-21C2-1D2F-6D798E77AEB0}"/>
          </ac:picMkLst>
        </pc:picChg>
        <pc:picChg chg="add mod">
          <ac:chgData name="Thompson, Brielle" userId="f0ea580a-03ee-4a63-bd84-436803179175" providerId="ADAL" clId="{AF01A3C7-D580-48EE-AD66-C1B6C20A138C}" dt="2025-09-12T19:36:45.550" v="8463" actId="1035"/>
          <ac:picMkLst>
            <pc:docMk/>
            <pc:sldMk cId="950402498" sldId="564"/>
            <ac:picMk id="7" creationId="{C9A47595-8534-393D-5BD2-E5B96A157D4D}"/>
          </ac:picMkLst>
        </pc:picChg>
        <pc:picChg chg="mod">
          <ac:chgData name="Thompson, Brielle" userId="f0ea580a-03ee-4a63-bd84-436803179175" providerId="ADAL" clId="{AF01A3C7-D580-48EE-AD66-C1B6C20A138C}" dt="2025-09-12T19:36:45.550" v="8463" actId="1035"/>
          <ac:picMkLst>
            <pc:docMk/>
            <pc:sldMk cId="950402498" sldId="564"/>
            <ac:picMk id="15" creationId="{33A02C97-E923-96AE-4B85-A1D7266D9722}"/>
          </ac:picMkLst>
        </pc:picChg>
      </pc:sldChg>
      <pc:sldChg chg="addSp delSp modSp new mod">
        <pc:chgData name="Thompson, Brielle" userId="f0ea580a-03ee-4a63-bd84-436803179175" providerId="ADAL" clId="{AF01A3C7-D580-48EE-AD66-C1B6C20A138C}" dt="2025-09-12T21:37:36.823" v="10931" actId="20577"/>
        <pc:sldMkLst>
          <pc:docMk/>
          <pc:sldMk cId="478953774" sldId="565"/>
        </pc:sldMkLst>
        <pc:spChg chg="add mod">
          <ac:chgData name="Thompson, Brielle" userId="f0ea580a-03ee-4a63-bd84-436803179175" providerId="ADAL" clId="{AF01A3C7-D580-48EE-AD66-C1B6C20A138C}" dt="2025-09-12T20:57:22.532" v="9183" actId="208"/>
          <ac:spMkLst>
            <pc:docMk/>
            <pc:sldMk cId="478953774" sldId="565"/>
            <ac:spMk id="28" creationId="{4EAE5C03-3974-F5C0-79F8-C02417915F6F}"/>
          </ac:spMkLst>
        </pc:spChg>
        <pc:spChg chg="add mod">
          <ac:chgData name="Thompson, Brielle" userId="f0ea580a-03ee-4a63-bd84-436803179175" providerId="ADAL" clId="{AF01A3C7-D580-48EE-AD66-C1B6C20A138C}" dt="2025-09-12T21:37:33.360" v="10930" actId="20577"/>
          <ac:spMkLst>
            <pc:docMk/>
            <pc:sldMk cId="478953774" sldId="565"/>
            <ac:spMk id="30" creationId="{408DE050-8C5E-03AF-FD92-A353BF5ABFEE}"/>
          </ac:spMkLst>
        </pc:spChg>
        <pc:spChg chg="add mod">
          <ac:chgData name="Thompson, Brielle" userId="f0ea580a-03ee-4a63-bd84-436803179175" providerId="ADAL" clId="{AF01A3C7-D580-48EE-AD66-C1B6C20A138C}" dt="2025-09-12T21:26:39.413" v="10593" actId="20577"/>
          <ac:spMkLst>
            <pc:docMk/>
            <pc:sldMk cId="478953774" sldId="565"/>
            <ac:spMk id="31" creationId="{B4760B3F-ABDC-E85F-340A-7B8C341E7BA5}"/>
          </ac:spMkLst>
        </pc:spChg>
        <pc:spChg chg="add mod">
          <ac:chgData name="Thompson, Brielle" userId="f0ea580a-03ee-4a63-bd84-436803179175" providerId="ADAL" clId="{AF01A3C7-D580-48EE-AD66-C1B6C20A138C}" dt="2025-09-12T21:17:39.765" v="9941" actId="1076"/>
          <ac:spMkLst>
            <pc:docMk/>
            <pc:sldMk cId="478953774" sldId="565"/>
            <ac:spMk id="52" creationId="{C55947F2-85AD-72B2-C90E-DB3AC5F1159E}"/>
          </ac:spMkLst>
        </pc:spChg>
        <pc:spChg chg="add mod">
          <ac:chgData name="Thompson, Brielle" userId="f0ea580a-03ee-4a63-bd84-436803179175" providerId="ADAL" clId="{AF01A3C7-D580-48EE-AD66-C1B6C20A138C}" dt="2025-09-12T20:57:11.217" v="9177" actId="208"/>
          <ac:spMkLst>
            <pc:docMk/>
            <pc:sldMk cId="478953774" sldId="565"/>
            <ac:spMk id="60" creationId="{01CEDF6C-3196-E36D-2418-949CEABC1CD9}"/>
          </ac:spMkLst>
        </pc:spChg>
        <pc:spChg chg="add mod">
          <ac:chgData name="Thompson, Brielle" userId="f0ea580a-03ee-4a63-bd84-436803179175" providerId="ADAL" clId="{AF01A3C7-D580-48EE-AD66-C1B6C20A138C}" dt="2025-09-12T21:37:23.488" v="10927" actId="20577"/>
          <ac:spMkLst>
            <pc:docMk/>
            <pc:sldMk cId="478953774" sldId="565"/>
            <ac:spMk id="61" creationId="{39237400-0B56-53E8-4EEC-C2699C6E3137}"/>
          </ac:spMkLst>
        </pc:spChg>
        <pc:spChg chg="add mod">
          <ac:chgData name="Thompson, Brielle" userId="f0ea580a-03ee-4a63-bd84-436803179175" providerId="ADAL" clId="{AF01A3C7-D580-48EE-AD66-C1B6C20A138C}" dt="2025-09-12T21:26:33.933" v="10577" actId="20577"/>
          <ac:spMkLst>
            <pc:docMk/>
            <pc:sldMk cId="478953774" sldId="565"/>
            <ac:spMk id="62" creationId="{B24E3B9A-7938-6627-8D13-0256B68EA508}"/>
          </ac:spMkLst>
        </pc:spChg>
        <pc:spChg chg="add mod">
          <ac:chgData name="Thompson, Brielle" userId="f0ea580a-03ee-4a63-bd84-436803179175" providerId="ADAL" clId="{AF01A3C7-D580-48EE-AD66-C1B6C20A138C}" dt="2025-09-12T20:57:51.606" v="9195" actId="208"/>
          <ac:spMkLst>
            <pc:docMk/>
            <pc:sldMk cId="478953774" sldId="565"/>
            <ac:spMk id="67" creationId="{7C5403BB-22BF-A219-1EF4-B3F1D24925B2}"/>
          </ac:spMkLst>
        </pc:spChg>
        <pc:spChg chg="add mod">
          <ac:chgData name="Thompson, Brielle" userId="f0ea580a-03ee-4a63-bd84-436803179175" providerId="ADAL" clId="{AF01A3C7-D580-48EE-AD66-C1B6C20A138C}" dt="2025-09-12T21:37:36.823" v="10931" actId="20577"/>
          <ac:spMkLst>
            <pc:docMk/>
            <pc:sldMk cId="478953774" sldId="565"/>
            <ac:spMk id="68" creationId="{3D56CA0E-61F0-C655-0FE7-5D55FAD3C52F}"/>
          </ac:spMkLst>
        </pc:spChg>
        <pc:spChg chg="add mod">
          <ac:chgData name="Thompson, Brielle" userId="f0ea580a-03ee-4a63-bd84-436803179175" providerId="ADAL" clId="{AF01A3C7-D580-48EE-AD66-C1B6C20A138C}" dt="2025-09-12T21:26:44.501" v="10609" actId="20577"/>
          <ac:spMkLst>
            <pc:docMk/>
            <pc:sldMk cId="478953774" sldId="565"/>
            <ac:spMk id="69" creationId="{81B9004F-552A-0DDF-8E6B-D70BDB390E54}"/>
          </ac:spMkLst>
        </pc:spChg>
        <pc:spChg chg="add mod">
          <ac:chgData name="Thompson, Brielle" userId="f0ea580a-03ee-4a63-bd84-436803179175" providerId="ADAL" clId="{AF01A3C7-D580-48EE-AD66-C1B6C20A138C}" dt="2025-09-12T21:16:29.381" v="9882" actId="1076"/>
          <ac:spMkLst>
            <pc:docMk/>
            <pc:sldMk cId="478953774" sldId="565"/>
            <ac:spMk id="110" creationId="{A7FE8FCC-FE99-F25D-E625-E2842B9CAAA6}"/>
          </ac:spMkLst>
        </pc:spChg>
        <pc:spChg chg="add mod">
          <ac:chgData name="Thompson, Brielle" userId="f0ea580a-03ee-4a63-bd84-436803179175" providerId="ADAL" clId="{AF01A3C7-D580-48EE-AD66-C1B6C20A138C}" dt="2025-09-12T21:17:50.442" v="9947" actId="1076"/>
          <ac:spMkLst>
            <pc:docMk/>
            <pc:sldMk cId="478953774" sldId="565"/>
            <ac:spMk id="123" creationId="{D6AD711A-251C-137C-FC60-3725C955EDB4}"/>
          </ac:spMkLst>
        </pc:spChg>
        <pc:spChg chg="add mod">
          <ac:chgData name="Thompson, Brielle" userId="f0ea580a-03ee-4a63-bd84-436803179175" providerId="ADAL" clId="{AF01A3C7-D580-48EE-AD66-C1B6C20A138C}" dt="2025-09-12T21:17:43.503" v="9943" actId="1076"/>
          <ac:spMkLst>
            <pc:docMk/>
            <pc:sldMk cId="478953774" sldId="565"/>
            <ac:spMk id="124" creationId="{1DE08222-FAAC-5E7B-A949-99F977B64093}"/>
          </ac:spMkLst>
        </pc:spChg>
        <pc:spChg chg="add mod">
          <ac:chgData name="Thompson, Brielle" userId="f0ea580a-03ee-4a63-bd84-436803179175" providerId="ADAL" clId="{AF01A3C7-D580-48EE-AD66-C1B6C20A138C}" dt="2025-09-12T21:17:41.852" v="9942" actId="1076"/>
          <ac:spMkLst>
            <pc:docMk/>
            <pc:sldMk cId="478953774" sldId="565"/>
            <ac:spMk id="125" creationId="{BCB4B5A7-7D1D-1059-BB44-F61DA5968CED}"/>
          </ac:spMkLst>
        </pc:spChg>
        <pc:spChg chg="add mod">
          <ac:chgData name="Thompson, Brielle" userId="f0ea580a-03ee-4a63-bd84-436803179175" providerId="ADAL" clId="{AF01A3C7-D580-48EE-AD66-C1B6C20A138C}" dt="2025-09-12T21:17:45.006" v="9944" actId="1076"/>
          <ac:spMkLst>
            <pc:docMk/>
            <pc:sldMk cId="478953774" sldId="565"/>
            <ac:spMk id="126" creationId="{D2E9C179-4990-2844-AA15-1CAE05F7263F}"/>
          </ac:spMkLst>
        </pc:spChg>
        <pc:spChg chg="add mod">
          <ac:chgData name="Thompson, Brielle" userId="f0ea580a-03ee-4a63-bd84-436803179175" providerId="ADAL" clId="{AF01A3C7-D580-48EE-AD66-C1B6C20A138C}" dt="2025-09-12T20:59:47.054" v="9243" actId="122"/>
          <ac:spMkLst>
            <pc:docMk/>
            <pc:sldMk cId="478953774" sldId="565"/>
            <ac:spMk id="134" creationId="{166F02A3-E31A-198D-6246-4871BBDFD9BC}"/>
          </ac:spMkLst>
        </pc:spChg>
        <pc:spChg chg="add mod">
          <ac:chgData name="Thompson, Brielle" userId="f0ea580a-03ee-4a63-bd84-436803179175" providerId="ADAL" clId="{AF01A3C7-D580-48EE-AD66-C1B6C20A138C}" dt="2025-09-12T21:00:34.337" v="9270" actId="1076"/>
          <ac:spMkLst>
            <pc:docMk/>
            <pc:sldMk cId="478953774" sldId="565"/>
            <ac:spMk id="135" creationId="{EB8DDBCE-1EC3-823F-78A3-89FED55510D0}"/>
          </ac:spMkLst>
        </pc:spChg>
        <pc:spChg chg="add mod">
          <ac:chgData name="Thompson, Brielle" userId="f0ea580a-03ee-4a63-bd84-436803179175" providerId="ADAL" clId="{AF01A3C7-D580-48EE-AD66-C1B6C20A138C}" dt="2025-09-12T21:16:08.377" v="9875" actId="1038"/>
          <ac:spMkLst>
            <pc:docMk/>
            <pc:sldMk cId="478953774" sldId="565"/>
            <ac:spMk id="136" creationId="{92E2B404-A744-C948-04FC-7FD987E02B7C}"/>
          </ac:spMkLst>
        </pc:spChg>
        <pc:spChg chg="add mod">
          <ac:chgData name="Thompson, Brielle" userId="f0ea580a-03ee-4a63-bd84-436803179175" providerId="ADAL" clId="{AF01A3C7-D580-48EE-AD66-C1B6C20A138C}" dt="2025-09-12T21:16:08.377" v="9875" actId="1038"/>
          <ac:spMkLst>
            <pc:docMk/>
            <pc:sldMk cId="478953774" sldId="565"/>
            <ac:spMk id="137" creationId="{1FAFA1B2-6242-BDDC-9152-758C3BF1B578}"/>
          </ac:spMkLst>
        </pc:spChg>
        <pc:spChg chg="add mod">
          <ac:chgData name="Thompson, Brielle" userId="f0ea580a-03ee-4a63-bd84-436803179175" providerId="ADAL" clId="{AF01A3C7-D580-48EE-AD66-C1B6C20A138C}" dt="2025-09-12T21:16:08.377" v="9875" actId="1038"/>
          <ac:spMkLst>
            <pc:docMk/>
            <pc:sldMk cId="478953774" sldId="565"/>
            <ac:spMk id="138" creationId="{71C73CCE-34E1-2F41-B5FD-871FDCA078DA}"/>
          </ac:spMkLst>
        </pc:spChg>
        <pc:spChg chg="add mod">
          <ac:chgData name="Thompson, Brielle" userId="f0ea580a-03ee-4a63-bd84-436803179175" providerId="ADAL" clId="{AF01A3C7-D580-48EE-AD66-C1B6C20A138C}" dt="2025-09-12T21:03:31.490" v="9395" actId="20577"/>
          <ac:spMkLst>
            <pc:docMk/>
            <pc:sldMk cId="478953774" sldId="565"/>
            <ac:spMk id="139" creationId="{3E9B3C9F-F481-8E90-592C-FFDF38A56606}"/>
          </ac:spMkLst>
        </pc:spChg>
        <pc:spChg chg="add mod">
          <ac:chgData name="Thompson, Brielle" userId="f0ea580a-03ee-4a63-bd84-436803179175" providerId="ADAL" clId="{AF01A3C7-D580-48EE-AD66-C1B6C20A138C}" dt="2025-09-12T21:16:08.377" v="9875" actId="1038"/>
          <ac:spMkLst>
            <pc:docMk/>
            <pc:sldMk cId="478953774" sldId="565"/>
            <ac:spMk id="140" creationId="{26EE6515-CF4A-AF4E-A79F-83266786B1BD}"/>
          </ac:spMkLst>
        </pc:spChg>
        <pc:spChg chg="add mod">
          <ac:chgData name="Thompson, Brielle" userId="f0ea580a-03ee-4a63-bd84-436803179175" providerId="ADAL" clId="{AF01A3C7-D580-48EE-AD66-C1B6C20A138C}" dt="2025-09-12T21:03:51.450" v="9401" actId="20577"/>
          <ac:spMkLst>
            <pc:docMk/>
            <pc:sldMk cId="478953774" sldId="565"/>
            <ac:spMk id="141" creationId="{6FD43FA4-D341-0E6C-9FAC-A9841995BCC6}"/>
          </ac:spMkLst>
        </pc:spChg>
        <pc:spChg chg="add mod">
          <ac:chgData name="Thompson, Brielle" userId="f0ea580a-03ee-4a63-bd84-436803179175" providerId="ADAL" clId="{AF01A3C7-D580-48EE-AD66-C1B6C20A138C}" dt="2025-09-12T21:16:08.377" v="9875" actId="1038"/>
          <ac:spMkLst>
            <pc:docMk/>
            <pc:sldMk cId="478953774" sldId="565"/>
            <ac:spMk id="142" creationId="{FA3D6CE4-73C3-AB2A-58A9-40B095587E0C}"/>
          </ac:spMkLst>
        </pc:spChg>
        <pc:spChg chg="add mod">
          <ac:chgData name="Thompson, Brielle" userId="f0ea580a-03ee-4a63-bd84-436803179175" providerId="ADAL" clId="{AF01A3C7-D580-48EE-AD66-C1B6C20A138C}" dt="2025-09-12T21:00:27.578" v="9269" actId="1076"/>
          <ac:spMkLst>
            <pc:docMk/>
            <pc:sldMk cId="478953774" sldId="565"/>
            <ac:spMk id="143" creationId="{1E56DF8F-3FDC-E789-4F46-F7BBFE5EA560}"/>
          </ac:spMkLst>
        </pc:spChg>
        <pc:spChg chg="add mod">
          <ac:chgData name="Thompson, Brielle" userId="f0ea580a-03ee-4a63-bd84-436803179175" providerId="ADAL" clId="{AF01A3C7-D580-48EE-AD66-C1B6C20A138C}" dt="2025-09-12T21:16:08.377" v="9875" actId="1038"/>
          <ac:spMkLst>
            <pc:docMk/>
            <pc:sldMk cId="478953774" sldId="565"/>
            <ac:spMk id="144" creationId="{3474374F-D9D5-413E-B3E7-473FCF4FB447}"/>
          </ac:spMkLst>
        </pc:spChg>
        <pc:spChg chg="add mod">
          <ac:chgData name="Thompson, Brielle" userId="f0ea580a-03ee-4a63-bd84-436803179175" providerId="ADAL" clId="{AF01A3C7-D580-48EE-AD66-C1B6C20A138C}" dt="2025-09-12T21:00:21.324" v="9268" actId="1076"/>
          <ac:spMkLst>
            <pc:docMk/>
            <pc:sldMk cId="478953774" sldId="565"/>
            <ac:spMk id="145" creationId="{CD94C201-9453-4249-81F8-61CBE1E0E63C}"/>
          </ac:spMkLst>
        </pc:spChg>
        <pc:spChg chg="add mod">
          <ac:chgData name="Thompson, Brielle" userId="f0ea580a-03ee-4a63-bd84-436803179175" providerId="ADAL" clId="{AF01A3C7-D580-48EE-AD66-C1B6C20A138C}" dt="2025-09-12T21:02:57.227" v="9389" actId="404"/>
          <ac:spMkLst>
            <pc:docMk/>
            <pc:sldMk cId="478953774" sldId="565"/>
            <ac:spMk id="146" creationId="{CEA8B346-548C-4C5C-EE54-ADAA7433240F}"/>
          </ac:spMkLst>
        </pc:spChg>
        <pc:spChg chg="add mod">
          <ac:chgData name="Thompson, Brielle" userId="f0ea580a-03ee-4a63-bd84-436803179175" providerId="ADAL" clId="{AF01A3C7-D580-48EE-AD66-C1B6C20A138C}" dt="2025-09-12T21:04:04.496" v="9404" actId="1076"/>
          <ac:spMkLst>
            <pc:docMk/>
            <pc:sldMk cId="478953774" sldId="565"/>
            <ac:spMk id="147" creationId="{91648DBD-9E16-BAC0-CA61-95990817D65E}"/>
          </ac:spMkLst>
        </pc:spChg>
        <pc:spChg chg="add mod">
          <ac:chgData name="Thompson, Brielle" userId="f0ea580a-03ee-4a63-bd84-436803179175" providerId="ADAL" clId="{AF01A3C7-D580-48EE-AD66-C1B6C20A138C}" dt="2025-09-12T21:03:07.616" v="9391" actId="1076"/>
          <ac:spMkLst>
            <pc:docMk/>
            <pc:sldMk cId="478953774" sldId="565"/>
            <ac:spMk id="148" creationId="{B4D06A87-4188-7996-0380-E4080DF33CA0}"/>
          </ac:spMkLst>
        </pc:spChg>
        <pc:spChg chg="add mod">
          <ac:chgData name="Thompson, Brielle" userId="f0ea580a-03ee-4a63-bd84-436803179175" providerId="ADAL" clId="{AF01A3C7-D580-48EE-AD66-C1B6C20A138C}" dt="2025-09-12T21:03:07.616" v="9391" actId="1076"/>
          <ac:spMkLst>
            <pc:docMk/>
            <pc:sldMk cId="478953774" sldId="565"/>
            <ac:spMk id="149" creationId="{9AFFA536-546D-217D-9115-7328801CEDBE}"/>
          </ac:spMkLst>
        </pc:spChg>
        <pc:spChg chg="add mod">
          <ac:chgData name="Thompson, Brielle" userId="f0ea580a-03ee-4a63-bd84-436803179175" providerId="ADAL" clId="{AF01A3C7-D580-48EE-AD66-C1B6C20A138C}" dt="2025-09-12T21:16:08.377" v="9875" actId="1038"/>
          <ac:spMkLst>
            <pc:docMk/>
            <pc:sldMk cId="478953774" sldId="565"/>
            <ac:spMk id="150" creationId="{75C63D86-2D0C-1F4D-741A-3B3591345A12}"/>
          </ac:spMkLst>
        </pc:spChg>
        <pc:spChg chg="add mod">
          <ac:chgData name="Thompson, Brielle" userId="f0ea580a-03ee-4a63-bd84-436803179175" providerId="ADAL" clId="{AF01A3C7-D580-48EE-AD66-C1B6C20A138C}" dt="2025-09-12T21:03:11.703" v="9393" actId="1076"/>
          <ac:spMkLst>
            <pc:docMk/>
            <pc:sldMk cId="478953774" sldId="565"/>
            <ac:spMk id="151" creationId="{4BFC758A-D62E-5A78-6FE3-97DA1F43FAFE}"/>
          </ac:spMkLst>
        </pc:spChg>
        <pc:spChg chg="add mod">
          <ac:chgData name="Thompson, Brielle" userId="f0ea580a-03ee-4a63-bd84-436803179175" providerId="ADAL" clId="{AF01A3C7-D580-48EE-AD66-C1B6C20A138C}" dt="2025-09-12T21:22:00.974" v="10562" actId="1076"/>
          <ac:spMkLst>
            <pc:docMk/>
            <pc:sldMk cId="478953774" sldId="565"/>
            <ac:spMk id="163" creationId="{7F4B9320-0402-0DE2-55C3-4769324DA572}"/>
          </ac:spMkLst>
        </pc:spChg>
        <pc:spChg chg="add mod">
          <ac:chgData name="Thompson, Brielle" userId="f0ea580a-03ee-4a63-bd84-436803179175" providerId="ADAL" clId="{AF01A3C7-D580-48EE-AD66-C1B6C20A138C}" dt="2025-09-12T21:22:36.045" v="10568" actId="1076"/>
          <ac:spMkLst>
            <pc:docMk/>
            <pc:sldMk cId="478953774" sldId="565"/>
            <ac:spMk id="169" creationId="{BA4B9B1E-9604-CC5D-14FD-33CAF3FEA5F4}"/>
          </ac:spMkLst>
        </pc:spChg>
        <pc:spChg chg="add mod">
          <ac:chgData name="Thompson, Brielle" userId="f0ea580a-03ee-4a63-bd84-436803179175" providerId="ADAL" clId="{AF01A3C7-D580-48EE-AD66-C1B6C20A138C}" dt="2025-09-12T21:21:14.572" v="10450" actId="27636"/>
          <ac:spMkLst>
            <pc:docMk/>
            <pc:sldMk cId="478953774" sldId="565"/>
            <ac:spMk id="170" creationId="{F590AE25-83D6-A570-AC8C-F99C3637AB5F}"/>
          </ac:spMkLst>
        </pc:spChg>
        <pc:spChg chg="add mod">
          <ac:chgData name="Thompson, Brielle" userId="f0ea580a-03ee-4a63-bd84-436803179175" providerId="ADAL" clId="{AF01A3C7-D580-48EE-AD66-C1B6C20A138C}" dt="2025-09-12T21:21:47.336" v="10555" actId="1076"/>
          <ac:spMkLst>
            <pc:docMk/>
            <pc:sldMk cId="478953774" sldId="565"/>
            <ac:spMk id="171" creationId="{37C1B719-543C-3D1A-28D4-72215D03BC28}"/>
          </ac:spMkLst>
        </pc:spChg>
        <pc:cxnChg chg="add mod">
          <ac:chgData name="Thompson, Brielle" userId="f0ea580a-03ee-4a63-bd84-436803179175" providerId="ADAL" clId="{AF01A3C7-D580-48EE-AD66-C1B6C20A138C}" dt="2025-09-12T21:17:39.765" v="9941" actId="1076"/>
          <ac:cxnSpMkLst>
            <pc:docMk/>
            <pc:sldMk cId="478953774" sldId="565"/>
            <ac:cxnSpMk id="25" creationId="{584F6FD4-0D94-BCE0-CEF6-2A82ED382367}"/>
          </ac:cxnSpMkLst>
        </pc:cxnChg>
        <pc:cxnChg chg="add mod">
          <ac:chgData name="Thompson, Brielle" userId="f0ea580a-03ee-4a63-bd84-436803179175" providerId="ADAL" clId="{AF01A3C7-D580-48EE-AD66-C1B6C20A138C}" dt="2025-09-12T20:59:02.676" v="9229" actId="1038"/>
          <ac:cxnSpMkLst>
            <pc:docMk/>
            <pc:sldMk cId="478953774" sldId="565"/>
            <ac:cxnSpMk id="32" creationId="{5E9EC0ED-781B-75EA-8C4E-E8A040B516CF}"/>
          </ac:cxnSpMkLst>
        </pc:cxnChg>
        <pc:cxnChg chg="add mod">
          <ac:chgData name="Thompson, Brielle" userId="f0ea580a-03ee-4a63-bd84-436803179175" providerId="ADAL" clId="{AF01A3C7-D580-48EE-AD66-C1B6C20A138C}" dt="2025-09-12T20:58:49.897" v="9202" actId="1076"/>
          <ac:cxnSpMkLst>
            <pc:docMk/>
            <pc:sldMk cId="478953774" sldId="565"/>
            <ac:cxnSpMk id="33" creationId="{395A6CEF-D96D-10EB-AF64-6035D89BBFC5}"/>
          </ac:cxnSpMkLst>
        </pc:cxnChg>
        <pc:cxnChg chg="add mod">
          <ac:chgData name="Thompson, Brielle" userId="f0ea580a-03ee-4a63-bd84-436803179175" providerId="ADAL" clId="{AF01A3C7-D580-48EE-AD66-C1B6C20A138C}" dt="2025-09-12T21:17:39.765" v="9941" actId="1076"/>
          <ac:cxnSpMkLst>
            <pc:docMk/>
            <pc:sldMk cId="478953774" sldId="565"/>
            <ac:cxnSpMk id="53" creationId="{7DB4C26C-4031-4825-9F4F-812B89A2B8BE}"/>
          </ac:cxnSpMkLst>
        </pc:cxnChg>
        <pc:cxnChg chg="add mod">
          <ac:chgData name="Thompson, Brielle" userId="f0ea580a-03ee-4a63-bd84-436803179175" providerId="ADAL" clId="{AF01A3C7-D580-48EE-AD66-C1B6C20A138C}" dt="2025-09-12T20:57:14.563" v="9179" actId="208"/>
          <ac:cxnSpMkLst>
            <pc:docMk/>
            <pc:sldMk cId="478953774" sldId="565"/>
            <ac:cxnSpMk id="63" creationId="{31D423E3-7C80-CC2B-A385-E792F2AF87B9}"/>
          </ac:cxnSpMkLst>
        </pc:cxnChg>
        <pc:cxnChg chg="add mod">
          <ac:chgData name="Thompson, Brielle" userId="f0ea580a-03ee-4a63-bd84-436803179175" providerId="ADAL" clId="{AF01A3C7-D580-48EE-AD66-C1B6C20A138C}" dt="2025-09-12T20:57:13.073" v="9178" actId="208"/>
          <ac:cxnSpMkLst>
            <pc:docMk/>
            <pc:sldMk cId="478953774" sldId="565"/>
            <ac:cxnSpMk id="64" creationId="{B2DA08D1-9A17-7BB8-5AA6-0A37FB6E6E5E}"/>
          </ac:cxnSpMkLst>
        </pc:cxnChg>
        <pc:cxnChg chg="add mod">
          <ac:chgData name="Thompson, Brielle" userId="f0ea580a-03ee-4a63-bd84-436803179175" providerId="ADAL" clId="{AF01A3C7-D580-48EE-AD66-C1B6C20A138C}" dt="2025-09-12T21:17:39.765" v="9941" actId="1076"/>
          <ac:cxnSpMkLst>
            <pc:docMk/>
            <pc:sldMk cId="478953774" sldId="565"/>
            <ac:cxnSpMk id="65" creationId="{2E79C33D-86A9-CC4F-4DB9-FDE8EE711328}"/>
          </ac:cxnSpMkLst>
        </pc:cxnChg>
        <pc:cxnChg chg="add mod">
          <ac:chgData name="Thompson, Brielle" userId="f0ea580a-03ee-4a63-bd84-436803179175" providerId="ADAL" clId="{AF01A3C7-D580-48EE-AD66-C1B6C20A138C}" dt="2025-09-12T20:59:02.676" v="9229" actId="1038"/>
          <ac:cxnSpMkLst>
            <pc:docMk/>
            <pc:sldMk cId="478953774" sldId="565"/>
            <ac:cxnSpMk id="70" creationId="{6BD68A19-E76F-33F2-0A0C-F27CE2780B3F}"/>
          </ac:cxnSpMkLst>
        </pc:cxnChg>
        <pc:cxnChg chg="add mod">
          <ac:chgData name="Thompson, Brielle" userId="f0ea580a-03ee-4a63-bd84-436803179175" providerId="ADAL" clId="{AF01A3C7-D580-48EE-AD66-C1B6C20A138C}" dt="2025-09-12T20:57:58.637" v="9197" actId="208"/>
          <ac:cxnSpMkLst>
            <pc:docMk/>
            <pc:sldMk cId="478953774" sldId="565"/>
            <ac:cxnSpMk id="71" creationId="{06034159-E625-D0C2-1A9C-E81366CE00E3}"/>
          </ac:cxnSpMkLst>
        </pc:cxnChg>
        <pc:cxnChg chg="add mod">
          <ac:chgData name="Thompson, Brielle" userId="f0ea580a-03ee-4a63-bd84-436803179175" providerId="ADAL" clId="{AF01A3C7-D580-48EE-AD66-C1B6C20A138C}" dt="2025-09-12T21:17:39.765" v="9941" actId="1076"/>
          <ac:cxnSpMkLst>
            <pc:docMk/>
            <pc:sldMk cId="478953774" sldId="565"/>
            <ac:cxnSpMk id="72" creationId="{54D04562-D6EA-B3BC-7774-C1D25FAEF6E0}"/>
          </ac:cxnSpMkLst>
        </pc:cxnChg>
      </pc:sldChg>
      <pc:sldChg chg="addSp delSp modSp add mod modNotesTx">
        <pc:chgData name="Thompson, Brielle" userId="f0ea580a-03ee-4a63-bd84-436803179175" providerId="ADAL" clId="{AF01A3C7-D580-48EE-AD66-C1B6C20A138C}" dt="2025-09-12T21:56:39.176" v="12577" actId="27636"/>
        <pc:sldMkLst>
          <pc:docMk/>
          <pc:sldMk cId="925492406" sldId="566"/>
        </pc:sldMkLst>
        <pc:spChg chg="mod">
          <ac:chgData name="Thompson, Brielle" userId="f0ea580a-03ee-4a63-bd84-436803179175" providerId="ADAL" clId="{AF01A3C7-D580-48EE-AD66-C1B6C20A138C}" dt="2025-09-12T21:54:58.987" v="12524" actId="1076"/>
          <ac:spMkLst>
            <pc:docMk/>
            <pc:sldMk cId="925492406" sldId="566"/>
            <ac:spMk id="2" creationId="{57863E9C-D802-494B-E610-5C8CFCDC9666}"/>
          </ac:spMkLst>
        </pc:spChg>
        <pc:spChg chg="add mod">
          <ac:chgData name="Thompson, Brielle" userId="f0ea580a-03ee-4a63-bd84-436803179175" providerId="ADAL" clId="{AF01A3C7-D580-48EE-AD66-C1B6C20A138C}" dt="2025-09-12T21:56:39.176" v="12577" actId="27636"/>
          <ac:spMkLst>
            <pc:docMk/>
            <pc:sldMk cId="925492406" sldId="566"/>
            <ac:spMk id="6" creationId="{1123BEA7-8581-B9CB-A03C-87F381DE30D2}"/>
          </ac:spMkLst>
        </pc:spChg>
        <pc:spChg chg="add mod">
          <ac:chgData name="Thompson, Brielle" userId="f0ea580a-03ee-4a63-bd84-436803179175" providerId="ADAL" clId="{AF01A3C7-D580-48EE-AD66-C1B6C20A138C}" dt="2025-09-12T21:55:29.770" v="12539" actId="207"/>
          <ac:spMkLst>
            <pc:docMk/>
            <pc:sldMk cId="925492406" sldId="566"/>
            <ac:spMk id="7" creationId="{5D0B0DCF-5DA0-CFAC-2A95-84AE07B36DF6}"/>
          </ac:spMkLst>
        </pc:spChg>
      </pc:sldChg>
      <pc:sldChg chg="addSp delSp modSp add del mod">
        <pc:chgData name="Thompson, Brielle" userId="f0ea580a-03ee-4a63-bd84-436803179175" providerId="ADAL" clId="{AF01A3C7-D580-48EE-AD66-C1B6C20A138C}" dt="2025-09-12T21:30:34.384" v="10626" actId="47"/>
        <pc:sldMkLst>
          <pc:docMk/>
          <pc:sldMk cId="1258024625" sldId="566"/>
        </pc:sldMkLst>
      </pc:sldChg>
      <pc:sldChg chg="add del">
        <pc:chgData name="Thompson, Brielle" userId="f0ea580a-03ee-4a63-bd84-436803179175" providerId="ADAL" clId="{AF01A3C7-D580-48EE-AD66-C1B6C20A138C}" dt="2025-09-08T16:17:05.619" v="930" actId="47"/>
        <pc:sldMkLst>
          <pc:docMk/>
          <pc:sldMk cId="1363777786" sldId="5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D0CED7-92F4-4138-87E8-6B85AC39F7FD}" type="datetimeFigureOut">
              <a:rPr lang="en-US" smtClean="0"/>
              <a:t>10/4/2025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311F2-5776-4B3C-8949-0AB4A691C0EC}" type="slidenum">
              <a:rPr lang="en-US" smtClean="0"/>
              <a:t>‹#›</a:t>
            </a:fld>
            <a:endParaRPr lang="en-US"/>
          </a:p>
        </p:txBody>
      </p:sp>
    </p:spTree>
    <p:extLst>
      <p:ext uri="{BB962C8B-B14F-4D97-AF65-F5344CB8AC3E}">
        <p14:creationId xmlns:p14="http://schemas.microsoft.com/office/powerpoint/2010/main" val="2328009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30 minutes = intro</a:t>
            </a:r>
          </a:p>
          <a:p>
            <a:r>
              <a:rPr lang="en-US" dirty="0"/>
              <a:t>Next 60 = slides</a:t>
            </a:r>
          </a:p>
          <a:p>
            <a:r>
              <a:rPr lang="en-US" dirty="0"/>
              <a:t>Final 30 = activity</a:t>
            </a:r>
          </a:p>
        </p:txBody>
      </p:sp>
      <p:sp>
        <p:nvSpPr>
          <p:cNvPr id="4" name="Slide Number Placeholder 3"/>
          <p:cNvSpPr>
            <a:spLocks noGrp="1"/>
          </p:cNvSpPr>
          <p:nvPr>
            <p:ph type="sldNum" sz="quarter" idx="5"/>
          </p:nvPr>
        </p:nvSpPr>
        <p:spPr/>
        <p:txBody>
          <a:bodyPr/>
          <a:lstStyle/>
          <a:p>
            <a:fld id="{302311F2-5776-4B3C-8949-0AB4A691C0EC}" type="slidenum">
              <a:rPr lang="en-US" smtClean="0"/>
              <a:t>1</a:t>
            </a:fld>
            <a:endParaRPr lang="en-US"/>
          </a:p>
        </p:txBody>
      </p:sp>
    </p:spTree>
    <p:extLst>
      <p:ext uri="{BB962C8B-B14F-4D97-AF65-F5344CB8AC3E}">
        <p14:creationId xmlns:p14="http://schemas.microsoft.com/office/powerpoint/2010/main" val="271189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3</a:t>
            </a:fld>
            <a:endParaRPr lang="en-US"/>
          </a:p>
        </p:txBody>
      </p:sp>
    </p:spTree>
    <p:extLst>
      <p:ext uri="{BB962C8B-B14F-4D97-AF65-F5344CB8AC3E}">
        <p14:creationId xmlns:p14="http://schemas.microsoft.com/office/powerpoint/2010/main" val="2733640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spcBef>
                <a:spcPts val="0"/>
              </a:spcBef>
              <a:spcAft>
                <a:spcPts val="0"/>
              </a:spcAft>
              <a:buNone/>
            </a:pPr>
            <a:r>
              <a:rPr lang="en-US" sz="1200" b="0" i="0" u="none" strike="noStrike" cap="none" dirty="0">
                <a:solidFill>
                  <a:schemeClr val="dk1"/>
                </a:solidFill>
                <a:latin typeface="Calibri"/>
                <a:ea typeface="Calibri"/>
                <a:cs typeface="Calibri"/>
                <a:sym typeface="Calibri"/>
              </a:rPr>
              <a:t>Be sure participants know that their risk attitude will affect many decisions, but as public agency employees they need to acknowledge and account for public attitudes about the risks associated with our decisions.</a:t>
            </a:r>
            <a:endParaRPr lang="en-US" dirty="0"/>
          </a:p>
          <a:p>
            <a:pPr marL="0" marR="0" lvl="0" indent="0" algn="l" rtl="0">
              <a:spcBef>
                <a:spcPts val="0"/>
              </a:spcBef>
              <a:spcAft>
                <a:spcPts val="0"/>
              </a:spcAft>
              <a:buNone/>
            </a:pPr>
            <a:endParaRPr lang="en-US" sz="1200" b="0" i="0" u="none" strike="noStrike" cap="none"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200" b="0" i="0" u="none" strike="noStrike" cap="none" dirty="0">
                <a:solidFill>
                  <a:schemeClr val="dk1"/>
                </a:solidFill>
                <a:latin typeface="Calibri"/>
                <a:ea typeface="Calibri"/>
                <a:cs typeface="Calibri"/>
                <a:sym typeface="Calibri"/>
              </a:rPr>
              <a:t>p&lt;0.05 - a significance level that reflects the history of statistics NOT a critical appraisal of how we actually feel about risk. P-value relates to Type I error, which historically was referred to as “producer’s error” in quality control testing.  In contrast, Type II error was referred to as “consumer’s error”.  A similar analogy in a contaminants regulatory setting can view Type I error as “polluter’s error” and Type II error as “the environment’s error”.  Thus, the p-value should reflect the risk attitude specific to the decision context.</a:t>
            </a:r>
          </a:p>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6</a:t>
            </a:fld>
            <a:endParaRPr lang="en-US"/>
          </a:p>
        </p:txBody>
      </p:sp>
    </p:spTree>
    <p:extLst>
      <p:ext uri="{BB962C8B-B14F-4D97-AF65-F5344CB8AC3E}">
        <p14:creationId xmlns:p14="http://schemas.microsoft.com/office/powerpoint/2010/main" val="3191940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3F88F-B878-494B-64B9-F44F56C36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F65F4-22B9-ECDB-33BA-6066D2109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FA27E-7F48-2118-F405-E9058497EA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D9EBD-25D8-D477-3EAE-626B051A87A1}"/>
              </a:ext>
            </a:extLst>
          </p:cNvPr>
          <p:cNvSpPr>
            <a:spLocks noGrp="1"/>
          </p:cNvSpPr>
          <p:nvPr>
            <p:ph type="sldNum" sz="quarter" idx="5"/>
          </p:nvPr>
        </p:nvSpPr>
        <p:spPr/>
        <p:txBody>
          <a:bodyPr/>
          <a:lstStyle/>
          <a:p>
            <a:fld id="{302311F2-5776-4B3C-8949-0AB4A691C0EC}" type="slidenum">
              <a:rPr lang="en-US" smtClean="0"/>
              <a:t>7</a:t>
            </a:fld>
            <a:endParaRPr lang="en-US"/>
          </a:p>
        </p:txBody>
      </p:sp>
    </p:spTree>
    <p:extLst>
      <p:ext uri="{BB962C8B-B14F-4D97-AF65-F5344CB8AC3E}">
        <p14:creationId xmlns:p14="http://schemas.microsoft.com/office/powerpoint/2010/main" val="27157825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6D9E1-96A7-A032-617D-8C4001C5F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9CE29-CEC3-06E5-1FBF-EDE12A574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D0661-A0E4-0050-33BC-1038AFEACF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B09F86-E8A1-EA2E-0871-19A1CCE2A84C}"/>
              </a:ext>
            </a:extLst>
          </p:cNvPr>
          <p:cNvSpPr>
            <a:spLocks noGrp="1"/>
          </p:cNvSpPr>
          <p:nvPr>
            <p:ph type="sldNum" sz="quarter" idx="5"/>
          </p:nvPr>
        </p:nvSpPr>
        <p:spPr/>
        <p:txBody>
          <a:bodyPr/>
          <a:lstStyle/>
          <a:p>
            <a:fld id="{302311F2-5776-4B3C-8949-0AB4A691C0EC}" type="slidenum">
              <a:rPr lang="en-US" smtClean="0"/>
              <a:t>8</a:t>
            </a:fld>
            <a:endParaRPr lang="en-US"/>
          </a:p>
        </p:txBody>
      </p:sp>
    </p:spTree>
    <p:extLst>
      <p:ext uri="{BB962C8B-B14F-4D97-AF65-F5344CB8AC3E}">
        <p14:creationId xmlns:p14="http://schemas.microsoft.com/office/powerpoint/2010/main" val="268198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BB57C-1057-F9DE-6414-FB7B1441E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539CA-C514-81EC-699A-6957B18F1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F0A93-74AA-F1E2-C306-4C28E0364E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964FBC-19E1-E151-2D42-4E229C5B59F0}"/>
              </a:ext>
            </a:extLst>
          </p:cNvPr>
          <p:cNvSpPr>
            <a:spLocks noGrp="1"/>
          </p:cNvSpPr>
          <p:nvPr>
            <p:ph type="sldNum" sz="quarter" idx="5"/>
          </p:nvPr>
        </p:nvSpPr>
        <p:spPr/>
        <p:txBody>
          <a:bodyPr/>
          <a:lstStyle/>
          <a:p>
            <a:fld id="{302311F2-5776-4B3C-8949-0AB4A691C0EC}" type="slidenum">
              <a:rPr lang="en-US" smtClean="0"/>
              <a:t>9</a:t>
            </a:fld>
            <a:endParaRPr lang="en-US"/>
          </a:p>
        </p:txBody>
      </p:sp>
    </p:spTree>
    <p:extLst>
      <p:ext uri="{BB962C8B-B14F-4D97-AF65-F5344CB8AC3E}">
        <p14:creationId xmlns:p14="http://schemas.microsoft.com/office/powerpoint/2010/main" val="917096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10</a:t>
            </a:fld>
            <a:endParaRPr lang="en-US"/>
          </a:p>
        </p:txBody>
      </p:sp>
    </p:spTree>
    <p:extLst>
      <p:ext uri="{BB962C8B-B14F-4D97-AF65-F5344CB8AC3E}">
        <p14:creationId xmlns:p14="http://schemas.microsoft.com/office/powerpoint/2010/main" val="2389077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93F05-66C0-4D40-8394-FAF4AD062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59D69-AC04-DE87-13CA-CAB9533AF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73338-69BE-DE74-DFCE-7F2A464808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3A7259-3249-64BC-06CE-0F129C2176D4}"/>
              </a:ext>
            </a:extLst>
          </p:cNvPr>
          <p:cNvSpPr>
            <a:spLocks noGrp="1"/>
          </p:cNvSpPr>
          <p:nvPr>
            <p:ph type="sldNum" sz="quarter" idx="5"/>
          </p:nvPr>
        </p:nvSpPr>
        <p:spPr/>
        <p:txBody>
          <a:bodyPr/>
          <a:lstStyle/>
          <a:p>
            <a:fld id="{302311F2-5776-4B3C-8949-0AB4A691C0EC}" type="slidenum">
              <a:rPr lang="en-US" smtClean="0"/>
              <a:t>11</a:t>
            </a:fld>
            <a:endParaRPr lang="en-US"/>
          </a:p>
        </p:txBody>
      </p:sp>
    </p:spTree>
    <p:extLst>
      <p:ext uri="{BB962C8B-B14F-4D97-AF65-F5344CB8AC3E}">
        <p14:creationId xmlns:p14="http://schemas.microsoft.com/office/powerpoint/2010/main" val="13318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01488-655B-E034-6751-E358E1E73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85D42-24C9-E1DE-7651-2FEE7F9D1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C6C18-165A-C9FA-4470-B568B7B59F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29CFD3-30FB-3BC1-C4FA-211B35C9B993}"/>
              </a:ext>
            </a:extLst>
          </p:cNvPr>
          <p:cNvSpPr>
            <a:spLocks noGrp="1"/>
          </p:cNvSpPr>
          <p:nvPr>
            <p:ph type="sldNum" sz="quarter" idx="5"/>
          </p:nvPr>
        </p:nvSpPr>
        <p:spPr/>
        <p:txBody>
          <a:bodyPr/>
          <a:lstStyle/>
          <a:p>
            <a:fld id="{302311F2-5776-4B3C-8949-0AB4A691C0EC}" type="slidenum">
              <a:rPr lang="en-US" smtClean="0"/>
              <a:t>12</a:t>
            </a:fld>
            <a:endParaRPr lang="en-US"/>
          </a:p>
        </p:txBody>
      </p:sp>
    </p:spTree>
    <p:extLst>
      <p:ext uri="{BB962C8B-B14F-4D97-AF65-F5344CB8AC3E}">
        <p14:creationId xmlns:p14="http://schemas.microsoft.com/office/powerpoint/2010/main" val="305743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1F9D-6DE5-6D5A-3FAE-15A700CB3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BA42D-8C2C-1F6F-A79C-C687504BA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DEDCF-EC82-A4A6-B0B0-E0B39AA1CC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845964-CA2E-1CEF-8312-58B69AA19A70}"/>
              </a:ext>
            </a:extLst>
          </p:cNvPr>
          <p:cNvSpPr>
            <a:spLocks noGrp="1"/>
          </p:cNvSpPr>
          <p:nvPr>
            <p:ph type="sldNum" sz="quarter" idx="5"/>
          </p:nvPr>
        </p:nvSpPr>
        <p:spPr/>
        <p:txBody>
          <a:bodyPr/>
          <a:lstStyle/>
          <a:p>
            <a:fld id="{302311F2-5776-4B3C-8949-0AB4A691C0EC}" type="slidenum">
              <a:rPr lang="en-US" smtClean="0"/>
              <a:t>13</a:t>
            </a:fld>
            <a:endParaRPr lang="en-US"/>
          </a:p>
        </p:txBody>
      </p:sp>
    </p:spTree>
    <p:extLst>
      <p:ext uri="{BB962C8B-B14F-4D97-AF65-F5344CB8AC3E}">
        <p14:creationId xmlns:p14="http://schemas.microsoft.com/office/powerpoint/2010/main" val="16142379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15</a:t>
            </a:fld>
            <a:endParaRPr lang="en-US"/>
          </a:p>
        </p:txBody>
      </p:sp>
    </p:spTree>
    <p:extLst>
      <p:ext uri="{BB962C8B-B14F-4D97-AF65-F5344CB8AC3E}">
        <p14:creationId xmlns:p14="http://schemas.microsoft.com/office/powerpoint/2010/main" val="3923371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17</a:t>
            </a:fld>
            <a:endParaRPr lang="en-US"/>
          </a:p>
        </p:txBody>
      </p:sp>
    </p:spTree>
    <p:extLst>
      <p:ext uri="{BB962C8B-B14F-4D97-AF65-F5344CB8AC3E}">
        <p14:creationId xmlns:p14="http://schemas.microsoft.com/office/powerpoint/2010/main" val="2207473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have expected value. So that helps identify the alternative that performs best on average which is used for a risk-neutral decision maker. </a:t>
            </a:r>
          </a:p>
          <a:p>
            <a:endParaRPr lang="en-US" dirty="0"/>
          </a:p>
          <a:p>
            <a:r>
              <a:rPr lang="en-US" dirty="0"/>
              <a:t>To understand this criteria lets think about a decision we might be familiar with. Say we want to choose a driving route from </a:t>
            </a:r>
            <a:r>
              <a:rPr lang="en-US" dirty="0" err="1"/>
              <a:t>st.</a:t>
            </a:r>
            <a:r>
              <a:rPr lang="en-US" dirty="0"/>
              <a:t> louis to Columbia. On average taking 70 might be the best route on average. So that would be the expected value choice. </a:t>
            </a:r>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what if we are risk averse. So our second criteria is called mini-max which selects the alternative that minimizes the wors possible outcome. And using the driving example, that would be choosing a route that avoids 70 –because of the risk for gameday traffic, accidents, or  construction. </a:t>
            </a:r>
          </a:p>
          <a:p>
            <a:endParaRPr lang="en-US" b="1" dirty="0"/>
          </a:p>
        </p:txBody>
      </p:sp>
      <p:sp>
        <p:nvSpPr>
          <p:cNvPr id="4" name="Slide Number Placeholder 3"/>
          <p:cNvSpPr>
            <a:spLocks noGrp="1"/>
          </p:cNvSpPr>
          <p:nvPr>
            <p:ph type="sldNum" sz="quarter" idx="5"/>
          </p:nvPr>
        </p:nvSpPr>
        <p:spPr/>
        <p:txBody>
          <a:bodyPr/>
          <a:lstStyle/>
          <a:p>
            <a:fld id="{302311F2-5776-4B3C-8949-0AB4A691C0EC}" type="slidenum">
              <a:rPr lang="en-US" smtClean="0"/>
              <a:t>32</a:t>
            </a:fld>
            <a:endParaRPr lang="en-US"/>
          </a:p>
        </p:txBody>
      </p:sp>
    </p:spTree>
    <p:extLst>
      <p:ext uri="{BB962C8B-B14F-4D97-AF65-F5344CB8AC3E}">
        <p14:creationId xmlns:p14="http://schemas.microsoft.com/office/powerpoint/2010/main" val="2626867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33</a:t>
            </a:fld>
            <a:endParaRPr lang="en-US"/>
          </a:p>
        </p:txBody>
      </p:sp>
    </p:spTree>
    <p:extLst>
      <p:ext uri="{BB962C8B-B14F-4D97-AF65-F5344CB8AC3E}">
        <p14:creationId xmlns:p14="http://schemas.microsoft.com/office/powerpoint/2010/main" val="2356404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34</a:t>
            </a:fld>
            <a:endParaRPr lang="en-US"/>
          </a:p>
        </p:txBody>
      </p:sp>
    </p:spTree>
    <p:extLst>
      <p:ext uri="{BB962C8B-B14F-4D97-AF65-F5344CB8AC3E}">
        <p14:creationId xmlns:p14="http://schemas.microsoft.com/office/powerpoint/2010/main" val="1465572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4E899-5D56-1352-7844-09A068A9FB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0E9E1-A754-71FD-59DA-DD5D26E90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016AF-A94D-996A-66E0-065A875633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EDD3D4-0847-27ED-EC64-8576B85188B1}"/>
              </a:ext>
            </a:extLst>
          </p:cNvPr>
          <p:cNvSpPr>
            <a:spLocks noGrp="1"/>
          </p:cNvSpPr>
          <p:nvPr>
            <p:ph type="sldNum" sz="quarter" idx="5"/>
          </p:nvPr>
        </p:nvSpPr>
        <p:spPr/>
        <p:txBody>
          <a:bodyPr/>
          <a:lstStyle/>
          <a:p>
            <a:fld id="{302311F2-5776-4B3C-8949-0AB4A691C0EC}" type="slidenum">
              <a:rPr lang="en-US" smtClean="0"/>
              <a:t>35</a:t>
            </a:fld>
            <a:endParaRPr lang="en-US"/>
          </a:p>
        </p:txBody>
      </p:sp>
    </p:spTree>
    <p:extLst>
      <p:ext uri="{BB962C8B-B14F-4D97-AF65-F5344CB8AC3E}">
        <p14:creationId xmlns:p14="http://schemas.microsoft.com/office/powerpoint/2010/main" val="9731842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38</a:t>
            </a:fld>
            <a:endParaRPr lang="en-US"/>
          </a:p>
        </p:txBody>
      </p:sp>
    </p:spTree>
    <p:extLst>
      <p:ext uri="{BB962C8B-B14F-4D97-AF65-F5344CB8AC3E}">
        <p14:creationId xmlns:p14="http://schemas.microsoft.com/office/powerpoint/2010/main" val="1157335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42</a:t>
            </a:fld>
            <a:endParaRPr lang="en-US"/>
          </a:p>
        </p:txBody>
      </p:sp>
    </p:spTree>
    <p:extLst>
      <p:ext uri="{BB962C8B-B14F-4D97-AF65-F5344CB8AC3E}">
        <p14:creationId xmlns:p14="http://schemas.microsoft.com/office/powerpoint/2010/main" val="2250865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44</a:t>
            </a:fld>
            <a:endParaRPr lang="en-US"/>
          </a:p>
        </p:txBody>
      </p:sp>
    </p:spTree>
    <p:extLst>
      <p:ext uri="{BB962C8B-B14F-4D97-AF65-F5344CB8AC3E}">
        <p14:creationId xmlns:p14="http://schemas.microsoft.com/office/powerpoint/2010/main" val="7344825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45</a:t>
            </a:fld>
            <a:endParaRPr lang="en-US"/>
          </a:p>
        </p:txBody>
      </p:sp>
    </p:spTree>
    <p:extLst>
      <p:ext uri="{BB962C8B-B14F-4D97-AF65-F5344CB8AC3E}">
        <p14:creationId xmlns:p14="http://schemas.microsoft.com/office/powerpoint/2010/main" val="33450586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48</a:t>
            </a:fld>
            <a:endParaRPr lang="en-US"/>
          </a:p>
        </p:txBody>
      </p:sp>
    </p:spTree>
    <p:extLst>
      <p:ext uri="{BB962C8B-B14F-4D97-AF65-F5344CB8AC3E}">
        <p14:creationId xmlns:p14="http://schemas.microsoft.com/office/powerpoint/2010/main" val="14537106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49</a:t>
            </a:fld>
            <a:endParaRPr lang="en-US"/>
          </a:p>
        </p:txBody>
      </p:sp>
    </p:spTree>
    <p:extLst>
      <p:ext uri="{BB962C8B-B14F-4D97-AF65-F5344CB8AC3E}">
        <p14:creationId xmlns:p14="http://schemas.microsoft.com/office/powerpoint/2010/main" val="16263674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50</a:t>
            </a:fld>
            <a:endParaRPr lang="en-US"/>
          </a:p>
        </p:txBody>
      </p:sp>
    </p:spTree>
    <p:extLst>
      <p:ext uri="{BB962C8B-B14F-4D97-AF65-F5344CB8AC3E}">
        <p14:creationId xmlns:p14="http://schemas.microsoft.com/office/powerpoint/2010/main" val="36477996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Objective:</a:t>
            </a:r>
          </a:p>
          <a:p>
            <a:r>
              <a:rPr lang="en-US" sz="1200" b="0" i="0" kern="1200" dirty="0">
                <a:solidFill>
                  <a:schemeClr val="tx1"/>
                </a:solidFill>
                <a:effectLst/>
                <a:latin typeface="+mn-lt"/>
                <a:ea typeface="+mn-ea"/>
                <a:cs typeface="+mn-cs"/>
              </a:rPr>
              <a:t>Help students understand how different risk attitudes (neutral, averse, seeking) influence decision-making in conservation scenarios with uncertain outcomes.</a:t>
            </a:r>
          </a:p>
          <a:p>
            <a:r>
              <a:rPr lang="en-US" sz="1200" b="1" i="0" kern="1200" dirty="0">
                <a:solidFill>
                  <a:schemeClr val="tx1"/>
                </a:solidFill>
                <a:effectLst/>
                <a:latin typeface="+mn-lt"/>
                <a:ea typeface="+mn-ea"/>
                <a:cs typeface="+mn-cs"/>
              </a:rPr>
              <a:t>Scenario Recap:</a:t>
            </a:r>
          </a:p>
          <a:p>
            <a:r>
              <a:rPr lang="en-US" sz="1200" b="0" i="0" kern="1200" dirty="0">
                <a:solidFill>
                  <a:schemeClr val="tx1"/>
                </a:solidFill>
                <a:effectLst/>
                <a:latin typeface="+mn-lt"/>
                <a:ea typeface="+mn-ea"/>
                <a:cs typeface="+mn-cs"/>
              </a:rPr>
              <a:t>Students are choosing between </a:t>
            </a:r>
            <a:r>
              <a:rPr lang="en-US" sz="1200" b="1" i="0" kern="1200" dirty="0">
                <a:solidFill>
                  <a:schemeClr val="tx1"/>
                </a:solidFill>
                <a:effectLst/>
                <a:latin typeface="+mn-lt"/>
                <a:ea typeface="+mn-ea"/>
                <a:cs typeface="+mn-cs"/>
              </a:rPr>
              <a:t>three invasive carp removal strategies</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Strategy A</a:t>
            </a:r>
            <a:r>
              <a:rPr lang="en-US" sz="1200" b="0" i="0" kern="1200" dirty="0">
                <a:solidFill>
                  <a:schemeClr val="tx1"/>
                </a:solidFill>
                <a:effectLst/>
                <a:latin typeface="+mn-lt"/>
                <a:ea typeface="+mn-ea"/>
                <a:cs typeface="+mn-cs"/>
              </a:rPr>
              <a:t>: Best </a:t>
            </a:r>
            <a:r>
              <a:rPr lang="en-US" sz="1200" b="1" i="0" kern="1200" dirty="0">
                <a:solidFill>
                  <a:schemeClr val="tx1"/>
                </a:solidFill>
                <a:effectLst/>
                <a:latin typeface="+mn-lt"/>
                <a:ea typeface="+mn-ea"/>
                <a:cs typeface="+mn-cs"/>
              </a:rPr>
              <a:t>mini-max</a:t>
            </a:r>
            <a:r>
              <a:rPr lang="en-US" sz="1200" b="0" i="0" kern="1200" dirty="0">
                <a:solidFill>
                  <a:schemeClr val="tx1"/>
                </a:solidFill>
                <a:effectLst/>
                <a:latin typeface="+mn-lt"/>
                <a:ea typeface="+mn-ea"/>
                <a:cs typeface="+mn-cs"/>
              </a:rPr>
              <a:t> (risk-averse)</a:t>
            </a:r>
          </a:p>
          <a:p>
            <a:r>
              <a:rPr lang="en-US" sz="1200" b="1" i="0" kern="1200" dirty="0">
                <a:solidFill>
                  <a:schemeClr val="tx1"/>
                </a:solidFill>
                <a:effectLst/>
                <a:latin typeface="+mn-lt"/>
                <a:ea typeface="+mn-ea"/>
                <a:cs typeface="+mn-cs"/>
              </a:rPr>
              <a:t>Strategy B</a:t>
            </a:r>
            <a:r>
              <a:rPr lang="en-US" sz="1200" b="0" i="0" kern="1200" dirty="0">
                <a:solidFill>
                  <a:schemeClr val="tx1"/>
                </a:solidFill>
                <a:effectLst/>
                <a:latin typeface="+mn-lt"/>
                <a:ea typeface="+mn-ea"/>
                <a:cs typeface="+mn-cs"/>
              </a:rPr>
              <a:t>: Best </a:t>
            </a:r>
            <a:r>
              <a:rPr lang="en-US" sz="1200" b="1" i="0" kern="1200" dirty="0">
                <a:solidFill>
                  <a:schemeClr val="tx1"/>
                </a:solidFill>
                <a:effectLst/>
                <a:latin typeface="+mn-lt"/>
                <a:ea typeface="+mn-ea"/>
                <a:cs typeface="+mn-cs"/>
              </a:rPr>
              <a:t>expected value</a:t>
            </a:r>
            <a:r>
              <a:rPr lang="en-US" sz="1200" b="0" i="0" kern="1200" dirty="0">
                <a:solidFill>
                  <a:schemeClr val="tx1"/>
                </a:solidFill>
                <a:effectLst/>
                <a:latin typeface="+mn-lt"/>
                <a:ea typeface="+mn-ea"/>
                <a:cs typeface="+mn-cs"/>
              </a:rPr>
              <a:t> (risk-neutral)</a:t>
            </a:r>
          </a:p>
          <a:p>
            <a:r>
              <a:rPr lang="en-US" sz="1200" b="1" i="0" kern="1200" dirty="0">
                <a:solidFill>
                  <a:schemeClr val="tx1"/>
                </a:solidFill>
                <a:effectLst/>
                <a:latin typeface="+mn-lt"/>
                <a:ea typeface="+mn-ea"/>
                <a:cs typeface="+mn-cs"/>
              </a:rPr>
              <a:t>Strategy C</a:t>
            </a:r>
            <a:r>
              <a:rPr lang="en-US" sz="1200" b="0" i="0" kern="1200" dirty="0">
                <a:solidFill>
                  <a:schemeClr val="tx1"/>
                </a:solidFill>
                <a:effectLst/>
                <a:latin typeface="+mn-lt"/>
                <a:ea typeface="+mn-ea"/>
                <a:cs typeface="+mn-cs"/>
              </a:rPr>
              <a:t>: Best for </a:t>
            </a:r>
            <a:r>
              <a:rPr lang="en-US" sz="1200" b="1" i="0" kern="1200" dirty="0">
                <a:solidFill>
                  <a:schemeClr val="tx1"/>
                </a:solidFill>
                <a:effectLst/>
                <a:latin typeface="+mn-lt"/>
                <a:ea typeface="+mn-ea"/>
                <a:cs typeface="+mn-cs"/>
              </a:rPr>
              <a:t>risk-seeking</a:t>
            </a:r>
            <a:r>
              <a:rPr lang="en-US" sz="1200" b="0" i="0" kern="1200" dirty="0">
                <a:solidFill>
                  <a:schemeClr val="tx1"/>
                </a:solidFill>
                <a:effectLst/>
                <a:latin typeface="+mn-lt"/>
                <a:ea typeface="+mn-ea"/>
                <a:cs typeface="+mn-cs"/>
              </a:rPr>
              <a:t> (highest potential gain but also highest risk)</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Group Setup:</a:t>
            </a:r>
          </a:p>
          <a:p>
            <a:r>
              <a:rPr lang="en-US" sz="1200" b="1" i="0" kern="1200" dirty="0">
                <a:solidFill>
                  <a:schemeClr val="tx1"/>
                </a:solidFill>
                <a:effectLst/>
                <a:latin typeface="+mn-lt"/>
                <a:ea typeface="+mn-ea"/>
                <a:cs typeface="+mn-cs"/>
              </a:rPr>
              <a:t>Group 1</a:t>
            </a:r>
            <a:r>
              <a:rPr lang="en-US" sz="1200" b="0" i="0" kern="1200" dirty="0">
                <a:solidFill>
                  <a:schemeClr val="tx1"/>
                </a:solidFill>
                <a:effectLst/>
                <a:latin typeface="+mn-lt"/>
                <a:ea typeface="+mn-ea"/>
                <a:cs typeface="+mn-cs"/>
              </a:rPr>
              <a:t>: Risk-neutral decision makers</a:t>
            </a:r>
          </a:p>
          <a:p>
            <a:r>
              <a:rPr lang="en-US" sz="1200" b="1" i="0" kern="1200" dirty="0">
                <a:solidFill>
                  <a:schemeClr val="tx1"/>
                </a:solidFill>
                <a:effectLst/>
                <a:latin typeface="+mn-lt"/>
                <a:ea typeface="+mn-ea"/>
                <a:cs typeface="+mn-cs"/>
              </a:rPr>
              <a:t>Group 2</a:t>
            </a:r>
            <a:r>
              <a:rPr lang="en-US" sz="1200" b="0" i="0" kern="1200" dirty="0">
                <a:solidFill>
                  <a:schemeClr val="tx1"/>
                </a:solidFill>
                <a:effectLst/>
                <a:latin typeface="+mn-lt"/>
                <a:ea typeface="+mn-ea"/>
                <a:cs typeface="+mn-cs"/>
              </a:rPr>
              <a:t>: Risk-averse decision makers</a:t>
            </a:r>
          </a:p>
          <a:p>
            <a:r>
              <a:rPr lang="en-US" sz="1200" b="1" i="0" kern="1200" dirty="0">
                <a:solidFill>
                  <a:schemeClr val="tx1"/>
                </a:solidFill>
                <a:effectLst/>
                <a:latin typeface="+mn-lt"/>
                <a:ea typeface="+mn-ea"/>
                <a:cs typeface="+mn-cs"/>
              </a:rPr>
              <a:t>Group 3</a:t>
            </a:r>
            <a:r>
              <a:rPr lang="en-US" sz="1200" b="0" i="0" kern="1200" dirty="0">
                <a:solidFill>
                  <a:schemeClr val="tx1"/>
                </a:solidFill>
                <a:effectLst/>
                <a:latin typeface="+mn-lt"/>
                <a:ea typeface="+mn-ea"/>
                <a:cs typeface="+mn-cs"/>
              </a:rPr>
              <a:t>: Risk-seeking decision makers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Each group will:</a:t>
            </a:r>
          </a:p>
          <a:p>
            <a:r>
              <a:rPr lang="en-US" sz="1200" b="0" i="0" kern="1200" dirty="0">
                <a:solidFill>
                  <a:schemeClr val="tx1"/>
                </a:solidFill>
                <a:effectLst/>
                <a:latin typeface="+mn-lt"/>
                <a:ea typeface="+mn-ea"/>
                <a:cs typeface="+mn-cs"/>
              </a:rPr>
              <a:t>Review the strategy outcomes and probabilities</a:t>
            </a:r>
          </a:p>
          <a:p>
            <a:r>
              <a:rPr lang="en-US" sz="1200" b="0" i="0" kern="1200" dirty="0">
                <a:solidFill>
                  <a:schemeClr val="tx1"/>
                </a:solidFill>
                <a:effectLst/>
                <a:latin typeface="+mn-lt"/>
                <a:ea typeface="+mn-ea"/>
                <a:cs typeface="+mn-cs"/>
              </a:rPr>
              <a:t>Prepare arguments for why their strategy is best</a:t>
            </a:r>
          </a:p>
          <a:p>
            <a:r>
              <a:rPr lang="en-US" sz="1200" b="0" i="0" kern="1200" dirty="0">
                <a:solidFill>
                  <a:schemeClr val="tx1"/>
                </a:solidFill>
                <a:effectLst/>
                <a:latin typeface="+mn-lt"/>
                <a:ea typeface="+mn-ea"/>
                <a:cs typeface="+mn-cs"/>
              </a:rPr>
              <a:t>Consider ecological, social, and policy implications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Instructions:</a:t>
            </a:r>
          </a:p>
          <a:p>
            <a:r>
              <a:rPr lang="en-US" sz="1200" b="1" i="0" kern="1200" dirty="0">
                <a:solidFill>
                  <a:schemeClr val="tx1"/>
                </a:solidFill>
                <a:effectLst/>
                <a:latin typeface="+mn-lt"/>
                <a:ea typeface="+mn-ea"/>
                <a:cs typeface="+mn-cs"/>
              </a:rPr>
              <a:t>Prep Time (5–10 minutes):</a:t>
            </a:r>
          </a:p>
          <a:p>
            <a:r>
              <a:rPr lang="en-US" sz="1200" b="0" i="0" kern="1200" dirty="0">
                <a:solidFill>
                  <a:schemeClr val="tx1"/>
                </a:solidFill>
                <a:effectLst/>
                <a:latin typeface="+mn-lt"/>
                <a:ea typeface="+mn-ea"/>
                <a:cs typeface="+mn-cs"/>
              </a:rPr>
              <a:t>Each group discusses:</a:t>
            </a:r>
          </a:p>
          <a:p>
            <a:r>
              <a:rPr lang="en-US" sz="1200" b="0" i="0" kern="1200" dirty="0">
                <a:solidFill>
                  <a:schemeClr val="tx1"/>
                </a:solidFill>
                <a:effectLst/>
                <a:latin typeface="+mn-lt"/>
                <a:ea typeface="+mn-ea"/>
                <a:cs typeface="+mn-cs"/>
              </a:rPr>
              <a:t>Why their strategy is optimal for their risk attitude</a:t>
            </a:r>
          </a:p>
          <a:p>
            <a:r>
              <a:rPr lang="en-US" sz="1200" b="0" i="0" kern="1200" dirty="0">
                <a:solidFill>
                  <a:schemeClr val="tx1"/>
                </a:solidFill>
                <a:effectLst/>
                <a:latin typeface="+mn-lt"/>
                <a:ea typeface="+mn-ea"/>
                <a:cs typeface="+mn-cs"/>
              </a:rPr>
              <a:t>How their approach aligns with conservation goals</a:t>
            </a:r>
          </a:p>
          <a:p>
            <a:r>
              <a:rPr lang="en-US" sz="1200" b="0" i="0" kern="1200" dirty="0">
                <a:solidFill>
                  <a:schemeClr val="tx1"/>
                </a:solidFill>
                <a:effectLst/>
                <a:latin typeface="+mn-lt"/>
                <a:ea typeface="+mn-ea"/>
                <a:cs typeface="+mn-cs"/>
              </a:rPr>
              <a:t>What trade-offs they are willing to accept</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Round 1 – Initial Arguments:</a:t>
            </a:r>
          </a:p>
          <a:p>
            <a:r>
              <a:rPr lang="en-US" sz="1200" b="0" i="0" kern="1200" dirty="0">
                <a:solidFill>
                  <a:schemeClr val="tx1"/>
                </a:solidFill>
                <a:effectLst/>
                <a:latin typeface="+mn-lt"/>
                <a:ea typeface="+mn-ea"/>
                <a:cs typeface="+mn-cs"/>
              </a:rPr>
              <a:t>One spokesperson per group presents their case (2 minutes each)</a:t>
            </a:r>
          </a:p>
          <a:p>
            <a:r>
              <a:rPr lang="en-US" sz="1200" b="0" i="0" kern="1200" dirty="0">
                <a:solidFill>
                  <a:schemeClr val="tx1"/>
                </a:solidFill>
                <a:effectLst/>
                <a:latin typeface="+mn-lt"/>
                <a:ea typeface="+mn-ea"/>
                <a:cs typeface="+mn-cs"/>
              </a:rPr>
              <a:t>Focus on logic, ecological outcomes, and alignment with stakeholder values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Round 2 – Rebuttals:</a:t>
            </a:r>
          </a:p>
          <a:p>
            <a:r>
              <a:rPr lang="en-US" sz="1200" b="0" i="0" kern="1200" dirty="0">
                <a:solidFill>
                  <a:schemeClr val="tx1"/>
                </a:solidFill>
                <a:effectLst/>
                <a:latin typeface="+mn-lt"/>
                <a:ea typeface="+mn-ea"/>
                <a:cs typeface="+mn-cs"/>
              </a:rPr>
              <a:t>A different spokesperson responds to the other groups</a:t>
            </a:r>
          </a:p>
          <a:p>
            <a:r>
              <a:rPr lang="en-US" sz="1200" b="0" i="0" kern="1200" dirty="0">
                <a:solidFill>
                  <a:schemeClr val="tx1"/>
                </a:solidFill>
                <a:effectLst/>
                <a:latin typeface="+mn-lt"/>
                <a:ea typeface="+mn-ea"/>
                <a:cs typeface="+mn-cs"/>
              </a:rPr>
              <a:t>Challenge assumptions, highlight weaknesses, or defend their strategy</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Debrief Questions:</a:t>
            </a:r>
          </a:p>
          <a:p>
            <a:r>
              <a:rPr lang="en-US" sz="1200" b="0" i="0" kern="1200" dirty="0">
                <a:solidFill>
                  <a:schemeClr val="tx1"/>
                </a:solidFill>
                <a:effectLst/>
                <a:latin typeface="+mn-lt"/>
                <a:ea typeface="+mn-ea"/>
                <a:cs typeface="+mn-cs"/>
              </a:rPr>
              <a:t>How did risk attitude shape each group’s priorities?</a:t>
            </a:r>
          </a:p>
          <a:p>
            <a:r>
              <a:rPr lang="en-US" sz="1200" b="0" i="0" kern="1200" dirty="0">
                <a:solidFill>
                  <a:schemeClr val="tx1"/>
                </a:solidFill>
                <a:effectLst/>
                <a:latin typeface="+mn-lt"/>
                <a:ea typeface="+mn-ea"/>
                <a:cs typeface="+mn-cs"/>
              </a:rPr>
              <a:t>Would your group’s choice change if the context involved endangered species?</a:t>
            </a:r>
          </a:p>
          <a:p>
            <a:r>
              <a:rPr lang="en-US" sz="1200" b="0" i="0" kern="1200" dirty="0">
                <a:solidFill>
                  <a:schemeClr val="tx1"/>
                </a:solidFill>
                <a:effectLst/>
                <a:latin typeface="+mn-lt"/>
                <a:ea typeface="+mn-ea"/>
                <a:cs typeface="+mn-cs"/>
              </a:rPr>
              <a:t>How might stakeholder values complicate these decisions?</a:t>
            </a:r>
          </a:p>
          <a:p>
            <a:r>
              <a:rPr lang="en-US" sz="1200" b="0" i="0" kern="1200" dirty="0">
                <a:solidFill>
                  <a:schemeClr val="tx1"/>
                </a:solidFill>
                <a:effectLst/>
                <a:latin typeface="+mn-lt"/>
                <a:ea typeface="+mn-ea"/>
                <a:cs typeface="+mn-cs"/>
              </a:rPr>
              <a:t>Which strategy would you choose if you were a public agency manager?</a:t>
            </a:r>
          </a:p>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52</a:t>
            </a:fld>
            <a:endParaRPr lang="en-US"/>
          </a:p>
        </p:txBody>
      </p:sp>
    </p:spTree>
    <p:extLst>
      <p:ext uri="{BB962C8B-B14F-4D97-AF65-F5344CB8AC3E}">
        <p14:creationId xmlns:p14="http://schemas.microsoft.com/office/powerpoint/2010/main" val="32908043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4E30-033F-53D3-4102-C388DEF93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1F073-906B-049E-A594-769D218E7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4EE5B-B264-CBD7-32CD-5B4ADD62DE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80C6CE-4691-BD1E-7FA9-7F059E245B1A}"/>
              </a:ext>
            </a:extLst>
          </p:cNvPr>
          <p:cNvSpPr>
            <a:spLocks noGrp="1"/>
          </p:cNvSpPr>
          <p:nvPr>
            <p:ph type="sldNum" sz="quarter" idx="5"/>
          </p:nvPr>
        </p:nvSpPr>
        <p:spPr/>
        <p:txBody>
          <a:bodyPr/>
          <a:lstStyle/>
          <a:p>
            <a:fld id="{302311F2-5776-4B3C-8949-0AB4A691C0EC}" type="slidenum">
              <a:rPr lang="en-US" smtClean="0"/>
              <a:t>53</a:t>
            </a:fld>
            <a:endParaRPr lang="en-US"/>
          </a:p>
        </p:txBody>
      </p:sp>
    </p:spTree>
    <p:extLst>
      <p:ext uri="{BB962C8B-B14F-4D97-AF65-F5344CB8AC3E}">
        <p14:creationId xmlns:p14="http://schemas.microsoft.com/office/powerpoint/2010/main" val="1132788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0212475-7CF0-408A-B5B8-3330C0C12443}"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721657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12475-7CF0-408A-B5B8-3330C0C12443}"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pic>
        <p:nvPicPr>
          <p:cNvPr id="8" name="Picture 7" descr="A black background with a black square&#10;&#10;Description automatically generated with medium confidence">
            <a:extLst>
              <a:ext uri="{FF2B5EF4-FFF2-40B4-BE49-F238E27FC236}">
                <a16:creationId xmlns:a16="http://schemas.microsoft.com/office/drawing/2014/main" id="{72FD9346-AA22-5D16-331E-DA6EB867F8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91973" y="6205403"/>
            <a:ext cx="3185154" cy="626047"/>
          </a:xfrm>
          <a:prstGeom prst="rect">
            <a:avLst/>
          </a:prstGeom>
        </p:spPr>
      </p:pic>
    </p:spTree>
    <p:extLst>
      <p:ext uri="{BB962C8B-B14F-4D97-AF65-F5344CB8AC3E}">
        <p14:creationId xmlns:p14="http://schemas.microsoft.com/office/powerpoint/2010/main" val="22638248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12475-7CF0-408A-B5B8-3330C0C12443}"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364660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212475-7CF0-408A-B5B8-3330C0C12443}"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411507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212475-7CF0-408A-B5B8-3330C0C12443}" type="datetimeFigureOut">
              <a:rPr lang="en-US" smtClean="0"/>
              <a:t>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852401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212475-7CF0-408A-B5B8-3330C0C12443}" type="datetimeFigureOut">
              <a:rPr lang="en-US" smtClean="0"/>
              <a:t>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3951696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212475-7CF0-408A-B5B8-3330C0C12443}" type="datetimeFigureOut">
              <a:rPr lang="en-US" smtClean="0"/>
              <a:t>10/4/2025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54129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212475-7CF0-408A-B5B8-3330C0C12443}"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1941339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212475-7CF0-408A-B5B8-3330C0C12443}" type="datetimeFigureOut">
              <a:rPr lang="en-US" smtClean="0"/>
              <a:t>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6430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12475-7CF0-408A-B5B8-3330C0C12443}"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01283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12475-7CF0-408A-B5B8-3330C0C12443}"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3867437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12475-7CF0-408A-B5B8-3330C0C12443}" type="datetimeFigureOut">
              <a:rPr lang="en-US" smtClean="0"/>
              <a:t>10/4/2025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8C6AA1-F993-436E-99FC-63F28720B9C1}" type="slidenum">
              <a:rPr lang="en-US" smtClean="0"/>
              <a:t>‹#›</a:t>
            </a:fld>
            <a:endParaRPr lang="en-US"/>
          </a:p>
        </p:txBody>
      </p:sp>
    </p:spTree>
    <p:extLst>
      <p:ext uri="{BB962C8B-B14F-4D97-AF65-F5344CB8AC3E}">
        <p14:creationId xmlns:p14="http://schemas.microsoft.com/office/powerpoint/2010/main" val="36230839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video" Target="https://www.youtube.com/embed/YhqqWKw_OGs?feature=oembe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hyperlink" Target="https://neobiota.pensoft.net/article/132363/"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onlinelibrary.wiley.com/doi/full/10.1002/ece3.71176"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sv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34.svg"/></Relationships>
</file>

<file path=ppt/slides/_rels/slide4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svg"/><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jpeg"/><Relationship Id="rId7"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49.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0.sv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png"/><Relationship Id="rId14" Type="http://schemas.openxmlformats.org/officeDocument/2006/relationships/image" Target="../media/image58.svg"/></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0.svg"/></Relationships>
</file>

<file path=ppt/slides/_rels/slide5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3.sv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23848-0866-067B-5C85-225EDB126BA1}"/>
              </a:ext>
            </a:extLst>
          </p:cNvPr>
          <p:cNvSpPr>
            <a:spLocks noGrp="1"/>
          </p:cNvSpPr>
          <p:nvPr>
            <p:ph type="ctrTitle"/>
          </p:nvPr>
        </p:nvSpPr>
        <p:spPr>
          <a:xfrm>
            <a:off x="1366554" y="1481908"/>
            <a:ext cx="9718260" cy="2516776"/>
          </a:xfrm>
        </p:spPr>
        <p:txBody>
          <a:bodyPr anchor="ctr">
            <a:normAutofit fontScale="90000"/>
          </a:bodyPr>
          <a:lstStyle/>
          <a:p>
            <a:r>
              <a:rPr lang="en-US" sz="9600" b="1" dirty="0"/>
              <a:t>Week 7: </a:t>
            </a:r>
            <a:br>
              <a:rPr lang="en-US" sz="9600" b="1" dirty="0"/>
            </a:br>
            <a:r>
              <a:rPr lang="en-US" sz="4900" dirty="0">
                <a:solidFill>
                  <a:srgbClr val="ED7D31"/>
                </a:solidFill>
              </a:rPr>
              <a:t>Decisions under uncertainty part 2 + Risk</a:t>
            </a:r>
            <a:endParaRPr lang="en-US" sz="4700" dirty="0">
              <a:solidFill>
                <a:srgbClr val="ED7D31"/>
              </a:solidFill>
              <a:latin typeface="+mn-lt"/>
            </a:endParaRP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7A4DEB4C-A3E6-F636-2C42-D54CB20DD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005" y="451522"/>
            <a:ext cx="4832857" cy="949906"/>
          </a:xfrm>
          <a:prstGeom prst="rect">
            <a:avLst/>
          </a:prstGeom>
        </p:spPr>
      </p:pic>
      <p:sp>
        <p:nvSpPr>
          <p:cNvPr id="16" name="TextBox 15">
            <a:extLst>
              <a:ext uri="{FF2B5EF4-FFF2-40B4-BE49-F238E27FC236}">
                <a16:creationId xmlns:a16="http://schemas.microsoft.com/office/drawing/2014/main" id="{86D1B4F1-CD55-C0FF-1797-AD87F89108F7}"/>
              </a:ext>
            </a:extLst>
          </p:cNvPr>
          <p:cNvSpPr txBox="1"/>
          <p:nvPr/>
        </p:nvSpPr>
        <p:spPr>
          <a:xfrm>
            <a:off x="2383104" y="4111882"/>
            <a:ext cx="7425791" cy="1384995"/>
          </a:xfrm>
          <a:prstGeom prst="rect">
            <a:avLst/>
          </a:prstGeom>
          <a:noFill/>
        </p:spPr>
        <p:txBody>
          <a:bodyPr wrap="square">
            <a:spAutoFit/>
          </a:bodyPr>
          <a:lstStyle/>
          <a:p>
            <a:pPr algn="ctr"/>
            <a:r>
              <a:rPr lang="en-US" sz="2400" b="1" dirty="0"/>
              <a:t>Instructor: </a:t>
            </a:r>
            <a:r>
              <a:rPr lang="en-US" sz="2400" dirty="0"/>
              <a:t>Brielle K Thompson</a:t>
            </a:r>
          </a:p>
          <a:p>
            <a:pPr algn="ctr"/>
            <a:endParaRPr lang="en-US" sz="1200" dirty="0"/>
          </a:p>
          <a:p>
            <a:pPr algn="ctr"/>
            <a:r>
              <a:rPr lang="en-US" sz="2400" b="1" dirty="0"/>
              <a:t>Course: </a:t>
            </a:r>
            <a:r>
              <a:rPr lang="en-US" sz="2400" dirty="0"/>
              <a:t>NAT_R 8001 Decision Analysis for Research and Management of Natural Resources</a:t>
            </a:r>
          </a:p>
        </p:txBody>
      </p:sp>
    </p:spTree>
    <p:extLst>
      <p:ext uri="{BB962C8B-B14F-4D97-AF65-F5344CB8AC3E}">
        <p14:creationId xmlns:p14="http://schemas.microsoft.com/office/powerpoint/2010/main" val="2472309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FA329-D94B-EFFA-DCFC-F0C25F316EDA}"/>
              </a:ext>
            </a:extLst>
          </p:cNvPr>
          <p:cNvSpPr>
            <a:spLocks noGrp="1"/>
          </p:cNvSpPr>
          <p:nvPr>
            <p:ph type="title"/>
          </p:nvPr>
        </p:nvSpPr>
        <p:spPr>
          <a:xfrm>
            <a:off x="3117085" y="958467"/>
            <a:ext cx="5957830" cy="4516916"/>
          </a:xfrm>
        </p:spPr>
        <p:txBody>
          <a:bodyPr>
            <a:normAutofit/>
          </a:bodyPr>
          <a:lstStyle/>
          <a:p>
            <a:pPr algn="ctr"/>
            <a:r>
              <a:rPr lang="en-US" sz="6000" dirty="0"/>
              <a:t>Begin with a few final presentations</a:t>
            </a:r>
          </a:p>
        </p:txBody>
      </p:sp>
    </p:spTree>
    <p:extLst>
      <p:ext uri="{BB962C8B-B14F-4D97-AF65-F5344CB8AC3E}">
        <p14:creationId xmlns:p14="http://schemas.microsoft.com/office/powerpoint/2010/main" val="439288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A9C7">
            <a:alpha val="58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0B144-4F84-4904-5069-E111693C7CAA}"/>
              </a:ext>
            </a:extLst>
          </p:cNvPr>
          <p:cNvSpPr>
            <a:spLocks noGrp="1"/>
          </p:cNvSpPr>
          <p:nvPr>
            <p:ph type="title"/>
          </p:nvPr>
        </p:nvSpPr>
        <p:spPr>
          <a:xfrm>
            <a:off x="623047" y="182245"/>
            <a:ext cx="10515600" cy="1173219"/>
          </a:xfrm>
          <a:prstGeom prst="leftArrow">
            <a:avLst/>
          </a:prstGeom>
          <a:solidFill>
            <a:srgbClr val="EAE0E1"/>
          </a:solidFill>
          <a:ln w="38100">
            <a:solidFill>
              <a:schemeClr val="tx1"/>
            </a:solidFill>
          </a:ln>
        </p:spPr>
        <p:txBody>
          <a:bodyPr>
            <a:normAutofit fontScale="90000"/>
          </a:bodyPr>
          <a:lstStyle/>
          <a:p>
            <a:pPr algn="ctr"/>
            <a:r>
              <a:rPr lang="en-US" b="1" u="sng" dirty="0"/>
              <a:t>Review of last week</a:t>
            </a:r>
          </a:p>
        </p:txBody>
      </p:sp>
      <p:sp>
        <p:nvSpPr>
          <p:cNvPr id="3" name="Content Placeholder 2">
            <a:extLst>
              <a:ext uri="{FF2B5EF4-FFF2-40B4-BE49-F238E27FC236}">
                <a16:creationId xmlns:a16="http://schemas.microsoft.com/office/drawing/2014/main" id="{835A3ACB-323F-C124-5084-39A44120C243}"/>
              </a:ext>
            </a:extLst>
          </p:cNvPr>
          <p:cNvSpPr>
            <a:spLocks noGrp="1"/>
          </p:cNvSpPr>
          <p:nvPr>
            <p:ph idx="1"/>
          </p:nvPr>
        </p:nvSpPr>
        <p:spPr>
          <a:xfrm>
            <a:off x="1419102" y="1355464"/>
            <a:ext cx="6314739" cy="5193494"/>
          </a:xfrm>
        </p:spPr>
        <p:txBody>
          <a:bodyPr>
            <a:normAutofit fontScale="92500" lnSpcReduction="10000"/>
          </a:bodyPr>
          <a:lstStyle/>
          <a:p>
            <a:r>
              <a:rPr lang="en-US" dirty="0"/>
              <a:t>Background on types of uncertainties</a:t>
            </a:r>
          </a:p>
          <a:p>
            <a:pPr lvl="1"/>
            <a:r>
              <a:rPr lang="en-US" dirty="0"/>
              <a:t>Linguistic vs Epistemic uncertainties</a:t>
            </a:r>
          </a:p>
          <a:p>
            <a:r>
              <a:rPr lang="en-US" dirty="0"/>
              <a:t>Learned about how sensitivity analysis, value of information, and adaptive management can be used in decisions where uncertainty may impede management</a:t>
            </a:r>
          </a:p>
          <a:p>
            <a:pPr lvl="1"/>
            <a:r>
              <a:rPr lang="en-US" b="1" dirty="0"/>
              <a:t>Sensitivity analysis</a:t>
            </a:r>
          </a:p>
          <a:p>
            <a:pPr lvl="2"/>
            <a:r>
              <a:rPr lang="en-US" dirty="0"/>
              <a:t>Perturbations to understand whether uncertainty is important to resolve</a:t>
            </a:r>
          </a:p>
          <a:p>
            <a:pPr lvl="1"/>
            <a:r>
              <a:rPr lang="en-US" b="1" dirty="0"/>
              <a:t>Value of information</a:t>
            </a:r>
          </a:p>
          <a:p>
            <a:pPr lvl="2"/>
            <a:r>
              <a:rPr lang="en-US" dirty="0"/>
              <a:t>Analysis to quantify the improvement of an outcome if uncertainty is resolved</a:t>
            </a:r>
          </a:p>
          <a:p>
            <a:pPr lvl="1"/>
            <a:r>
              <a:rPr lang="en-US" b="1" dirty="0"/>
              <a:t>Adaptive management</a:t>
            </a:r>
          </a:p>
          <a:p>
            <a:pPr lvl="2"/>
            <a:r>
              <a:rPr lang="en-US" dirty="0"/>
              <a:t>Formal process of “learning by doing” for repeated decisions</a:t>
            </a:r>
          </a:p>
        </p:txBody>
      </p:sp>
      <p:pic>
        <p:nvPicPr>
          <p:cNvPr id="8" name="Picture 7" descr="Different colored question marks">
            <a:extLst>
              <a:ext uri="{FF2B5EF4-FFF2-40B4-BE49-F238E27FC236}">
                <a16:creationId xmlns:a16="http://schemas.microsoft.com/office/drawing/2014/main" id="{9B6BDFD5-8BC7-EF0D-9648-DC354C46371B}"/>
              </a:ext>
            </a:extLst>
          </p:cNvPr>
          <p:cNvPicPr>
            <a:picLocks noChangeAspect="1"/>
          </p:cNvPicPr>
          <p:nvPr/>
        </p:nvPicPr>
        <p:blipFill>
          <a:blip r:embed="rId3">
            <a:extLst>
              <a:ext uri="{28A0092B-C50C-407E-A947-70E740481C1C}">
                <a14:useLocalDpi xmlns:a14="http://schemas.microsoft.com/office/drawing/2010/main" val="0"/>
              </a:ext>
            </a:extLst>
          </a:blip>
          <a:srcRect l="49458"/>
          <a:stretch>
            <a:fillRect/>
          </a:stretch>
        </p:blipFill>
        <p:spPr>
          <a:xfrm>
            <a:off x="7987229" y="1124109"/>
            <a:ext cx="4083586" cy="5193494"/>
          </a:xfrm>
          <a:prstGeom prst="rect">
            <a:avLst/>
          </a:prstGeom>
          <a:ln>
            <a:noFill/>
          </a:ln>
          <a:effectLst>
            <a:softEdge rad="112500"/>
          </a:effectLst>
        </p:spPr>
      </p:pic>
    </p:spTree>
    <p:extLst>
      <p:ext uri="{BB962C8B-B14F-4D97-AF65-F5344CB8AC3E}">
        <p14:creationId xmlns:p14="http://schemas.microsoft.com/office/powerpoint/2010/main" val="2716345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564640-6E12-404A-FEAD-B0B170D4AFD3}"/>
              </a:ext>
            </a:extLst>
          </p:cNvPr>
          <p:cNvSpPr txBox="1"/>
          <p:nvPr/>
        </p:nvSpPr>
        <p:spPr>
          <a:xfrm>
            <a:off x="422995" y="450734"/>
            <a:ext cx="3036301" cy="2554545"/>
          </a:xfrm>
          <a:prstGeom prst="rect">
            <a:avLst/>
          </a:prstGeom>
          <a:solidFill>
            <a:schemeClr val="accent4">
              <a:lumMod val="40000"/>
              <a:lumOff val="60000"/>
            </a:schemeClr>
          </a:solidFill>
          <a:ln w="76200">
            <a:solidFill>
              <a:schemeClr val="tx1"/>
            </a:solidFill>
          </a:ln>
        </p:spPr>
        <p:txBody>
          <a:bodyPr wrap="square" rtlCol="0">
            <a:spAutoFit/>
          </a:bodyPr>
          <a:lstStyle/>
          <a:p>
            <a:pPr algn="ctr"/>
            <a:r>
              <a:rPr lang="en-US" sz="3200" dirty="0"/>
              <a:t>Today: </a:t>
            </a:r>
          </a:p>
          <a:p>
            <a:pPr algn="ctr"/>
            <a:r>
              <a:rPr lang="en-US" sz="3200" dirty="0"/>
              <a:t>How do we make decisions under uncertainty &amp; risk?</a:t>
            </a:r>
          </a:p>
        </p:txBody>
      </p:sp>
      <p:sp>
        <p:nvSpPr>
          <p:cNvPr id="5" name="Title 1">
            <a:extLst>
              <a:ext uri="{FF2B5EF4-FFF2-40B4-BE49-F238E27FC236}">
                <a16:creationId xmlns:a16="http://schemas.microsoft.com/office/drawing/2014/main" id="{22F6E9EB-4F71-C462-D00E-D3DA9E6D1B63}"/>
              </a:ext>
            </a:extLst>
          </p:cNvPr>
          <p:cNvSpPr>
            <a:spLocks noGrp="1"/>
          </p:cNvSpPr>
          <p:nvPr>
            <p:ph type="title"/>
          </p:nvPr>
        </p:nvSpPr>
        <p:spPr>
          <a:xfrm>
            <a:off x="3769194" y="450734"/>
            <a:ext cx="7068239" cy="1325563"/>
          </a:xfrm>
        </p:spPr>
        <p:txBody>
          <a:bodyPr anchor="ctr">
            <a:normAutofit/>
          </a:bodyPr>
          <a:lstStyle/>
          <a:p>
            <a:r>
              <a:rPr lang="en-US" dirty="0"/>
              <a:t>Working with uncertainty</a:t>
            </a:r>
          </a:p>
        </p:txBody>
      </p:sp>
      <p:sp>
        <p:nvSpPr>
          <p:cNvPr id="6" name="Content Placeholder 2">
            <a:extLst>
              <a:ext uri="{FF2B5EF4-FFF2-40B4-BE49-F238E27FC236}">
                <a16:creationId xmlns:a16="http://schemas.microsoft.com/office/drawing/2014/main" id="{E93A738D-6A80-68A0-1C0A-DB16F7AC9FD4}"/>
              </a:ext>
            </a:extLst>
          </p:cNvPr>
          <p:cNvSpPr>
            <a:spLocks noGrp="1"/>
          </p:cNvSpPr>
          <p:nvPr>
            <p:ph sz="half" idx="1"/>
          </p:nvPr>
        </p:nvSpPr>
        <p:spPr>
          <a:xfrm>
            <a:off x="4512553" y="1572336"/>
            <a:ext cx="5365957" cy="3752681"/>
          </a:xfrm>
        </p:spPr>
        <p:txBody>
          <a:bodyPr>
            <a:normAutofit fontScale="92500" lnSpcReduction="20000"/>
          </a:bodyPr>
          <a:lstStyle/>
          <a:p>
            <a:pPr marL="0" indent="0">
              <a:buNone/>
            </a:pPr>
            <a:r>
              <a:rPr lang="en-US" sz="3200" dirty="0"/>
              <a:t>Three Options:</a:t>
            </a:r>
          </a:p>
          <a:p>
            <a:pPr marL="514350" indent="-514350">
              <a:buFont typeface="+mj-lt"/>
              <a:buAutoNum type="arabicPeriod"/>
            </a:pPr>
            <a:r>
              <a:rPr lang="en-US" sz="3200" dirty="0"/>
              <a:t>Make decisions anyway</a:t>
            </a:r>
          </a:p>
          <a:p>
            <a:pPr marL="457200" lvl="1" indent="0">
              <a:buNone/>
            </a:pPr>
            <a:r>
              <a:rPr lang="en-US" sz="2800" dirty="0"/>
              <a:t>Risk tools: e.g., Decision Trees, Utility Theory </a:t>
            </a:r>
          </a:p>
          <a:p>
            <a:pPr marL="514350" indent="-514350">
              <a:buFont typeface="+mj-lt"/>
              <a:buAutoNum type="arabicPeriod"/>
            </a:pPr>
            <a:r>
              <a:rPr lang="en-US" sz="3200" dirty="0"/>
              <a:t>Conduct research to reduce uncertainty</a:t>
            </a:r>
          </a:p>
          <a:p>
            <a:pPr marL="457200" lvl="1" indent="0">
              <a:buNone/>
            </a:pPr>
            <a:r>
              <a:rPr lang="en-US" sz="2800" dirty="0"/>
              <a:t>Value of Information</a:t>
            </a:r>
          </a:p>
          <a:p>
            <a:pPr marL="514350" indent="-514350">
              <a:buFont typeface="+mj-lt"/>
              <a:buAutoNum type="arabicPeriod"/>
            </a:pPr>
            <a:r>
              <a:rPr lang="en-US" sz="3200" dirty="0"/>
              <a:t>Learn while managing</a:t>
            </a:r>
          </a:p>
          <a:p>
            <a:pPr marL="457200" lvl="1" indent="0">
              <a:buNone/>
            </a:pPr>
            <a:r>
              <a:rPr lang="en-US" sz="2800" dirty="0"/>
              <a:t>Adaptive management</a:t>
            </a:r>
          </a:p>
          <a:p>
            <a:endParaRPr lang="en-US" sz="3200" dirty="0"/>
          </a:p>
        </p:txBody>
      </p:sp>
      <p:sp>
        <p:nvSpPr>
          <p:cNvPr id="7" name="Rectangle 6">
            <a:extLst>
              <a:ext uri="{FF2B5EF4-FFF2-40B4-BE49-F238E27FC236}">
                <a16:creationId xmlns:a16="http://schemas.microsoft.com/office/drawing/2014/main" id="{07B1F812-8ED7-E681-64BD-4BC6A0C6A772}"/>
              </a:ext>
            </a:extLst>
          </p:cNvPr>
          <p:cNvSpPr/>
          <p:nvPr/>
        </p:nvSpPr>
        <p:spPr>
          <a:xfrm>
            <a:off x="4530490" y="1944933"/>
            <a:ext cx="4977067" cy="106205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AD366DA0-28A7-CDB4-2B3C-F4EF32569D17}"/>
              </a:ext>
            </a:extLst>
          </p:cNvPr>
          <p:cNvSpPr txBox="1"/>
          <p:nvPr/>
        </p:nvSpPr>
        <p:spPr>
          <a:xfrm>
            <a:off x="9638481" y="1872718"/>
            <a:ext cx="1716745" cy="1200329"/>
          </a:xfrm>
          <a:prstGeom prst="rect">
            <a:avLst/>
          </a:prstGeom>
          <a:noFill/>
        </p:spPr>
        <p:txBody>
          <a:bodyPr wrap="square" rtlCol="0">
            <a:spAutoFit/>
          </a:bodyPr>
          <a:lstStyle/>
          <a:p>
            <a:pPr algn="ctr"/>
            <a:r>
              <a:rPr lang="en-US" sz="2400" b="1" dirty="0">
                <a:solidFill>
                  <a:srgbClr val="FF0000"/>
                </a:solidFill>
              </a:rPr>
              <a:t>Risk = topic for this week!</a:t>
            </a:r>
          </a:p>
        </p:txBody>
      </p:sp>
      <p:sp>
        <p:nvSpPr>
          <p:cNvPr id="9" name="Rectangle 8">
            <a:extLst>
              <a:ext uri="{FF2B5EF4-FFF2-40B4-BE49-F238E27FC236}">
                <a16:creationId xmlns:a16="http://schemas.microsoft.com/office/drawing/2014/main" id="{C7420F4D-6CF1-C42A-8BBE-A931A9772913}"/>
              </a:ext>
            </a:extLst>
          </p:cNvPr>
          <p:cNvSpPr/>
          <p:nvPr/>
        </p:nvSpPr>
        <p:spPr>
          <a:xfrm>
            <a:off x="4530490" y="3061644"/>
            <a:ext cx="4977067" cy="195686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F64A884-3101-9FF2-A336-E6E5AF36DE49}"/>
              </a:ext>
            </a:extLst>
          </p:cNvPr>
          <p:cNvSpPr txBox="1"/>
          <p:nvPr/>
        </p:nvSpPr>
        <p:spPr>
          <a:xfrm>
            <a:off x="9638480" y="3761271"/>
            <a:ext cx="1716745" cy="461665"/>
          </a:xfrm>
          <a:prstGeom prst="rect">
            <a:avLst/>
          </a:prstGeom>
          <a:noFill/>
        </p:spPr>
        <p:txBody>
          <a:bodyPr wrap="square" rtlCol="0">
            <a:spAutoFit/>
          </a:bodyPr>
          <a:lstStyle/>
          <a:p>
            <a:pPr algn="ctr"/>
            <a:r>
              <a:rPr lang="en-US" sz="2400" b="1" dirty="0">
                <a:solidFill>
                  <a:srgbClr val="00B0F0"/>
                </a:solidFill>
              </a:rPr>
              <a:t>last week</a:t>
            </a:r>
          </a:p>
        </p:txBody>
      </p:sp>
      <p:sp>
        <p:nvSpPr>
          <p:cNvPr id="14" name="TextBox 13">
            <a:extLst>
              <a:ext uri="{FF2B5EF4-FFF2-40B4-BE49-F238E27FC236}">
                <a16:creationId xmlns:a16="http://schemas.microsoft.com/office/drawing/2014/main" id="{2EA03E75-9744-307E-F377-E9D552E65EFF}"/>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1327887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BDD8F-96CE-7525-AFA2-9328BB110C29}"/>
              </a:ext>
            </a:extLst>
          </p:cNvPr>
          <p:cNvSpPr>
            <a:spLocks noGrp="1"/>
          </p:cNvSpPr>
          <p:nvPr>
            <p:ph idx="1"/>
          </p:nvPr>
        </p:nvSpPr>
        <p:spPr/>
        <p:txBody>
          <a:bodyPr/>
          <a:lstStyle/>
          <a:p>
            <a:r>
              <a:rPr lang="en-US" dirty="0"/>
              <a:t>Making a decision under uncertainty involves the decision maker’s risk perception and attitude towards that risk</a:t>
            </a:r>
          </a:p>
          <a:p>
            <a:endParaRPr lang="en-US" dirty="0"/>
          </a:p>
          <a:p>
            <a:r>
              <a:rPr lang="en-US" dirty="0"/>
              <a:t>Perception: a subjective judgment of risk</a:t>
            </a:r>
          </a:p>
          <a:p>
            <a:endParaRPr lang="en-US" dirty="0"/>
          </a:p>
          <a:p>
            <a:r>
              <a:rPr lang="en-US" dirty="0"/>
              <a:t>Attitude: an individual’s tendency to avoid or seek risks</a:t>
            </a:r>
          </a:p>
          <a:p>
            <a:endParaRPr lang="en-US" dirty="0"/>
          </a:p>
        </p:txBody>
      </p:sp>
      <p:sp>
        <p:nvSpPr>
          <p:cNvPr id="5" name="Title 4">
            <a:extLst>
              <a:ext uri="{FF2B5EF4-FFF2-40B4-BE49-F238E27FC236}">
                <a16:creationId xmlns:a16="http://schemas.microsoft.com/office/drawing/2014/main" id="{6BFD57C5-12E0-AA89-BF4E-DB74F136FB94}"/>
              </a:ext>
            </a:extLst>
          </p:cNvPr>
          <p:cNvSpPr>
            <a:spLocks noGrp="1"/>
          </p:cNvSpPr>
          <p:nvPr>
            <p:ph type="title"/>
          </p:nvPr>
        </p:nvSpPr>
        <p:spPr/>
        <p:txBody>
          <a:bodyPr/>
          <a:lstStyle/>
          <a:p>
            <a:r>
              <a:rPr lang="en-US" dirty="0"/>
              <a:t>Assessing risk</a:t>
            </a:r>
          </a:p>
        </p:txBody>
      </p:sp>
      <p:sp>
        <p:nvSpPr>
          <p:cNvPr id="6" name="TextBox 5">
            <a:extLst>
              <a:ext uri="{FF2B5EF4-FFF2-40B4-BE49-F238E27FC236}">
                <a16:creationId xmlns:a16="http://schemas.microsoft.com/office/drawing/2014/main" id="{5D03DCDA-3F1F-91D3-A6C8-B5362F68036C}"/>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2349421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5A7D4-4104-6FE4-90EE-A467CEF88C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05E62B-98A7-3717-5AFA-996BF0342AD8}"/>
              </a:ext>
            </a:extLst>
          </p:cNvPr>
          <p:cNvSpPr>
            <a:spLocks noGrp="1"/>
          </p:cNvSpPr>
          <p:nvPr>
            <p:ph idx="1"/>
          </p:nvPr>
        </p:nvSpPr>
        <p:spPr/>
        <p:txBody>
          <a:bodyPr/>
          <a:lstStyle/>
          <a:p>
            <a:pPr marL="342900" lvl="0" indent="-342900">
              <a:spcBef>
                <a:spcPts val="0"/>
              </a:spcBef>
              <a:buClr>
                <a:schemeClr val="dk2"/>
              </a:buClr>
              <a:buSzPts val="2800"/>
              <a:buFont typeface="Arial"/>
              <a:buChar char="•"/>
            </a:pPr>
            <a:r>
              <a:rPr lang="en-US" dirty="0">
                <a:ea typeface="Century Gothic"/>
                <a:cs typeface="Century Gothic"/>
                <a:sym typeface="Century Gothic"/>
              </a:rPr>
              <a:t>The decision-maker’s risk attitude reflects their values</a:t>
            </a:r>
            <a:endParaRPr lang="en-US" dirty="0"/>
          </a:p>
          <a:p>
            <a:pPr marL="342900" lvl="0" indent="-165100">
              <a:spcBef>
                <a:spcPts val="560"/>
              </a:spcBef>
              <a:buClr>
                <a:schemeClr val="dk2"/>
              </a:buClr>
              <a:buSzPts val="2800"/>
              <a:buNone/>
            </a:pPr>
            <a:endParaRPr lang="en-US" dirty="0">
              <a:ea typeface="Century Gothic"/>
              <a:cs typeface="Century Gothic"/>
              <a:sym typeface="Century Gothic"/>
            </a:endParaRPr>
          </a:p>
          <a:p>
            <a:pPr marL="342900" lvl="0" indent="-342900">
              <a:spcBef>
                <a:spcPts val="560"/>
              </a:spcBef>
              <a:buClr>
                <a:schemeClr val="dk2"/>
              </a:buClr>
              <a:buSzPts val="2800"/>
              <a:buFont typeface="Arial"/>
              <a:buChar char="•"/>
            </a:pPr>
            <a:r>
              <a:rPr lang="en-US" dirty="0">
                <a:ea typeface="Century Gothic"/>
                <a:cs typeface="Century Gothic"/>
                <a:sym typeface="Century Gothic"/>
              </a:rPr>
              <a:t>Often reflect a public value, i.e., policy</a:t>
            </a:r>
            <a:endParaRPr lang="en-US" dirty="0"/>
          </a:p>
          <a:p>
            <a:pPr marL="742950" lvl="1" indent="-285750">
              <a:spcBef>
                <a:spcPts val="480"/>
              </a:spcBef>
              <a:buClr>
                <a:srgbClr val="7F7F7F"/>
              </a:buClr>
              <a:buSzPts val="2400"/>
              <a:buFont typeface="Courier New"/>
              <a:buChar char="o"/>
            </a:pPr>
            <a:r>
              <a:rPr lang="en-US" dirty="0">
                <a:ea typeface="Century Gothic"/>
                <a:cs typeface="Century Gothic"/>
                <a:sym typeface="Century Gothic"/>
              </a:rPr>
              <a:t>Legal mandates (e.g., ESA)</a:t>
            </a:r>
            <a:endParaRPr lang="en-US" dirty="0"/>
          </a:p>
          <a:p>
            <a:pPr marL="742950" lvl="1" indent="-285750">
              <a:spcBef>
                <a:spcPts val="480"/>
              </a:spcBef>
              <a:buClr>
                <a:srgbClr val="7F7F7F"/>
              </a:buClr>
              <a:buSzPts val="2400"/>
              <a:buFont typeface="Courier New"/>
              <a:buChar char="o"/>
            </a:pPr>
            <a:r>
              <a:rPr lang="en-US" dirty="0">
                <a:ea typeface="Century Gothic"/>
                <a:cs typeface="Century Gothic"/>
                <a:sym typeface="Century Gothic"/>
              </a:rPr>
              <a:t>Western science (5% p-values)</a:t>
            </a:r>
            <a:endParaRPr lang="en-US" dirty="0"/>
          </a:p>
          <a:p>
            <a:endParaRPr lang="en-US" dirty="0"/>
          </a:p>
        </p:txBody>
      </p:sp>
      <p:sp>
        <p:nvSpPr>
          <p:cNvPr id="5" name="Title 4">
            <a:extLst>
              <a:ext uri="{FF2B5EF4-FFF2-40B4-BE49-F238E27FC236}">
                <a16:creationId xmlns:a16="http://schemas.microsoft.com/office/drawing/2014/main" id="{81D22E3D-5779-3F58-6389-B7E8EF00E6B9}"/>
              </a:ext>
            </a:extLst>
          </p:cNvPr>
          <p:cNvSpPr>
            <a:spLocks noGrp="1"/>
          </p:cNvSpPr>
          <p:nvPr>
            <p:ph type="title"/>
          </p:nvPr>
        </p:nvSpPr>
        <p:spPr/>
        <p:txBody>
          <a:bodyPr/>
          <a:lstStyle/>
          <a:p>
            <a:r>
              <a:rPr lang="en-US" dirty="0"/>
              <a:t>Risk attitude</a:t>
            </a:r>
          </a:p>
        </p:txBody>
      </p:sp>
      <p:sp>
        <p:nvSpPr>
          <p:cNvPr id="6" name="TextBox 5">
            <a:extLst>
              <a:ext uri="{FF2B5EF4-FFF2-40B4-BE49-F238E27FC236}">
                <a16:creationId xmlns:a16="http://schemas.microsoft.com/office/drawing/2014/main" id="{9AC05C14-8EA2-6DAD-E564-23EC3A082631}"/>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2285836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DF870-DF80-E1CF-5E31-EC26F3C032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9665E9-F8EC-C2ED-CC31-385B9F71213C}"/>
              </a:ext>
            </a:extLst>
          </p:cNvPr>
          <p:cNvSpPr>
            <a:spLocks noGrp="1"/>
          </p:cNvSpPr>
          <p:nvPr>
            <p:ph idx="1"/>
          </p:nvPr>
        </p:nvSpPr>
        <p:spPr>
          <a:xfrm>
            <a:off x="838200" y="1322026"/>
            <a:ext cx="6675304" cy="5012673"/>
          </a:xfrm>
        </p:spPr>
        <p:txBody>
          <a:bodyPr>
            <a:normAutofit fontScale="92500" lnSpcReduction="20000"/>
          </a:bodyPr>
          <a:lstStyle/>
          <a:p>
            <a:pPr marL="0" lvl="0" indent="0">
              <a:spcBef>
                <a:spcPts val="0"/>
              </a:spcBef>
              <a:buClr>
                <a:schemeClr val="dk2"/>
              </a:buClr>
              <a:buSzPts val="2800"/>
              <a:buNone/>
            </a:pPr>
            <a:r>
              <a:rPr lang="en-US" b="1" dirty="0">
                <a:ea typeface="Century Gothic"/>
                <a:cs typeface="Century Gothic"/>
                <a:sym typeface="Century Gothic"/>
              </a:rPr>
              <a:t>Risk-averse</a:t>
            </a:r>
            <a:endParaRPr lang="en-US" b="1" dirty="0"/>
          </a:p>
          <a:p>
            <a:pPr lvl="1">
              <a:spcBef>
                <a:spcPts val="480"/>
              </a:spcBef>
              <a:buSzPts val="2400"/>
            </a:pPr>
            <a:r>
              <a:rPr lang="en-US" dirty="0">
                <a:ea typeface="Century Gothic"/>
                <a:cs typeface="Century Gothic"/>
                <a:sym typeface="Century Gothic"/>
              </a:rPr>
              <a:t>Buying insurance</a:t>
            </a:r>
            <a:endParaRPr lang="en-US" dirty="0">
              <a:sym typeface="Century Gothic"/>
            </a:endParaRPr>
          </a:p>
          <a:p>
            <a:pPr lvl="1">
              <a:spcBef>
                <a:spcPts val="480"/>
              </a:spcBef>
              <a:buSzPts val="2400"/>
            </a:pPr>
            <a:r>
              <a:rPr lang="en-US" dirty="0">
                <a:ea typeface="Century Gothic"/>
                <a:cs typeface="Century Gothic"/>
                <a:sym typeface="Century Gothic"/>
              </a:rPr>
              <a:t>You would pay a sure amount to avoid a gamble with an average </a:t>
            </a:r>
            <a:r>
              <a:rPr lang="en-US" u="sng" dirty="0">
                <a:ea typeface="Century Gothic"/>
                <a:cs typeface="Century Gothic"/>
                <a:sym typeface="Century Gothic"/>
              </a:rPr>
              <a:t>loss</a:t>
            </a:r>
            <a:r>
              <a:rPr lang="en-US" dirty="0">
                <a:ea typeface="Century Gothic"/>
                <a:cs typeface="Century Gothic"/>
                <a:sym typeface="Century Gothic"/>
              </a:rPr>
              <a:t> that is smaller than the sure payment. Why do it?</a:t>
            </a:r>
            <a:endParaRPr lang="en-US" dirty="0"/>
          </a:p>
          <a:p>
            <a:pPr marL="0" lvl="0" indent="0">
              <a:spcBef>
                <a:spcPts val="560"/>
              </a:spcBef>
              <a:buClr>
                <a:schemeClr val="dk2"/>
              </a:buClr>
              <a:buSzPts val="2800"/>
              <a:buNone/>
            </a:pPr>
            <a:r>
              <a:rPr lang="en-US" b="1" dirty="0">
                <a:ea typeface="Century Gothic"/>
                <a:cs typeface="Century Gothic"/>
                <a:sym typeface="Century Gothic"/>
              </a:rPr>
              <a:t>Risk-seeking</a:t>
            </a:r>
            <a:endParaRPr lang="en-US" b="1" dirty="0"/>
          </a:p>
          <a:p>
            <a:pPr lvl="1">
              <a:spcBef>
                <a:spcPts val="480"/>
              </a:spcBef>
              <a:buSzPts val="2400"/>
            </a:pPr>
            <a:r>
              <a:rPr lang="en-US" dirty="0">
                <a:ea typeface="Century Gothic"/>
                <a:cs typeface="Century Gothic"/>
                <a:sym typeface="Century Gothic"/>
              </a:rPr>
              <a:t>Buying a lottery ticket</a:t>
            </a:r>
            <a:endParaRPr lang="en-US" dirty="0">
              <a:sym typeface="Century Gothic"/>
            </a:endParaRPr>
          </a:p>
          <a:p>
            <a:pPr lvl="1">
              <a:spcBef>
                <a:spcPts val="480"/>
              </a:spcBef>
              <a:buSzPts val="2400"/>
            </a:pPr>
            <a:r>
              <a:rPr lang="en-US" dirty="0">
                <a:ea typeface="Century Gothic"/>
                <a:cs typeface="Century Gothic"/>
                <a:sym typeface="Century Gothic"/>
              </a:rPr>
              <a:t>You would pay a sure amount to enter a gamble with a smaller average </a:t>
            </a:r>
            <a:r>
              <a:rPr lang="en-US" u="sng" dirty="0">
                <a:ea typeface="Century Gothic"/>
                <a:cs typeface="Century Gothic"/>
                <a:sym typeface="Century Gothic"/>
              </a:rPr>
              <a:t>return</a:t>
            </a:r>
            <a:r>
              <a:rPr lang="en-US" dirty="0">
                <a:ea typeface="Century Gothic"/>
                <a:cs typeface="Century Gothic"/>
                <a:sym typeface="Century Gothic"/>
              </a:rPr>
              <a:t> than the sure payment. Why do it?</a:t>
            </a:r>
            <a:endParaRPr lang="en-US" dirty="0"/>
          </a:p>
          <a:p>
            <a:pPr marL="0" lvl="0" indent="0">
              <a:spcBef>
                <a:spcPts val="560"/>
              </a:spcBef>
              <a:buClr>
                <a:schemeClr val="dk2"/>
              </a:buClr>
              <a:buSzPts val="2800"/>
              <a:buNone/>
            </a:pPr>
            <a:r>
              <a:rPr lang="en-US" b="1" dirty="0">
                <a:ea typeface="Century Gothic"/>
                <a:cs typeface="Century Gothic"/>
                <a:sym typeface="Century Gothic"/>
              </a:rPr>
              <a:t>Risk-neutral</a:t>
            </a:r>
            <a:endParaRPr lang="en-US" b="1" dirty="0"/>
          </a:p>
          <a:p>
            <a:pPr lvl="1">
              <a:spcBef>
                <a:spcPts val="480"/>
              </a:spcBef>
              <a:buSzPts val="2400"/>
            </a:pPr>
            <a:r>
              <a:rPr lang="en-US" dirty="0"/>
              <a:t>Choosing a standard investment with average returns (e.g., S&amp;P 500)</a:t>
            </a:r>
          </a:p>
          <a:p>
            <a:pPr lvl="1">
              <a:spcBef>
                <a:spcPts val="480"/>
              </a:spcBef>
              <a:buSzPts val="2400"/>
            </a:pPr>
            <a:r>
              <a:rPr lang="en-US" dirty="0"/>
              <a:t>You would put an investment in something that on average will give you good returns</a:t>
            </a:r>
          </a:p>
          <a:p>
            <a:pPr marL="457200" lvl="1" indent="0">
              <a:spcBef>
                <a:spcPts val="480"/>
              </a:spcBef>
              <a:buSzPts val="2400"/>
              <a:buNone/>
            </a:pPr>
            <a:r>
              <a:rPr lang="en-US" sz="2100" i="1" dirty="0"/>
              <a:t>*risk averse investment = bonds/high-yield savings</a:t>
            </a:r>
          </a:p>
          <a:p>
            <a:pPr marL="457200" lvl="1" indent="0">
              <a:spcBef>
                <a:spcPts val="480"/>
              </a:spcBef>
              <a:buSzPts val="2400"/>
              <a:buNone/>
            </a:pPr>
            <a:r>
              <a:rPr lang="en-US" sz="2100" i="1" dirty="0"/>
              <a:t>*risk seeking investment = individual stocks, crypto</a:t>
            </a:r>
          </a:p>
        </p:txBody>
      </p:sp>
      <p:sp>
        <p:nvSpPr>
          <p:cNvPr id="5" name="Title 4">
            <a:extLst>
              <a:ext uri="{FF2B5EF4-FFF2-40B4-BE49-F238E27FC236}">
                <a16:creationId xmlns:a16="http://schemas.microsoft.com/office/drawing/2014/main" id="{7CA1B671-D4D6-6AA0-C984-D13C5F4B6796}"/>
              </a:ext>
            </a:extLst>
          </p:cNvPr>
          <p:cNvSpPr>
            <a:spLocks noGrp="1"/>
          </p:cNvSpPr>
          <p:nvPr>
            <p:ph type="title"/>
          </p:nvPr>
        </p:nvSpPr>
        <p:spPr>
          <a:xfrm>
            <a:off x="838200" y="365126"/>
            <a:ext cx="10515600" cy="890798"/>
          </a:xfrm>
        </p:spPr>
        <p:txBody>
          <a:bodyPr/>
          <a:lstStyle/>
          <a:p>
            <a:r>
              <a:rPr lang="en-US" dirty="0"/>
              <a:t>Risk attitude examples</a:t>
            </a:r>
          </a:p>
        </p:txBody>
      </p:sp>
      <p:sp>
        <p:nvSpPr>
          <p:cNvPr id="6" name="TextBox 5">
            <a:extLst>
              <a:ext uri="{FF2B5EF4-FFF2-40B4-BE49-F238E27FC236}">
                <a16:creationId xmlns:a16="http://schemas.microsoft.com/office/drawing/2014/main" id="{9505C87A-E954-157A-9EC2-3DABA2AA7397}"/>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pic>
        <p:nvPicPr>
          <p:cNvPr id="4" name="Graphic 3" descr="Car Mechanic with solid fill">
            <a:extLst>
              <a:ext uri="{FF2B5EF4-FFF2-40B4-BE49-F238E27FC236}">
                <a16:creationId xmlns:a16="http://schemas.microsoft.com/office/drawing/2014/main" id="{AA482166-1B21-88AF-E0F4-F246CDC59B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46554" y="1466284"/>
            <a:ext cx="1202675" cy="1202675"/>
          </a:xfrm>
          <a:prstGeom prst="rect">
            <a:avLst/>
          </a:prstGeom>
        </p:spPr>
      </p:pic>
      <p:pic>
        <p:nvPicPr>
          <p:cNvPr id="8" name="Graphic 7" descr="Upward trend with solid fill">
            <a:extLst>
              <a:ext uri="{FF2B5EF4-FFF2-40B4-BE49-F238E27FC236}">
                <a16:creationId xmlns:a16="http://schemas.microsoft.com/office/drawing/2014/main" id="{04DFAB6F-6B4E-4492-84F2-CFC1AD9A3C6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13504" y="4918111"/>
            <a:ext cx="1235725" cy="1235725"/>
          </a:xfrm>
          <a:prstGeom prst="rect">
            <a:avLst/>
          </a:prstGeom>
        </p:spPr>
      </p:pic>
      <p:pic>
        <p:nvPicPr>
          <p:cNvPr id="10" name="Graphic 9" descr="Slot Machine with solid fill">
            <a:extLst>
              <a:ext uri="{FF2B5EF4-FFF2-40B4-BE49-F238E27FC236}">
                <a16:creationId xmlns:a16="http://schemas.microsoft.com/office/drawing/2014/main" id="{85047E19-1599-2D96-547C-734C0674ED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46554" y="3208723"/>
            <a:ext cx="1169624" cy="1169624"/>
          </a:xfrm>
          <a:prstGeom prst="rect">
            <a:avLst/>
          </a:prstGeom>
        </p:spPr>
      </p:pic>
    </p:spTree>
    <p:extLst>
      <p:ext uri="{BB962C8B-B14F-4D97-AF65-F5344CB8AC3E}">
        <p14:creationId xmlns:p14="http://schemas.microsoft.com/office/powerpoint/2010/main" val="2761458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DC277-78F4-7997-BBA2-8CF4975664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4D9DF2-5E69-D267-D754-B169BB5F5E9D}"/>
              </a:ext>
            </a:extLst>
          </p:cNvPr>
          <p:cNvSpPr>
            <a:spLocks noGrp="1"/>
          </p:cNvSpPr>
          <p:nvPr>
            <p:ph idx="1"/>
          </p:nvPr>
        </p:nvSpPr>
        <p:spPr>
          <a:xfrm>
            <a:off x="838200" y="1193375"/>
            <a:ext cx="7975294" cy="5664625"/>
          </a:xfrm>
        </p:spPr>
        <p:txBody>
          <a:bodyPr>
            <a:normAutofit/>
          </a:bodyPr>
          <a:lstStyle/>
          <a:p>
            <a:pPr marL="0" lvl="0" indent="0">
              <a:spcBef>
                <a:spcPts val="0"/>
              </a:spcBef>
              <a:buClr>
                <a:schemeClr val="dk2"/>
              </a:buClr>
              <a:buSzPts val="2800"/>
              <a:buNone/>
            </a:pPr>
            <a:r>
              <a:rPr lang="en-US" dirty="0">
                <a:ea typeface="Century Gothic"/>
                <a:cs typeface="Century Gothic"/>
                <a:sym typeface="Century Gothic"/>
              </a:rPr>
              <a:t>Risk-averse</a:t>
            </a:r>
            <a:endParaRPr lang="en-US" dirty="0"/>
          </a:p>
          <a:p>
            <a:pPr lvl="1">
              <a:spcBef>
                <a:spcPts val="480"/>
              </a:spcBef>
              <a:buSzPts val="2400"/>
            </a:pPr>
            <a:r>
              <a:rPr lang="en-US" dirty="0">
                <a:ea typeface="Century Gothic"/>
                <a:cs typeface="Century Gothic"/>
                <a:sym typeface="Century Gothic"/>
              </a:rPr>
              <a:t>Accepting a salary instead of commission-based pay</a:t>
            </a:r>
            <a:endParaRPr lang="en-US" dirty="0"/>
          </a:p>
          <a:p>
            <a:pPr marL="457200" lvl="1" indent="0">
              <a:spcBef>
                <a:spcPts val="480"/>
              </a:spcBef>
              <a:buClr>
                <a:srgbClr val="7F7F7F"/>
              </a:buClr>
              <a:buSzPts val="2400"/>
              <a:buNone/>
            </a:pPr>
            <a:endParaRPr lang="en-US" dirty="0"/>
          </a:p>
          <a:p>
            <a:pPr marL="0" lvl="0" indent="0">
              <a:spcBef>
                <a:spcPts val="560"/>
              </a:spcBef>
              <a:buClr>
                <a:schemeClr val="dk2"/>
              </a:buClr>
              <a:buSzPts val="2800"/>
              <a:buNone/>
            </a:pPr>
            <a:r>
              <a:rPr lang="en-US" dirty="0">
                <a:ea typeface="Century Gothic"/>
                <a:cs typeface="Century Gothic"/>
                <a:sym typeface="Century Gothic"/>
              </a:rPr>
              <a:t>Risk-seeking</a:t>
            </a:r>
            <a:endParaRPr lang="en-US" dirty="0"/>
          </a:p>
          <a:p>
            <a:pPr lvl="1">
              <a:spcBef>
                <a:spcPts val="480"/>
              </a:spcBef>
              <a:buSzPts val="2400"/>
            </a:pPr>
            <a:r>
              <a:rPr lang="en-US" dirty="0">
                <a:ea typeface="Century Gothic"/>
                <a:cs typeface="Century Gothic"/>
                <a:sym typeface="Century Gothic"/>
              </a:rPr>
              <a:t>Chooses commission-based pay hoping for a big payout despite risk</a:t>
            </a:r>
          </a:p>
          <a:p>
            <a:pPr>
              <a:spcBef>
                <a:spcPts val="480"/>
              </a:spcBef>
              <a:buSzPts val="2400"/>
            </a:pPr>
            <a:endParaRPr lang="en-US" dirty="0">
              <a:ea typeface="Century Gothic"/>
              <a:cs typeface="Century Gothic"/>
              <a:sym typeface="Century Gothic"/>
            </a:endParaRPr>
          </a:p>
          <a:p>
            <a:pPr marL="0" indent="0">
              <a:spcBef>
                <a:spcPts val="480"/>
              </a:spcBef>
              <a:buSzPts val="2400"/>
              <a:buNone/>
            </a:pPr>
            <a:r>
              <a:rPr lang="en-US" dirty="0">
                <a:ea typeface="Century Gothic"/>
                <a:cs typeface="Century Gothic"/>
                <a:sym typeface="Century Gothic"/>
              </a:rPr>
              <a:t>Risk-neutral:</a:t>
            </a:r>
          </a:p>
          <a:p>
            <a:pPr lvl="1">
              <a:spcBef>
                <a:spcPts val="480"/>
              </a:spcBef>
              <a:buSzPts val="2400"/>
            </a:pPr>
            <a:r>
              <a:rPr lang="en-US" dirty="0">
                <a:ea typeface="Century Gothic"/>
                <a:cs typeface="Century Gothic"/>
                <a:sym typeface="Century Gothic"/>
              </a:rPr>
              <a:t>Indifferent between salary or commission as long as average payout is the same</a:t>
            </a:r>
          </a:p>
          <a:p>
            <a:pPr lvl="1">
              <a:spcBef>
                <a:spcPts val="480"/>
              </a:spcBef>
              <a:buSzPts val="2400"/>
            </a:pPr>
            <a:endParaRPr lang="en-US" dirty="0">
              <a:ea typeface="Century Gothic"/>
              <a:cs typeface="Century Gothic"/>
              <a:sym typeface="Century Gothic"/>
            </a:endParaRPr>
          </a:p>
          <a:p>
            <a:pPr marL="0" indent="0">
              <a:buNone/>
            </a:pPr>
            <a:r>
              <a:rPr lang="en-US" dirty="0"/>
              <a:t> </a:t>
            </a:r>
          </a:p>
        </p:txBody>
      </p:sp>
      <p:sp>
        <p:nvSpPr>
          <p:cNvPr id="5" name="Title 4">
            <a:extLst>
              <a:ext uri="{FF2B5EF4-FFF2-40B4-BE49-F238E27FC236}">
                <a16:creationId xmlns:a16="http://schemas.microsoft.com/office/drawing/2014/main" id="{D29280D5-3755-58F5-EE99-7DE79D2EF9F1}"/>
              </a:ext>
            </a:extLst>
          </p:cNvPr>
          <p:cNvSpPr>
            <a:spLocks noGrp="1"/>
          </p:cNvSpPr>
          <p:nvPr>
            <p:ph type="title"/>
          </p:nvPr>
        </p:nvSpPr>
        <p:spPr>
          <a:xfrm>
            <a:off x="838200" y="365126"/>
            <a:ext cx="10515600" cy="890798"/>
          </a:xfrm>
        </p:spPr>
        <p:txBody>
          <a:bodyPr/>
          <a:lstStyle/>
          <a:p>
            <a:r>
              <a:rPr lang="en-US" dirty="0"/>
              <a:t>Risk attitude: examples</a:t>
            </a:r>
          </a:p>
        </p:txBody>
      </p:sp>
      <p:sp>
        <p:nvSpPr>
          <p:cNvPr id="6" name="TextBox 5">
            <a:extLst>
              <a:ext uri="{FF2B5EF4-FFF2-40B4-BE49-F238E27FC236}">
                <a16:creationId xmlns:a16="http://schemas.microsoft.com/office/drawing/2014/main" id="{7886882E-6AFB-FCA9-0D6D-CE391FC9FA65}"/>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pic>
        <p:nvPicPr>
          <p:cNvPr id="4" name="Graphic 3" descr="For Sale with solid fill">
            <a:extLst>
              <a:ext uri="{FF2B5EF4-FFF2-40B4-BE49-F238E27FC236}">
                <a16:creationId xmlns:a16="http://schemas.microsoft.com/office/drawing/2014/main" id="{03A7865E-3D77-6443-1F83-BE6D26E6B0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40297" y="2428460"/>
            <a:ext cx="1747029" cy="1747029"/>
          </a:xfrm>
          <a:prstGeom prst="rect">
            <a:avLst/>
          </a:prstGeom>
        </p:spPr>
      </p:pic>
      <p:pic>
        <p:nvPicPr>
          <p:cNvPr id="8" name="Graphic 7" descr="Money outline">
            <a:extLst>
              <a:ext uri="{FF2B5EF4-FFF2-40B4-BE49-F238E27FC236}">
                <a16:creationId xmlns:a16="http://schemas.microsoft.com/office/drawing/2014/main" id="{FEC7C9CE-4053-1CD3-BC24-09CC34729F7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9260" y="1152852"/>
            <a:ext cx="1209101" cy="1209101"/>
          </a:xfrm>
          <a:prstGeom prst="rect">
            <a:avLst/>
          </a:prstGeom>
        </p:spPr>
      </p:pic>
      <p:pic>
        <p:nvPicPr>
          <p:cNvPr id="10" name="Graphic 9" descr="Woman Shrugging outline">
            <a:extLst>
              <a:ext uri="{FF2B5EF4-FFF2-40B4-BE49-F238E27FC236}">
                <a16:creationId xmlns:a16="http://schemas.microsoft.com/office/drawing/2014/main" id="{2F53DBCC-49D7-1E68-9029-17C8D3CF9E7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76209" y="4449225"/>
            <a:ext cx="1355075" cy="1355075"/>
          </a:xfrm>
          <a:prstGeom prst="rect">
            <a:avLst/>
          </a:prstGeom>
        </p:spPr>
      </p:pic>
    </p:spTree>
    <p:extLst>
      <p:ext uri="{BB962C8B-B14F-4D97-AF65-F5344CB8AC3E}">
        <p14:creationId xmlns:p14="http://schemas.microsoft.com/office/powerpoint/2010/main" val="2158331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388B-D3D7-6B1C-0AD7-B89A4E6E338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C1AA9D-7B09-1C16-F7FD-87CE9011FD97}"/>
              </a:ext>
            </a:extLst>
          </p:cNvPr>
          <p:cNvSpPr>
            <a:spLocks noGrp="1"/>
          </p:cNvSpPr>
          <p:nvPr>
            <p:ph type="title"/>
          </p:nvPr>
        </p:nvSpPr>
        <p:spPr/>
        <p:txBody>
          <a:bodyPr/>
          <a:lstStyle/>
          <a:p>
            <a:r>
              <a:rPr lang="en-US" dirty="0"/>
              <a:t>Back to decision trees:</a:t>
            </a:r>
          </a:p>
        </p:txBody>
      </p:sp>
      <p:sp>
        <p:nvSpPr>
          <p:cNvPr id="6" name="TextBox 5">
            <a:extLst>
              <a:ext uri="{FF2B5EF4-FFF2-40B4-BE49-F238E27FC236}">
                <a16:creationId xmlns:a16="http://schemas.microsoft.com/office/drawing/2014/main" id="{F95AEFEE-8B4C-6485-2D02-988701629D9E}"/>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grpSp>
        <p:nvGrpSpPr>
          <p:cNvPr id="7" name="Group 6">
            <a:extLst>
              <a:ext uri="{FF2B5EF4-FFF2-40B4-BE49-F238E27FC236}">
                <a16:creationId xmlns:a16="http://schemas.microsoft.com/office/drawing/2014/main" id="{1D9231B7-9ABE-93DC-2E78-5919A0E85C9D}"/>
              </a:ext>
            </a:extLst>
          </p:cNvPr>
          <p:cNvGrpSpPr/>
          <p:nvPr/>
        </p:nvGrpSpPr>
        <p:grpSpPr>
          <a:xfrm>
            <a:off x="1797273" y="1590104"/>
            <a:ext cx="7258593" cy="5031420"/>
            <a:chOff x="1962526" y="2220303"/>
            <a:chExt cx="5757995" cy="3967888"/>
          </a:xfrm>
        </p:grpSpPr>
        <p:sp>
          <p:nvSpPr>
            <p:cNvPr id="8" name="Google Shape;249;p26">
              <a:extLst>
                <a:ext uri="{FF2B5EF4-FFF2-40B4-BE49-F238E27FC236}">
                  <a16:creationId xmlns:a16="http://schemas.microsoft.com/office/drawing/2014/main" id="{D88446CE-493C-931E-32E5-85152884B793}"/>
                </a:ext>
              </a:extLst>
            </p:cNvPr>
            <p:cNvSpPr/>
            <p:nvPr/>
          </p:nvSpPr>
          <p:spPr>
            <a:xfrm>
              <a:off x="1962526" y="4086339"/>
              <a:ext cx="1163241" cy="907336"/>
            </a:xfrm>
            <a:prstGeom prst="rect">
              <a:avLst/>
            </a:prstGeom>
            <a:noFill/>
            <a:ln w="25400" cap="flat" cmpd="sng">
              <a:solidFill>
                <a:srgbClr val="3366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66FF"/>
                </a:buClr>
                <a:buSzPts val="1800"/>
                <a:buFont typeface="Palatino Linotype"/>
                <a:buNone/>
              </a:pPr>
              <a:r>
                <a:rPr lang="en-US" sz="1600" b="1" dirty="0">
                  <a:solidFill>
                    <a:srgbClr val="3366FF"/>
                  </a:solidFill>
                  <a:latin typeface="Arial (Headings)"/>
                  <a:ea typeface="Palatino Linotype"/>
                  <a:cs typeface="Palatino Linotype"/>
                  <a:sym typeface="Palatino Linotype"/>
                </a:rPr>
                <a:t>Decision</a:t>
              </a:r>
              <a:endParaRPr sz="1600" dirty="0">
                <a:latin typeface="Arial (Headings)"/>
              </a:endParaRPr>
            </a:p>
          </p:txBody>
        </p:sp>
        <p:sp>
          <p:nvSpPr>
            <p:cNvPr id="9" name="Google Shape;250;p26">
              <a:extLst>
                <a:ext uri="{FF2B5EF4-FFF2-40B4-BE49-F238E27FC236}">
                  <a16:creationId xmlns:a16="http://schemas.microsoft.com/office/drawing/2014/main" id="{EF16655E-200B-CC3B-0497-90807CAA8AE9}"/>
                </a:ext>
              </a:extLst>
            </p:cNvPr>
            <p:cNvSpPr/>
            <p:nvPr/>
          </p:nvSpPr>
          <p:spPr>
            <a:xfrm>
              <a:off x="4519840" y="3077692"/>
              <a:ext cx="716852" cy="655931"/>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Palatino Linotype"/>
                <a:buNone/>
              </a:pPr>
              <a:endParaRPr sz="1600" b="0" i="0" u="none" strike="noStrike" cap="none">
                <a:solidFill>
                  <a:srgbClr val="FF0000"/>
                </a:solidFill>
                <a:latin typeface="Arial (Headings)"/>
                <a:sym typeface="Arial"/>
              </a:endParaRPr>
            </a:p>
          </p:txBody>
        </p:sp>
        <p:sp>
          <p:nvSpPr>
            <p:cNvPr id="10" name="Google Shape;251;p26">
              <a:extLst>
                <a:ext uri="{FF2B5EF4-FFF2-40B4-BE49-F238E27FC236}">
                  <a16:creationId xmlns:a16="http://schemas.microsoft.com/office/drawing/2014/main" id="{280C6907-BD5B-1005-BD2E-F9CC84BF76EF}"/>
                </a:ext>
              </a:extLst>
            </p:cNvPr>
            <p:cNvSpPr/>
            <p:nvPr/>
          </p:nvSpPr>
          <p:spPr>
            <a:xfrm>
              <a:off x="4519840" y="4993675"/>
              <a:ext cx="716852" cy="721636"/>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1" name="Google Shape;252;p26">
              <a:extLst>
                <a:ext uri="{FF2B5EF4-FFF2-40B4-BE49-F238E27FC236}">
                  <a16:creationId xmlns:a16="http://schemas.microsoft.com/office/drawing/2014/main" id="{30156DEB-D88E-214E-7DFE-02F2C7E52B26}"/>
                </a:ext>
              </a:extLst>
            </p:cNvPr>
            <p:cNvSpPr/>
            <p:nvPr/>
          </p:nvSpPr>
          <p:spPr>
            <a:xfrm>
              <a:off x="6129936" y="2669054"/>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2" name="Google Shape;253;p26">
              <a:extLst>
                <a:ext uri="{FF2B5EF4-FFF2-40B4-BE49-F238E27FC236}">
                  <a16:creationId xmlns:a16="http://schemas.microsoft.com/office/drawing/2014/main" id="{A3F63A34-85A7-EC58-191D-9BCDF1353D05}"/>
                </a:ext>
              </a:extLst>
            </p:cNvPr>
            <p:cNvSpPr/>
            <p:nvPr/>
          </p:nvSpPr>
          <p:spPr>
            <a:xfrm>
              <a:off x="6129936" y="3547527"/>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3" name="Google Shape;254;p26">
              <a:extLst>
                <a:ext uri="{FF2B5EF4-FFF2-40B4-BE49-F238E27FC236}">
                  <a16:creationId xmlns:a16="http://schemas.microsoft.com/office/drawing/2014/main" id="{2BE9F4D6-DC0B-631E-4847-C7719930B849}"/>
                </a:ext>
              </a:extLst>
            </p:cNvPr>
            <p:cNvSpPr/>
            <p:nvPr/>
          </p:nvSpPr>
          <p:spPr>
            <a:xfrm>
              <a:off x="6129936" y="4632857"/>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4" name="Google Shape;255;p26">
              <a:extLst>
                <a:ext uri="{FF2B5EF4-FFF2-40B4-BE49-F238E27FC236}">
                  <a16:creationId xmlns:a16="http://schemas.microsoft.com/office/drawing/2014/main" id="{34D63525-EBC6-C202-9F2C-71FED6D3CB32}"/>
                </a:ext>
              </a:extLst>
            </p:cNvPr>
            <p:cNvSpPr/>
            <p:nvPr/>
          </p:nvSpPr>
          <p:spPr>
            <a:xfrm>
              <a:off x="6129936" y="5466555"/>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cxnSp>
          <p:nvCxnSpPr>
            <p:cNvPr id="15" name="Google Shape;256;p26">
              <a:extLst>
                <a:ext uri="{FF2B5EF4-FFF2-40B4-BE49-F238E27FC236}">
                  <a16:creationId xmlns:a16="http://schemas.microsoft.com/office/drawing/2014/main" id="{1C7E31DE-865F-E727-1EAE-D8EA612400DC}"/>
                </a:ext>
              </a:extLst>
            </p:cNvPr>
            <p:cNvCxnSpPr>
              <a:cxnSpLocks/>
              <a:stCxn id="8" idx="3"/>
            </p:cNvCxnSpPr>
            <p:nvPr/>
          </p:nvCxnSpPr>
          <p:spPr>
            <a:xfrm rot="10800000" flipH="1">
              <a:off x="3125767" y="3451607"/>
              <a:ext cx="1394100" cy="1088400"/>
            </a:xfrm>
            <a:prstGeom prst="straightConnector1">
              <a:avLst/>
            </a:prstGeom>
            <a:solidFill>
              <a:schemeClr val="accent1"/>
            </a:solidFill>
            <a:ln w="25400" cap="flat" cmpd="sng">
              <a:solidFill>
                <a:srgbClr val="3366FF"/>
              </a:solidFill>
              <a:prstDash val="solid"/>
              <a:round/>
              <a:headEnd type="none" w="sm" len="sm"/>
              <a:tailEnd type="stealth" w="med" len="med"/>
            </a:ln>
          </p:spPr>
        </p:cxnSp>
        <p:cxnSp>
          <p:nvCxnSpPr>
            <p:cNvPr id="16" name="Google Shape;257;p26">
              <a:extLst>
                <a:ext uri="{FF2B5EF4-FFF2-40B4-BE49-F238E27FC236}">
                  <a16:creationId xmlns:a16="http://schemas.microsoft.com/office/drawing/2014/main" id="{E9C71FB5-92A5-AA6A-DC3C-30A3B1FB4B3F}"/>
                </a:ext>
              </a:extLst>
            </p:cNvPr>
            <p:cNvCxnSpPr>
              <a:cxnSpLocks/>
              <a:stCxn id="8" idx="3"/>
              <a:endCxn id="10" idx="2"/>
            </p:cNvCxnSpPr>
            <p:nvPr/>
          </p:nvCxnSpPr>
          <p:spPr>
            <a:xfrm>
              <a:off x="3125767" y="4540008"/>
              <a:ext cx="1394073" cy="814486"/>
            </a:xfrm>
            <a:prstGeom prst="straightConnector1">
              <a:avLst/>
            </a:prstGeom>
            <a:solidFill>
              <a:schemeClr val="accent1"/>
            </a:solidFill>
            <a:ln w="25400" cap="flat" cmpd="sng">
              <a:solidFill>
                <a:srgbClr val="3366FF"/>
              </a:solidFill>
              <a:prstDash val="solid"/>
              <a:round/>
              <a:headEnd type="none" w="sm" len="sm"/>
              <a:tailEnd type="stealth" w="med" len="med"/>
            </a:ln>
          </p:spPr>
        </p:cxnSp>
        <p:cxnSp>
          <p:nvCxnSpPr>
            <p:cNvPr id="17" name="Google Shape;258;p26">
              <a:extLst>
                <a:ext uri="{FF2B5EF4-FFF2-40B4-BE49-F238E27FC236}">
                  <a16:creationId xmlns:a16="http://schemas.microsoft.com/office/drawing/2014/main" id="{D2D038A0-CB92-57DC-3E8E-36E99725E828}"/>
                </a:ext>
              </a:extLst>
            </p:cNvPr>
            <p:cNvCxnSpPr>
              <a:cxnSpLocks/>
              <a:stCxn id="9" idx="6"/>
              <a:endCxn id="11" idx="3"/>
            </p:cNvCxnSpPr>
            <p:nvPr/>
          </p:nvCxnSpPr>
          <p:spPr>
            <a:xfrm flipV="1">
              <a:off x="5236693" y="3029872"/>
              <a:ext cx="893244" cy="375785"/>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8" name="Google Shape;259;p26">
              <a:extLst>
                <a:ext uri="{FF2B5EF4-FFF2-40B4-BE49-F238E27FC236}">
                  <a16:creationId xmlns:a16="http://schemas.microsoft.com/office/drawing/2014/main" id="{D9C80864-1B42-7997-43DC-C73EE3AB8D83}"/>
                </a:ext>
              </a:extLst>
            </p:cNvPr>
            <p:cNvCxnSpPr>
              <a:cxnSpLocks/>
              <a:stCxn id="9" idx="6"/>
              <a:endCxn id="12" idx="3"/>
            </p:cNvCxnSpPr>
            <p:nvPr/>
          </p:nvCxnSpPr>
          <p:spPr>
            <a:xfrm>
              <a:off x="5236693" y="3405658"/>
              <a:ext cx="893244" cy="502687"/>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9" name="Google Shape;260;p26">
              <a:extLst>
                <a:ext uri="{FF2B5EF4-FFF2-40B4-BE49-F238E27FC236}">
                  <a16:creationId xmlns:a16="http://schemas.microsoft.com/office/drawing/2014/main" id="{70A265B9-642F-5BD1-7E87-FB4783058E0C}"/>
                </a:ext>
              </a:extLst>
            </p:cNvPr>
            <p:cNvCxnSpPr>
              <a:cxnSpLocks/>
              <a:stCxn id="10" idx="6"/>
            </p:cNvCxnSpPr>
            <p:nvPr/>
          </p:nvCxnSpPr>
          <p:spPr>
            <a:xfrm flipV="1">
              <a:off x="5236693" y="4993571"/>
              <a:ext cx="893100" cy="360922"/>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20" name="Google Shape;261;p26">
              <a:extLst>
                <a:ext uri="{FF2B5EF4-FFF2-40B4-BE49-F238E27FC236}">
                  <a16:creationId xmlns:a16="http://schemas.microsoft.com/office/drawing/2014/main" id="{DA3EED77-962F-822F-AE0F-054A8CE4BC5F}"/>
                </a:ext>
              </a:extLst>
            </p:cNvPr>
            <p:cNvCxnSpPr>
              <a:cxnSpLocks/>
              <a:stCxn id="10" idx="6"/>
              <a:endCxn id="14" idx="3"/>
            </p:cNvCxnSpPr>
            <p:nvPr/>
          </p:nvCxnSpPr>
          <p:spPr>
            <a:xfrm>
              <a:off x="5236693" y="5354493"/>
              <a:ext cx="893244" cy="472880"/>
            </a:xfrm>
            <a:prstGeom prst="straightConnector1">
              <a:avLst/>
            </a:prstGeom>
            <a:solidFill>
              <a:schemeClr val="accent1"/>
            </a:solidFill>
            <a:ln w="25400" cap="flat" cmpd="sng">
              <a:solidFill>
                <a:srgbClr val="FF0000"/>
              </a:solidFill>
              <a:prstDash val="solid"/>
              <a:round/>
              <a:headEnd type="none" w="sm" len="sm"/>
              <a:tailEnd type="stealth" w="med" len="med"/>
            </a:ln>
          </p:spPr>
        </p:cxnSp>
        <p:sp>
          <p:nvSpPr>
            <p:cNvPr id="21" name="Google Shape;262;p26">
              <a:extLst>
                <a:ext uri="{FF2B5EF4-FFF2-40B4-BE49-F238E27FC236}">
                  <a16:creationId xmlns:a16="http://schemas.microsoft.com/office/drawing/2014/main" id="{3A55B6E8-1DFE-FFDC-0D10-8320BCE77C15}"/>
                </a:ext>
              </a:extLst>
            </p:cNvPr>
            <p:cNvSpPr txBox="1"/>
            <p:nvPr/>
          </p:nvSpPr>
          <p:spPr>
            <a:xfrm>
              <a:off x="6022620" y="2220303"/>
              <a:ext cx="169790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dirty="0">
                  <a:solidFill>
                    <a:schemeClr val="dk1"/>
                  </a:solidFill>
                  <a:latin typeface="Arial (Headings)"/>
                  <a:ea typeface="Palatino Linotype"/>
                  <a:cs typeface="Palatino Linotype"/>
                  <a:sym typeface="Palatino Linotype"/>
                </a:rPr>
                <a:t>Consequences</a:t>
              </a:r>
              <a:endParaRPr sz="2000" b="1" dirty="0">
                <a:solidFill>
                  <a:schemeClr val="dk1"/>
                </a:solidFill>
                <a:latin typeface="Arial (Headings)"/>
                <a:ea typeface="Palatino Linotype"/>
                <a:cs typeface="Palatino Linotype"/>
                <a:sym typeface="Palatino Linotype"/>
              </a:endParaRPr>
            </a:p>
          </p:txBody>
        </p:sp>
        <p:sp>
          <p:nvSpPr>
            <p:cNvPr id="22" name="Google Shape;263;p26">
              <a:extLst>
                <a:ext uri="{FF2B5EF4-FFF2-40B4-BE49-F238E27FC236}">
                  <a16:creationId xmlns:a16="http://schemas.microsoft.com/office/drawing/2014/main" id="{3E34DA1B-904F-0559-68D4-DF09C1C6417C}"/>
                </a:ext>
              </a:extLst>
            </p:cNvPr>
            <p:cNvSpPr txBox="1"/>
            <p:nvPr/>
          </p:nvSpPr>
          <p:spPr>
            <a:xfrm>
              <a:off x="2666170" y="3231427"/>
              <a:ext cx="1853671"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dirty="0">
                  <a:solidFill>
                    <a:srgbClr val="3366FF"/>
                  </a:solidFill>
                  <a:latin typeface="Arial (Headings)"/>
                  <a:ea typeface="Palatino Linotype"/>
                  <a:cs typeface="Palatino Linotype"/>
                  <a:sym typeface="Palatino Linotype"/>
                </a:rPr>
                <a:t>Alternatives</a:t>
              </a:r>
              <a:endParaRPr sz="2000" b="1" dirty="0">
                <a:solidFill>
                  <a:srgbClr val="3366FF"/>
                </a:solidFill>
                <a:latin typeface="Arial (Headings)"/>
                <a:ea typeface="Palatino Linotype"/>
                <a:cs typeface="Palatino Linotype"/>
                <a:sym typeface="Palatino Linotype"/>
              </a:endParaRPr>
            </a:p>
          </p:txBody>
        </p:sp>
        <p:sp>
          <p:nvSpPr>
            <p:cNvPr id="23" name="Google Shape;264;p26">
              <a:extLst>
                <a:ext uri="{FF2B5EF4-FFF2-40B4-BE49-F238E27FC236}">
                  <a16:creationId xmlns:a16="http://schemas.microsoft.com/office/drawing/2014/main" id="{9EF007B9-9F1E-BC80-EC6F-3EC012369020}"/>
                </a:ext>
              </a:extLst>
            </p:cNvPr>
            <p:cNvSpPr txBox="1"/>
            <p:nvPr/>
          </p:nvSpPr>
          <p:spPr>
            <a:xfrm>
              <a:off x="4254920" y="2468341"/>
              <a:ext cx="1428321"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dirty="0">
                  <a:solidFill>
                    <a:srgbClr val="FF0000"/>
                  </a:solidFill>
                  <a:latin typeface="Arial (Headings)"/>
                  <a:ea typeface="Palatino Linotype"/>
                  <a:cs typeface="Palatino Linotype"/>
                  <a:sym typeface="Palatino Linotype"/>
                </a:rPr>
                <a:t>Uncertainty</a:t>
              </a:r>
              <a:endParaRPr sz="2000" b="1" dirty="0">
                <a:solidFill>
                  <a:srgbClr val="FF0000"/>
                </a:solidFill>
                <a:latin typeface="Arial (Headings)"/>
                <a:ea typeface="Palatino Linotype"/>
                <a:cs typeface="Palatino Linotype"/>
                <a:sym typeface="Palatino Linotype"/>
              </a:endParaRPr>
            </a:p>
          </p:txBody>
        </p:sp>
      </p:grpSp>
      <p:sp>
        <p:nvSpPr>
          <p:cNvPr id="30" name="TextBox 29">
            <a:extLst>
              <a:ext uri="{FF2B5EF4-FFF2-40B4-BE49-F238E27FC236}">
                <a16:creationId xmlns:a16="http://schemas.microsoft.com/office/drawing/2014/main" id="{B00D99B6-8662-9DF3-0B62-A6A497DEBF5D}"/>
              </a:ext>
            </a:extLst>
          </p:cNvPr>
          <p:cNvSpPr txBox="1"/>
          <p:nvPr/>
        </p:nvSpPr>
        <p:spPr>
          <a:xfrm>
            <a:off x="1029852" y="1274395"/>
            <a:ext cx="2539613" cy="1200329"/>
          </a:xfrm>
          <a:prstGeom prst="rect">
            <a:avLst/>
          </a:prstGeom>
          <a:noFill/>
        </p:spPr>
        <p:txBody>
          <a:bodyPr wrap="square">
            <a:spAutoFit/>
          </a:bodyPr>
          <a:lstStyle/>
          <a:p>
            <a:pPr marR="0" lvl="0" algn="l" rtl="0">
              <a:spcBef>
                <a:spcPts val="0"/>
              </a:spcBef>
              <a:spcAft>
                <a:spcPts val="0"/>
              </a:spcAft>
              <a:buClr>
                <a:schemeClr val="dk2"/>
              </a:buClr>
              <a:buSzPts val="2800"/>
            </a:pPr>
            <a:r>
              <a:rPr lang="en-US" sz="2400" dirty="0">
                <a:latin typeface="Arial (Headings)"/>
                <a:ea typeface="Century Gothic"/>
                <a:cs typeface="Century Gothic"/>
                <a:sym typeface="Century Gothic"/>
              </a:rPr>
              <a:t>A u</a:t>
            </a:r>
            <a:r>
              <a:rPr lang="en-US" sz="2400" b="0" i="0" u="none" strike="noStrike" cap="none" dirty="0">
                <a:latin typeface="Arial (Headings)"/>
                <a:ea typeface="Century Gothic"/>
                <a:cs typeface="Century Gothic"/>
                <a:sym typeface="Century Gothic"/>
              </a:rPr>
              <a:t>seful tool for dealing with </a:t>
            </a:r>
            <a:r>
              <a:rPr lang="en-US" sz="2400" dirty="0">
                <a:latin typeface="Arial (Headings)"/>
                <a:ea typeface="Century Gothic"/>
                <a:cs typeface="Century Gothic"/>
                <a:sym typeface="Century Gothic"/>
              </a:rPr>
              <a:t>u</a:t>
            </a:r>
            <a:r>
              <a:rPr lang="en-US" sz="2400" b="0" i="0" u="none" strike="noStrike" cap="none" dirty="0">
                <a:latin typeface="Arial (Headings)"/>
                <a:ea typeface="Century Gothic"/>
                <a:cs typeface="Century Gothic"/>
                <a:sym typeface="Century Gothic"/>
              </a:rPr>
              <a:t>ncertainty</a:t>
            </a:r>
            <a:endParaRPr lang="en-US" sz="2400" dirty="0">
              <a:latin typeface="Arial (Headings)"/>
            </a:endParaRPr>
          </a:p>
        </p:txBody>
      </p:sp>
    </p:spTree>
    <p:extLst>
      <p:ext uri="{BB962C8B-B14F-4D97-AF65-F5344CB8AC3E}">
        <p14:creationId xmlns:p14="http://schemas.microsoft.com/office/powerpoint/2010/main" val="77739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6A4E42D-B2F6-1B23-E573-A7A78672CDCD}"/>
              </a:ext>
            </a:extLst>
          </p:cNvPr>
          <p:cNvGrpSpPr/>
          <p:nvPr/>
        </p:nvGrpSpPr>
        <p:grpSpPr>
          <a:xfrm>
            <a:off x="750064" y="1195071"/>
            <a:ext cx="10603736" cy="4945264"/>
            <a:chOff x="685037" y="1840185"/>
            <a:chExt cx="8166933" cy="4902737"/>
          </a:xfrm>
        </p:grpSpPr>
        <p:sp>
          <p:nvSpPr>
            <p:cNvPr id="5" name="Google Shape;280;p27">
              <a:extLst>
                <a:ext uri="{FF2B5EF4-FFF2-40B4-BE49-F238E27FC236}">
                  <a16:creationId xmlns:a16="http://schemas.microsoft.com/office/drawing/2014/main" id="{BFA36054-CF56-95CA-458C-B0ADEE4D6EDE}"/>
                </a:ext>
              </a:extLst>
            </p:cNvPr>
            <p:cNvSpPr/>
            <p:nvPr/>
          </p:nvSpPr>
          <p:spPr>
            <a:xfrm>
              <a:off x="685037" y="3793585"/>
              <a:ext cx="1327141" cy="1323163"/>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solidFill>
                    <a:schemeClr val="dk1"/>
                  </a:solidFill>
                  <a:latin typeface="+mj-lt"/>
                  <a:ea typeface="Calibri"/>
                  <a:cs typeface="Calibri"/>
                  <a:sym typeface="Calibri"/>
                </a:rPr>
                <a:t>Act to protect against an invasive species?</a:t>
              </a:r>
              <a:endParaRPr sz="2000" dirty="0">
                <a:solidFill>
                  <a:schemeClr val="dk1"/>
                </a:solidFill>
                <a:latin typeface="+mj-lt"/>
                <a:ea typeface="Calibri"/>
                <a:cs typeface="Calibri"/>
                <a:sym typeface="Calibri"/>
              </a:endParaRPr>
            </a:p>
          </p:txBody>
        </p:sp>
        <p:sp>
          <p:nvSpPr>
            <p:cNvPr id="6" name="Google Shape;281;p27">
              <a:extLst>
                <a:ext uri="{FF2B5EF4-FFF2-40B4-BE49-F238E27FC236}">
                  <a16:creationId xmlns:a16="http://schemas.microsoft.com/office/drawing/2014/main" id="{7E835A70-0996-C947-B30A-CD6E48779FAF}"/>
                </a:ext>
              </a:extLst>
            </p:cNvPr>
            <p:cNvSpPr/>
            <p:nvPr/>
          </p:nvSpPr>
          <p:spPr>
            <a:xfrm>
              <a:off x="3674217" y="2993094"/>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7" name="Google Shape;282;p27">
              <a:extLst>
                <a:ext uri="{FF2B5EF4-FFF2-40B4-BE49-F238E27FC236}">
                  <a16:creationId xmlns:a16="http://schemas.microsoft.com/office/drawing/2014/main" id="{CA826BF5-80CC-C843-CCAA-9DA212506E76}"/>
                </a:ext>
              </a:extLst>
            </p:cNvPr>
            <p:cNvSpPr/>
            <p:nvPr/>
          </p:nvSpPr>
          <p:spPr>
            <a:xfrm>
              <a:off x="3708513" y="5224186"/>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8" name="Google Shape;283;p27">
              <a:extLst>
                <a:ext uri="{FF2B5EF4-FFF2-40B4-BE49-F238E27FC236}">
                  <a16:creationId xmlns:a16="http://schemas.microsoft.com/office/drawing/2014/main" id="{44DE9119-A186-A837-5387-8B92BC7F6DE9}"/>
                </a:ext>
              </a:extLst>
            </p:cNvPr>
            <p:cNvSpPr/>
            <p:nvPr/>
          </p:nvSpPr>
          <p:spPr>
            <a:xfrm>
              <a:off x="5937661" y="2260369"/>
              <a:ext cx="1440601" cy="1062224"/>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sacrifices some habitat</a:t>
              </a:r>
              <a:endParaRPr dirty="0">
                <a:solidFill>
                  <a:schemeClr val="dk1"/>
                </a:solidFill>
                <a:latin typeface="+mj-lt"/>
                <a:ea typeface="Calibri"/>
                <a:cs typeface="Calibri"/>
                <a:sym typeface="Calibri"/>
              </a:endParaRPr>
            </a:p>
          </p:txBody>
        </p:sp>
        <p:sp>
          <p:nvSpPr>
            <p:cNvPr id="9" name="Google Shape;284;p27">
              <a:extLst>
                <a:ext uri="{FF2B5EF4-FFF2-40B4-BE49-F238E27FC236}">
                  <a16:creationId xmlns:a16="http://schemas.microsoft.com/office/drawing/2014/main" id="{08C5953C-8A97-EEFA-D1FE-0ED7AB851B46}"/>
                </a:ext>
              </a:extLst>
            </p:cNvPr>
            <p:cNvSpPr/>
            <p:nvPr/>
          </p:nvSpPr>
          <p:spPr>
            <a:xfrm>
              <a:off x="5937662" y="3527487"/>
              <a:ext cx="1440600"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buffers invasion</a:t>
              </a:r>
              <a:endParaRPr dirty="0">
                <a:solidFill>
                  <a:schemeClr val="dk1"/>
                </a:solidFill>
                <a:latin typeface="+mj-lt"/>
                <a:ea typeface="Calibri"/>
                <a:cs typeface="Calibri"/>
                <a:sym typeface="Calibri"/>
              </a:endParaRPr>
            </a:p>
          </p:txBody>
        </p:sp>
        <p:sp>
          <p:nvSpPr>
            <p:cNvPr id="10" name="Google Shape;285;p27">
              <a:extLst>
                <a:ext uri="{FF2B5EF4-FFF2-40B4-BE49-F238E27FC236}">
                  <a16:creationId xmlns:a16="http://schemas.microsoft.com/office/drawing/2014/main" id="{A1BBD417-070C-CA5F-7BC9-4696B5BFC918}"/>
                </a:ext>
              </a:extLst>
            </p:cNvPr>
            <p:cNvSpPr/>
            <p:nvPr/>
          </p:nvSpPr>
          <p:spPr>
            <a:xfrm>
              <a:off x="5937661" y="4642987"/>
              <a:ext cx="1440599"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solidFill>
                    <a:schemeClr val="dk1"/>
                  </a:solidFill>
                  <a:latin typeface="+mj-lt"/>
                  <a:ea typeface="Calibri"/>
                  <a:cs typeface="Calibri"/>
                  <a:sym typeface="Calibri"/>
                </a:rPr>
                <a:t>Habitat  not affected</a:t>
              </a:r>
              <a:endParaRPr>
                <a:solidFill>
                  <a:schemeClr val="dk1"/>
                </a:solidFill>
                <a:latin typeface="+mj-lt"/>
                <a:ea typeface="Calibri"/>
                <a:cs typeface="Calibri"/>
                <a:sym typeface="Calibri"/>
              </a:endParaRPr>
            </a:p>
          </p:txBody>
        </p:sp>
        <p:sp>
          <p:nvSpPr>
            <p:cNvPr id="11" name="Google Shape;286;p27">
              <a:extLst>
                <a:ext uri="{FF2B5EF4-FFF2-40B4-BE49-F238E27FC236}">
                  <a16:creationId xmlns:a16="http://schemas.microsoft.com/office/drawing/2014/main" id="{1B0E34CE-2A9C-9461-1504-61AF672E5026}"/>
                </a:ext>
              </a:extLst>
            </p:cNvPr>
            <p:cNvSpPr/>
            <p:nvPr/>
          </p:nvSpPr>
          <p:spPr>
            <a:xfrm>
              <a:off x="5937662" y="5795402"/>
              <a:ext cx="1440598"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Habitat lost by invasion</a:t>
              </a:r>
              <a:endParaRPr dirty="0">
                <a:solidFill>
                  <a:schemeClr val="dk1"/>
                </a:solidFill>
                <a:latin typeface="+mj-lt"/>
                <a:ea typeface="Calibri"/>
                <a:cs typeface="Calibri"/>
                <a:sym typeface="Calibri"/>
              </a:endParaRPr>
            </a:p>
          </p:txBody>
        </p:sp>
        <p:cxnSp>
          <p:nvCxnSpPr>
            <p:cNvPr id="12" name="Google Shape;287;p27">
              <a:extLst>
                <a:ext uri="{FF2B5EF4-FFF2-40B4-BE49-F238E27FC236}">
                  <a16:creationId xmlns:a16="http://schemas.microsoft.com/office/drawing/2014/main" id="{7387C32D-C9F2-C5AB-47E6-3352D2CC3032}"/>
                </a:ext>
              </a:extLst>
            </p:cNvPr>
            <p:cNvCxnSpPr>
              <a:cxnSpLocks/>
              <a:stCxn id="6" idx="6"/>
              <a:endCxn id="8" idx="1"/>
            </p:cNvCxnSpPr>
            <p:nvPr/>
          </p:nvCxnSpPr>
          <p:spPr>
            <a:xfrm flipV="1">
              <a:off x="4612351" y="2791481"/>
              <a:ext cx="1325310" cy="584385"/>
            </a:xfrm>
            <a:prstGeom prst="straightConnector1">
              <a:avLst/>
            </a:prstGeom>
            <a:noFill/>
            <a:ln w="9525" cap="flat" cmpd="sng">
              <a:solidFill>
                <a:schemeClr val="dk1"/>
              </a:solidFill>
              <a:prstDash val="solid"/>
              <a:round/>
              <a:headEnd type="none" w="sm" len="sm"/>
              <a:tailEnd type="triangle" w="med" len="med"/>
            </a:ln>
          </p:spPr>
        </p:cxnSp>
        <p:cxnSp>
          <p:nvCxnSpPr>
            <p:cNvPr id="13" name="Google Shape;288;p27">
              <a:extLst>
                <a:ext uri="{FF2B5EF4-FFF2-40B4-BE49-F238E27FC236}">
                  <a16:creationId xmlns:a16="http://schemas.microsoft.com/office/drawing/2014/main" id="{276FEC7B-13FF-6867-5D30-F723705583DF}"/>
                </a:ext>
              </a:extLst>
            </p:cNvPr>
            <p:cNvCxnSpPr>
              <a:cxnSpLocks/>
              <a:stCxn id="6" idx="6"/>
              <a:endCxn id="9" idx="1"/>
            </p:cNvCxnSpPr>
            <p:nvPr/>
          </p:nvCxnSpPr>
          <p:spPr>
            <a:xfrm>
              <a:off x="4612350" y="3375867"/>
              <a:ext cx="1325312" cy="625380"/>
            </a:xfrm>
            <a:prstGeom prst="straightConnector1">
              <a:avLst/>
            </a:prstGeom>
            <a:noFill/>
            <a:ln w="9525" cap="flat" cmpd="sng">
              <a:solidFill>
                <a:schemeClr val="dk1"/>
              </a:solidFill>
              <a:prstDash val="solid"/>
              <a:round/>
              <a:headEnd type="none" w="sm" len="sm"/>
              <a:tailEnd type="triangle" w="med" len="med"/>
            </a:ln>
          </p:spPr>
        </p:cxnSp>
        <p:cxnSp>
          <p:nvCxnSpPr>
            <p:cNvPr id="14" name="Google Shape;289;p27">
              <a:extLst>
                <a:ext uri="{FF2B5EF4-FFF2-40B4-BE49-F238E27FC236}">
                  <a16:creationId xmlns:a16="http://schemas.microsoft.com/office/drawing/2014/main" id="{65683474-0E83-5D36-C358-815A486D7287}"/>
                </a:ext>
              </a:extLst>
            </p:cNvPr>
            <p:cNvCxnSpPr>
              <a:cxnSpLocks/>
              <a:stCxn id="7" idx="6"/>
              <a:endCxn id="10" idx="1"/>
            </p:cNvCxnSpPr>
            <p:nvPr/>
          </p:nvCxnSpPr>
          <p:spPr>
            <a:xfrm flipV="1">
              <a:off x="4646646" y="5116747"/>
              <a:ext cx="1291015" cy="490212"/>
            </a:xfrm>
            <a:prstGeom prst="straightConnector1">
              <a:avLst/>
            </a:prstGeom>
            <a:noFill/>
            <a:ln w="9525" cap="flat" cmpd="sng">
              <a:solidFill>
                <a:schemeClr val="dk1"/>
              </a:solidFill>
              <a:prstDash val="solid"/>
              <a:round/>
              <a:headEnd type="none" w="sm" len="sm"/>
              <a:tailEnd type="triangle" w="med" len="med"/>
            </a:ln>
          </p:spPr>
        </p:cxnSp>
        <p:cxnSp>
          <p:nvCxnSpPr>
            <p:cNvPr id="15" name="Google Shape;290;p27">
              <a:extLst>
                <a:ext uri="{FF2B5EF4-FFF2-40B4-BE49-F238E27FC236}">
                  <a16:creationId xmlns:a16="http://schemas.microsoft.com/office/drawing/2014/main" id="{571ABDA4-90F5-282A-9C2C-C173CA120D89}"/>
                </a:ext>
              </a:extLst>
            </p:cNvPr>
            <p:cNvCxnSpPr>
              <a:cxnSpLocks/>
              <a:stCxn id="7" idx="6"/>
              <a:endCxn id="11" idx="1"/>
            </p:cNvCxnSpPr>
            <p:nvPr/>
          </p:nvCxnSpPr>
          <p:spPr>
            <a:xfrm>
              <a:off x="4646646" y="5606959"/>
              <a:ext cx="1291016" cy="662203"/>
            </a:xfrm>
            <a:prstGeom prst="straightConnector1">
              <a:avLst/>
            </a:prstGeom>
            <a:noFill/>
            <a:ln w="9525" cap="flat" cmpd="sng">
              <a:solidFill>
                <a:schemeClr val="dk1"/>
              </a:solidFill>
              <a:prstDash val="solid"/>
              <a:round/>
              <a:headEnd type="none" w="sm" len="sm"/>
              <a:tailEnd type="triangle" w="med" len="med"/>
            </a:ln>
          </p:spPr>
        </p:cxnSp>
        <p:cxnSp>
          <p:nvCxnSpPr>
            <p:cNvPr id="16" name="Google Shape;291;p27">
              <a:extLst>
                <a:ext uri="{FF2B5EF4-FFF2-40B4-BE49-F238E27FC236}">
                  <a16:creationId xmlns:a16="http://schemas.microsoft.com/office/drawing/2014/main" id="{BD92E3F7-C3BC-57DF-D695-6AF1A48BDC38}"/>
                </a:ext>
              </a:extLst>
            </p:cNvPr>
            <p:cNvCxnSpPr>
              <a:cxnSpLocks/>
              <a:stCxn id="5" idx="3"/>
              <a:endCxn id="6" idx="2"/>
            </p:cNvCxnSpPr>
            <p:nvPr/>
          </p:nvCxnSpPr>
          <p:spPr>
            <a:xfrm flipV="1">
              <a:off x="2012178" y="3375867"/>
              <a:ext cx="1662039" cy="1079299"/>
            </a:xfrm>
            <a:prstGeom prst="straightConnector1">
              <a:avLst/>
            </a:prstGeom>
            <a:noFill/>
            <a:ln w="9525" cap="flat" cmpd="sng">
              <a:solidFill>
                <a:schemeClr val="dk1"/>
              </a:solidFill>
              <a:prstDash val="solid"/>
              <a:round/>
              <a:headEnd type="none" w="sm" len="sm"/>
              <a:tailEnd type="triangle" w="med" len="med"/>
            </a:ln>
          </p:spPr>
        </p:cxnSp>
        <p:cxnSp>
          <p:nvCxnSpPr>
            <p:cNvPr id="17" name="Google Shape;292;p27">
              <a:extLst>
                <a:ext uri="{FF2B5EF4-FFF2-40B4-BE49-F238E27FC236}">
                  <a16:creationId xmlns:a16="http://schemas.microsoft.com/office/drawing/2014/main" id="{59172FC8-0965-EDBF-1DF0-A0FA60E0F320}"/>
                </a:ext>
              </a:extLst>
            </p:cNvPr>
            <p:cNvCxnSpPr>
              <a:cxnSpLocks/>
              <a:stCxn id="5" idx="3"/>
              <a:endCxn id="7" idx="2"/>
            </p:cNvCxnSpPr>
            <p:nvPr/>
          </p:nvCxnSpPr>
          <p:spPr>
            <a:xfrm>
              <a:off x="2012178" y="4455166"/>
              <a:ext cx="1696335" cy="1151792"/>
            </a:xfrm>
            <a:prstGeom prst="straightConnector1">
              <a:avLst/>
            </a:prstGeom>
            <a:noFill/>
            <a:ln w="9525" cap="flat" cmpd="sng">
              <a:solidFill>
                <a:schemeClr val="dk1"/>
              </a:solidFill>
              <a:prstDash val="solid"/>
              <a:round/>
              <a:headEnd type="none" w="sm" len="sm"/>
              <a:tailEnd type="triangle" w="med" len="med"/>
            </a:ln>
          </p:spPr>
        </p:cxnSp>
        <p:sp>
          <p:nvSpPr>
            <p:cNvPr id="18" name="Google Shape;294;p27">
              <a:extLst>
                <a:ext uri="{FF2B5EF4-FFF2-40B4-BE49-F238E27FC236}">
                  <a16:creationId xmlns:a16="http://schemas.microsoft.com/office/drawing/2014/main" id="{0E40CC91-AC12-A3AB-090D-9647A9AA714F}"/>
                </a:ext>
              </a:extLst>
            </p:cNvPr>
            <p:cNvSpPr txBox="1"/>
            <p:nvPr/>
          </p:nvSpPr>
          <p:spPr>
            <a:xfrm>
              <a:off x="4612350" y="2861220"/>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19" name="Google Shape;295;p27">
              <a:extLst>
                <a:ext uri="{FF2B5EF4-FFF2-40B4-BE49-F238E27FC236}">
                  <a16:creationId xmlns:a16="http://schemas.microsoft.com/office/drawing/2014/main" id="{685A19EF-4FBC-99F0-E9C4-A15B31B3C307}"/>
                </a:ext>
              </a:extLst>
            </p:cNvPr>
            <p:cNvSpPr txBox="1"/>
            <p:nvPr/>
          </p:nvSpPr>
          <p:spPr>
            <a:xfrm>
              <a:off x="4612350" y="5070297"/>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20" name="Google Shape;296;p27">
              <a:extLst>
                <a:ext uri="{FF2B5EF4-FFF2-40B4-BE49-F238E27FC236}">
                  <a16:creationId xmlns:a16="http://schemas.microsoft.com/office/drawing/2014/main" id="{C8EAAE03-6D11-01DA-845F-A582B7BD809F}"/>
                </a:ext>
              </a:extLst>
            </p:cNvPr>
            <p:cNvSpPr txBox="1"/>
            <p:nvPr/>
          </p:nvSpPr>
          <p:spPr>
            <a:xfrm>
              <a:off x="4525890" y="3616205"/>
              <a:ext cx="540999" cy="323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1" name="Google Shape;297;p27">
              <a:extLst>
                <a:ext uri="{FF2B5EF4-FFF2-40B4-BE49-F238E27FC236}">
                  <a16:creationId xmlns:a16="http://schemas.microsoft.com/office/drawing/2014/main" id="{3182F2F5-8695-245E-E54D-7431E82BE694}"/>
                </a:ext>
              </a:extLst>
            </p:cNvPr>
            <p:cNvSpPr txBox="1"/>
            <p:nvPr/>
          </p:nvSpPr>
          <p:spPr>
            <a:xfrm>
              <a:off x="4525890" y="5835843"/>
              <a:ext cx="540999"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2" name="Google Shape;302;p27">
              <a:extLst>
                <a:ext uri="{FF2B5EF4-FFF2-40B4-BE49-F238E27FC236}">
                  <a16:creationId xmlns:a16="http://schemas.microsoft.com/office/drawing/2014/main" id="{5B0E2B35-169B-B031-BDC7-F31F7EC56839}"/>
                </a:ext>
              </a:extLst>
            </p:cNvPr>
            <p:cNvSpPr/>
            <p:nvPr/>
          </p:nvSpPr>
          <p:spPr>
            <a:xfrm rot="19911142">
              <a:off x="2627154" y="3835080"/>
              <a:ext cx="777168" cy="28895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Action</a:t>
              </a:r>
              <a:endParaRPr sz="2000" dirty="0">
                <a:solidFill>
                  <a:schemeClr val="dk1"/>
                </a:solidFill>
                <a:latin typeface="+mj-lt"/>
                <a:ea typeface="Calibri"/>
                <a:cs typeface="Calibri"/>
                <a:sym typeface="Calibri"/>
              </a:endParaRPr>
            </a:p>
          </p:txBody>
        </p:sp>
        <p:sp>
          <p:nvSpPr>
            <p:cNvPr id="24" name="Google Shape;304;p27">
              <a:extLst>
                <a:ext uri="{FF2B5EF4-FFF2-40B4-BE49-F238E27FC236}">
                  <a16:creationId xmlns:a16="http://schemas.microsoft.com/office/drawing/2014/main" id="{6D951BDE-6904-3C2B-F222-CA8997E443CD}"/>
                </a:ext>
              </a:extLst>
            </p:cNvPr>
            <p:cNvSpPr txBox="1"/>
            <p:nvPr/>
          </p:nvSpPr>
          <p:spPr>
            <a:xfrm>
              <a:off x="7411372" y="1840185"/>
              <a:ext cx="1440598"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latin typeface="+mj-lt"/>
                  <a:ea typeface="Century Gothic"/>
                  <a:cs typeface="Century Gothic"/>
                  <a:sym typeface="Century Gothic"/>
                </a:rPr>
                <a:t>Acres of native habitat</a:t>
              </a:r>
              <a:endParaRPr sz="2400" dirty="0">
                <a:solidFill>
                  <a:schemeClr val="dk1"/>
                </a:solidFill>
                <a:latin typeface="+mj-lt"/>
                <a:ea typeface="Century Gothic"/>
                <a:cs typeface="Century Gothic"/>
                <a:sym typeface="Century Gothic"/>
              </a:endParaRPr>
            </a:p>
          </p:txBody>
        </p:sp>
        <p:sp>
          <p:nvSpPr>
            <p:cNvPr id="25" name="Google Shape;305;p27">
              <a:extLst>
                <a:ext uri="{FF2B5EF4-FFF2-40B4-BE49-F238E27FC236}">
                  <a16:creationId xmlns:a16="http://schemas.microsoft.com/office/drawing/2014/main" id="{35CF0902-B733-FB67-8C9F-688B91720B1E}"/>
                </a:ext>
              </a:extLst>
            </p:cNvPr>
            <p:cNvSpPr txBox="1"/>
            <p:nvPr/>
          </p:nvSpPr>
          <p:spPr>
            <a:xfrm>
              <a:off x="7719854" y="2584863"/>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70</a:t>
              </a:r>
              <a:endParaRPr sz="2400">
                <a:solidFill>
                  <a:schemeClr val="dk1"/>
                </a:solidFill>
                <a:latin typeface="+mj-lt"/>
                <a:ea typeface="Century Gothic"/>
                <a:cs typeface="Century Gothic"/>
                <a:sym typeface="Century Gothic"/>
              </a:endParaRPr>
            </a:p>
          </p:txBody>
        </p:sp>
        <p:sp>
          <p:nvSpPr>
            <p:cNvPr id="26" name="Google Shape;306;p27">
              <a:extLst>
                <a:ext uri="{FF2B5EF4-FFF2-40B4-BE49-F238E27FC236}">
                  <a16:creationId xmlns:a16="http://schemas.microsoft.com/office/drawing/2014/main" id="{A29D5C18-A37A-6879-DC58-B680CFC0B8B0}"/>
                </a:ext>
              </a:extLst>
            </p:cNvPr>
            <p:cNvSpPr txBox="1"/>
            <p:nvPr/>
          </p:nvSpPr>
          <p:spPr>
            <a:xfrm>
              <a:off x="7714594" y="379358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20</a:t>
              </a:r>
              <a:endParaRPr sz="2400">
                <a:solidFill>
                  <a:schemeClr val="dk1"/>
                </a:solidFill>
                <a:latin typeface="+mj-lt"/>
                <a:ea typeface="Century Gothic"/>
                <a:cs typeface="Century Gothic"/>
                <a:sym typeface="Century Gothic"/>
              </a:endParaRPr>
            </a:p>
          </p:txBody>
        </p:sp>
        <p:sp>
          <p:nvSpPr>
            <p:cNvPr id="27" name="Google Shape;307;p27">
              <a:extLst>
                <a:ext uri="{FF2B5EF4-FFF2-40B4-BE49-F238E27FC236}">
                  <a16:creationId xmlns:a16="http://schemas.microsoft.com/office/drawing/2014/main" id="{C2739579-9B3E-DC60-4C20-EBEA658F5A25}"/>
                </a:ext>
              </a:extLst>
            </p:cNvPr>
            <p:cNvSpPr txBox="1"/>
            <p:nvPr/>
          </p:nvSpPr>
          <p:spPr>
            <a:xfrm>
              <a:off x="7740866" y="4876179"/>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Century Gothic"/>
                  <a:cs typeface="Century Gothic"/>
                  <a:sym typeface="Century Gothic"/>
                </a:rPr>
                <a:t>100</a:t>
              </a:r>
              <a:endParaRPr sz="2400" dirty="0">
                <a:solidFill>
                  <a:schemeClr val="dk1"/>
                </a:solidFill>
                <a:latin typeface="+mj-lt"/>
                <a:ea typeface="Century Gothic"/>
                <a:cs typeface="Century Gothic"/>
                <a:sym typeface="Century Gothic"/>
              </a:endParaRPr>
            </a:p>
          </p:txBody>
        </p:sp>
        <p:sp>
          <p:nvSpPr>
            <p:cNvPr id="28" name="Google Shape;308;p27">
              <a:extLst>
                <a:ext uri="{FF2B5EF4-FFF2-40B4-BE49-F238E27FC236}">
                  <a16:creationId xmlns:a16="http://schemas.microsoft.com/office/drawing/2014/main" id="{20FDAF56-D726-9FC2-57F6-369CC7854100}"/>
                </a:ext>
              </a:extLst>
            </p:cNvPr>
            <p:cNvSpPr txBox="1"/>
            <p:nvPr/>
          </p:nvSpPr>
          <p:spPr>
            <a:xfrm>
              <a:off x="7688308" y="599030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mj-lt"/>
                  <a:ea typeface="Century Gothic"/>
                  <a:cs typeface="Century Gothic"/>
                  <a:sym typeface="Century Gothic"/>
                </a:rPr>
                <a:t>  </a:t>
              </a:r>
              <a:r>
                <a:rPr lang="en-US" sz="2400" dirty="0">
                  <a:solidFill>
                    <a:schemeClr val="dk1"/>
                  </a:solidFill>
                  <a:latin typeface="+mj-lt"/>
                  <a:ea typeface="Century Gothic"/>
                  <a:cs typeface="Century Gothic"/>
                  <a:sym typeface="Century Gothic"/>
                </a:rPr>
                <a:t> 0</a:t>
              </a:r>
              <a:endParaRPr sz="2400" dirty="0">
                <a:solidFill>
                  <a:schemeClr val="dk1"/>
                </a:solidFill>
                <a:latin typeface="+mj-lt"/>
                <a:ea typeface="Century Gothic"/>
                <a:cs typeface="Century Gothic"/>
                <a:sym typeface="Century Gothic"/>
              </a:endParaRPr>
            </a:p>
          </p:txBody>
        </p:sp>
      </p:grpSp>
      <p:sp>
        <p:nvSpPr>
          <p:cNvPr id="36" name="Title 1">
            <a:extLst>
              <a:ext uri="{FF2B5EF4-FFF2-40B4-BE49-F238E27FC236}">
                <a16:creationId xmlns:a16="http://schemas.microsoft.com/office/drawing/2014/main" id="{B858D974-29ED-6755-D57D-E805F6A86ADF}"/>
              </a:ext>
            </a:extLst>
          </p:cNvPr>
          <p:cNvSpPr>
            <a:spLocks noGrp="1"/>
          </p:cNvSpPr>
          <p:nvPr>
            <p:ph type="title"/>
          </p:nvPr>
        </p:nvSpPr>
        <p:spPr>
          <a:xfrm>
            <a:off x="804378" y="113109"/>
            <a:ext cx="10515600" cy="846730"/>
          </a:xfrm>
        </p:spPr>
        <p:txBody>
          <a:bodyPr>
            <a:normAutofit/>
          </a:bodyPr>
          <a:lstStyle/>
          <a:p>
            <a:r>
              <a:rPr lang="en-US" dirty="0"/>
              <a:t>Decision tree example:</a:t>
            </a:r>
          </a:p>
        </p:txBody>
      </p:sp>
      <p:sp>
        <p:nvSpPr>
          <p:cNvPr id="37" name="TextBox 36">
            <a:extLst>
              <a:ext uri="{FF2B5EF4-FFF2-40B4-BE49-F238E27FC236}">
                <a16:creationId xmlns:a16="http://schemas.microsoft.com/office/drawing/2014/main" id="{F08A0594-ACA7-A90E-3B6E-27D1471F2B65}"/>
              </a:ext>
            </a:extLst>
          </p:cNvPr>
          <p:cNvSpPr txBox="1"/>
          <p:nvPr/>
        </p:nvSpPr>
        <p:spPr>
          <a:xfrm>
            <a:off x="872022" y="784278"/>
            <a:ext cx="10758440" cy="461665"/>
          </a:xfrm>
          <a:prstGeom prst="rect">
            <a:avLst/>
          </a:prstGeom>
          <a:noFill/>
        </p:spPr>
        <p:txBody>
          <a:bodyPr wrap="square">
            <a:spAutoFit/>
          </a:bodyPr>
          <a:lstStyle/>
          <a:p>
            <a:pPr marL="0" marR="0" lvl="0" indent="0" algn="l" rtl="0">
              <a:spcBef>
                <a:spcPts val="0"/>
              </a:spcBef>
              <a:spcAft>
                <a:spcPts val="0"/>
              </a:spcAft>
              <a:buNone/>
            </a:pPr>
            <a:r>
              <a:rPr lang="en-US" sz="2400" b="0" i="0" u="none" strike="noStrike" cap="none" dirty="0">
                <a:solidFill>
                  <a:schemeClr val="dk1"/>
                </a:solidFill>
                <a:ea typeface="Times New Roman"/>
                <a:cs typeface="Times New Roman"/>
                <a:sym typeface="Times New Roman"/>
              </a:rPr>
              <a:t>Decision = Whether or not to create a no-habitat buffer around the refuge</a:t>
            </a:r>
            <a:endParaRPr lang="en-US" sz="2400" dirty="0"/>
          </a:p>
        </p:txBody>
      </p:sp>
      <p:sp>
        <p:nvSpPr>
          <p:cNvPr id="38" name="Google Shape;303;p27">
            <a:extLst>
              <a:ext uri="{FF2B5EF4-FFF2-40B4-BE49-F238E27FC236}">
                <a16:creationId xmlns:a16="http://schemas.microsoft.com/office/drawing/2014/main" id="{C15F724F-8056-CBFF-8A5E-EC647C4F02DD}"/>
              </a:ext>
            </a:extLst>
          </p:cNvPr>
          <p:cNvSpPr/>
          <p:nvPr/>
        </p:nvSpPr>
        <p:spPr>
          <a:xfrm rot="1689029">
            <a:off x="3012792" y="4531358"/>
            <a:ext cx="1217123" cy="2554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No action</a:t>
            </a:r>
            <a:endParaRPr sz="2000" dirty="0">
              <a:solidFill>
                <a:schemeClr val="dk1"/>
              </a:solidFill>
              <a:latin typeface="+mj-lt"/>
              <a:ea typeface="Calibri"/>
              <a:cs typeface="Calibri"/>
              <a:sym typeface="Calibri"/>
            </a:endParaRPr>
          </a:p>
        </p:txBody>
      </p:sp>
      <p:sp>
        <p:nvSpPr>
          <p:cNvPr id="39" name="TextBox 38">
            <a:extLst>
              <a:ext uri="{FF2B5EF4-FFF2-40B4-BE49-F238E27FC236}">
                <a16:creationId xmlns:a16="http://schemas.microsoft.com/office/drawing/2014/main" id="{3F68F6F5-5BA7-B6CC-9BE8-02FC03728B3E}"/>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3834790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C1124-8B63-A2EC-FF4A-08287844767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8893DDF-7447-A56C-7902-088E5E2CA712}"/>
              </a:ext>
            </a:extLst>
          </p:cNvPr>
          <p:cNvGrpSpPr/>
          <p:nvPr/>
        </p:nvGrpSpPr>
        <p:grpSpPr>
          <a:xfrm>
            <a:off x="750064" y="1195071"/>
            <a:ext cx="10603736" cy="4945264"/>
            <a:chOff x="685037" y="1840185"/>
            <a:chExt cx="8166933" cy="4902737"/>
          </a:xfrm>
        </p:grpSpPr>
        <p:sp>
          <p:nvSpPr>
            <p:cNvPr id="5" name="Google Shape;280;p27">
              <a:extLst>
                <a:ext uri="{FF2B5EF4-FFF2-40B4-BE49-F238E27FC236}">
                  <a16:creationId xmlns:a16="http://schemas.microsoft.com/office/drawing/2014/main" id="{C0B7A27F-63B0-04A9-8485-1EE30E7AFEFF}"/>
                </a:ext>
              </a:extLst>
            </p:cNvPr>
            <p:cNvSpPr/>
            <p:nvPr/>
          </p:nvSpPr>
          <p:spPr>
            <a:xfrm>
              <a:off x="685037" y="3793585"/>
              <a:ext cx="1327141" cy="1323163"/>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solidFill>
                    <a:schemeClr val="dk1"/>
                  </a:solidFill>
                  <a:latin typeface="+mj-lt"/>
                  <a:ea typeface="Calibri"/>
                  <a:cs typeface="Calibri"/>
                  <a:sym typeface="Calibri"/>
                </a:rPr>
                <a:t>Act to protect against an invasive species?</a:t>
              </a:r>
              <a:endParaRPr sz="2000" dirty="0">
                <a:solidFill>
                  <a:schemeClr val="dk1"/>
                </a:solidFill>
                <a:latin typeface="+mj-lt"/>
                <a:ea typeface="Calibri"/>
                <a:cs typeface="Calibri"/>
                <a:sym typeface="Calibri"/>
              </a:endParaRPr>
            </a:p>
          </p:txBody>
        </p:sp>
        <p:sp>
          <p:nvSpPr>
            <p:cNvPr id="6" name="Google Shape;281;p27">
              <a:extLst>
                <a:ext uri="{FF2B5EF4-FFF2-40B4-BE49-F238E27FC236}">
                  <a16:creationId xmlns:a16="http://schemas.microsoft.com/office/drawing/2014/main" id="{69B7B523-5116-4146-FEBA-8D5B3B4DEA2C}"/>
                </a:ext>
              </a:extLst>
            </p:cNvPr>
            <p:cNvSpPr/>
            <p:nvPr/>
          </p:nvSpPr>
          <p:spPr>
            <a:xfrm>
              <a:off x="3674217" y="2993094"/>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7" name="Google Shape;282;p27">
              <a:extLst>
                <a:ext uri="{FF2B5EF4-FFF2-40B4-BE49-F238E27FC236}">
                  <a16:creationId xmlns:a16="http://schemas.microsoft.com/office/drawing/2014/main" id="{E2935ECA-75B3-7501-46CE-6AE141C26E36}"/>
                </a:ext>
              </a:extLst>
            </p:cNvPr>
            <p:cNvSpPr/>
            <p:nvPr/>
          </p:nvSpPr>
          <p:spPr>
            <a:xfrm>
              <a:off x="3708513" y="5224186"/>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8" name="Google Shape;283;p27">
              <a:extLst>
                <a:ext uri="{FF2B5EF4-FFF2-40B4-BE49-F238E27FC236}">
                  <a16:creationId xmlns:a16="http://schemas.microsoft.com/office/drawing/2014/main" id="{DC1CE9D0-46AB-53E0-76CF-A97E201251B3}"/>
                </a:ext>
              </a:extLst>
            </p:cNvPr>
            <p:cNvSpPr/>
            <p:nvPr/>
          </p:nvSpPr>
          <p:spPr>
            <a:xfrm>
              <a:off x="5937661" y="2260369"/>
              <a:ext cx="1440601" cy="1062224"/>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sacrifices some habitat</a:t>
              </a:r>
              <a:endParaRPr dirty="0">
                <a:solidFill>
                  <a:schemeClr val="dk1"/>
                </a:solidFill>
                <a:latin typeface="+mj-lt"/>
                <a:ea typeface="Calibri"/>
                <a:cs typeface="Calibri"/>
                <a:sym typeface="Calibri"/>
              </a:endParaRPr>
            </a:p>
          </p:txBody>
        </p:sp>
        <p:sp>
          <p:nvSpPr>
            <p:cNvPr id="9" name="Google Shape;284;p27">
              <a:extLst>
                <a:ext uri="{FF2B5EF4-FFF2-40B4-BE49-F238E27FC236}">
                  <a16:creationId xmlns:a16="http://schemas.microsoft.com/office/drawing/2014/main" id="{4B3962FD-EA91-37C7-4465-23E05CDBE7DF}"/>
                </a:ext>
              </a:extLst>
            </p:cNvPr>
            <p:cNvSpPr/>
            <p:nvPr/>
          </p:nvSpPr>
          <p:spPr>
            <a:xfrm>
              <a:off x="5937662" y="3527487"/>
              <a:ext cx="1440600"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buffers invasion</a:t>
              </a:r>
              <a:endParaRPr dirty="0">
                <a:solidFill>
                  <a:schemeClr val="dk1"/>
                </a:solidFill>
                <a:latin typeface="+mj-lt"/>
                <a:ea typeface="Calibri"/>
                <a:cs typeface="Calibri"/>
                <a:sym typeface="Calibri"/>
              </a:endParaRPr>
            </a:p>
          </p:txBody>
        </p:sp>
        <p:sp>
          <p:nvSpPr>
            <p:cNvPr id="10" name="Google Shape;285;p27">
              <a:extLst>
                <a:ext uri="{FF2B5EF4-FFF2-40B4-BE49-F238E27FC236}">
                  <a16:creationId xmlns:a16="http://schemas.microsoft.com/office/drawing/2014/main" id="{C4A551DF-F232-2908-DE78-BC7EC190380F}"/>
                </a:ext>
              </a:extLst>
            </p:cNvPr>
            <p:cNvSpPr/>
            <p:nvPr/>
          </p:nvSpPr>
          <p:spPr>
            <a:xfrm>
              <a:off x="5937661" y="4642987"/>
              <a:ext cx="1440599"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solidFill>
                    <a:schemeClr val="dk1"/>
                  </a:solidFill>
                  <a:latin typeface="+mj-lt"/>
                  <a:ea typeface="Calibri"/>
                  <a:cs typeface="Calibri"/>
                  <a:sym typeface="Calibri"/>
                </a:rPr>
                <a:t>Habitat  not affected</a:t>
              </a:r>
              <a:endParaRPr>
                <a:solidFill>
                  <a:schemeClr val="dk1"/>
                </a:solidFill>
                <a:latin typeface="+mj-lt"/>
                <a:ea typeface="Calibri"/>
                <a:cs typeface="Calibri"/>
                <a:sym typeface="Calibri"/>
              </a:endParaRPr>
            </a:p>
          </p:txBody>
        </p:sp>
        <p:sp>
          <p:nvSpPr>
            <p:cNvPr id="11" name="Google Shape;286;p27">
              <a:extLst>
                <a:ext uri="{FF2B5EF4-FFF2-40B4-BE49-F238E27FC236}">
                  <a16:creationId xmlns:a16="http://schemas.microsoft.com/office/drawing/2014/main" id="{99624D42-A43F-8D4C-5493-1DBBFA3CAB03}"/>
                </a:ext>
              </a:extLst>
            </p:cNvPr>
            <p:cNvSpPr/>
            <p:nvPr/>
          </p:nvSpPr>
          <p:spPr>
            <a:xfrm>
              <a:off x="5937662" y="5795402"/>
              <a:ext cx="1440598"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Habitat lost by invasion</a:t>
              </a:r>
              <a:endParaRPr dirty="0">
                <a:solidFill>
                  <a:schemeClr val="dk1"/>
                </a:solidFill>
                <a:latin typeface="+mj-lt"/>
                <a:ea typeface="Calibri"/>
                <a:cs typeface="Calibri"/>
                <a:sym typeface="Calibri"/>
              </a:endParaRPr>
            </a:p>
          </p:txBody>
        </p:sp>
        <p:cxnSp>
          <p:nvCxnSpPr>
            <p:cNvPr id="12" name="Google Shape;287;p27">
              <a:extLst>
                <a:ext uri="{FF2B5EF4-FFF2-40B4-BE49-F238E27FC236}">
                  <a16:creationId xmlns:a16="http://schemas.microsoft.com/office/drawing/2014/main" id="{CE9700D6-0CE3-5BD9-E140-9ACB88940CC3}"/>
                </a:ext>
              </a:extLst>
            </p:cNvPr>
            <p:cNvCxnSpPr>
              <a:cxnSpLocks/>
              <a:stCxn id="6" idx="6"/>
              <a:endCxn id="8" idx="1"/>
            </p:cNvCxnSpPr>
            <p:nvPr/>
          </p:nvCxnSpPr>
          <p:spPr>
            <a:xfrm flipV="1">
              <a:off x="4612351" y="2791481"/>
              <a:ext cx="1325310" cy="584385"/>
            </a:xfrm>
            <a:prstGeom prst="straightConnector1">
              <a:avLst/>
            </a:prstGeom>
            <a:noFill/>
            <a:ln w="9525" cap="flat" cmpd="sng">
              <a:solidFill>
                <a:schemeClr val="dk1"/>
              </a:solidFill>
              <a:prstDash val="solid"/>
              <a:round/>
              <a:headEnd type="none" w="sm" len="sm"/>
              <a:tailEnd type="triangle" w="med" len="med"/>
            </a:ln>
          </p:spPr>
        </p:cxnSp>
        <p:cxnSp>
          <p:nvCxnSpPr>
            <p:cNvPr id="13" name="Google Shape;288;p27">
              <a:extLst>
                <a:ext uri="{FF2B5EF4-FFF2-40B4-BE49-F238E27FC236}">
                  <a16:creationId xmlns:a16="http://schemas.microsoft.com/office/drawing/2014/main" id="{FEBC4EFE-A05C-2AA0-3EF8-8ACD9DCAD008}"/>
                </a:ext>
              </a:extLst>
            </p:cNvPr>
            <p:cNvCxnSpPr>
              <a:cxnSpLocks/>
              <a:stCxn id="6" idx="6"/>
              <a:endCxn id="9" idx="1"/>
            </p:cNvCxnSpPr>
            <p:nvPr/>
          </p:nvCxnSpPr>
          <p:spPr>
            <a:xfrm>
              <a:off x="4612350" y="3375867"/>
              <a:ext cx="1325312" cy="625380"/>
            </a:xfrm>
            <a:prstGeom prst="straightConnector1">
              <a:avLst/>
            </a:prstGeom>
            <a:noFill/>
            <a:ln w="9525" cap="flat" cmpd="sng">
              <a:solidFill>
                <a:schemeClr val="dk1"/>
              </a:solidFill>
              <a:prstDash val="solid"/>
              <a:round/>
              <a:headEnd type="none" w="sm" len="sm"/>
              <a:tailEnd type="triangle" w="med" len="med"/>
            </a:ln>
          </p:spPr>
        </p:cxnSp>
        <p:cxnSp>
          <p:nvCxnSpPr>
            <p:cNvPr id="14" name="Google Shape;289;p27">
              <a:extLst>
                <a:ext uri="{FF2B5EF4-FFF2-40B4-BE49-F238E27FC236}">
                  <a16:creationId xmlns:a16="http://schemas.microsoft.com/office/drawing/2014/main" id="{B2EED0A4-2351-2257-C471-714BA921AC04}"/>
                </a:ext>
              </a:extLst>
            </p:cNvPr>
            <p:cNvCxnSpPr>
              <a:cxnSpLocks/>
              <a:stCxn id="7" idx="6"/>
              <a:endCxn id="10" idx="1"/>
            </p:cNvCxnSpPr>
            <p:nvPr/>
          </p:nvCxnSpPr>
          <p:spPr>
            <a:xfrm flipV="1">
              <a:off x="4646646" y="5116747"/>
              <a:ext cx="1291015" cy="490212"/>
            </a:xfrm>
            <a:prstGeom prst="straightConnector1">
              <a:avLst/>
            </a:prstGeom>
            <a:noFill/>
            <a:ln w="9525" cap="flat" cmpd="sng">
              <a:solidFill>
                <a:schemeClr val="dk1"/>
              </a:solidFill>
              <a:prstDash val="solid"/>
              <a:round/>
              <a:headEnd type="none" w="sm" len="sm"/>
              <a:tailEnd type="triangle" w="med" len="med"/>
            </a:ln>
          </p:spPr>
        </p:cxnSp>
        <p:cxnSp>
          <p:nvCxnSpPr>
            <p:cNvPr id="15" name="Google Shape;290;p27">
              <a:extLst>
                <a:ext uri="{FF2B5EF4-FFF2-40B4-BE49-F238E27FC236}">
                  <a16:creationId xmlns:a16="http://schemas.microsoft.com/office/drawing/2014/main" id="{9F42FF3B-77DA-39FE-9513-0526227E3EBF}"/>
                </a:ext>
              </a:extLst>
            </p:cNvPr>
            <p:cNvCxnSpPr>
              <a:cxnSpLocks/>
              <a:stCxn id="7" idx="6"/>
              <a:endCxn id="11" idx="1"/>
            </p:cNvCxnSpPr>
            <p:nvPr/>
          </p:nvCxnSpPr>
          <p:spPr>
            <a:xfrm>
              <a:off x="4646646" y="5606959"/>
              <a:ext cx="1291016" cy="662203"/>
            </a:xfrm>
            <a:prstGeom prst="straightConnector1">
              <a:avLst/>
            </a:prstGeom>
            <a:noFill/>
            <a:ln w="9525" cap="flat" cmpd="sng">
              <a:solidFill>
                <a:schemeClr val="dk1"/>
              </a:solidFill>
              <a:prstDash val="solid"/>
              <a:round/>
              <a:headEnd type="none" w="sm" len="sm"/>
              <a:tailEnd type="triangle" w="med" len="med"/>
            </a:ln>
          </p:spPr>
        </p:cxnSp>
        <p:cxnSp>
          <p:nvCxnSpPr>
            <p:cNvPr id="16" name="Google Shape;291;p27">
              <a:extLst>
                <a:ext uri="{FF2B5EF4-FFF2-40B4-BE49-F238E27FC236}">
                  <a16:creationId xmlns:a16="http://schemas.microsoft.com/office/drawing/2014/main" id="{2EC72C9D-4939-8F75-C2A5-757AB2807D7F}"/>
                </a:ext>
              </a:extLst>
            </p:cNvPr>
            <p:cNvCxnSpPr>
              <a:cxnSpLocks/>
              <a:stCxn id="5" idx="3"/>
              <a:endCxn id="6" idx="2"/>
            </p:cNvCxnSpPr>
            <p:nvPr/>
          </p:nvCxnSpPr>
          <p:spPr>
            <a:xfrm flipV="1">
              <a:off x="2012178" y="3375867"/>
              <a:ext cx="1662039" cy="1079299"/>
            </a:xfrm>
            <a:prstGeom prst="straightConnector1">
              <a:avLst/>
            </a:prstGeom>
            <a:noFill/>
            <a:ln w="9525" cap="flat" cmpd="sng">
              <a:solidFill>
                <a:schemeClr val="dk1"/>
              </a:solidFill>
              <a:prstDash val="solid"/>
              <a:round/>
              <a:headEnd type="none" w="sm" len="sm"/>
              <a:tailEnd type="triangle" w="med" len="med"/>
            </a:ln>
          </p:spPr>
        </p:cxnSp>
        <p:cxnSp>
          <p:nvCxnSpPr>
            <p:cNvPr id="17" name="Google Shape;292;p27">
              <a:extLst>
                <a:ext uri="{FF2B5EF4-FFF2-40B4-BE49-F238E27FC236}">
                  <a16:creationId xmlns:a16="http://schemas.microsoft.com/office/drawing/2014/main" id="{1247F343-F1D6-109E-9D71-D259931C9A0A}"/>
                </a:ext>
              </a:extLst>
            </p:cNvPr>
            <p:cNvCxnSpPr>
              <a:cxnSpLocks/>
              <a:stCxn id="5" idx="3"/>
              <a:endCxn id="7" idx="2"/>
            </p:cNvCxnSpPr>
            <p:nvPr/>
          </p:nvCxnSpPr>
          <p:spPr>
            <a:xfrm>
              <a:off x="2012178" y="4455166"/>
              <a:ext cx="1696335" cy="1151792"/>
            </a:xfrm>
            <a:prstGeom prst="straightConnector1">
              <a:avLst/>
            </a:prstGeom>
            <a:noFill/>
            <a:ln w="9525" cap="flat" cmpd="sng">
              <a:solidFill>
                <a:schemeClr val="dk1"/>
              </a:solidFill>
              <a:prstDash val="solid"/>
              <a:round/>
              <a:headEnd type="none" w="sm" len="sm"/>
              <a:tailEnd type="triangle" w="med" len="med"/>
            </a:ln>
          </p:spPr>
        </p:cxnSp>
        <p:sp>
          <p:nvSpPr>
            <p:cNvPr id="18" name="Google Shape;294;p27">
              <a:extLst>
                <a:ext uri="{FF2B5EF4-FFF2-40B4-BE49-F238E27FC236}">
                  <a16:creationId xmlns:a16="http://schemas.microsoft.com/office/drawing/2014/main" id="{C676033B-4B0C-F5B6-6C84-9FFC452EDA1E}"/>
                </a:ext>
              </a:extLst>
            </p:cNvPr>
            <p:cNvSpPr txBox="1"/>
            <p:nvPr/>
          </p:nvSpPr>
          <p:spPr>
            <a:xfrm>
              <a:off x="4612350" y="2861220"/>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19" name="Google Shape;295;p27">
              <a:extLst>
                <a:ext uri="{FF2B5EF4-FFF2-40B4-BE49-F238E27FC236}">
                  <a16:creationId xmlns:a16="http://schemas.microsoft.com/office/drawing/2014/main" id="{3E9B2E2D-11E9-14FE-D481-DCE06F66F25A}"/>
                </a:ext>
              </a:extLst>
            </p:cNvPr>
            <p:cNvSpPr txBox="1"/>
            <p:nvPr/>
          </p:nvSpPr>
          <p:spPr>
            <a:xfrm>
              <a:off x="4612350" y="5070297"/>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20" name="Google Shape;296;p27">
              <a:extLst>
                <a:ext uri="{FF2B5EF4-FFF2-40B4-BE49-F238E27FC236}">
                  <a16:creationId xmlns:a16="http://schemas.microsoft.com/office/drawing/2014/main" id="{8D2FB1BF-BD85-7D9F-7286-B6A66526528B}"/>
                </a:ext>
              </a:extLst>
            </p:cNvPr>
            <p:cNvSpPr txBox="1"/>
            <p:nvPr/>
          </p:nvSpPr>
          <p:spPr>
            <a:xfrm>
              <a:off x="4525890" y="3616205"/>
              <a:ext cx="540999" cy="323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1" name="Google Shape;297;p27">
              <a:extLst>
                <a:ext uri="{FF2B5EF4-FFF2-40B4-BE49-F238E27FC236}">
                  <a16:creationId xmlns:a16="http://schemas.microsoft.com/office/drawing/2014/main" id="{B57D4384-42CA-61A4-2D7A-560E7748901B}"/>
                </a:ext>
              </a:extLst>
            </p:cNvPr>
            <p:cNvSpPr txBox="1"/>
            <p:nvPr/>
          </p:nvSpPr>
          <p:spPr>
            <a:xfrm>
              <a:off x="4525890" y="5835843"/>
              <a:ext cx="540999"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2" name="Google Shape;302;p27">
              <a:extLst>
                <a:ext uri="{FF2B5EF4-FFF2-40B4-BE49-F238E27FC236}">
                  <a16:creationId xmlns:a16="http://schemas.microsoft.com/office/drawing/2014/main" id="{2A7DCA9D-AD5D-D9EB-8880-7904A7F445D0}"/>
                </a:ext>
              </a:extLst>
            </p:cNvPr>
            <p:cNvSpPr/>
            <p:nvPr/>
          </p:nvSpPr>
          <p:spPr>
            <a:xfrm rot="19911142">
              <a:off x="2610007" y="3837731"/>
              <a:ext cx="777168" cy="28895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Action</a:t>
              </a:r>
              <a:endParaRPr sz="2000" dirty="0">
                <a:solidFill>
                  <a:schemeClr val="dk1"/>
                </a:solidFill>
                <a:latin typeface="+mj-lt"/>
                <a:ea typeface="Calibri"/>
                <a:cs typeface="Calibri"/>
                <a:sym typeface="Calibri"/>
              </a:endParaRPr>
            </a:p>
          </p:txBody>
        </p:sp>
        <p:sp>
          <p:nvSpPr>
            <p:cNvPr id="24" name="Google Shape;304;p27">
              <a:extLst>
                <a:ext uri="{FF2B5EF4-FFF2-40B4-BE49-F238E27FC236}">
                  <a16:creationId xmlns:a16="http://schemas.microsoft.com/office/drawing/2014/main" id="{43E040BE-7A94-6FB4-31F4-77AB4950E296}"/>
                </a:ext>
              </a:extLst>
            </p:cNvPr>
            <p:cNvSpPr txBox="1"/>
            <p:nvPr/>
          </p:nvSpPr>
          <p:spPr>
            <a:xfrm>
              <a:off x="7411372" y="1840185"/>
              <a:ext cx="1440598"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latin typeface="+mj-lt"/>
                  <a:ea typeface="Century Gothic"/>
                  <a:cs typeface="Century Gothic"/>
                  <a:sym typeface="Century Gothic"/>
                </a:rPr>
                <a:t>Acres of native habitat</a:t>
              </a:r>
              <a:endParaRPr sz="2400" dirty="0">
                <a:solidFill>
                  <a:schemeClr val="dk1"/>
                </a:solidFill>
                <a:latin typeface="+mj-lt"/>
                <a:ea typeface="Century Gothic"/>
                <a:cs typeface="Century Gothic"/>
                <a:sym typeface="Century Gothic"/>
              </a:endParaRPr>
            </a:p>
          </p:txBody>
        </p:sp>
        <p:sp>
          <p:nvSpPr>
            <p:cNvPr id="25" name="Google Shape;305;p27">
              <a:extLst>
                <a:ext uri="{FF2B5EF4-FFF2-40B4-BE49-F238E27FC236}">
                  <a16:creationId xmlns:a16="http://schemas.microsoft.com/office/drawing/2014/main" id="{FF8D9CC2-059B-ECFF-A40F-89213836438E}"/>
                </a:ext>
              </a:extLst>
            </p:cNvPr>
            <p:cNvSpPr txBox="1"/>
            <p:nvPr/>
          </p:nvSpPr>
          <p:spPr>
            <a:xfrm>
              <a:off x="7719854" y="2584863"/>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70</a:t>
              </a:r>
              <a:endParaRPr sz="2400">
                <a:solidFill>
                  <a:schemeClr val="dk1"/>
                </a:solidFill>
                <a:latin typeface="+mj-lt"/>
                <a:ea typeface="Century Gothic"/>
                <a:cs typeface="Century Gothic"/>
                <a:sym typeface="Century Gothic"/>
              </a:endParaRPr>
            </a:p>
          </p:txBody>
        </p:sp>
        <p:sp>
          <p:nvSpPr>
            <p:cNvPr id="26" name="Google Shape;306;p27">
              <a:extLst>
                <a:ext uri="{FF2B5EF4-FFF2-40B4-BE49-F238E27FC236}">
                  <a16:creationId xmlns:a16="http://schemas.microsoft.com/office/drawing/2014/main" id="{CDEDB367-4710-B324-17A8-10E230A8528A}"/>
                </a:ext>
              </a:extLst>
            </p:cNvPr>
            <p:cNvSpPr txBox="1"/>
            <p:nvPr/>
          </p:nvSpPr>
          <p:spPr>
            <a:xfrm>
              <a:off x="7714594" y="379358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20</a:t>
              </a:r>
              <a:endParaRPr sz="2400">
                <a:solidFill>
                  <a:schemeClr val="dk1"/>
                </a:solidFill>
                <a:latin typeface="+mj-lt"/>
                <a:ea typeface="Century Gothic"/>
                <a:cs typeface="Century Gothic"/>
                <a:sym typeface="Century Gothic"/>
              </a:endParaRPr>
            </a:p>
          </p:txBody>
        </p:sp>
        <p:sp>
          <p:nvSpPr>
            <p:cNvPr id="27" name="Google Shape;307;p27">
              <a:extLst>
                <a:ext uri="{FF2B5EF4-FFF2-40B4-BE49-F238E27FC236}">
                  <a16:creationId xmlns:a16="http://schemas.microsoft.com/office/drawing/2014/main" id="{F0ACA69D-9CFF-10F1-A5F8-EE6C2E8D586F}"/>
                </a:ext>
              </a:extLst>
            </p:cNvPr>
            <p:cNvSpPr txBox="1"/>
            <p:nvPr/>
          </p:nvSpPr>
          <p:spPr>
            <a:xfrm>
              <a:off x="7740866" y="4876179"/>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Century Gothic"/>
                  <a:cs typeface="Century Gothic"/>
                  <a:sym typeface="Century Gothic"/>
                </a:rPr>
                <a:t>100</a:t>
              </a:r>
              <a:endParaRPr sz="2400" dirty="0">
                <a:solidFill>
                  <a:schemeClr val="dk1"/>
                </a:solidFill>
                <a:latin typeface="+mj-lt"/>
                <a:ea typeface="Century Gothic"/>
                <a:cs typeface="Century Gothic"/>
                <a:sym typeface="Century Gothic"/>
              </a:endParaRPr>
            </a:p>
          </p:txBody>
        </p:sp>
        <p:sp>
          <p:nvSpPr>
            <p:cNvPr id="28" name="Google Shape;308;p27">
              <a:extLst>
                <a:ext uri="{FF2B5EF4-FFF2-40B4-BE49-F238E27FC236}">
                  <a16:creationId xmlns:a16="http://schemas.microsoft.com/office/drawing/2014/main" id="{34A0021B-1959-9D19-CF93-577099282523}"/>
                </a:ext>
              </a:extLst>
            </p:cNvPr>
            <p:cNvSpPr txBox="1"/>
            <p:nvPr/>
          </p:nvSpPr>
          <p:spPr>
            <a:xfrm>
              <a:off x="7688308" y="599030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mj-lt"/>
                  <a:ea typeface="Century Gothic"/>
                  <a:cs typeface="Century Gothic"/>
                  <a:sym typeface="Century Gothic"/>
                </a:rPr>
                <a:t>  </a:t>
              </a:r>
              <a:r>
                <a:rPr lang="en-US" sz="2400" dirty="0">
                  <a:solidFill>
                    <a:schemeClr val="dk1"/>
                  </a:solidFill>
                  <a:latin typeface="+mj-lt"/>
                  <a:ea typeface="Century Gothic"/>
                  <a:cs typeface="Century Gothic"/>
                  <a:sym typeface="Century Gothic"/>
                </a:rPr>
                <a:t> 0</a:t>
              </a:r>
              <a:endParaRPr sz="2400" dirty="0">
                <a:solidFill>
                  <a:schemeClr val="dk1"/>
                </a:solidFill>
                <a:latin typeface="+mj-lt"/>
                <a:ea typeface="Century Gothic"/>
                <a:cs typeface="Century Gothic"/>
                <a:sym typeface="Century Gothic"/>
              </a:endParaRPr>
            </a:p>
          </p:txBody>
        </p:sp>
      </p:grpSp>
      <p:sp>
        <p:nvSpPr>
          <p:cNvPr id="3" name="Google Shape;298;p27">
            <a:extLst>
              <a:ext uri="{FF2B5EF4-FFF2-40B4-BE49-F238E27FC236}">
                <a16:creationId xmlns:a16="http://schemas.microsoft.com/office/drawing/2014/main" id="{4C670374-4690-857D-80E4-CCFB9D710708}"/>
              </a:ext>
            </a:extLst>
          </p:cNvPr>
          <p:cNvSpPr txBox="1"/>
          <p:nvPr/>
        </p:nvSpPr>
        <p:spPr>
          <a:xfrm rot="20334169">
            <a:off x="6415578" y="2056002"/>
            <a:ext cx="996051" cy="3915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0.65</a:t>
            </a:r>
            <a:endParaRPr dirty="0">
              <a:solidFill>
                <a:srgbClr val="7030A0"/>
              </a:solidFill>
              <a:latin typeface="+mj-lt"/>
              <a:ea typeface="Calibri"/>
              <a:cs typeface="Calibri"/>
              <a:sym typeface="Calibri"/>
            </a:endParaRPr>
          </a:p>
        </p:txBody>
      </p:sp>
      <p:sp>
        <p:nvSpPr>
          <p:cNvPr id="29" name="Google Shape;299;p27">
            <a:extLst>
              <a:ext uri="{FF2B5EF4-FFF2-40B4-BE49-F238E27FC236}">
                <a16:creationId xmlns:a16="http://schemas.microsoft.com/office/drawing/2014/main" id="{E8969029-9F78-172D-15E5-52CC8A6090FD}"/>
              </a:ext>
            </a:extLst>
          </p:cNvPr>
          <p:cNvSpPr txBox="1"/>
          <p:nvPr/>
        </p:nvSpPr>
        <p:spPr>
          <a:xfrm rot="20604368">
            <a:off x="6447840" y="4358692"/>
            <a:ext cx="807520" cy="408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0.5</a:t>
            </a:r>
            <a:endParaRPr dirty="0">
              <a:solidFill>
                <a:srgbClr val="7030A0"/>
              </a:solidFill>
              <a:latin typeface="+mj-lt"/>
              <a:ea typeface="Calibri"/>
              <a:cs typeface="Calibri"/>
              <a:sym typeface="Calibri"/>
            </a:endParaRPr>
          </a:p>
        </p:txBody>
      </p:sp>
      <p:sp>
        <p:nvSpPr>
          <p:cNvPr id="30" name="Google Shape;300;p27">
            <a:extLst>
              <a:ext uri="{FF2B5EF4-FFF2-40B4-BE49-F238E27FC236}">
                <a16:creationId xmlns:a16="http://schemas.microsoft.com/office/drawing/2014/main" id="{44F4101A-037C-6942-0970-EAB7777CE8BA}"/>
              </a:ext>
            </a:extLst>
          </p:cNvPr>
          <p:cNvSpPr txBox="1"/>
          <p:nvPr/>
        </p:nvSpPr>
        <p:spPr>
          <a:xfrm rot="1327241">
            <a:off x="6364304" y="5407963"/>
            <a:ext cx="1050027" cy="33275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0.5</a:t>
            </a:r>
            <a:endParaRPr dirty="0">
              <a:solidFill>
                <a:srgbClr val="7030A0"/>
              </a:solidFill>
              <a:latin typeface="+mj-lt"/>
              <a:ea typeface="Calibri"/>
              <a:cs typeface="Calibri"/>
              <a:sym typeface="Calibri"/>
            </a:endParaRPr>
          </a:p>
        </p:txBody>
      </p:sp>
      <p:sp>
        <p:nvSpPr>
          <p:cNvPr id="31" name="Google Shape;301;p27">
            <a:extLst>
              <a:ext uri="{FF2B5EF4-FFF2-40B4-BE49-F238E27FC236}">
                <a16:creationId xmlns:a16="http://schemas.microsoft.com/office/drawing/2014/main" id="{9D2A1436-33C9-3D5B-DEC2-8891647F5C0A}"/>
              </a:ext>
            </a:extLst>
          </p:cNvPr>
          <p:cNvSpPr txBox="1"/>
          <p:nvPr/>
        </p:nvSpPr>
        <p:spPr>
          <a:xfrm rot="1322405">
            <a:off x="6395666" y="3161756"/>
            <a:ext cx="1118622" cy="3488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0.35</a:t>
            </a:r>
            <a:endParaRPr dirty="0">
              <a:solidFill>
                <a:srgbClr val="7030A0"/>
              </a:solidFill>
              <a:latin typeface="+mj-lt"/>
              <a:ea typeface="Calibri"/>
              <a:cs typeface="Calibri"/>
              <a:sym typeface="Calibri"/>
            </a:endParaRPr>
          </a:p>
        </p:txBody>
      </p:sp>
      <p:sp>
        <p:nvSpPr>
          <p:cNvPr id="32" name="Google Shape;298;p27">
            <a:extLst>
              <a:ext uri="{FF2B5EF4-FFF2-40B4-BE49-F238E27FC236}">
                <a16:creationId xmlns:a16="http://schemas.microsoft.com/office/drawing/2014/main" id="{322160B7-E79E-14D5-5B6C-D57089A2B9C9}"/>
              </a:ext>
            </a:extLst>
          </p:cNvPr>
          <p:cNvSpPr txBox="1"/>
          <p:nvPr/>
        </p:nvSpPr>
        <p:spPr>
          <a:xfrm>
            <a:off x="1078330" y="1445530"/>
            <a:ext cx="2808178" cy="3915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rgbClr val="7030A0"/>
                </a:solidFill>
                <a:latin typeface="+mj-lt"/>
                <a:ea typeface="Calibri"/>
                <a:cs typeface="Calibri"/>
                <a:sym typeface="Calibri"/>
              </a:rPr>
              <a:t>*Adding probabilities</a:t>
            </a:r>
            <a:endParaRPr sz="2400" b="1" dirty="0">
              <a:solidFill>
                <a:srgbClr val="7030A0"/>
              </a:solidFill>
              <a:latin typeface="+mj-lt"/>
              <a:ea typeface="Calibri"/>
              <a:cs typeface="Calibri"/>
              <a:sym typeface="Calibri"/>
            </a:endParaRPr>
          </a:p>
        </p:txBody>
      </p:sp>
      <p:sp>
        <p:nvSpPr>
          <p:cNvPr id="36" name="Title 1">
            <a:extLst>
              <a:ext uri="{FF2B5EF4-FFF2-40B4-BE49-F238E27FC236}">
                <a16:creationId xmlns:a16="http://schemas.microsoft.com/office/drawing/2014/main" id="{E8C4F440-AEDC-A145-0C53-D28300C0300E}"/>
              </a:ext>
            </a:extLst>
          </p:cNvPr>
          <p:cNvSpPr>
            <a:spLocks noGrp="1"/>
          </p:cNvSpPr>
          <p:nvPr>
            <p:ph type="title"/>
          </p:nvPr>
        </p:nvSpPr>
        <p:spPr>
          <a:xfrm>
            <a:off x="804378" y="113109"/>
            <a:ext cx="10515600" cy="846730"/>
          </a:xfrm>
        </p:spPr>
        <p:txBody>
          <a:bodyPr>
            <a:normAutofit/>
          </a:bodyPr>
          <a:lstStyle/>
          <a:p>
            <a:r>
              <a:rPr lang="en-US" dirty="0"/>
              <a:t>Decision tree example:</a:t>
            </a:r>
          </a:p>
        </p:txBody>
      </p:sp>
      <p:sp>
        <p:nvSpPr>
          <p:cNvPr id="37" name="TextBox 36">
            <a:extLst>
              <a:ext uri="{FF2B5EF4-FFF2-40B4-BE49-F238E27FC236}">
                <a16:creationId xmlns:a16="http://schemas.microsoft.com/office/drawing/2014/main" id="{4B6C299D-2EBE-B13B-5DF5-BE29B9D01520}"/>
              </a:ext>
            </a:extLst>
          </p:cNvPr>
          <p:cNvSpPr txBox="1"/>
          <p:nvPr/>
        </p:nvSpPr>
        <p:spPr>
          <a:xfrm>
            <a:off x="872022" y="784278"/>
            <a:ext cx="10758440" cy="461665"/>
          </a:xfrm>
          <a:prstGeom prst="rect">
            <a:avLst/>
          </a:prstGeom>
          <a:noFill/>
        </p:spPr>
        <p:txBody>
          <a:bodyPr wrap="square">
            <a:spAutoFit/>
          </a:bodyPr>
          <a:lstStyle/>
          <a:p>
            <a:pPr marL="0" marR="0" lvl="0" indent="0" algn="l" rtl="0">
              <a:spcBef>
                <a:spcPts val="0"/>
              </a:spcBef>
              <a:spcAft>
                <a:spcPts val="0"/>
              </a:spcAft>
              <a:buNone/>
            </a:pPr>
            <a:r>
              <a:rPr lang="en-US" sz="2400" b="0" i="0" u="none" strike="noStrike" cap="none" dirty="0">
                <a:solidFill>
                  <a:schemeClr val="dk1"/>
                </a:solidFill>
                <a:ea typeface="Times New Roman"/>
                <a:cs typeface="Times New Roman"/>
                <a:sym typeface="Times New Roman"/>
              </a:rPr>
              <a:t>Decision = Whether or not to create a no-habitat buffer around the refuge</a:t>
            </a:r>
            <a:endParaRPr lang="en-US" sz="2400" dirty="0"/>
          </a:p>
        </p:txBody>
      </p:sp>
      <p:sp>
        <p:nvSpPr>
          <p:cNvPr id="38" name="Google Shape;303;p27">
            <a:extLst>
              <a:ext uri="{FF2B5EF4-FFF2-40B4-BE49-F238E27FC236}">
                <a16:creationId xmlns:a16="http://schemas.microsoft.com/office/drawing/2014/main" id="{7145FDF4-D544-8970-C788-A7C4626FB128}"/>
              </a:ext>
            </a:extLst>
          </p:cNvPr>
          <p:cNvSpPr/>
          <p:nvPr/>
        </p:nvSpPr>
        <p:spPr>
          <a:xfrm rot="1689029">
            <a:off x="3012792" y="4531358"/>
            <a:ext cx="1217123" cy="2554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No action</a:t>
            </a:r>
            <a:endParaRPr sz="2000" dirty="0">
              <a:solidFill>
                <a:schemeClr val="dk1"/>
              </a:solidFill>
              <a:latin typeface="+mj-lt"/>
              <a:ea typeface="Calibri"/>
              <a:cs typeface="Calibri"/>
              <a:sym typeface="Calibri"/>
            </a:endParaRPr>
          </a:p>
        </p:txBody>
      </p:sp>
      <p:sp>
        <p:nvSpPr>
          <p:cNvPr id="39" name="TextBox 38">
            <a:extLst>
              <a:ext uri="{FF2B5EF4-FFF2-40B4-BE49-F238E27FC236}">
                <a16:creationId xmlns:a16="http://schemas.microsoft.com/office/drawing/2014/main" id="{C785CFC0-09DA-54EF-09EA-0F3F2CA80919}"/>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1475396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4DA62-6E5A-A9B0-2D73-1EDAD6D38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6577F-B191-3861-464B-059BBD9EE878}"/>
              </a:ext>
            </a:extLst>
          </p:cNvPr>
          <p:cNvSpPr>
            <a:spLocks noGrp="1"/>
          </p:cNvSpPr>
          <p:nvPr>
            <p:ph type="title"/>
          </p:nvPr>
        </p:nvSpPr>
        <p:spPr>
          <a:xfrm>
            <a:off x="804378" y="113109"/>
            <a:ext cx="10515600" cy="846730"/>
          </a:xfrm>
        </p:spPr>
        <p:txBody>
          <a:bodyPr>
            <a:normAutofit/>
          </a:bodyPr>
          <a:lstStyle/>
          <a:p>
            <a:r>
              <a:rPr lang="en-US" dirty="0"/>
              <a:t>Decision tree example:</a:t>
            </a:r>
          </a:p>
        </p:txBody>
      </p:sp>
      <p:grpSp>
        <p:nvGrpSpPr>
          <p:cNvPr id="4" name="Group 3">
            <a:extLst>
              <a:ext uri="{FF2B5EF4-FFF2-40B4-BE49-F238E27FC236}">
                <a16:creationId xmlns:a16="http://schemas.microsoft.com/office/drawing/2014/main" id="{5E4D6F18-89F5-2AD1-9925-C4471E1A1F9C}"/>
              </a:ext>
            </a:extLst>
          </p:cNvPr>
          <p:cNvGrpSpPr/>
          <p:nvPr/>
        </p:nvGrpSpPr>
        <p:grpSpPr>
          <a:xfrm>
            <a:off x="750064" y="1195071"/>
            <a:ext cx="10603736" cy="4945264"/>
            <a:chOff x="685037" y="1840185"/>
            <a:chExt cx="8166933" cy="4902737"/>
          </a:xfrm>
        </p:grpSpPr>
        <p:sp>
          <p:nvSpPr>
            <p:cNvPr id="5" name="Google Shape;280;p27">
              <a:extLst>
                <a:ext uri="{FF2B5EF4-FFF2-40B4-BE49-F238E27FC236}">
                  <a16:creationId xmlns:a16="http://schemas.microsoft.com/office/drawing/2014/main" id="{B727D787-00C9-B468-3588-FDDE6E11B0D2}"/>
                </a:ext>
              </a:extLst>
            </p:cNvPr>
            <p:cNvSpPr/>
            <p:nvPr/>
          </p:nvSpPr>
          <p:spPr>
            <a:xfrm>
              <a:off x="685037" y="3793585"/>
              <a:ext cx="1327141" cy="1323163"/>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solidFill>
                    <a:schemeClr val="dk1"/>
                  </a:solidFill>
                  <a:latin typeface="+mj-lt"/>
                  <a:ea typeface="Calibri"/>
                  <a:cs typeface="Calibri"/>
                  <a:sym typeface="Calibri"/>
                </a:rPr>
                <a:t>Act to protect against an invasive species?</a:t>
              </a:r>
              <a:endParaRPr sz="2000" dirty="0">
                <a:solidFill>
                  <a:schemeClr val="dk1"/>
                </a:solidFill>
                <a:latin typeface="+mj-lt"/>
                <a:ea typeface="Calibri"/>
                <a:cs typeface="Calibri"/>
                <a:sym typeface="Calibri"/>
              </a:endParaRPr>
            </a:p>
          </p:txBody>
        </p:sp>
        <p:sp>
          <p:nvSpPr>
            <p:cNvPr id="6" name="Google Shape;281;p27">
              <a:extLst>
                <a:ext uri="{FF2B5EF4-FFF2-40B4-BE49-F238E27FC236}">
                  <a16:creationId xmlns:a16="http://schemas.microsoft.com/office/drawing/2014/main" id="{D8ED8E39-C049-BA99-7D3E-37755CD0D8C9}"/>
                </a:ext>
              </a:extLst>
            </p:cNvPr>
            <p:cNvSpPr/>
            <p:nvPr/>
          </p:nvSpPr>
          <p:spPr>
            <a:xfrm>
              <a:off x="3674217" y="2993094"/>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7" name="Google Shape;282;p27">
              <a:extLst>
                <a:ext uri="{FF2B5EF4-FFF2-40B4-BE49-F238E27FC236}">
                  <a16:creationId xmlns:a16="http://schemas.microsoft.com/office/drawing/2014/main" id="{EFBD7CAC-5A69-76E8-46E7-5A4F996AE0B7}"/>
                </a:ext>
              </a:extLst>
            </p:cNvPr>
            <p:cNvSpPr/>
            <p:nvPr/>
          </p:nvSpPr>
          <p:spPr>
            <a:xfrm>
              <a:off x="3708513" y="5224186"/>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8" name="Google Shape;283;p27">
              <a:extLst>
                <a:ext uri="{FF2B5EF4-FFF2-40B4-BE49-F238E27FC236}">
                  <a16:creationId xmlns:a16="http://schemas.microsoft.com/office/drawing/2014/main" id="{F55758B6-3657-4830-D385-61E99F8CF92A}"/>
                </a:ext>
              </a:extLst>
            </p:cNvPr>
            <p:cNvSpPr/>
            <p:nvPr/>
          </p:nvSpPr>
          <p:spPr>
            <a:xfrm>
              <a:off x="5937661" y="2260369"/>
              <a:ext cx="1440601" cy="1062224"/>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sacrifices some habitat</a:t>
              </a:r>
              <a:endParaRPr dirty="0">
                <a:solidFill>
                  <a:schemeClr val="dk1"/>
                </a:solidFill>
                <a:latin typeface="+mj-lt"/>
                <a:ea typeface="Calibri"/>
                <a:cs typeface="Calibri"/>
                <a:sym typeface="Calibri"/>
              </a:endParaRPr>
            </a:p>
          </p:txBody>
        </p:sp>
        <p:sp>
          <p:nvSpPr>
            <p:cNvPr id="9" name="Google Shape;284;p27">
              <a:extLst>
                <a:ext uri="{FF2B5EF4-FFF2-40B4-BE49-F238E27FC236}">
                  <a16:creationId xmlns:a16="http://schemas.microsoft.com/office/drawing/2014/main" id="{9C147B51-BDFA-7A35-8D51-45B8F8C80AAC}"/>
                </a:ext>
              </a:extLst>
            </p:cNvPr>
            <p:cNvSpPr/>
            <p:nvPr/>
          </p:nvSpPr>
          <p:spPr>
            <a:xfrm>
              <a:off x="5937662" y="3527487"/>
              <a:ext cx="1440600"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buffers invasion</a:t>
              </a:r>
              <a:endParaRPr dirty="0">
                <a:solidFill>
                  <a:schemeClr val="dk1"/>
                </a:solidFill>
                <a:latin typeface="+mj-lt"/>
                <a:ea typeface="Calibri"/>
                <a:cs typeface="Calibri"/>
                <a:sym typeface="Calibri"/>
              </a:endParaRPr>
            </a:p>
          </p:txBody>
        </p:sp>
        <p:sp>
          <p:nvSpPr>
            <p:cNvPr id="10" name="Google Shape;285;p27">
              <a:extLst>
                <a:ext uri="{FF2B5EF4-FFF2-40B4-BE49-F238E27FC236}">
                  <a16:creationId xmlns:a16="http://schemas.microsoft.com/office/drawing/2014/main" id="{53D94364-3ADA-F8F8-7D63-0D3862E2F5AB}"/>
                </a:ext>
              </a:extLst>
            </p:cNvPr>
            <p:cNvSpPr/>
            <p:nvPr/>
          </p:nvSpPr>
          <p:spPr>
            <a:xfrm>
              <a:off x="5937661" y="4642987"/>
              <a:ext cx="1440599"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solidFill>
                    <a:schemeClr val="dk1"/>
                  </a:solidFill>
                  <a:latin typeface="+mj-lt"/>
                  <a:ea typeface="Calibri"/>
                  <a:cs typeface="Calibri"/>
                  <a:sym typeface="Calibri"/>
                </a:rPr>
                <a:t>Habitat  not affected</a:t>
              </a:r>
              <a:endParaRPr>
                <a:solidFill>
                  <a:schemeClr val="dk1"/>
                </a:solidFill>
                <a:latin typeface="+mj-lt"/>
                <a:ea typeface="Calibri"/>
                <a:cs typeface="Calibri"/>
                <a:sym typeface="Calibri"/>
              </a:endParaRPr>
            </a:p>
          </p:txBody>
        </p:sp>
        <p:sp>
          <p:nvSpPr>
            <p:cNvPr id="11" name="Google Shape;286;p27">
              <a:extLst>
                <a:ext uri="{FF2B5EF4-FFF2-40B4-BE49-F238E27FC236}">
                  <a16:creationId xmlns:a16="http://schemas.microsoft.com/office/drawing/2014/main" id="{54BA8801-D383-E0B7-7CA4-76B7990B0B94}"/>
                </a:ext>
              </a:extLst>
            </p:cNvPr>
            <p:cNvSpPr/>
            <p:nvPr/>
          </p:nvSpPr>
          <p:spPr>
            <a:xfrm>
              <a:off x="5937662" y="5795402"/>
              <a:ext cx="1440598"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Habitat lost by invasion</a:t>
              </a:r>
              <a:endParaRPr dirty="0">
                <a:solidFill>
                  <a:schemeClr val="dk1"/>
                </a:solidFill>
                <a:latin typeface="+mj-lt"/>
                <a:ea typeface="Calibri"/>
                <a:cs typeface="Calibri"/>
                <a:sym typeface="Calibri"/>
              </a:endParaRPr>
            </a:p>
          </p:txBody>
        </p:sp>
        <p:cxnSp>
          <p:nvCxnSpPr>
            <p:cNvPr id="12" name="Google Shape;287;p27">
              <a:extLst>
                <a:ext uri="{FF2B5EF4-FFF2-40B4-BE49-F238E27FC236}">
                  <a16:creationId xmlns:a16="http://schemas.microsoft.com/office/drawing/2014/main" id="{5FDD0BC5-FE1A-50CB-C1DB-D1D006DC4906}"/>
                </a:ext>
              </a:extLst>
            </p:cNvPr>
            <p:cNvCxnSpPr>
              <a:cxnSpLocks/>
              <a:stCxn id="6" idx="6"/>
              <a:endCxn id="8" idx="1"/>
            </p:cNvCxnSpPr>
            <p:nvPr/>
          </p:nvCxnSpPr>
          <p:spPr>
            <a:xfrm flipV="1">
              <a:off x="4612351" y="2791481"/>
              <a:ext cx="1325310" cy="584385"/>
            </a:xfrm>
            <a:prstGeom prst="straightConnector1">
              <a:avLst/>
            </a:prstGeom>
            <a:noFill/>
            <a:ln w="9525" cap="flat" cmpd="sng">
              <a:solidFill>
                <a:schemeClr val="dk1"/>
              </a:solidFill>
              <a:prstDash val="solid"/>
              <a:round/>
              <a:headEnd type="none" w="sm" len="sm"/>
              <a:tailEnd type="triangle" w="med" len="med"/>
            </a:ln>
          </p:spPr>
        </p:cxnSp>
        <p:cxnSp>
          <p:nvCxnSpPr>
            <p:cNvPr id="13" name="Google Shape;288;p27">
              <a:extLst>
                <a:ext uri="{FF2B5EF4-FFF2-40B4-BE49-F238E27FC236}">
                  <a16:creationId xmlns:a16="http://schemas.microsoft.com/office/drawing/2014/main" id="{2AF1DEF1-AEBE-8557-568E-D075C40B2841}"/>
                </a:ext>
              </a:extLst>
            </p:cNvPr>
            <p:cNvCxnSpPr>
              <a:cxnSpLocks/>
              <a:stCxn id="6" idx="6"/>
              <a:endCxn id="9" idx="1"/>
            </p:cNvCxnSpPr>
            <p:nvPr/>
          </p:nvCxnSpPr>
          <p:spPr>
            <a:xfrm>
              <a:off x="4612350" y="3375867"/>
              <a:ext cx="1325312" cy="625380"/>
            </a:xfrm>
            <a:prstGeom prst="straightConnector1">
              <a:avLst/>
            </a:prstGeom>
            <a:noFill/>
            <a:ln w="9525" cap="flat" cmpd="sng">
              <a:solidFill>
                <a:schemeClr val="dk1"/>
              </a:solidFill>
              <a:prstDash val="solid"/>
              <a:round/>
              <a:headEnd type="none" w="sm" len="sm"/>
              <a:tailEnd type="triangle" w="med" len="med"/>
            </a:ln>
          </p:spPr>
        </p:cxnSp>
        <p:cxnSp>
          <p:nvCxnSpPr>
            <p:cNvPr id="14" name="Google Shape;289;p27">
              <a:extLst>
                <a:ext uri="{FF2B5EF4-FFF2-40B4-BE49-F238E27FC236}">
                  <a16:creationId xmlns:a16="http://schemas.microsoft.com/office/drawing/2014/main" id="{DF3EB47A-F2C0-F3CB-3EB7-62617D3D8A92}"/>
                </a:ext>
              </a:extLst>
            </p:cNvPr>
            <p:cNvCxnSpPr>
              <a:cxnSpLocks/>
              <a:stCxn id="7" idx="6"/>
              <a:endCxn id="10" idx="1"/>
            </p:cNvCxnSpPr>
            <p:nvPr/>
          </p:nvCxnSpPr>
          <p:spPr>
            <a:xfrm flipV="1">
              <a:off x="4646646" y="5116747"/>
              <a:ext cx="1291015" cy="490212"/>
            </a:xfrm>
            <a:prstGeom prst="straightConnector1">
              <a:avLst/>
            </a:prstGeom>
            <a:noFill/>
            <a:ln w="9525" cap="flat" cmpd="sng">
              <a:solidFill>
                <a:schemeClr val="dk1"/>
              </a:solidFill>
              <a:prstDash val="solid"/>
              <a:round/>
              <a:headEnd type="none" w="sm" len="sm"/>
              <a:tailEnd type="triangle" w="med" len="med"/>
            </a:ln>
          </p:spPr>
        </p:cxnSp>
        <p:cxnSp>
          <p:nvCxnSpPr>
            <p:cNvPr id="15" name="Google Shape;290;p27">
              <a:extLst>
                <a:ext uri="{FF2B5EF4-FFF2-40B4-BE49-F238E27FC236}">
                  <a16:creationId xmlns:a16="http://schemas.microsoft.com/office/drawing/2014/main" id="{BD2EF115-8075-8EE1-11F9-4B6108C389F5}"/>
                </a:ext>
              </a:extLst>
            </p:cNvPr>
            <p:cNvCxnSpPr>
              <a:cxnSpLocks/>
              <a:stCxn id="7" idx="6"/>
              <a:endCxn id="11" idx="1"/>
            </p:cNvCxnSpPr>
            <p:nvPr/>
          </p:nvCxnSpPr>
          <p:spPr>
            <a:xfrm>
              <a:off x="4646646" y="5606959"/>
              <a:ext cx="1291016" cy="662203"/>
            </a:xfrm>
            <a:prstGeom prst="straightConnector1">
              <a:avLst/>
            </a:prstGeom>
            <a:noFill/>
            <a:ln w="9525" cap="flat" cmpd="sng">
              <a:solidFill>
                <a:schemeClr val="dk1"/>
              </a:solidFill>
              <a:prstDash val="solid"/>
              <a:round/>
              <a:headEnd type="none" w="sm" len="sm"/>
              <a:tailEnd type="triangle" w="med" len="med"/>
            </a:ln>
          </p:spPr>
        </p:cxnSp>
        <p:cxnSp>
          <p:nvCxnSpPr>
            <p:cNvPr id="16" name="Google Shape;291;p27">
              <a:extLst>
                <a:ext uri="{FF2B5EF4-FFF2-40B4-BE49-F238E27FC236}">
                  <a16:creationId xmlns:a16="http://schemas.microsoft.com/office/drawing/2014/main" id="{294E2DAC-B070-1DEA-CCCB-7FBC765C8B2E}"/>
                </a:ext>
              </a:extLst>
            </p:cNvPr>
            <p:cNvCxnSpPr>
              <a:cxnSpLocks/>
              <a:stCxn id="5" idx="3"/>
              <a:endCxn id="6" idx="2"/>
            </p:cNvCxnSpPr>
            <p:nvPr/>
          </p:nvCxnSpPr>
          <p:spPr>
            <a:xfrm flipV="1">
              <a:off x="2012178" y="3375867"/>
              <a:ext cx="1662039" cy="1079299"/>
            </a:xfrm>
            <a:prstGeom prst="straightConnector1">
              <a:avLst/>
            </a:prstGeom>
            <a:noFill/>
            <a:ln w="9525" cap="flat" cmpd="sng">
              <a:solidFill>
                <a:schemeClr val="dk1"/>
              </a:solidFill>
              <a:prstDash val="solid"/>
              <a:round/>
              <a:headEnd type="none" w="sm" len="sm"/>
              <a:tailEnd type="triangle" w="med" len="med"/>
            </a:ln>
          </p:spPr>
        </p:cxnSp>
        <p:cxnSp>
          <p:nvCxnSpPr>
            <p:cNvPr id="17" name="Google Shape;292;p27">
              <a:extLst>
                <a:ext uri="{FF2B5EF4-FFF2-40B4-BE49-F238E27FC236}">
                  <a16:creationId xmlns:a16="http://schemas.microsoft.com/office/drawing/2014/main" id="{1C78014D-35D2-95A5-ECA3-A4059AF8AF34}"/>
                </a:ext>
              </a:extLst>
            </p:cNvPr>
            <p:cNvCxnSpPr>
              <a:cxnSpLocks/>
              <a:stCxn id="5" idx="3"/>
              <a:endCxn id="7" idx="2"/>
            </p:cNvCxnSpPr>
            <p:nvPr/>
          </p:nvCxnSpPr>
          <p:spPr>
            <a:xfrm>
              <a:off x="2012178" y="4455166"/>
              <a:ext cx="1696335" cy="1151792"/>
            </a:xfrm>
            <a:prstGeom prst="straightConnector1">
              <a:avLst/>
            </a:prstGeom>
            <a:noFill/>
            <a:ln w="9525" cap="flat" cmpd="sng">
              <a:solidFill>
                <a:schemeClr val="dk1"/>
              </a:solidFill>
              <a:prstDash val="solid"/>
              <a:round/>
              <a:headEnd type="none" w="sm" len="sm"/>
              <a:tailEnd type="triangle" w="med" len="med"/>
            </a:ln>
          </p:spPr>
        </p:cxnSp>
        <p:sp>
          <p:nvSpPr>
            <p:cNvPr id="18" name="Google Shape;294;p27">
              <a:extLst>
                <a:ext uri="{FF2B5EF4-FFF2-40B4-BE49-F238E27FC236}">
                  <a16:creationId xmlns:a16="http://schemas.microsoft.com/office/drawing/2014/main" id="{A259E341-B7D3-D3FE-C6E1-999E825F2542}"/>
                </a:ext>
              </a:extLst>
            </p:cNvPr>
            <p:cNvSpPr txBox="1"/>
            <p:nvPr/>
          </p:nvSpPr>
          <p:spPr>
            <a:xfrm>
              <a:off x="4612350" y="2861220"/>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19" name="Google Shape;295;p27">
              <a:extLst>
                <a:ext uri="{FF2B5EF4-FFF2-40B4-BE49-F238E27FC236}">
                  <a16:creationId xmlns:a16="http://schemas.microsoft.com/office/drawing/2014/main" id="{36A22F4E-87C2-2125-47C0-B5EAAED27CA4}"/>
                </a:ext>
              </a:extLst>
            </p:cNvPr>
            <p:cNvSpPr txBox="1"/>
            <p:nvPr/>
          </p:nvSpPr>
          <p:spPr>
            <a:xfrm>
              <a:off x="4612350" y="5070297"/>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20" name="Google Shape;296;p27">
              <a:extLst>
                <a:ext uri="{FF2B5EF4-FFF2-40B4-BE49-F238E27FC236}">
                  <a16:creationId xmlns:a16="http://schemas.microsoft.com/office/drawing/2014/main" id="{4F833D3C-AC4B-6702-5A7E-C7078CED2765}"/>
                </a:ext>
              </a:extLst>
            </p:cNvPr>
            <p:cNvSpPr txBox="1"/>
            <p:nvPr/>
          </p:nvSpPr>
          <p:spPr>
            <a:xfrm>
              <a:off x="4525890" y="3616205"/>
              <a:ext cx="540999" cy="323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1" name="Google Shape;297;p27">
              <a:extLst>
                <a:ext uri="{FF2B5EF4-FFF2-40B4-BE49-F238E27FC236}">
                  <a16:creationId xmlns:a16="http://schemas.microsoft.com/office/drawing/2014/main" id="{F4AA33E1-61F0-3061-1D67-204C38DDEE9F}"/>
                </a:ext>
              </a:extLst>
            </p:cNvPr>
            <p:cNvSpPr txBox="1"/>
            <p:nvPr/>
          </p:nvSpPr>
          <p:spPr>
            <a:xfrm>
              <a:off x="4525890" y="5835843"/>
              <a:ext cx="540999"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2" name="Google Shape;302;p27">
              <a:extLst>
                <a:ext uri="{FF2B5EF4-FFF2-40B4-BE49-F238E27FC236}">
                  <a16:creationId xmlns:a16="http://schemas.microsoft.com/office/drawing/2014/main" id="{1691B737-2254-5A6E-BB4C-F83AB3A2EEDB}"/>
                </a:ext>
              </a:extLst>
            </p:cNvPr>
            <p:cNvSpPr/>
            <p:nvPr/>
          </p:nvSpPr>
          <p:spPr>
            <a:xfrm rot="19957951">
              <a:off x="2568415" y="3877991"/>
              <a:ext cx="777168" cy="28895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Action</a:t>
              </a:r>
              <a:endParaRPr sz="2000" dirty="0">
                <a:solidFill>
                  <a:schemeClr val="dk1"/>
                </a:solidFill>
                <a:latin typeface="+mj-lt"/>
                <a:ea typeface="Calibri"/>
                <a:cs typeface="Calibri"/>
                <a:sym typeface="Calibri"/>
              </a:endParaRPr>
            </a:p>
          </p:txBody>
        </p:sp>
        <p:sp>
          <p:nvSpPr>
            <p:cNvPr id="23" name="Google Shape;303;p27">
              <a:extLst>
                <a:ext uri="{FF2B5EF4-FFF2-40B4-BE49-F238E27FC236}">
                  <a16:creationId xmlns:a16="http://schemas.microsoft.com/office/drawing/2014/main" id="{15344548-2B50-97E7-57D7-9D807459A079}"/>
                </a:ext>
              </a:extLst>
            </p:cNvPr>
            <p:cNvSpPr/>
            <p:nvPr/>
          </p:nvSpPr>
          <p:spPr>
            <a:xfrm rot="1689029">
              <a:off x="2427776" y="5147781"/>
              <a:ext cx="937421" cy="25325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No action</a:t>
              </a:r>
              <a:endParaRPr sz="2000" dirty="0">
                <a:solidFill>
                  <a:schemeClr val="dk1"/>
                </a:solidFill>
                <a:latin typeface="+mj-lt"/>
                <a:ea typeface="Calibri"/>
                <a:cs typeface="Calibri"/>
                <a:sym typeface="Calibri"/>
              </a:endParaRPr>
            </a:p>
          </p:txBody>
        </p:sp>
        <p:sp>
          <p:nvSpPr>
            <p:cNvPr id="24" name="Google Shape;304;p27">
              <a:extLst>
                <a:ext uri="{FF2B5EF4-FFF2-40B4-BE49-F238E27FC236}">
                  <a16:creationId xmlns:a16="http://schemas.microsoft.com/office/drawing/2014/main" id="{A6975A57-6F32-BD76-BD4F-F80866660966}"/>
                </a:ext>
              </a:extLst>
            </p:cNvPr>
            <p:cNvSpPr txBox="1"/>
            <p:nvPr/>
          </p:nvSpPr>
          <p:spPr>
            <a:xfrm>
              <a:off x="7411372" y="1840185"/>
              <a:ext cx="1440598"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latin typeface="+mj-lt"/>
                  <a:ea typeface="Century Gothic"/>
                  <a:cs typeface="Century Gothic"/>
                  <a:sym typeface="Century Gothic"/>
                </a:rPr>
                <a:t>Acres of native habitat</a:t>
              </a:r>
              <a:endParaRPr sz="2400" dirty="0">
                <a:solidFill>
                  <a:schemeClr val="dk1"/>
                </a:solidFill>
                <a:latin typeface="+mj-lt"/>
                <a:ea typeface="Century Gothic"/>
                <a:cs typeface="Century Gothic"/>
                <a:sym typeface="Century Gothic"/>
              </a:endParaRPr>
            </a:p>
          </p:txBody>
        </p:sp>
        <p:sp>
          <p:nvSpPr>
            <p:cNvPr id="25" name="Google Shape;305;p27">
              <a:extLst>
                <a:ext uri="{FF2B5EF4-FFF2-40B4-BE49-F238E27FC236}">
                  <a16:creationId xmlns:a16="http://schemas.microsoft.com/office/drawing/2014/main" id="{55D50168-A72E-549E-8E4C-D77C3CA08E23}"/>
                </a:ext>
              </a:extLst>
            </p:cNvPr>
            <p:cNvSpPr txBox="1"/>
            <p:nvPr/>
          </p:nvSpPr>
          <p:spPr>
            <a:xfrm>
              <a:off x="7719854" y="2584863"/>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70</a:t>
              </a:r>
              <a:endParaRPr sz="2400">
                <a:solidFill>
                  <a:schemeClr val="dk1"/>
                </a:solidFill>
                <a:latin typeface="+mj-lt"/>
                <a:ea typeface="Century Gothic"/>
                <a:cs typeface="Century Gothic"/>
                <a:sym typeface="Century Gothic"/>
              </a:endParaRPr>
            </a:p>
          </p:txBody>
        </p:sp>
        <p:sp>
          <p:nvSpPr>
            <p:cNvPr id="26" name="Google Shape;306;p27">
              <a:extLst>
                <a:ext uri="{FF2B5EF4-FFF2-40B4-BE49-F238E27FC236}">
                  <a16:creationId xmlns:a16="http://schemas.microsoft.com/office/drawing/2014/main" id="{56468E93-E38A-BF42-90E0-60BC62921B94}"/>
                </a:ext>
              </a:extLst>
            </p:cNvPr>
            <p:cNvSpPr txBox="1"/>
            <p:nvPr/>
          </p:nvSpPr>
          <p:spPr>
            <a:xfrm>
              <a:off x="7714594" y="379358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20</a:t>
              </a:r>
              <a:endParaRPr sz="2400">
                <a:solidFill>
                  <a:schemeClr val="dk1"/>
                </a:solidFill>
                <a:latin typeface="+mj-lt"/>
                <a:ea typeface="Century Gothic"/>
                <a:cs typeface="Century Gothic"/>
                <a:sym typeface="Century Gothic"/>
              </a:endParaRPr>
            </a:p>
          </p:txBody>
        </p:sp>
        <p:sp>
          <p:nvSpPr>
            <p:cNvPr id="27" name="Google Shape;307;p27">
              <a:extLst>
                <a:ext uri="{FF2B5EF4-FFF2-40B4-BE49-F238E27FC236}">
                  <a16:creationId xmlns:a16="http://schemas.microsoft.com/office/drawing/2014/main" id="{EBE3C0B3-6729-B784-D1FD-FB3B5E8FDCE5}"/>
                </a:ext>
              </a:extLst>
            </p:cNvPr>
            <p:cNvSpPr txBox="1"/>
            <p:nvPr/>
          </p:nvSpPr>
          <p:spPr>
            <a:xfrm>
              <a:off x="7740866" y="4876179"/>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Century Gothic"/>
                  <a:cs typeface="Century Gothic"/>
                  <a:sym typeface="Century Gothic"/>
                </a:rPr>
                <a:t>100</a:t>
              </a:r>
              <a:endParaRPr sz="2400" dirty="0">
                <a:solidFill>
                  <a:schemeClr val="dk1"/>
                </a:solidFill>
                <a:latin typeface="+mj-lt"/>
                <a:ea typeface="Century Gothic"/>
                <a:cs typeface="Century Gothic"/>
                <a:sym typeface="Century Gothic"/>
              </a:endParaRPr>
            </a:p>
          </p:txBody>
        </p:sp>
        <p:sp>
          <p:nvSpPr>
            <p:cNvPr id="28" name="Google Shape;308;p27">
              <a:extLst>
                <a:ext uri="{FF2B5EF4-FFF2-40B4-BE49-F238E27FC236}">
                  <a16:creationId xmlns:a16="http://schemas.microsoft.com/office/drawing/2014/main" id="{D18F77C5-809A-4E30-0BC8-F0E40FEA4517}"/>
                </a:ext>
              </a:extLst>
            </p:cNvPr>
            <p:cNvSpPr txBox="1"/>
            <p:nvPr/>
          </p:nvSpPr>
          <p:spPr>
            <a:xfrm>
              <a:off x="7688308" y="599030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mj-lt"/>
                  <a:ea typeface="Century Gothic"/>
                  <a:cs typeface="Century Gothic"/>
                  <a:sym typeface="Century Gothic"/>
                </a:rPr>
                <a:t>  </a:t>
              </a:r>
              <a:r>
                <a:rPr lang="en-US" sz="2400" dirty="0">
                  <a:solidFill>
                    <a:schemeClr val="dk1"/>
                  </a:solidFill>
                  <a:latin typeface="+mj-lt"/>
                  <a:ea typeface="Century Gothic"/>
                  <a:cs typeface="Century Gothic"/>
                  <a:sym typeface="Century Gothic"/>
                </a:rPr>
                <a:t> 0</a:t>
              </a:r>
              <a:endParaRPr sz="2400" dirty="0">
                <a:solidFill>
                  <a:schemeClr val="dk1"/>
                </a:solidFill>
                <a:latin typeface="+mj-lt"/>
                <a:ea typeface="Century Gothic"/>
                <a:cs typeface="Century Gothic"/>
                <a:sym typeface="Century Gothic"/>
              </a:endParaRPr>
            </a:p>
          </p:txBody>
        </p:sp>
      </p:grpSp>
      <p:sp>
        <p:nvSpPr>
          <p:cNvPr id="33" name="TextBox 32">
            <a:extLst>
              <a:ext uri="{FF2B5EF4-FFF2-40B4-BE49-F238E27FC236}">
                <a16:creationId xmlns:a16="http://schemas.microsoft.com/office/drawing/2014/main" id="{1430A0D1-F3A2-7A2D-E8C3-6C7F7906A635}"/>
              </a:ext>
            </a:extLst>
          </p:cNvPr>
          <p:cNvSpPr txBox="1"/>
          <p:nvPr/>
        </p:nvSpPr>
        <p:spPr>
          <a:xfrm>
            <a:off x="872022" y="784278"/>
            <a:ext cx="10758440" cy="461665"/>
          </a:xfrm>
          <a:prstGeom prst="rect">
            <a:avLst/>
          </a:prstGeom>
          <a:noFill/>
        </p:spPr>
        <p:txBody>
          <a:bodyPr wrap="square">
            <a:spAutoFit/>
          </a:bodyPr>
          <a:lstStyle/>
          <a:p>
            <a:pPr marL="0" marR="0" lvl="0" indent="0" algn="l" rtl="0">
              <a:spcBef>
                <a:spcPts val="0"/>
              </a:spcBef>
              <a:spcAft>
                <a:spcPts val="0"/>
              </a:spcAft>
              <a:buNone/>
            </a:pPr>
            <a:r>
              <a:rPr lang="en-US" sz="2400" b="0" i="0" u="none" strike="noStrike" cap="none" dirty="0">
                <a:solidFill>
                  <a:schemeClr val="dk1"/>
                </a:solidFill>
                <a:ea typeface="Times New Roman"/>
                <a:cs typeface="Times New Roman"/>
                <a:sym typeface="Times New Roman"/>
              </a:rPr>
              <a:t>Decision = Whether or not to create a no-habitat buffer around the refuge</a:t>
            </a:r>
            <a:endParaRPr lang="en-US" sz="2400" dirty="0"/>
          </a:p>
        </p:txBody>
      </p:sp>
      <p:sp>
        <p:nvSpPr>
          <p:cNvPr id="3" name="Google Shape;298;p27">
            <a:extLst>
              <a:ext uri="{FF2B5EF4-FFF2-40B4-BE49-F238E27FC236}">
                <a16:creationId xmlns:a16="http://schemas.microsoft.com/office/drawing/2014/main" id="{8B35A682-4C6C-049C-51AF-4D41941C00E5}"/>
              </a:ext>
            </a:extLst>
          </p:cNvPr>
          <p:cNvSpPr txBox="1"/>
          <p:nvPr/>
        </p:nvSpPr>
        <p:spPr>
          <a:xfrm rot="20334169">
            <a:off x="6415578" y="2056002"/>
            <a:ext cx="996051" cy="3915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0.65</a:t>
            </a:r>
            <a:endParaRPr dirty="0">
              <a:solidFill>
                <a:srgbClr val="7030A0"/>
              </a:solidFill>
              <a:latin typeface="+mj-lt"/>
              <a:ea typeface="Calibri"/>
              <a:cs typeface="Calibri"/>
              <a:sym typeface="Calibri"/>
            </a:endParaRPr>
          </a:p>
        </p:txBody>
      </p:sp>
      <p:sp>
        <p:nvSpPr>
          <p:cNvPr id="29" name="Google Shape;299;p27">
            <a:extLst>
              <a:ext uri="{FF2B5EF4-FFF2-40B4-BE49-F238E27FC236}">
                <a16:creationId xmlns:a16="http://schemas.microsoft.com/office/drawing/2014/main" id="{2E8E7456-3473-038B-66D4-C36CB9257062}"/>
              </a:ext>
            </a:extLst>
          </p:cNvPr>
          <p:cNvSpPr txBox="1"/>
          <p:nvPr/>
        </p:nvSpPr>
        <p:spPr>
          <a:xfrm rot="20604368">
            <a:off x="6447840" y="4358692"/>
            <a:ext cx="807520" cy="408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0.5</a:t>
            </a:r>
            <a:endParaRPr dirty="0">
              <a:solidFill>
                <a:srgbClr val="7030A0"/>
              </a:solidFill>
              <a:latin typeface="+mj-lt"/>
              <a:ea typeface="Calibri"/>
              <a:cs typeface="Calibri"/>
              <a:sym typeface="Calibri"/>
            </a:endParaRPr>
          </a:p>
        </p:txBody>
      </p:sp>
      <p:sp>
        <p:nvSpPr>
          <p:cNvPr id="30" name="Google Shape;300;p27">
            <a:extLst>
              <a:ext uri="{FF2B5EF4-FFF2-40B4-BE49-F238E27FC236}">
                <a16:creationId xmlns:a16="http://schemas.microsoft.com/office/drawing/2014/main" id="{51DDB550-4039-DA22-2A0E-F915EF1E6CBD}"/>
              </a:ext>
            </a:extLst>
          </p:cNvPr>
          <p:cNvSpPr txBox="1"/>
          <p:nvPr/>
        </p:nvSpPr>
        <p:spPr>
          <a:xfrm rot="1327241">
            <a:off x="6364304" y="5407963"/>
            <a:ext cx="1050027" cy="33275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0.5</a:t>
            </a:r>
            <a:endParaRPr dirty="0">
              <a:solidFill>
                <a:srgbClr val="7030A0"/>
              </a:solidFill>
              <a:latin typeface="+mj-lt"/>
              <a:ea typeface="Calibri"/>
              <a:cs typeface="Calibri"/>
              <a:sym typeface="Calibri"/>
            </a:endParaRPr>
          </a:p>
        </p:txBody>
      </p:sp>
      <p:sp>
        <p:nvSpPr>
          <p:cNvPr id="31" name="Google Shape;301;p27">
            <a:extLst>
              <a:ext uri="{FF2B5EF4-FFF2-40B4-BE49-F238E27FC236}">
                <a16:creationId xmlns:a16="http://schemas.microsoft.com/office/drawing/2014/main" id="{67D7D2EB-B5FB-C4E5-173B-A294F69C2307}"/>
              </a:ext>
            </a:extLst>
          </p:cNvPr>
          <p:cNvSpPr txBox="1"/>
          <p:nvPr/>
        </p:nvSpPr>
        <p:spPr>
          <a:xfrm rot="1322405">
            <a:off x="6395666" y="3161756"/>
            <a:ext cx="1118622" cy="3488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0.35</a:t>
            </a:r>
            <a:endParaRPr dirty="0">
              <a:solidFill>
                <a:srgbClr val="7030A0"/>
              </a:solidFill>
              <a:latin typeface="+mj-lt"/>
              <a:ea typeface="Calibri"/>
              <a:cs typeface="Calibri"/>
              <a:sym typeface="Calibri"/>
            </a:endParaRPr>
          </a:p>
        </p:txBody>
      </p:sp>
      <p:sp>
        <p:nvSpPr>
          <p:cNvPr id="32" name="Google Shape;298;p27">
            <a:extLst>
              <a:ext uri="{FF2B5EF4-FFF2-40B4-BE49-F238E27FC236}">
                <a16:creationId xmlns:a16="http://schemas.microsoft.com/office/drawing/2014/main" id="{27935C9A-C571-A340-467E-3A4EE4555D90}"/>
              </a:ext>
            </a:extLst>
          </p:cNvPr>
          <p:cNvSpPr txBox="1"/>
          <p:nvPr/>
        </p:nvSpPr>
        <p:spPr>
          <a:xfrm>
            <a:off x="983909" y="1332307"/>
            <a:ext cx="3691759" cy="3915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chemeClr val="accent6"/>
                </a:solidFill>
                <a:latin typeface="+mj-lt"/>
                <a:ea typeface="Calibri"/>
                <a:cs typeface="Calibri"/>
                <a:sym typeface="Calibri"/>
              </a:rPr>
              <a:t>*Calculating expected value</a:t>
            </a:r>
            <a:endParaRPr sz="2400" b="1" dirty="0">
              <a:solidFill>
                <a:schemeClr val="accent6"/>
              </a:solidFill>
              <a:latin typeface="+mj-lt"/>
              <a:ea typeface="Calibri"/>
              <a:cs typeface="Calibri"/>
              <a:sym typeface="Calibri"/>
            </a:endParaRPr>
          </a:p>
        </p:txBody>
      </p:sp>
      <p:sp>
        <p:nvSpPr>
          <p:cNvPr id="34" name="Google Shape;277;p27">
            <a:extLst>
              <a:ext uri="{FF2B5EF4-FFF2-40B4-BE49-F238E27FC236}">
                <a16:creationId xmlns:a16="http://schemas.microsoft.com/office/drawing/2014/main" id="{97FD228D-0778-5613-05DA-ACDE4E1F4B74}"/>
              </a:ext>
            </a:extLst>
          </p:cNvPr>
          <p:cNvSpPr txBox="1"/>
          <p:nvPr/>
        </p:nvSpPr>
        <p:spPr>
          <a:xfrm>
            <a:off x="1005171" y="1682801"/>
            <a:ext cx="5520104"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lumMod val="75000"/>
                  </a:schemeClr>
                </a:solidFill>
                <a:latin typeface="+mj-lt"/>
                <a:ea typeface="Palatino Linotype"/>
                <a:cs typeface="Palatino Linotype"/>
                <a:sym typeface="Palatino Linotype"/>
              </a:rPr>
              <a:t>Expected Value = sum of (outcomes x probabilities)</a:t>
            </a:r>
            <a:endParaRPr sz="2000" dirty="0">
              <a:solidFill>
                <a:schemeClr val="accent6">
                  <a:lumMod val="75000"/>
                </a:schemeClr>
              </a:solidFill>
              <a:latin typeface="+mj-lt"/>
            </a:endParaRPr>
          </a:p>
          <a:p>
            <a:pPr marL="0" marR="0" lvl="0" indent="0" algn="ctr" rtl="0">
              <a:spcBef>
                <a:spcPts val="0"/>
              </a:spcBef>
              <a:spcAft>
                <a:spcPts val="0"/>
              </a:spcAft>
              <a:buNone/>
            </a:pPr>
            <a:r>
              <a:rPr lang="en-US" sz="2000" dirty="0">
                <a:solidFill>
                  <a:schemeClr val="accent6">
                    <a:lumMod val="75000"/>
                  </a:schemeClr>
                </a:solidFill>
                <a:latin typeface="+mj-lt"/>
                <a:ea typeface="Palatino Linotype"/>
                <a:cs typeface="Palatino Linotype"/>
                <a:sym typeface="Palatino Linotype"/>
              </a:rPr>
              <a:t>           = 70(0.65) + 20(0.35) = 52.5</a:t>
            </a:r>
            <a:endParaRPr sz="2000" dirty="0">
              <a:solidFill>
                <a:schemeClr val="accent6">
                  <a:lumMod val="75000"/>
                </a:schemeClr>
              </a:solidFill>
              <a:latin typeface="+mj-lt"/>
              <a:ea typeface="Palatino Linotype"/>
              <a:cs typeface="Palatino Linotype"/>
              <a:sym typeface="Palatino Linotype"/>
            </a:endParaRPr>
          </a:p>
        </p:txBody>
      </p:sp>
      <p:cxnSp>
        <p:nvCxnSpPr>
          <p:cNvPr id="35" name="Google Shape;278;p27">
            <a:extLst>
              <a:ext uri="{FF2B5EF4-FFF2-40B4-BE49-F238E27FC236}">
                <a16:creationId xmlns:a16="http://schemas.microsoft.com/office/drawing/2014/main" id="{1911FA3A-EF90-C750-15A9-F9ABA12B1A72}"/>
              </a:ext>
            </a:extLst>
          </p:cNvPr>
          <p:cNvCxnSpPr>
            <a:cxnSpLocks/>
          </p:cNvCxnSpPr>
          <p:nvPr/>
        </p:nvCxnSpPr>
        <p:spPr>
          <a:xfrm>
            <a:off x="2326042" y="2184842"/>
            <a:ext cx="1158063" cy="1018396"/>
          </a:xfrm>
          <a:prstGeom prst="straightConnector1">
            <a:avLst/>
          </a:prstGeom>
          <a:solidFill>
            <a:schemeClr val="accent1"/>
          </a:solidFill>
          <a:ln w="12700" cap="flat" cmpd="sng">
            <a:solidFill>
              <a:schemeClr val="accent6"/>
            </a:solidFill>
            <a:prstDash val="solid"/>
            <a:round/>
            <a:headEnd type="none" w="sm" len="sm"/>
            <a:tailEnd type="stealth" w="med" len="med"/>
          </a:ln>
        </p:spPr>
      </p:cxnSp>
      <p:sp>
        <p:nvSpPr>
          <p:cNvPr id="38" name="TextBox 37">
            <a:extLst>
              <a:ext uri="{FF2B5EF4-FFF2-40B4-BE49-F238E27FC236}">
                <a16:creationId xmlns:a16="http://schemas.microsoft.com/office/drawing/2014/main" id="{F9C29D06-351A-4021-B96A-ECE85C64C22C}"/>
              </a:ext>
            </a:extLst>
          </p:cNvPr>
          <p:cNvSpPr txBox="1"/>
          <p:nvPr/>
        </p:nvSpPr>
        <p:spPr>
          <a:xfrm rot="19917924">
            <a:off x="3320538" y="3450559"/>
            <a:ext cx="1351119" cy="369332"/>
          </a:xfrm>
          <a:prstGeom prst="rect">
            <a:avLst/>
          </a:prstGeom>
          <a:noFill/>
        </p:spPr>
        <p:txBody>
          <a:bodyPr wrap="square">
            <a:spAutoFit/>
          </a:bodyPr>
          <a:lstStyle/>
          <a:p>
            <a:r>
              <a:rPr lang="en-US" sz="1800" b="1" dirty="0">
                <a:solidFill>
                  <a:schemeClr val="accent6">
                    <a:lumMod val="75000"/>
                  </a:schemeClr>
                </a:solidFill>
                <a:latin typeface="+mj-lt"/>
                <a:ea typeface="Palatino Linotype"/>
                <a:cs typeface="Palatino Linotype"/>
                <a:sym typeface="Palatino Linotype"/>
              </a:rPr>
              <a:t>EV = 52.5 ac</a:t>
            </a:r>
            <a:endParaRPr lang="en-US" b="1" dirty="0"/>
          </a:p>
        </p:txBody>
      </p:sp>
      <p:sp>
        <p:nvSpPr>
          <p:cNvPr id="40" name="TextBox 39">
            <a:extLst>
              <a:ext uri="{FF2B5EF4-FFF2-40B4-BE49-F238E27FC236}">
                <a16:creationId xmlns:a16="http://schemas.microsoft.com/office/drawing/2014/main" id="{F72E86CA-5DBE-D7DE-9BD5-1053FD958918}"/>
              </a:ext>
            </a:extLst>
          </p:cNvPr>
          <p:cNvSpPr txBox="1"/>
          <p:nvPr/>
        </p:nvSpPr>
        <p:spPr>
          <a:xfrm rot="1706160">
            <a:off x="2948782" y="4776513"/>
            <a:ext cx="1077061" cy="369332"/>
          </a:xfrm>
          <a:prstGeom prst="rect">
            <a:avLst/>
          </a:prstGeom>
          <a:noFill/>
        </p:spPr>
        <p:txBody>
          <a:bodyPr wrap="square">
            <a:spAutoFit/>
          </a:bodyPr>
          <a:lstStyle/>
          <a:p>
            <a:r>
              <a:rPr lang="en-US" sz="1800" b="1" dirty="0">
                <a:solidFill>
                  <a:schemeClr val="accent6">
                    <a:lumMod val="75000"/>
                  </a:schemeClr>
                </a:solidFill>
                <a:latin typeface="+mj-lt"/>
                <a:ea typeface="Palatino Linotype"/>
                <a:cs typeface="Palatino Linotype"/>
                <a:sym typeface="Palatino Linotype"/>
              </a:rPr>
              <a:t>EV = ??</a:t>
            </a:r>
            <a:endParaRPr lang="en-US" b="1" dirty="0"/>
          </a:p>
        </p:txBody>
      </p:sp>
      <p:sp>
        <p:nvSpPr>
          <p:cNvPr id="41" name="TextBox 40">
            <a:extLst>
              <a:ext uri="{FF2B5EF4-FFF2-40B4-BE49-F238E27FC236}">
                <a16:creationId xmlns:a16="http://schemas.microsoft.com/office/drawing/2014/main" id="{F8F4F409-7069-AD83-A42F-C873F5B5D9F1}"/>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3250611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368DC-1609-B5E4-A988-C7B606F81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C4E6AD-BA74-5C34-0F0E-106613E923FD}"/>
              </a:ext>
            </a:extLst>
          </p:cNvPr>
          <p:cNvSpPr>
            <a:spLocks noGrp="1"/>
          </p:cNvSpPr>
          <p:nvPr>
            <p:ph type="title"/>
          </p:nvPr>
        </p:nvSpPr>
        <p:spPr>
          <a:xfrm>
            <a:off x="804378" y="113109"/>
            <a:ext cx="10515600" cy="846730"/>
          </a:xfrm>
        </p:spPr>
        <p:txBody>
          <a:bodyPr>
            <a:normAutofit/>
          </a:bodyPr>
          <a:lstStyle/>
          <a:p>
            <a:r>
              <a:rPr lang="en-US" dirty="0"/>
              <a:t>Decision tree example:</a:t>
            </a:r>
          </a:p>
        </p:txBody>
      </p:sp>
      <p:grpSp>
        <p:nvGrpSpPr>
          <p:cNvPr id="4" name="Group 3">
            <a:extLst>
              <a:ext uri="{FF2B5EF4-FFF2-40B4-BE49-F238E27FC236}">
                <a16:creationId xmlns:a16="http://schemas.microsoft.com/office/drawing/2014/main" id="{3544BFA4-401E-0EBD-2A65-9723B3C7B858}"/>
              </a:ext>
            </a:extLst>
          </p:cNvPr>
          <p:cNvGrpSpPr/>
          <p:nvPr/>
        </p:nvGrpSpPr>
        <p:grpSpPr>
          <a:xfrm>
            <a:off x="750064" y="1195071"/>
            <a:ext cx="10603736" cy="4945264"/>
            <a:chOff x="685037" y="1840185"/>
            <a:chExt cx="8166933" cy="4902737"/>
          </a:xfrm>
        </p:grpSpPr>
        <p:sp>
          <p:nvSpPr>
            <p:cNvPr id="5" name="Google Shape;280;p27">
              <a:extLst>
                <a:ext uri="{FF2B5EF4-FFF2-40B4-BE49-F238E27FC236}">
                  <a16:creationId xmlns:a16="http://schemas.microsoft.com/office/drawing/2014/main" id="{10F14EE5-F575-9F9E-4AE2-6C52C49EB4D7}"/>
                </a:ext>
              </a:extLst>
            </p:cNvPr>
            <p:cNvSpPr/>
            <p:nvPr/>
          </p:nvSpPr>
          <p:spPr>
            <a:xfrm>
              <a:off x="685037" y="3793585"/>
              <a:ext cx="1327141" cy="1323163"/>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dirty="0">
                  <a:solidFill>
                    <a:schemeClr val="dk1"/>
                  </a:solidFill>
                  <a:latin typeface="+mj-lt"/>
                  <a:ea typeface="Calibri"/>
                  <a:cs typeface="Calibri"/>
                  <a:sym typeface="Calibri"/>
                </a:rPr>
                <a:t>Act to protect against an invasive species?</a:t>
              </a:r>
              <a:endParaRPr sz="2000" dirty="0">
                <a:solidFill>
                  <a:schemeClr val="dk1"/>
                </a:solidFill>
                <a:latin typeface="+mj-lt"/>
                <a:ea typeface="Calibri"/>
                <a:cs typeface="Calibri"/>
                <a:sym typeface="Calibri"/>
              </a:endParaRPr>
            </a:p>
          </p:txBody>
        </p:sp>
        <p:sp>
          <p:nvSpPr>
            <p:cNvPr id="6" name="Google Shape;281;p27">
              <a:extLst>
                <a:ext uri="{FF2B5EF4-FFF2-40B4-BE49-F238E27FC236}">
                  <a16:creationId xmlns:a16="http://schemas.microsoft.com/office/drawing/2014/main" id="{A241715B-0AE8-10AE-030E-E1BAE219826B}"/>
                </a:ext>
              </a:extLst>
            </p:cNvPr>
            <p:cNvSpPr/>
            <p:nvPr/>
          </p:nvSpPr>
          <p:spPr>
            <a:xfrm>
              <a:off x="3674217" y="2993094"/>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7" name="Google Shape;282;p27">
              <a:extLst>
                <a:ext uri="{FF2B5EF4-FFF2-40B4-BE49-F238E27FC236}">
                  <a16:creationId xmlns:a16="http://schemas.microsoft.com/office/drawing/2014/main" id="{34FDE866-851F-A3B3-4D9A-9E22544B853C}"/>
                </a:ext>
              </a:extLst>
            </p:cNvPr>
            <p:cNvSpPr/>
            <p:nvPr/>
          </p:nvSpPr>
          <p:spPr>
            <a:xfrm>
              <a:off x="3708513" y="5224186"/>
              <a:ext cx="938133" cy="765545"/>
            </a:xfrm>
            <a:prstGeom prst="ellipse">
              <a:avLst/>
            </a:prstGeom>
            <a:solidFill>
              <a:schemeClr val="lt1"/>
            </a:solid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dk1"/>
                  </a:solidFill>
                  <a:latin typeface="+mj-lt"/>
                  <a:ea typeface="Calibri"/>
                  <a:cs typeface="Calibri"/>
                  <a:sym typeface="Calibri"/>
                </a:rPr>
                <a:t>Species invades?</a:t>
              </a:r>
              <a:endParaRPr sz="1600" dirty="0">
                <a:solidFill>
                  <a:schemeClr val="dk1"/>
                </a:solidFill>
                <a:latin typeface="+mj-lt"/>
                <a:ea typeface="Calibri"/>
                <a:cs typeface="Calibri"/>
                <a:sym typeface="Calibri"/>
              </a:endParaRPr>
            </a:p>
          </p:txBody>
        </p:sp>
        <p:sp>
          <p:nvSpPr>
            <p:cNvPr id="8" name="Google Shape;283;p27">
              <a:extLst>
                <a:ext uri="{FF2B5EF4-FFF2-40B4-BE49-F238E27FC236}">
                  <a16:creationId xmlns:a16="http://schemas.microsoft.com/office/drawing/2014/main" id="{103AB264-9258-7919-94E6-B9ADD1E30F02}"/>
                </a:ext>
              </a:extLst>
            </p:cNvPr>
            <p:cNvSpPr/>
            <p:nvPr/>
          </p:nvSpPr>
          <p:spPr>
            <a:xfrm>
              <a:off x="5937661" y="2260369"/>
              <a:ext cx="1440601" cy="1062224"/>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sacrifices some habitat</a:t>
              </a:r>
              <a:endParaRPr dirty="0">
                <a:solidFill>
                  <a:schemeClr val="dk1"/>
                </a:solidFill>
                <a:latin typeface="+mj-lt"/>
                <a:ea typeface="Calibri"/>
                <a:cs typeface="Calibri"/>
                <a:sym typeface="Calibri"/>
              </a:endParaRPr>
            </a:p>
          </p:txBody>
        </p:sp>
        <p:sp>
          <p:nvSpPr>
            <p:cNvPr id="9" name="Google Shape;284;p27">
              <a:extLst>
                <a:ext uri="{FF2B5EF4-FFF2-40B4-BE49-F238E27FC236}">
                  <a16:creationId xmlns:a16="http://schemas.microsoft.com/office/drawing/2014/main" id="{A6880187-FC92-5633-7DBA-6E486F67345E}"/>
                </a:ext>
              </a:extLst>
            </p:cNvPr>
            <p:cNvSpPr/>
            <p:nvPr/>
          </p:nvSpPr>
          <p:spPr>
            <a:xfrm>
              <a:off x="5937662" y="3527487"/>
              <a:ext cx="1440600"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Action buffers invasion</a:t>
              </a:r>
              <a:endParaRPr dirty="0">
                <a:solidFill>
                  <a:schemeClr val="dk1"/>
                </a:solidFill>
                <a:latin typeface="+mj-lt"/>
                <a:ea typeface="Calibri"/>
                <a:cs typeface="Calibri"/>
                <a:sym typeface="Calibri"/>
              </a:endParaRPr>
            </a:p>
          </p:txBody>
        </p:sp>
        <p:sp>
          <p:nvSpPr>
            <p:cNvPr id="10" name="Google Shape;285;p27">
              <a:extLst>
                <a:ext uri="{FF2B5EF4-FFF2-40B4-BE49-F238E27FC236}">
                  <a16:creationId xmlns:a16="http://schemas.microsoft.com/office/drawing/2014/main" id="{A6917334-5F2A-7AB7-DB26-DB1199C98FE1}"/>
                </a:ext>
              </a:extLst>
            </p:cNvPr>
            <p:cNvSpPr/>
            <p:nvPr/>
          </p:nvSpPr>
          <p:spPr>
            <a:xfrm>
              <a:off x="5937661" y="4642987"/>
              <a:ext cx="1440599"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a:solidFill>
                    <a:schemeClr val="dk1"/>
                  </a:solidFill>
                  <a:latin typeface="+mj-lt"/>
                  <a:ea typeface="Calibri"/>
                  <a:cs typeface="Calibri"/>
                  <a:sym typeface="Calibri"/>
                </a:rPr>
                <a:t>Habitat  not affected</a:t>
              </a:r>
              <a:endParaRPr>
                <a:solidFill>
                  <a:schemeClr val="dk1"/>
                </a:solidFill>
                <a:latin typeface="+mj-lt"/>
                <a:ea typeface="Calibri"/>
                <a:cs typeface="Calibri"/>
                <a:sym typeface="Calibri"/>
              </a:endParaRPr>
            </a:p>
          </p:txBody>
        </p:sp>
        <p:sp>
          <p:nvSpPr>
            <p:cNvPr id="11" name="Google Shape;286;p27">
              <a:extLst>
                <a:ext uri="{FF2B5EF4-FFF2-40B4-BE49-F238E27FC236}">
                  <a16:creationId xmlns:a16="http://schemas.microsoft.com/office/drawing/2014/main" id="{C3E69C02-8B09-110C-651F-FE257E99229E}"/>
                </a:ext>
              </a:extLst>
            </p:cNvPr>
            <p:cNvSpPr/>
            <p:nvPr/>
          </p:nvSpPr>
          <p:spPr>
            <a:xfrm>
              <a:off x="5937662" y="5795402"/>
              <a:ext cx="1440598" cy="947520"/>
            </a:xfrm>
            <a:prstGeom prst="flowChartPreparation">
              <a:avLst/>
            </a:prstGeom>
            <a:solidFill>
              <a:schemeClr val="lt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1"/>
                  </a:solidFill>
                  <a:latin typeface="+mj-lt"/>
                  <a:ea typeface="Calibri"/>
                  <a:cs typeface="Calibri"/>
                  <a:sym typeface="Calibri"/>
                </a:rPr>
                <a:t>Habitat lost by invasion</a:t>
              </a:r>
              <a:endParaRPr dirty="0">
                <a:solidFill>
                  <a:schemeClr val="dk1"/>
                </a:solidFill>
                <a:latin typeface="+mj-lt"/>
                <a:ea typeface="Calibri"/>
                <a:cs typeface="Calibri"/>
                <a:sym typeface="Calibri"/>
              </a:endParaRPr>
            </a:p>
          </p:txBody>
        </p:sp>
        <p:cxnSp>
          <p:nvCxnSpPr>
            <p:cNvPr id="12" name="Google Shape;287;p27">
              <a:extLst>
                <a:ext uri="{FF2B5EF4-FFF2-40B4-BE49-F238E27FC236}">
                  <a16:creationId xmlns:a16="http://schemas.microsoft.com/office/drawing/2014/main" id="{B3424FE6-BAF4-8F1B-1279-DF2D5DF0B40F}"/>
                </a:ext>
              </a:extLst>
            </p:cNvPr>
            <p:cNvCxnSpPr>
              <a:cxnSpLocks/>
              <a:stCxn id="6" idx="6"/>
              <a:endCxn id="8" idx="1"/>
            </p:cNvCxnSpPr>
            <p:nvPr/>
          </p:nvCxnSpPr>
          <p:spPr>
            <a:xfrm flipV="1">
              <a:off x="4612351" y="2791481"/>
              <a:ext cx="1325310" cy="584385"/>
            </a:xfrm>
            <a:prstGeom prst="straightConnector1">
              <a:avLst/>
            </a:prstGeom>
            <a:noFill/>
            <a:ln w="9525" cap="flat" cmpd="sng">
              <a:solidFill>
                <a:schemeClr val="dk1"/>
              </a:solidFill>
              <a:prstDash val="solid"/>
              <a:round/>
              <a:headEnd type="none" w="sm" len="sm"/>
              <a:tailEnd type="triangle" w="med" len="med"/>
            </a:ln>
          </p:spPr>
        </p:cxnSp>
        <p:cxnSp>
          <p:nvCxnSpPr>
            <p:cNvPr id="13" name="Google Shape;288;p27">
              <a:extLst>
                <a:ext uri="{FF2B5EF4-FFF2-40B4-BE49-F238E27FC236}">
                  <a16:creationId xmlns:a16="http://schemas.microsoft.com/office/drawing/2014/main" id="{AE1F2D7C-2C5B-D45A-F4EA-80E5C5893461}"/>
                </a:ext>
              </a:extLst>
            </p:cNvPr>
            <p:cNvCxnSpPr>
              <a:cxnSpLocks/>
              <a:stCxn id="6" idx="6"/>
              <a:endCxn id="9" idx="1"/>
            </p:cNvCxnSpPr>
            <p:nvPr/>
          </p:nvCxnSpPr>
          <p:spPr>
            <a:xfrm>
              <a:off x="4612350" y="3375867"/>
              <a:ext cx="1325312" cy="625380"/>
            </a:xfrm>
            <a:prstGeom prst="straightConnector1">
              <a:avLst/>
            </a:prstGeom>
            <a:noFill/>
            <a:ln w="9525" cap="flat" cmpd="sng">
              <a:solidFill>
                <a:schemeClr val="dk1"/>
              </a:solidFill>
              <a:prstDash val="solid"/>
              <a:round/>
              <a:headEnd type="none" w="sm" len="sm"/>
              <a:tailEnd type="triangle" w="med" len="med"/>
            </a:ln>
          </p:spPr>
        </p:cxnSp>
        <p:cxnSp>
          <p:nvCxnSpPr>
            <p:cNvPr id="14" name="Google Shape;289;p27">
              <a:extLst>
                <a:ext uri="{FF2B5EF4-FFF2-40B4-BE49-F238E27FC236}">
                  <a16:creationId xmlns:a16="http://schemas.microsoft.com/office/drawing/2014/main" id="{E4B00DB8-ADAF-5E6C-DD16-5FC4D9794D60}"/>
                </a:ext>
              </a:extLst>
            </p:cNvPr>
            <p:cNvCxnSpPr>
              <a:cxnSpLocks/>
              <a:stCxn id="7" idx="6"/>
              <a:endCxn id="10" idx="1"/>
            </p:cNvCxnSpPr>
            <p:nvPr/>
          </p:nvCxnSpPr>
          <p:spPr>
            <a:xfrm flipV="1">
              <a:off x="4646646" y="5116747"/>
              <a:ext cx="1291015" cy="490212"/>
            </a:xfrm>
            <a:prstGeom prst="straightConnector1">
              <a:avLst/>
            </a:prstGeom>
            <a:noFill/>
            <a:ln w="9525" cap="flat" cmpd="sng">
              <a:solidFill>
                <a:schemeClr val="dk1"/>
              </a:solidFill>
              <a:prstDash val="solid"/>
              <a:round/>
              <a:headEnd type="none" w="sm" len="sm"/>
              <a:tailEnd type="triangle" w="med" len="med"/>
            </a:ln>
          </p:spPr>
        </p:cxnSp>
        <p:cxnSp>
          <p:nvCxnSpPr>
            <p:cNvPr id="15" name="Google Shape;290;p27">
              <a:extLst>
                <a:ext uri="{FF2B5EF4-FFF2-40B4-BE49-F238E27FC236}">
                  <a16:creationId xmlns:a16="http://schemas.microsoft.com/office/drawing/2014/main" id="{8ECA74BF-5678-BCDF-BB98-00BFCA9AE2FE}"/>
                </a:ext>
              </a:extLst>
            </p:cNvPr>
            <p:cNvCxnSpPr>
              <a:cxnSpLocks/>
              <a:stCxn id="7" idx="6"/>
              <a:endCxn id="11" idx="1"/>
            </p:cNvCxnSpPr>
            <p:nvPr/>
          </p:nvCxnSpPr>
          <p:spPr>
            <a:xfrm>
              <a:off x="4646646" y="5606959"/>
              <a:ext cx="1291016" cy="662203"/>
            </a:xfrm>
            <a:prstGeom prst="straightConnector1">
              <a:avLst/>
            </a:prstGeom>
            <a:noFill/>
            <a:ln w="9525" cap="flat" cmpd="sng">
              <a:solidFill>
                <a:schemeClr val="dk1"/>
              </a:solidFill>
              <a:prstDash val="solid"/>
              <a:round/>
              <a:headEnd type="none" w="sm" len="sm"/>
              <a:tailEnd type="triangle" w="med" len="med"/>
            </a:ln>
          </p:spPr>
        </p:cxnSp>
        <p:cxnSp>
          <p:nvCxnSpPr>
            <p:cNvPr id="16" name="Google Shape;291;p27">
              <a:extLst>
                <a:ext uri="{FF2B5EF4-FFF2-40B4-BE49-F238E27FC236}">
                  <a16:creationId xmlns:a16="http://schemas.microsoft.com/office/drawing/2014/main" id="{EFA7A7C5-0DBE-803C-715D-482AE540482A}"/>
                </a:ext>
              </a:extLst>
            </p:cNvPr>
            <p:cNvCxnSpPr>
              <a:cxnSpLocks/>
              <a:stCxn id="5" idx="3"/>
              <a:endCxn id="6" idx="2"/>
            </p:cNvCxnSpPr>
            <p:nvPr/>
          </p:nvCxnSpPr>
          <p:spPr>
            <a:xfrm flipV="1">
              <a:off x="2012178" y="3375867"/>
              <a:ext cx="1662039" cy="1079299"/>
            </a:xfrm>
            <a:prstGeom prst="straightConnector1">
              <a:avLst/>
            </a:prstGeom>
            <a:noFill/>
            <a:ln w="9525" cap="flat" cmpd="sng">
              <a:solidFill>
                <a:schemeClr val="dk1"/>
              </a:solidFill>
              <a:prstDash val="solid"/>
              <a:round/>
              <a:headEnd type="none" w="sm" len="sm"/>
              <a:tailEnd type="triangle" w="med" len="med"/>
            </a:ln>
          </p:spPr>
        </p:cxnSp>
        <p:cxnSp>
          <p:nvCxnSpPr>
            <p:cNvPr id="17" name="Google Shape;292;p27">
              <a:extLst>
                <a:ext uri="{FF2B5EF4-FFF2-40B4-BE49-F238E27FC236}">
                  <a16:creationId xmlns:a16="http://schemas.microsoft.com/office/drawing/2014/main" id="{9C3F753C-46C3-0CC4-2F53-BF1CEDD65B93}"/>
                </a:ext>
              </a:extLst>
            </p:cNvPr>
            <p:cNvCxnSpPr>
              <a:cxnSpLocks/>
              <a:stCxn id="5" idx="3"/>
              <a:endCxn id="7" idx="2"/>
            </p:cNvCxnSpPr>
            <p:nvPr/>
          </p:nvCxnSpPr>
          <p:spPr>
            <a:xfrm>
              <a:off x="2012178" y="4455166"/>
              <a:ext cx="1696335" cy="1151792"/>
            </a:xfrm>
            <a:prstGeom prst="straightConnector1">
              <a:avLst/>
            </a:prstGeom>
            <a:noFill/>
            <a:ln w="9525" cap="flat" cmpd="sng">
              <a:solidFill>
                <a:schemeClr val="dk1"/>
              </a:solidFill>
              <a:prstDash val="solid"/>
              <a:round/>
              <a:headEnd type="none" w="sm" len="sm"/>
              <a:tailEnd type="triangle" w="med" len="med"/>
            </a:ln>
          </p:spPr>
        </p:cxnSp>
        <p:sp>
          <p:nvSpPr>
            <p:cNvPr id="18" name="Google Shape;294;p27">
              <a:extLst>
                <a:ext uri="{FF2B5EF4-FFF2-40B4-BE49-F238E27FC236}">
                  <a16:creationId xmlns:a16="http://schemas.microsoft.com/office/drawing/2014/main" id="{4A02737A-F3D4-BE93-2560-E955CEADF5DF}"/>
                </a:ext>
              </a:extLst>
            </p:cNvPr>
            <p:cNvSpPr txBox="1"/>
            <p:nvPr/>
          </p:nvSpPr>
          <p:spPr>
            <a:xfrm>
              <a:off x="4612350" y="2861220"/>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19" name="Google Shape;295;p27">
              <a:extLst>
                <a:ext uri="{FF2B5EF4-FFF2-40B4-BE49-F238E27FC236}">
                  <a16:creationId xmlns:a16="http://schemas.microsoft.com/office/drawing/2014/main" id="{DE22406A-E507-086A-9EB1-4E9508503283}"/>
                </a:ext>
              </a:extLst>
            </p:cNvPr>
            <p:cNvSpPr txBox="1"/>
            <p:nvPr/>
          </p:nvSpPr>
          <p:spPr>
            <a:xfrm>
              <a:off x="4612350" y="5070297"/>
              <a:ext cx="394660"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solidFill>
                    <a:schemeClr val="dk1"/>
                  </a:solidFill>
                  <a:latin typeface="+mj-lt"/>
                  <a:ea typeface="Calibri"/>
                  <a:cs typeface="Calibri"/>
                  <a:sym typeface="Calibri"/>
                </a:rPr>
                <a:t>No</a:t>
              </a:r>
              <a:endParaRPr>
                <a:solidFill>
                  <a:schemeClr val="dk1"/>
                </a:solidFill>
                <a:latin typeface="+mj-lt"/>
                <a:ea typeface="Calibri"/>
                <a:cs typeface="Calibri"/>
                <a:sym typeface="Calibri"/>
              </a:endParaRPr>
            </a:p>
          </p:txBody>
        </p:sp>
        <p:sp>
          <p:nvSpPr>
            <p:cNvPr id="20" name="Google Shape;296;p27">
              <a:extLst>
                <a:ext uri="{FF2B5EF4-FFF2-40B4-BE49-F238E27FC236}">
                  <a16:creationId xmlns:a16="http://schemas.microsoft.com/office/drawing/2014/main" id="{6FC5E5B5-9943-7AB7-539F-943B23A99E11}"/>
                </a:ext>
              </a:extLst>
            </p:cNvPr>
            <p:cNvSpPr txBox="1"/>
            <p:nvPr/>
          </p:nvSpPr>
          <p:spPr>
            <a:xfrm>
              <a:off x="4525890" y="3616205"/>
              <a:ext cx="540999" cy="3237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1" name="Google Shape;297;p27">
              <a:extLst>
                <a:ext uri="{FF2B5EF4-FFF2-40B4-BE49-F238E27FC236}">
                  <a16:creationId xmlns:a16="http://schemas.microsoft.com/office/drawing/2014/main" id="{0C777333-32AE-1932-E0E2-C8750803B600}"/>
                </a:ext>
              </a:extLst>
            </p:cNvPr>
            <p:cNvSpPr txBox="1"/>
            <p:nvPr/>
          </p:nvSpPr>
          <p:spPr>
            <a:xfrm>
              <a:off x="4525890" y="5835843"/>
              <a:ext cx="540999" cy="30777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chemeClr val="dk1"/>
                  </a:solidFill>
                  <a:latin typeface="+mj-lt"/>
                  <a:ea typeface="Calibri"/>
                  <a:cs typeface="Calibri"/>
                  <a:sym typeface="Calibri"/>
                </a:rPr>
                <a:t>Yes</a:t>
              </a:r>
              <a:endParaRPr dirty="0">
                <a:solidFill>
                  <a:schemeClr val="dk1"/>
                </a:solidFill>
                <a:latin typeface="+mj-lt"/>
                <a:ea typeface="Calibri"/>
                <a:cs typeface="Calibri"/>
                <a:sym typeface="Calibri"/>
              </a:endParaRPr>
            </a:p>
          </p:txBody>
        </p:sp>
        <p:sp>
          <p:nvSpPr>
            <p:cNvPr id="22" name="Google Shape;302;p27">
              <a:extLst>
                <a:ext uri="{FF2B5EF4-FFF2-40B4-BE49-F238E27FC236}">
                  <a16:creationId xmlns:a16="http://schemas.microsoft.com/office/drawing/2014/main" id="{033BB673-D8DC-C5CB-A6DC-DE097FDF27EE}"/>
                </a:ext>
              </a:extLst>
            </p:cNvPr>
            <p:cNvSpPr/>
            <p:nvPr/>
          </p:nvSpPr>
          <p:spPr>
            <a:xfrm rot="19957951">
              <a:off x="2568415" y="3877991"/>
              <a:ext cx="777168" cy="288957"/>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Action</a:t>
              </a:r>
              <a:endParaRPr sz="2000" dirty="0">
                <a:solidFill>
                  <a:schemeClr val="dk1"/>
                </a:solidFill>
                <a:latin typeface="+mj-lt"/>
                <a:ea typeface="Calibri"/>
                <a:cs typeface="Calibri"/>
                <a:sym typeface="Calibri"/>
              </a:endParaRPr>
            </a:p>
          </p:txBody>
        </p:sp>
        <p:sp>
          <p:nvSpPr>
            <p:cNvPr id="23" name="Google Shape;303;p27">
              <a:extLst>
                <a:ext uri="{FF2B5EF4-FFF2-40B4-BE49-F238E27FC236}">
                  <a16:creationId xmlns:a16="http://schemas.microsoft.com/office/drawing/2014/main" id="{50467F64-AC29-F2CA-C56F-4CC2979A6F20}"/>
                </a:ext>
              </a:extLst>
            </p:cNvPr>
            <p:cNvSpPr/>
            <p:nvPr/>
          </p:nvSpPr>
          <p:spPr>
            <a:xfrm rot="1689029">
              <a:off x="2427776" y="5147781"/>
              <a:ext cx="937421" cy="253251"/>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dirty="0">
                  <a:solidFill>
                    <a:schemeClr val="dk1"/>
                  </a:solidFill>
                  <a:latin typeface="+mj-lt"/>
                  <a:ea typeface="Calibri"/>
                  <a:cs typeface="Calibri"/>
                  <a:sym typeface="Calibri"/>
                </a:rPr>
                <a:t>No action</a:t>
              </a:r>
              <a:endParaRPr sz="2000" dirty="0">
                <a:solidFill>
                  <a:schemeClr val="dk1"/>
                </a:solidFill>
                <a:latin typeface="+mj-lt"/>
                <a:ea typeface="Calibri"/>
                <a:cs typeface="Calibri"/>
                <a:sym typeface="Calibri"/>
              </a:endParaRPr>
            </a:p>
          </p:txBody>
        </p:sp>
        <p:sp>
          <p:nvSpPr>
            <p:cNvPr id="24" name="Google Shape;304;p27">
              <a:extLst>
                <a:ext uri="{FF2B5EF4-FFF2-40B4-BE49-F238E27FC236}">
                  <a16:creationId xmlns:a16="http://schemas.microsoft.com/office/drawing/2014/main" id="{2CD7215E-AE25-ADA4-996F-186384616A45}"/>
                </a:ext>
              </a:extLst>
            </p:cNvPr>
            <p:cNvSpPr txBox="1"/>
            <p:nvPr/>
          </p:nvSpPr>
          <p:spPr>
            <a:xfrm>
              <a:off x="7411372" y="1840185"/>
              <a:ext cx="1440598"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dirty="0">
                  <a:solidFill>
                    <a:schemeClr val="dk1"/>
                  </a:solidFill>
                  <a:latin typeface="+mj-lt"/>
                  <a:ea typeface="Century Gothic"/>
                  <a:cs typeface="Century Gothic"/>
                  <a:sym typeface="Century Gothic"/>
                </a:rPr>
                <a:t>Acres of native habitat</a:t>
              </a:r>
              <a:endParaRPr sz="2400" dirty="0">
                <a:solidFill>
                  <a:schemeClr val="dk1"/>
                </a:solidFill>
                <a:latin typeface="+mj-lt"/>
                <a:ea typeface="Century Gothic"/>
                <a:cs typeface="Century Gothic"/>
                <a:sym typeface="Century Gothic"/>
              </a:endParaRPr>
            </a:p>
          </p:txBody>
        </p:sp>
        <p:sp>
          <p:nvSpPr>
            <p:cNvPr id="25" name="Google Shape;305;p27">
              <a:extLst>
                <a:ext uri="{FF2B5EF4-FFF2-40B4-BE49-F238E27FC236}">
                  <a16:creationId xmlns:a16="http://schemas.microsoft.com/office/drawing/2014/main" id="{28BE5159-084E-F57E-E2EC-799A6690B534}"/>
                </a:ext>
              </a:extLst>
            </p:cNvPr>
            <p:cNvSpPr txBox="1"/>
            <p:nvPr/>
          </p:nvSpPr>
          <p:spPr>
            <a:xfrm>
              <a:off x="7719854" y="2584863"/>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70</a:t>
              </a:r>
              <a:endParaRPr sz="2400">
                <a:solidFill>
                  <a:schemeClr val="dk1"/>
                </a:solidFill>
                <a:latin typeface="+mj-lt"/>
                <a:ea typeface="Century Gothic"/>
                <a:cs typeface="Century Gothic"/>
                <a:sym typeface="Century Gothic"/>
              </a:endParaRPr>
            </a:p>
          </p:txBody>
        </p:sp>
        <p:sp>
          <p:nvSpPr>
            <p:cNvPr id="26" name="Google Shape;306;p27">
              <a:extLst>
                <a:ext uri="{FF2B5EF4-FFF2-40B4-BE49-F238E27FC236}">
                  <a16:creationId xmlns:a16="http://schemas.microsoft.com/office/drawing/2014/main" id="{A21EED20-1AFB-ED89-1AFE-97E9E5A4537D}"/>
                </a:ext>
              </a:extLst>
            </p:cNvPr>
            <p:cNvSpPr txBox="1"/>
            <p:nvPr/>
          </p:nvSpPr>
          <p:spPr>
            <a:xfrm>
              <a:off x="7714594" y="379358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solidFill>
                    <a:schemeClr val="dk1"/>
                  </a:solidFill>
                  <a:latin typeface="+mj-lt"/>
                  <a:ea typeface="Century Gothic"/>
                  <a:cs typeface="Century Gothic"/>
                  <a:sym typeface="Century Gothic"/>
                </a:rPr>
                <a:t>20</a:t>
              </a:r>
              <a:endParaRPr sz="2400">
                <a:solidFill>
                  <a:schemeClr val="dk1"/>
                </a:solidFill>
                <a:latin typeface="+mj-lt"/>
                <a:ea typeface="Century Gothic"/>
                <a:cs typeface="Century Gothic"/>
                <a:sym typeface="Century Gothic"/>
              </a:endParaRPr>
            </a:p>
          </p:txBody>
        </p:sp>
        <p:sp>
          <p:nvSpPr>
            <p:cNvPr id="27" name="Google Shape;307;p27">
              <a:extLst>
                <a:ext uri="{FF2B5EF4-FFF2-40B4-BE49-F238E27FC236}">
                  <a16:creationId xmlns:a16="http://schemas.microsoft.com/office/drawing/2014/main" id="{9666CDA5-8E89-419E-18F2-0EFC2A01932C}"/>
                </a:ext>
              </a:extLst>
            </p:cNvPr>
            <p:cNvSpPr txBox="1"/>
            <p:nvPr/>
          </p:nvSpPr>
          <p:spPr>
            <a:xfrm>
              <a:off x="7740866" y="4876179"/>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Century Gothic"/>
                  <a:cs typeface="Century Gothic"/>
                  <a:sym typeface="Century Gothic"/>
                </a:rPr>
                <a:t>100</a:t>
              </a:r>
              <a:endParaRPr sz="2400" dirty="0">
                <a:solidFill>
                  <a:schemeClr val="dk1"/>
                </a:solidFill>
                <a:latin typeface="+mj-lt"/>
                <a:ea typeface="Century Gothic"/>
                <a:cs typeface="Century Gothic"/>
                <a:sym typeface="Century Gothic"/>
              </a:endParaRPr>
            </a:p>
          </p:txBody>
        </p:sp>
        <p:sp>
          <p:nvSpPr>
            <p:cNvPr id="28" name="Google Shape;308;p27">
              <a:extLst>
                <a:ext uri="{FF2B5EF4-FFF2-40B4-BE49-F238E27FC236}">
                  <a16:creationId xmlns:a16="http://schemas.microsoft.com/office/drawing/2014/main" id="{362ED8F4-919C-E26A-DD78-6E1BCA340498}"/>
                </a:ext>
              </a:extLst>
            </p:cNvPr>
            <p:cNvSpPr txBox="1"/>
            <p:nvPr/>
          </p:nvSpPr>
          <p:spPr>
            <a:xfrm>
              <a:off x="7688308" y="5990305"/>
              <a:ext cx="620105" cy="3385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dirty="0">
                  <a:solidFill>
                    <a:schemeClr val="dk1"/>
                  </a:solidFill>
                  <a:latin typeface="+mj-lt"/>
                  <a:ea typeface="Century Gothic"/>
                  <a:cs typeface="Century Gothic"/>
                  <a:sym typeface="Century Gothic"/>
                </a:rPr>
                <a:t>  </a:t>
              </a:r>
              <a:r>
                <a:rPr lang="en-US" sz="2400" dirty="0">
                  <a:solidFill>
                    <a:schemeClr val="dk1"/>
                  </a:solidFill>
                  <a:latin typeface="+mj-lt"/>
                  <a:ea typeface="Century Gothic"/>
                  <a:cs typeface="Century Gothic"/>
                  <a:sym typeface="Century Gothic"/>
                </a:rPr>
                <a:t> 0</a:t>
              </a:r>
              <a:endParaRPr sz="2400" dirty="0">
                <a:solidFill>
                  <a:schemeClr val="dk1"/>
                </a:solidFill>
                <a:latin typeface="+mj-lt"/>
                <a:ea typeface="Century Gothic"/>
                <a:cs typeface="Century Gothic"/>
                <a:sym typeface="Century Gothic"/>
              </a:endParaRPr>
            </a:p>
          </p:txBody>
        </p:sp>
      </p:grpSp>
      <p:sp>
        <p:nvSpPr>
          <p:cNvPr id="33" name="TextBox 32">
            <a:extLst>
              <a:ext uri="{FF2B5EF4-FFF2-40B4-BE49-F238E27FC236}">
                <a16:creationId xmlns:a16="http://schemas.microsoft.com/office/drawing/2014/main" id="{A30C771F-7C1B-8E60-DF5A-9DEE23C8C3A6}"/>
              </a:ext>
            </a:extLst>
          </p:cNvPr>
          <p:cNvSpPr txBox="1"/>
          <p:nvPr/>
        </p:nvSpPr>
        <p:spPr>
          <a:xfrm>
            <a:off x="872022" y="784278"/>
            <a:ext cx="10758440" cy="461665"/>
          </a:xfrm>
          <a:prstGeom prst="rect">
            <a:avLst/>
          </a:prstGeom>
          <a:noFill/>
        </p:spPr>
        <p:txBody>
          <a:bodyPr wrap="square">
            <a:spAutoFit/>
          </a:bodyPr>
          <a:lstStyle/>
          <a:p>
            <a:pPr marL="0" marR="0" lvl="0" indent="0" algn="l" rtl="0">
              <a:spcBef>
                <a:spcPts val="0"/>
              </a:spcBef>
              <a:spcAft>
                <a:spcPts val="0"/>
              </a:spcAft>
              <a:buNone/>
            </a:pPr>
            <a:r>
              <a:rPr lang="en-US" sz="2400" b="0" i="0" u="none" strike="noStrike" cap="none" dirty="0">
                <a:solidFill>
                  <a:schemeClr val="dk1"/>
                </a:solidFill>
                <a:ea typeface="Times New Roman"/>
                <a:cs typeface="Times New Roman"/>
                <a:sym typeface="Times New Roman"/>
              </a:rPr>
              <a:t>Decision = Whether or not to create a no-habitat buffer around the refuge</a:t>
            </a:r>
            <a:endParaRPr lang="en-US" sz="2400" dirty="0"/>
          </a:p>
        </p:txBody>
      </p:sp>
      <p:sp>
        <p:nvSpPr>
          <p:cNvPr id="3" name="Google Shape;298;p27">
            <a:extLst>
              <a:ext uri="{FF2B5EF4-FFF2-40B4-BE49-F238E27FC236}">
                <a16:creationId xmlns:a16="http://schemas.microsoft.com/office/drawing/2014/main" id="{35D82AA0-484C-3C2C-7E5C-7A606E43A392}"/>
              </a:ext>
            </a:extLst>
          </p:cNvPr>
          <p:cNvSpPr txBox="1"/>
          <p:nvPr/>
        </p:nvSpPr>
        <p:spPr>
          <a:xfrm rot="20334169">
            <a:off x="6415578" y="2056002"/>
            <a:ext cx="996051" cy="3915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0.65</a:t>
            </a:r>
            <a:endParaRPr dirty="0">
              <a:solidFill>
                <a:srgbClr val="7030A0"/>
              </a:solidFill>
              <a:latin typeface="+mj-lt"/>
              <a:ea typeface="Calibri"/>
              <a:cs typeface="Calibri"/>
              <a:sym typeface="Calibri"/>
            </a:endParaRPr>
          </a:p>
        </p:txBody>
      </p:sp>
      <p:sp>
        <p:nvSpPr>
          <p:cNvPr id="29" name="Google Shape;299;p27">
            <a:extLst>
              <a:ext uri="{FF2B5EF4-FFF2-40B4-BE49-F238E27FC236}">
                <a16:creationId xmlns:a16="http://schemas.microsoft.com/office/drawing/2014/main" id="{D7B92354-6FDE-039C-46FB-71C975C8D8AB}"/>
              </a:ext>
            </a:extLst>
          </p:cNvPr>
          <p:cNvSpPr txBox="1"/>
          <p:nvPr/>
        </p:nvSpPr>
        <p:spPr>
          <a:xfrm rot="20604368">
            <a:off x="6447840" y="4358692"/>
            <a:ext cx="807520" cy="4081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0.5</a:t>
            </a:r>
            <a:endParaRPr dirty="0">
              <a:solidFill>
                <a:srgbClr val="7030A0"/>
              </a:solidFill>
              <a:latin typeface="+mj-lt"/>
              <a:ea typeface="Calibri"/>
              <a:cs typeface="Calibri"/>
              <a:sym typeface="Calibri"/>
            </a:endParaRPr>
          </a:p>
        </p:txBody>
      </p:sp>
      <p:sp>
        <p:nvSpPr>
          <p:cNvPr id="30" name="Google Shape;300;p27">
            <a:extLst>
              <a:ext uri="{FF2B5EF4-FFF2-40B4-BE49-F238E27FC236}">
                <a16:creationId xmlns:a16="http://schemas.microsoft.com/office/drawing/2014/main" id="{0F4460E4-FCA1-7DD2-5BD7-C57B9BF91CF9}"/>
              </a:ext>
            </a:extLst>
          </p:cNvPr>
          <p:cNvSpPr txBox="1"/>
          <p:nvPr/>
        </p:nvSpPr>
        <p:spPr>
          <a:xfrm rot="1327241">
            <a:off x="6364304" y="5407963"/>
            <a:ext cx="1050027" cy="33275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0.5</a:t>
            </a:r>
            <a:endParaRPr dirty="0">
              <a:solidFill>
                <a:srgbClr val="7030A0"/>
              </a:solidFill>
              <a:latin typeface="+mj-lt"/>
              <a:ea typeface="Calibri"/>
              <a:cs typeface="Calibri"/>
              <a:sym typeface="Calibri"/>
            </a:endParaRPr>
          </a:p>
        </p:txBody>
      </p:sp>
      <p:sp>
        <p:nvSpPr>
          <p:cNvPr id="31" name="Google Shape;301;p27">
            <a:extLst>
              <a:ext uri="{FF2B5EF4-FFF2-40B4-BE49-F238E27FC236}">
                <a16:creationId xmlns:a16="http://schemas.microsoft.com/office/drawing/2014/main" id="{3F402A32-EDD8-21C0-AF5B-EAED6C9C12C6}"/>
              </a:ext>
            </a:extLst>
          </p:cNvPr>
          <p:cNvSpPr txBox="1"/>
          <p:nvPr/>
        </p:nvSpPr>
        <p:spPr>
          <a:xfrm rot="1322405">
            <a:off x="6395666" y="3161756"/>
            <a:ext cx="1118622" cy="3488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dirty="0">
                <a:solidFill>
                  <a:srgbClr val="7030A0"/>
                </a:solidFill>
                <a:latin typeface="+mj-lt"/>
                <a:ea typeface="Calibri"/>
                <a:cs typeface="Calibri"/>
                <a:sym typeface="Calibri"/>
              </a:rPr>
              <a:t>P = 0.35</a:t>
            </a:r>
            <a:endParaRPr dirty="0">
              <a:solidFill>
                <a:srgbClr val="7030A0"/>
              </a:solidFill>
              <a:latin typeface="+mj-lt"/>
              <a:ea typeface="Calibri"/>
              <a:cs typeface="Calibri"/>
              <a:sym typeface="Calibri"/>
            </a:endParaRPr>
          </a:p>
        </p:txBody>
      </p:sp>
      <p:sp>
        <p:nvSpPr>
          <p:cNvPr id="32" name="Google Shape;298;p27">
            <a:extLst>
              <a:ext uri="{FF2B5EF4-FFF2-40B4-BE49-F238E27FC236}">
                <a16:creationId xmlns:a16="http://schemas.microsoft.com/office/drawing/2014/main" id="{B638E3F6-73CF-9D43-3378-231BE40C8835}"/>
              </a:ext>
            </a:extLst>
          </p:cNvPr>
          <p:cNvSpPr txBox="1"/>
          <p:nvPr/>
        </p:nvSpPr>
        <p:spPr>
          <a:xfrm>
            <a:off x="983909" y="1332307"/>
            <a:ext cx="3691759" cy="3915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dirty="0">
                <a:solidFill>
                  <a:schemeClr val="accent6"/>
                </a:solidFill>
                <a:latin typeface="+mj-lt"/>
                <a:ea typeface="Calibri"/>
                <a:cs typeface="Calibri"/>
                <a:sym typeface="Calibri"/>
              </a:rPr>
              <a:t>*Calculating expected value</a:t>
            </a:r>
            <a:endParaRPr sz="2400" b="1" dirty="0">
              <a:solidFill>
                <a:schemeClr val="accent6"/>
              </a:solidFill>
              <a:latin typeface="+mj-lt"/>
              <a:ea typeface="Calibri"/>
              <a:cs typeface="Calibri"/>
              <a:sym typeface="Calibri"/>
            </a:endParaRPr>
          </a:p>
        </p:txBody>
      </p:sp>
      <p:sp>
        <p:nvSpPr>
          <p:cNvPr id="34" name="Google Shape;277;p27">
            <a:extLst>
              <a:ext uri="{FF2B5EF4-FFF2-40B4-BE49-F238E27FC236}">
                <a16:creationId xmlns:a16="http://schemas.microsoft.com/office/drawing/2014/main" id="{52F182D8-0F56-92D0-85F1-46AED01147D4}"/>
              </a:ext>
            </a:extLst>
          </p:cNvPr>
          <p:cNvSpPr txBox="1"/>
          <p:nvPr/>
        </p:nvSpPr>
        <p:spPr>
          <a:xfrm>
            <a:off x="1005171" y="1682801"/>
            <a:ext cx="5520104"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lumMod val="75000"/>
                  </a:schemeClr>
                </a:solidFill>
                <a:latin typeface="+mj-lt"/>
                <a:ea typeface="Palatino Linotype"/>
                <a:cs typeface="Palatino Linotype"/>
                <a:sym typeface="Palatino Linotype"/>
              </a:rPr>
              <a:t>Expected Value = sum of (outcomes x probabilities)</a:t>
            </a:r>
            <a:endParaRPr sz="2000" dirty="0">
              <a:solidFill>
                <a:schemeClr val="accent6">
                  <a:lumMod val="75000"/>
                </a:schemeClr>
              </a:solidFill>
              <a:latin typeface="+mj-lt"/>
            </a:endParaRPr>
          </a:p>
          <a:p>
            <a:pPr marL="0" marR="0" lvl="0" indent="0" algn="ctr" rtl="0">
              <a:spcBef>
                <a:spcPts val="0"/>
              </a:spcBef>
              <a:spcAft>
                <a:spcPts val="0"/>
              </a:spcAft>
              <a:buNone/>
            </a:pPr>
            <a:r>
              <a:rPr lang="en-US" sz="2000" dirty="0">
                <a:solidFill>
                  <a:schemeClr val="accent6">
                    <a:lumMod val="75000"/>
                  </a:schemeClr>
                </a:solidFill>
                <a:latin typeface="+mj-lt"/>
                <a:ea typeface="Palatino Linotype"/>
                <a:cs typeface="Palatino Linotype"/>
                <a:sym typeface="Palatino Linotype"/>
              </a:rPr>
              <a:t>           = 70(0.65) + 20(0.35) = 52.5</a:t>
            </a:r>
            <a:endParaRPr sz="2000" dirty="0">
              <a:solidFill>
                <a:schemeClr val="accent6">
                  <a:lumMod val="75000"/>
                </a:schemeClr>
              </a:solidFill>
              <a:latin typeface="+mj-lt"/>
              <a:ea typeface="Palatino Linotype"/>
              <a:cs typeface="Palatino Linotype"/>
              <a:sym typeface="Palatino Linotype"/>
            </a:endParaRPr>
          </a:p>
        </p:txBody>
      </p:sp>
      <p:cxnSp>
        <p:nvCxnSpPr>
          <p:cNvPr id="35" name="Google Shape;278;p27">
            <a:extLst>
              <a:ext uri="{FF2B5EF4-FFF2-40B4-BE49-F238E27FC236}">
                <a16:creationId xmlns:a16="http://schemas.microsoft.com/office/drawing/2014/main" id="{1ABBB4F2-9ECB-0277-59C4-0C217072DFF9}"/>
              </a:ext>
            </a:extLst>
          </p:cNvPr>
          <p:cNvCxnSpPr>
            <a:cxnSpLocks/>
          </p:cNvCxnSpPr>
          <p:nvPr/>
        </p:nvCxnSpPr>
        <p:spPr>
          <a:xfrm>
            <a:off x="2326042" y="2184842"/>
            <a:ext cx="1158063" cy="1018396"/>
          </a:xfrm>
          <a:prstGeom prst="straightConnector1">
            <a:avLst/>
          </a:prstGeom>
          <a:solidFill>
            <a:schemeClr val="accent1"/>
          </a:solidFill>
          <a:ln w="12700" cap="flat" cmpd="sng">
            <a:solidFill>
              <a:schemeClr val="accent6"/>
            </a:solidFill>
            <a:prstDash val="solid"/>
            <a:round/>
            <a:headEnd type="none" w="sm" len="sm"/>
            <a:tailEnd type="stealth" w="med" len="med"/>
          </a:ln>
        </p:spPr>
      </p:cxnSp>
      <p:sp>
        <p:nvSpPr>
          <p:cNvPr id="38" name="TextBox 37">
            <a:extLst>
              <a:ext uri="{FF2B5EF4-FFF2-40B4-BE49-F238E27FC236}">
                <a16:creationId xmlns:a16="http://schemas.microsoft.com/office/drawing/2014/main" id="{2C8F717F-BA9A-2C07-EA43-A5737E06D781}"/>
              </a:ext>
            </a:extLst>
          </p:cNvPr>
          <p:cNvSpPr txBox="1"/>
          <p:nvPr/>
        </p:nvSpPr>
        <p:spPr>
          <a:xfrm rot="19917924">
            <a:off x="3320538" y="3450559"/>
            <a:ext cx="1351119" cy="369332"/>
          </a:xfrm>
          <a:prstGeom prst="rect">
            <a:avLst/>
          </a:prstGeom>
          <a:noFill/>
        </p:spPr>
        <p:txBody>
          <a:bodyPr wrap="square">
            <a:spAutoFit/>
          </a:bodyPr>
          <a:lstStyle/>
          <a:p>
            <a:r>
              <a:rPr lang="en-US" sz="1800" b="1" dirty="0">
                <a:solidFill>
                  <a:schemeClr val="accent6">
                    <a:lumMod val="75000"/>
                  </a:schemeClr>
                </a:solidFill>
                <a:latin typeface="+mj-lt"/>
                <a:ea typeface="Palatino Linotype"/>
                <a:cs typeface="Palatino Linotype"/>
                <a:sym typeface="Palatino Linotype"/>
              </a:rPr>
              <a:t>EV = 52.5 ac</a:t>
            </a:r>
            <a:endParaRPr lang="en-US" b="1" dirty="0"/>
          </a:p>
        </p:txBody>
      </p:sp>
      <p:sp>
        <p:nvSpPr>
          <p:cNvPr id="40" name="TextBox 39">
            <a:extLst>
              <a:ext uri="{FF2B5EF4-FFF2-40B4-BE49-F238E27FC236}">
                <a16:creationId xmlns:a16="http://schemas.microsoft.com/office/drawing/2014/main" id="{6BEE72F3-9247-819A-9862-4B4153254BB5}"/>
              </a:ext>
            </a:extLst>
          </p:cNvPr>
          <p:cNvSpPr txBox="1"/>
          <p:nvPr/>
        </p:nvSpPr>
        <p:spPr>
          <a:xfrm rot="1706160">
            <a:off x="2948782" y="4776513"/>
            <a:ext cx="1077061" cy="369332"/>
          </a:xfrm>
          <a:prstGeom prst="rect">
            <a:avLst/>
          </a:prstGeom>
          <a:noFill/>
        </p:spPr>
        <p:txBody>
          <a:bodyPr wrap="square">
            <a:spAutoFit/>
          </a:bodyPr>
          <a:lstStyle/>
          <a:p>
            <a:r>
              <a:rPr lang="en-US" sz="1800" b="1" dirty="0">
                <a:solidFill>
                  <a:schemeClr val="accent6">
                    <a:lumMod val="75000"/>
                  </a:schemeClr>
                </a:solidFill>
                <a:latin typeface="+mj-lt"/>
                <a:ea typeface="Palatino Linotype"/>
                <a:cs typeface="Palatino Linotype"/>
                <a:sym typeface="Palatino Linotype"/>
              </a:rPr>
              <a:t>EV = 50</a:t>
            </a:r>
            <a:endParaRPr lang="en-US" b="1" dirty="0"/>
          </a:p>
        </p:txBody>
      </p:sp>
      <p:sp>
        <p:nvSpPr>
          <p:cNvPr id="36" name="TextBox 35">
            <a:extLst>
              <a:ext uri="{FF2B5EF4-FFF2-40B4-BE49-F238E27FC236}">
                <a16:creationId xmlns:a16="http://schemas.microsoft.com/office/drawing/2014/main" id="{C2936C64-1A59-9293-D8FF-BFC5B132BCDF}"/>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231654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58222-F61D-8F7A-899C-923CA805FE14}"/>
              </a:ext>
            </a:extLst>
          </p:cNvPr>
          <p:cNvSpPr>
            <a:spLocks noGrp="1"/>
          </p:cNvSpPr>
          <p:nvPr>
            <p:ph type="title"/>
          </p:nvPr>
        </p:nvSpPr>
        <p:spPr>
          <a:xfrm>
            <a:off x="0" y="600435"/>
            <a:ext cx="12192000" cy="780629"/>
          </a:xfrm>
          <a:solidFill>
            <a:schemeClr val="accent6">
              <a:lumMod val="20000"/>
              <a:lumOff val="80000"/>
            </a:schemeClr>
          </a:solidFill>
        </p:spPr>
        <p:txBody>
          <a:bodyPr/>
          <a:lstStyle/>
          <a:p>
            <a:pPr algn="ctr"/>
            <a:r>
              <a:rPr lang="en-US" dirty="0"/>
              <a:t>Activity: Your risk attitude</a:t>
            </a:r>
          </a:p>
        </p:txBody>
      </p:sp>
      <p:sp>
        <p:nvSpPr>
          <p:cNvPr id="3" name="Content Placeholder 2">
            <a:extLst>
              <a:ext uri="{FF2B5EF4-FFF2-40B4-BE49-F238E27FC236}">
                <a16:creationId xmlns:a16="http://schemas.microsoft.com/office/drawing/2014/main" id="{53D33A14-DB99-21C6-6C6E-DBE7E71218AF}"/>
              </a:ext>
            </a:extLst>
          </p:cNvPr>
          <p:cNvSpPr>
            <a:spLocks noGrp="1"/>
          </p:cNvSpPr>
          <p:nvPr>
            <p:ph idx="1"/>
          </p:nvPr>
        </p:nvSpPr>
        <p:spPr>
          <a:xfrm>
            <a:off x="959385" y="1660372"/>
            <a:ext cx="9605790" cy="4351338"/>
          </a:xfrm>
        </p:spPr>
        <p:txBody>
          <a:bodyPr/>
          <a:lstStyle/>
          <a:p>
            <a:r>
              <a:rPr lang="en-US" dirty="0"/>
              <a:t>Consider the following game show with two options:</a:t>
            </a:r>
          </a:p>
          <a:p>
            <a:pPr marL="971550" lvl="1" indent="-514350">
              <a:buFont typeface="+mj-lt"/>
              <a:buAutoNum type="arabicPeriod"/>
            </a:pPr>
            <a:r>
              <a:rPr lang="en-US" b="1" dirty="0"/>
              <a:t>Take the gamble: </a:t>
            </a:r>
            <a:r>
              <a:rPr lang="en-US" dirty="0"/>
              <a:t>Select one of two doors and claim a prize. Behind one door is $1000 and behind the other is $0.</a:t>
            </a:r>
          </a:p>
          <a:p>
            <a:pPr marL="971550" lvl="1" indent="-514350">
              <a:buFont typeface="+mj-lt"/>
              <a:buAutoNum type="arabicPeriod"/>
            </a:pPr>
            <a:r>
              <a:rPr lang="en-US" b="1" dirty="0"/>
              <a:t>Take the sure thing: </a:t>
            </a:r>
            <a:r>
              <a:rPr lang="en-US" dirty="0"/>
              <a:t>Take $500 instead.</a:t>
            </a:r>
          </a:p>
          <a:p>
            <a:endParaRPr lang="en-US" dirty="0"/>
          </a:p>
          <a:p>
            <a:r>
              <a:rPr lang="en-US" dirty="0"/>
              <a:t>Which option would you choose?</a:t>
            </a:r>
          </a:p>
          <a:p>
            <a:endParaRPr lang="en-US" dirty="0"/>
          </a:p>
          <a:p>
            <a:r>
              <a:rPr lang="en-US" dirty="0"/>
              <a:t>Draw a tree to represent your options. </a:t>
            </a:r>
          </a:p>
          <a:p>
            <a:endParaRPr lang="en-US" dirty="0"/>
          </a:p>
        </p:txBody>
      </p:sp>
      <p:sp>
        <p:nvSpPr>
          <p:cNvPr id="4" name="TextBox 3">
            <a:extLst>
              <a:ext uri="{FF2B5EF4-FFF2-40B4-BE49-F238E27FC236}">
                <a16:creationId xmlns:a16="http://schemas.microsoft.com/office/drawing/2014/main" id="{EADBAC7C-067A-AC24-C4C2-52F45C28D76D}"/>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3463542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42AF1-C218-0470-83C0-88C61C275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EF029D-D3C0-6D88-DC4B-D9D53AB6C482}"/>
              </a:ext>
            </a:extLst>
          </p:cNvPr>
          <p:cNvSpPr>
            <a:spLocks noGrp="1"/>
          </p:cNvSpPr>
          <p:nvPr>
            <p:ph type="title"/>
          </p:nvPr>
        </p:nvSpPr>
        <p:spPr>
          <a:xfrm>
            <a:off x="0" y="600435"/>
            <a:ext cx="12192000" cy="780629"/>
          </a:xfrm>
          <a:solidFill>
            <a:schemeClr val="accent6">
              <a:lumMod val="20000"/>
              <a:lumOff val="80000"/>
            </a:schemeClr>
          </a:solidFill>
        </p:spPr>
        <p:txBody>
          <a:bodyPr/>
          <a:lstStyle/>
          <a:p>
            <a:pPr algn="ctr"/>
            <a:r>
              <a:rPr lang="en-US" dirty="0"/>
              <a:t>Activity: Your risk attitude</a:t>
            </a:r>
          </a:p>
        </p:txBody>
      </p:sp>
      <p:sp>
        <p:nvSpPr>
          <p:cNvPr id="4" name="TextBox 3">
            <a:extLst>
              <a:ext uri="{FF2B5EF4-FFF2-40B4-BE49-F238E27FC236}">
                <a16:creationId xmlns:a16="http://schemas.microsoft.com/office/drawing/2014/main" id="{09E44408-AE21-5487-44BB-46C4BC615CCD}"/>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
        <p:nvSpPr>
          <p:cNvPr id="7" name="Google Shape;345;p30">
            <a:extLst>
              <a:ext uri="{FF2B5EF4-FFF2-40B4-BE49-F238E27FC236}">
                <a16:creationId xmlns:a16="http://schemas.microsoft.com/office/drawing/2014/main" id="{A2D19264-5CFD-FD25-9B85-A35E13787E26}"/>
              </a:ext>
            </a:extLst>
          </p:cNvPr>
          <p:cNvSpPr txBox="1"/>
          <p:nvPr/>
        </p:nvSpPr>
        <p:spPr>
          <a:xfrm>
            <a:off x="339238" y="4071104"/>
            <a:ext cx="2072548" cy="124580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800">
                <a:solidFill>
                  <a:schemeClr val="dk1"/>
                </a:solidFill>
                <a:latin typeface="+mj-lt"/>
                <a:ea typeface="Arial"/>
                <a:cs typeface="Arial"/>
                <a:sym typeface="Arial"/>
              </a:rPr>
              <a:t>Choose an option</a:t>
            </a:r>
            <a:endParaRPr sz="2800">
              <a:solidFill>
                <a:schemeClr val="dk1"/>
              </a:solidFill>
              <a:latin typeface="+mj-lt"/>
              <a:ea typeface="Arial"/>
              <a:cs typeface="Arial"/>
              <a:sym typeface="Arial"/>
            </a:endParaRPr>
          </a:p>
        </p:txBody>
      </p:sp>
      <p:sp>
        <p:nvSpPr>
          <p:cNvPr id="8" name="Google Shape;346;p30">
            <a:extLst>
              <a:ext uri="{FF2B5EF4-FFF2-40B4-BE49-F238E27FC236}">
                <a16:creationId xmlns:a16="http://schemas.microsoft.com/office/drawing/2014/main" id="{0F500C40-5A9A-2872-96A3-CCC99EC1163B}"/>
              </a:ext>
            </a:extLst>
          </p:cNvPr>
          <p:cNvSpPr/>
          <p:nvPr/>
        </p:nvSpPr>
        <p:spPr>
          <a:xfrm>
            <a:off x="4038600" y="2438400"/>
            <a:ext cx="2072548" cy="1245808"/>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dirty="0">
                <a:solidFill>
                  <a:schemeClr val="dk2"/>
                </a:solidFill>
                <a:latin typeface="+mj-lt"/>
                <a:ea typeface="Palatino Linotype"/>
                <a:cs typeface="Palatino Linotype"/>
                <a:sym typeface="Palatino Linotype"/>
              </a:rPr>
              <a:t>Select one door</a:t>
            </a:r>
            <a:endParaRPr sz="2800" dirty="0">
              <a:solidFill>
                <a:schemeClr val="dk2"/>
              </a:solidFill>
              <a:latin typeface="+mj-lt"/>
              <a:ea typeface="Palatino Linotype"/>
              <a:cs typeface="Palatino Linotype"/>
              <a:sym typeface="Palatino Linotype"/>
            </a:endParaRPr>
          </a:p>
        </p:txBody>
      </p:sp>
      <p:cxnSp>
        <p:nvCxnSpPr>
          <p:cNvPr id="9" name="Google Shape;347;p30">
            <a:extLst>
              <a:ext uri="{FF2B5EF4-FFF2-40B4-BE49-F238E27FC236}">
                <a16:creationId xmlns:a16="http://schemas.microsoft.com/office/drawing/2014/main" id="{9FBB5193-47FA-F991-7027-1CF34FB4DECF}"/>
              </a:ext>
            </a:extLst>
          </p:cNvPr>
          <p:cNvCxnSpPr>
            <a:cxnSpLocks/>
            <a:stCxn id="7" idx="3"/>
            <a:endCxn id="8" idx="3"/>
          </p:cNvCxnSpPr>
          <p:nvPr/>
        </p:nvCxnSpPr>
        <p:spPr>
          <a:xfrm flipV="1">
            <a:off x="2411786" y="3501764"/>
            <a:ext cx="1930332" cy="1192244"/>
          </a:xfrm>
          <a:prstGeom prst="straightConnector1">
            <a:avLst/>
          </a:prstGeom>
          <a:noFill/>
          <a:ln w="76200" cap="flat" cmpd="sng">
            <a:solidFill>
              <a:schemeClr val="dk1"/>
            </a:solidFill>
            <a:prstDash val="solid"/>
            <a:round/>
            <a:headEnd type="none" w="sm" len="sm"/>
            <a:tailEnd type="stealth" w="sm" len="sm"/>
          </a:ln>
        </p:spPr>
      </p:cxnSp>
      <p:sp>
        <p:nvSpPr>
          <p:cNvPr id="10" name="Google Shape;348;p30">
            <a:extLst>
              <a:ext uri="{FF2B5EF4-FFF2-40B4-BE49-F238E27FC236}">
                <a16:creationId xmlns:a16="http://schemas.microsoft.com/office/drawing/2014/main" id="{73A0F8B7-3DAC-EB8C-E5C7-4C3E5F92C3B1}"/>
              </a:ext>
            </a:extLst>
          </p:cNvPr>
          <p:cNvSpPr txBox="1"/>
          <p:nvPr/>
        </p:nvSpPr>
        <p:spPr>
          <a:xfrm>
            <a:off x="8003744" y="5348288"/>
            <a:ext cx="1776470" cy="64999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800">
                <a:solidFill>
                  <a:schemeClr val="dk1"/>
                </a:solidFill>
                <a:latin typeface="+mj-lt"/>
                <a:ea typeface="Arial"/>
                <a:cs typeface="Arial"/>
                <a:sym typeface="Arial"/>
              </a:rPr>
              <a:t>$500</a:t>
            </a:r>
            <a:endParaRPr sz="2800">
              <a:solidFill>
                <a:schemeClr val="dk1"/>
              </a:solidFill>
              <a:latin typeface="+mj-lt"/>
              <a:ea typeface="Arial"/>
              <a:cs typeface="Arial"/>
              <a:sym typeface="Arial"/>
            </a:endParaRPr>
          </a:p>
        </p:txBody>
      </p:sp>
      <p:sp>
        <p:nvSpPr>
          <p:cNvPr id="11" name="Google Shape;349;p30">
            <a:extLst>
              <a:ext uri="{FF2B5EF4-FFF2-40B4-BE49-F238E27FC236}">
                <a16:creationId xmlns:a16="http://schemas.microsoft.com/office/drawing/2014/main" id="{5918BDE6-5DD7-A73A-74B4-0D5F6C179D2A}"/>
              </a:ext>
            </a:extLst>
          </p:cNvPr>
          <p:cNvSpPr txBox="1"/>
          <p:nvPr/>
        </p:nvSpPr>
        <p:spPr>
          <a:xfrm>
            <a:off x="8003744" y="1538288"/>
            <a:ext cx="1776470" cy="124580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800">
                <a:solidFill>
                  <a:schemeClr val="dk1"/>
                </a:solidFill>
                <a:latin typeface="+mj-lt"/>
                <a:ea typeface="Arial"/>
                <a:cs typeface="Arial"/>
                <a:sym typeface="Arial"/>
              </a:rPr>
              <a:t>$1000</a:t>
            </a:r>
            <a:endParaRPr sz="2800">
              <a:solidFill>
                <a:schemeClr val="dk1"/>
              </a:solidFill>
              <a:latin typeface="+mj-lt"/>
              <a:ea typeface="Arial"/>
              <a:cs typeface="Arial"/>
              <a:sym typeface="Arial"/>
            </a:endParaRPr>
          </a:p>
        </p:txBody>
      </p:sp>
      <p:sp>
        <p:nvSpPr>
          <p:cNvPr id="12" name="Google Shape;350;p30">
            <a:extLst>
              <a:ext uri="{FF2B5EF4-FFF2-40B4-BE49-F238E27FC236}">
                <a16:creationId xmlns:a16="http://schemas.microsoft.com/office/drawing/2014/main" id="{625CED24-27E4-6898-110C-E24A75CCA145}"/>
              </a:ext>
            </a:extLst>
          </p:cNvPr>
          <p:cNvSpPr txBox="1"/>
          <p:nvPr/>
        </p:nvSpPr>
        <p:spPr>
          <a:xfrm>
            <a:off x="8003744" y="3138488"/>
            <a:ext cx="1776470" cy="124580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800" dirty="0">
                <a:solidFill>
                  <a:schemeClr val="dk1"/>
                </a:solidFill>
                <a:latin typeface="+mj-lt"/>
                <a:ea typeface="Arial"/>
                <a:cs typeface="Arial"/>
                <a:sym typeface="Arial"/>
              </a:rPr>
              <a:t>$0</a:t>
            </a:r>
            <a:endParaRPr sz="2800" dirty="0">
              <a:solidFill>
                <a:schemeClr val="dk1"/>
              </a:solidFill>
              <a:latin typeface="+mj-lt"/>
              <a:ea typeface="Arial"/>
              <a:cs typeface="Arial"/>
              <a:sym typeface="Arial"/>
            </a:endParaRPr>
          </a:p>
        </p:txBody>
      </p:sp>
      <p:cxnSp>
        <p:nvCxnSpPr>
          <p:cNvPr id="13" name="Google Shape;351;p30">
            <a:extLst>
              <a:ext uri="{FF2B5EF4-FFF2-40B4-BE49-F238E27FC236}">
                <a16:creationId xmlns:a16="http://schemas.microsoft.com/office/drawing/2014/main" id="{056B2D0D-7A98-CE58-EDA1-F805349BFC9C}"/>
              </a:ext>
            </a:extLst>
          </p:cNvPr>
          <p:cNvCxnSpPr>
            <a:cxnSpLocks/>
            <a:stCxn id="8" idx="6"/>
            <a:endCxn id="11" idx="1"/>
          </p:cNvCxnSpPr>
          <p:nvPr/>
        </p:nvCxnSpPr>
        <p:spPr>
          <a:xfrm flipV="1">
            <a:off x="6111148" y="2161192"/>
            <a:ext cx="1892596" cy="900112"/>
          </a:xfrm>
          <a:prstGeom prst="straightConnector1">
            <a:avLst/>
          </a:prstGeom>
          <a:noFill/>
          <a:ln w="76200" cap="flat" cmpd="sng">
            <a:solidFill>
              <a:schemeClr val="dk1"/>
            </a:solidFill>
            <a:prstDash val="solid"/>
            <a:round/>
            <a:headEnd type="none" w="sm" len="sm"/>
            <a:tailEnd type="stealth" w="sm" len="sm"/>
          </a:ln>
        </p:spPr>
      </p:cxnSp>
      <p:cxnSp>
        <p:nvCxnSpPr>
          <p:cNvPr id="14" name="Google Shape;352;p30">
            <a:extLst>
              <a:ext uri="{FF2B5EF4-FFF2-40B4-BE49-F238E27FC236}">
                <a16:creationId xmlns:a16="http://schemas.microsoft.com/office/drawing/2014/main" id="{188B9025-B524-2C8D-CE33-F351A8338F36}"/>
              </a:ext>
            </a:extLst>
          </p:cNvPr>
          <p:cNvCxnSpPr>
            <a:cxnSpLocks/>
            <a:stCxn id="8" idx="6"/>
            <a:endCxn id="12" idx="1"/>
          </p:cNvCxnSpPr>
          <p:nvPr/>
        </p:nvCxnSpPr>
        <p:spPr>
          <a:xfrm>
            <a:off x="6111148" y="3061304"/>
            <a:ext cx="1892596" cy="700088"/>
          </a:xfrm>
          <a:prstGeom prst="straightConnector1">
            <a:avLst/>
          </a:prstGeom>
          <a:noFill/>
          <a:ln w="76200" cap="flat" cmpd="sng">
            <a:solidFill>
              <a:schemeClr val="dk1"/>
            </a:solidFill>
            <a:prstDash val="solid"/>
            <a:round/>
            <a:headEnd type="none" w="sm" len="sm"/>
            <a:tailEnd type="stealth" w="sm" len="sm"/>
          </a:ln>
        </p:spPr>
      </p:cxnSp>
      <p:cxnSp>
        <p:nvCxnSpPr>
          <p:cNvPr id="15" name="Google Shape;354;p30">
            <a:extLst>
              <a:ext uri="{FF2B5EF4-FFF2-40B4-BE49-F238E27FC236}">
                <a16:creationId xmlns:a16="http://schemas.microsoft.com/office/drawing/2014/main" id="{4986E1E3-7D91-8438-5960-EFA11AEA0C14}"/>
              </a:ext>
            </a:extLst>
          </p:cNvPr>
          <p:cNvCxnSpPr>
            <a:cxnSpLocks/>
            <a:stCxn id="7" idx="3"/>
            <a:endCxn id="10" idx="1"/>
          </p:cNvCxnSpPr>
          <p:nvPr/>
        </p:nvCxnSpPr>
        <p:spPr>
          <a:xfrm>
            <a:off x="2411786" y="4694008"/>
            <a:ext cx="5591958" cy="979278"/>
          </a:xfrm>
          <a:prstGeom prst="straightConnector1">
            <a:avLst/>
          </a:prstGeom>
          <a:noFill/>
          <a:ln w="76200" cap="flat" cmpd="sng">
            <a:solidFill>
              <a:schemeClr val="tx1"/>
            </a:solidFill>
            <a:prstDash val="solid"/>
            <a:round/>
            <a:headEnd type="none" w="sm" len="sm"/>
            <a:tailEnd type="stealth" w="sm" len="sm"/>
          </a:ln>
        </p:spPr>
      </p:cxnSp>
      <p:sp>
        <p:nvSpPr>
          <p:cNvPr id="16" name="Google Shape;355;p30">
            <a:extLst>
              <a:ext uri="{FF2B5EF4-FFF2-40B4-BE49-F238E27FC236}">
                <a16:creationId xmlns:a16="http://schemas.microsoft.com/office/drawing/2014/main" id="{59451E15-DD18-BA56-8F64-C11E227207D4}"/>
              </a:ext>
            </a:extLst>
          </p:cNvPr>
          <p:cNvSpPr txBox="1"/>
          <p:nvPr/>
        </p:nvSpPr>
        <p:spPr>
          <a:xfrm>
            <a:off x="2512032" y="3030025"/>
            <a:ext cx="1426322" cy="5031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Gamble</a:t>
            </a:r>
            <a:endParaRPr sz="2800" dirty="0">
              <a:solidFill>
                <a:schemeClr val="dk1"/>
              </a:solidFill>
              <a:latin typeface="+mj-lt"/>
              <a:ea typeface="Arial"/>
              <a:cs typeface="Arial"/>
              <a:sym typeface="Arial"/>
            </a:endParaRPr>
          </a:p>
        </p:txBody>
      </p:sp>
      <p:sp>
        <p:nvSpPr>
          <p:cNvPr id="17" name="Google Shape;356;p30">
            <a:extLst>
              <a:ext uri="{FF2B5EF4-FFF2-40B4-BE49-F238E27FC236}">
                <a16:creationId xmlns:a16="http://schemas.microsoft.com/office/drawing/2014/main" id="{07089861-1D02-33A7-28A1-9EB39D3C4467}"/>
              </a:ext>
            </a:extLst>
          </p:cNvPr>
          <p:cNvSpPr txBox="1"/>
          <p:nvPr/>
        </p:nvSpPr>
        <p:spPr>
          <a:xfrm>
            <a:off x="6367704" y="1809732"/>
            <a:ext cx="1131882" cy="50394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Win</a:t>
            </a:r>
            <a:endParaRPr sz="2800" dirty="0">
              <a:latin typeface="+mj-lt"/>
            </a:endParaRPr>
          </a:p>
        </p:txBody>
      </p:sp>
      <p:sp>
        <p:nvSpPr>
          <p:cNvPr id="18" name="Google Shape;357;p30">
            <a:extLst>
              <a:ext uri="{FF2B5EF4-FFF2-40B4-BE49-F238E27FC236}">
                <a16:creationId xmlns:a16="http://schemas.microsoft.com/office/drawing/2014/main" id="{D2A8F4EC-8660-429E-630A-D475800BBC97}"/>
              </a:ext>
            </a:extLst>
          </p:cNvPr>
          <p:cNvSpPr txBox="1"/>
          <p:nvPr/>
        </p:nvSpPr>
        <p:spPr>
          <a:xfrm>
            <a:off x="2422419" y="5120195"/>
            <a:ext cx="2061915" cy="55309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chemeClr val="dk1"/>
                </a:solidFill>
                <a:latin typeface="+mj-lt"/>
                <a:ea typeface="Arial"/>
                <a:cs typeface="Arial"/>
                <a:sym typeface="Arial"/>
              </a:rPr>
              <a:t>Sure thing</a:t>
            </a:r>
            <a:endParaRPr sz="2800" dirty="0">
              <a:solidFill>
                <a:schemeClr val="dk1"/>
              </a:solidFill>
              <a:latin typeface="+mj-lt"/>
              <a:ea typeface="Arial"/>
              <a:cs typeface="Arial"/>
              <a:sym typeface="Arial"/>
            </a:endParaRPr>
          </a:p>
        </p:txBody>
      </p:sp>
      <p:sp>
        <p:nvSpPr>
          <p:cNvPr id="19" name="Google Shape;358;p30">
            <a:extLst>
              <a:ext uri="{FF2B5EF4-FFF2-40B4-BE49-F238E27FC236}">
                <a16:creationId xmlns:a16="http://schemas.microsoft.com/office/drawing/2014/main" id="{E708F579-CD3C-147C-068B-58381AC8503E}"/>
              </a:ext>
            </a:extLst>
          </p:cNvPr>
          <p:cNvSpPr txBox="1"/>
          <p:nvPr/>
        </p:nvSpPr>
        <p:spPr>
          <a:xfrm>
            <a:off x="6414666" y="3434973"/>
            <a:ext cx="1329269" cy="50394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Lose</a:t>
            </a:r>
            <a:endParaRPr sz="2800" dirty="0">
              <a:latin typeface="+mj-lt"/>
            </a:endParaRPr>
          </a:p>
        </p:txBody>
      </p:sp>
      <p:grpSp>
        <p:nvGrpSpPr>
          <p:cNvPr id="20" name="Google Shape;359;p30">
            <a:extLst>
              <a:ext uri="{FF2B5EF4-FFF2-40B4-BE49-F238E27FC236}">
                <a16:creationId xmlns:a16="http://schemas.microsoft.com/office/drawing/2014/main" id="{3F1D8E03-079C-19BA-6FE5-F94C5EF91E5E}"/>
              </a:ext>
            </a:extLst>
          </p:cNvPr>
          <p:cNvGrpSpPr/>
          <p:nvPr/>
        </p:nvGrpSpPr>
        <p:grpSpPr>
          <a:xfrm>
            <a:off x="6282590" y="2128988"/>
            <a:ext cx="1631515" cy="2154212"/>
            <a:chOff x="3646" y="1456"/>
            <a:chExt cx="529" cy="996"/>
          </a:xfrm>
        </p:grpSpPr>
        <p:sp>
          <p:nvSpPr>
            <p:cNvPr id="21" name="Google Shape;360;p30">
              <a:extLst>
                <a:ext uri="{FF2B5EF4-FFF2-40B4-BE49-F238E27FC236}">
                  <a16:creationId xmlns:a16="http://schemas.microsoft.com/office/drawing/2014/main" id="{6BECAE11-E18E-0DC1-3C5F-BD0FE8D47127}"/>
                </a:ext>
              </a:extLst>
            </p:cNvPr>
            <p:cNvSpPr txBox="1"/>
            <p:nvPr/>
          </p:nvSpPr>
          <p:spPr>
            <a:xfrm>
              <a:off x="3646" y="1456"/>
              <a:ext cx="516"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2"/>
                  </a:solidFill>
                  <a:latin typeface="+mj-lt"/>
                  <a:ea typeface="Arial"/>
                  <a:cs typeface="Arial"/>
                  <a:sym typeface="Arial"/>
                </a:rPr>
                <a:t>p = 0.5</a:t>
              </a:r>
              <a:endParaRPr sz="2800" dirty="0">
                <a:latin typeface="+mj-lt"/>
              </a:endParaRPr>
            </a:p>
          </p:txBody>
        </p:sp>
        <p:sp>
          <p:nvSpPr>
            <p:cNvPr id="22" name="Google Shape;361;p30">
              <a:extLst>
                <a:ext uri="{FF2B5EF4-FFF2-40B4-BE49-F238E27FC236}">
                  <a16:creationId xmlns:a16="http://schemas.microsoft.com/office/drawing/2014/main" id="{7CB146CE-43DB-DA90-146E-A87611F0FBCF}"/>
                </a:ext>
              </a:extLst>
            </p:cNvPr>
            <p:cNvSpPr txBox="1"/>
            <p:nvPr/>
          </p:nvSpPr>
          <p:spPr>
            <a:xfrm>
              <a:off x="3659" y="2239"/>
              <a:ext cx="516"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2"/>
                  </a:solidFill>
                  <a:latin typeface="+mj-lt"/>
                  <a:ea typeface="Arial"/>
                  <a:cs typeface="Arial"/>
                  <a:sym typeface="Arial"/>
                </a:rPr>
                <a:t>p = 0.5</a:t>
              </a:r>
              <a:endParaRPr sz="2800" dirty="0">
                <a:latin typeface="+mj-lt"/>
              </a:endParaRPr>
            </a:p>
          </p:txBody>
        </p:sp>
      </p:grpSp>
      <p:sp>
        <p:nvSpPr>
          <p:cNvPr id="23" name="Google Shape;391;p31">
            <a:extLst>
              <a:ext uri="{FF2B5EF4-FFF2-40B4-BE49-F238E27FC236}">
                <a16:creationId xmlns:a16="http://schemas.microsoft.com/office/drawing/2014/main" id="{C1812544-690C-24EA-B74D-0AE071F90D82}"/>
              </a:ext>
            </a:extLst>
          </p:cNvPr>
          <p:cNvSpPr txBox="1"/>
          <p:nvPr/>
        </p:nvSpPr>
        <p:spPr>
          <a:xfrm>
            <a:off x="573273" y="1527853"/>
            <a:ext cx="4227749" cy="50319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Palatino Linotype"/>
                <a:cs typeface="Palatino Linotype"/>
                <a:sym typeface="Palatino Linotype"/>
              </a:rPr>
              <a:t>EV = Outcome x Probability</a:t>
            </a:r>
            <a:endParaRPr sz="2800" dirty="0">
              <a:latin typeface="+mj-lt"/>
            </a:endParaRPr>
          </a:p>
        </p:txBody>
      </p:sp>
      <p:sp>
        <p:nvSpPr>
          <p:cNvPr id="38" name="TextBox 37">
            <a:extLst>
              <a:ext uri="{FF2B5EF4-FFF2-40B4-BE49-F238E27FC236}">
                <a16:creationId xmlns:a16="http://schemas.microsoft.com/office/drawing/2014/main" id="{CD9349B7-8ABF-038C-3E0B-03BE3F6137BB}"/>
              </a:ext>
            </a:extLst>
          </p:cNvPr>
          <p:cNvSpPr txBox="1"/>
          <p:nvPr/>
        </p:nvSpPr>
        <p:spPr>
          <a:xfrm rot="604946">
            <a:off x="4496723" y="4624332"/>
            <a:ext cx="1156302" cy="461665"/>
          </a:xfrm>
          <a:prstGeom prst="rect">
            <a:avLst/>
          </a:prstGeom>
          <a:noFill/>
        </p:spPr>
        <p:txBody>
          <a:bodyPr wrap="square">
            <a:spAutoFit/>
          </a:bodyPr>
          <a:lstStyle/>
          <a:p>
            <a:pPr marL="0" marR="0" lvl="0" indent="0" algn="l" rtl="0">
              <a:spcBef>
                <a:spcPts val="0"/>
              </a:spcBef>
              <a:spcAft>
                <a:spcPts val="0"/>
              </a:spcAft>
              <a:buNone/>
            </a:pPr>
            <a:r>
              <a:rPr lang="en-US" sz="2400" dirty="0">
                <a:solidFill>
                  <a:schemeClr val="dk2"/>
                </a:solidFill>
                <a:latin typeface="+mj-lt"/>
                <a:ea typeface="Arial"/>
                <a:cs typeface="Arial"/>
                <a:sym typeface="Arial"/>
              </a:rPr>
              <a:t>p = 1</a:t>
            </a:r>
            <a:endParaRPr lang="en-US" sz="2800" dirty="0">
              <a:latin typeface="+mj-lt"/>
            </a:endParaRPr>
          </a:p>
        </p:txBody>
      </p:sp>
      <p:sp>
        <p:nvSpPr>
          <p:cNvPr id="39" name="TextBox 38">
            <a:extLst>
              <a:ext uri="{FF2B5EF4-FFF2-40B4-BE49-F238E27FC236}">
                <a16:creationId xmlns:a16="http://schemas.microsoft.com/office/drawing/2014/main" id="{15B6BA11-573B-4A1F-3B4B-4EA9E0BBBA46}"/>
              </a:ext>
            </a:extLst>
          </p:cNvPr>
          <p:cNvSpPr txBox="1"/>
          <p:nvPr/>
        </p:nvSpPr>
        <p:spPr>
          <a:xfrm>
            <a:off x="2559353" y="3388892"/>
            <a:ext cx="1065898" cy="830997"/>
          </a:xfrm>
          <a:prstGeom prst="rect">
            <a:avLst/>
          </a:prstGeom>
          <a:noFill/>
        </p:spPr>
        <p:txBody>
          <a:bodyPr wrap="square" rtlCol="0">
            <a:spAutoFit/>
          </a:bodyPr>
          <a:lstStyle/>
          <a:p>
            <a:r>
              <a:rPr lang="en-US" sz="2400" dirty="0">
                <a:solidFill>
                  <a:srgbClr val="FF0000"/>
                </a:solidFill>
              </a:rPr>
              <a:t>EV = $500</a:t>
            </a:r>
          </a:p>
        </p:txBody>
      </p:sp>
      <p:sp>
        <p:nvSpPr>
          <p:cNvPr id="40" name="TextBox 39">
            <a:extLst>
              <a:ext uri="{FF2B5EF4-FFF2-40B4-BE49-F238E27FC236}">
                <a16:creationId xmlns:a16="http://schemas.microsoft.com/office/drawing/2014/main" id="{83B772E9-26AE-133B-ADA8-59BB28CB28F5}"/>
              </a:ext>
            </a:extLst>
          </p:cNvPr>
          <p:cNvSpPr txBox="1"/>
          <p:nvPr/>
        </p:nvSpPr>
        <p:spPr>
          <a:xfrm>
            <a:off x="2559353" y="5553720"/>
            <a:ext cx="1065898" cy="830997"/>
          </a:xfrm>
          <a:prstGeom prst="rect">
            <a:avLst/>
          </a:prstGeom>
          <a:noFill/>
        </p:spPr>
        <p:txBody>
          <a:bodyPr wrap="square" rtlCol="0">
            <a:spAutoFit/>
          </a:bodyPr>
          <a:lstStyle/>
          <a:p>
            <a:r>
              <a:rPr lang="en-US" sz="2400" dirty="0">
                <a:solidFill>
                  <a:srgbClr val="FF0000"/>
                </a:solidFill>
              </a:rPr>
              <a:t>EV = $500</a:t>
            </a:r>
          </a:p>
        </p:txBody>
      </p:sp>
    </p:spTree>
    <p:extLst>
      <p:ext uri="{BB962C8B-B14F-4D97-AF65-F5344CB8AC3E}">
        <p14:creationId xmlns:p14="http://schemas.microsoft.com/office/powerpoint/2010/main" val="1410594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CD14C-1E0E-2B48-E7A6-EF9915112FC6}"/>
              </a:ext>
            </a:extLst>
          </p:cNvPr>
          <p:cNvSpPr>
            <a:spLocks noGrp="1"/>
          </p:cNvSpPr>
          <p:nvPr>
            <p:ph type="title"/>
          </p:nvPr>
        </p:nvSpPr>
        <p:spPr/>
        <p:txBody>
          <a:bodyPr/>
          <a:lstStyle/>
          <a:p>
            <a:r>
              <a:rPr lang="en-US" dirty="0"/>
              <a:t>Approaches to risk:</a:t>
            </a:r>
          </a:p>
        </p:txBody>
      </p:sp>
      <p:sp>
        <p:nvSpPr>
          <p:cNvPr id="3" name="Content Placeholder 2">
            <a:extLst>
              <a:ext uri="{FF2B5EF4-FFF2-40B4-BE49-F238E27FC236}">
                <a16:creationId xmlns:a16="http://schemas.microsoft.com/office/drawing/2014/main" id="{B8BAD438-B5F2-EEE7-74D8-CFEC0F81C43E}"/>
              </a:ext>
            </a:extLst>
          </p:cNvPr>
          <p:cNvSpPr>
            <a:spLocks noGrp="1"/>
          </p:cNvSpPr>
          <p:nvPr>
            <p:ph idx="1"/>
          </p:nvPr>
        </p:nvSpPr>
        <p:spPr>
          <a:xfrm>
            <a:off x="838200" y="1597446"/>
            <a:ext cx="10515600" cy="4549966"/>
          </a:xfrm>
        </p:spPr>
        <p:txBody>
          <a:bodyPr>
            <a:normAutofit/>
          </a:bodyPr>
          <a:lstStyle/>
          <a:p>
            <a:r>
              <a:rPr lang="en-US" dirty="0"/>
              <a:t>Expected value (EV)</a:t>
            </a:r>
          </a:p>
          <a:p>
            <a:pPr lvl="1"/>
            <a:r>
              <a:rPr lang="en-US" dirty="0"/>
              <a:t>Method = outcomes x probabilities</a:t>
            </a:r>
          </a:p>
          <a:p>
            <a:pPr lvl="1"/>
            <a:r>
              <a:rPr lang="en-US" dirty="0"/>
              <a:t>Solution = maximize EV </a:t>
            </a:r>
          </a:p>
          <a:p>
            <a:r>
              <a:rPr lang="en-US" dirty="0"/>
              <a:t>Expected utility (EU)</a:t>
            </a:r>
          </a:p>
          <a:p>
            <a:pPr lvl="1"/>
            <a:r>
              <a:rPr lang="en-US" dirty="0"/>
              <a:t>Method = Translate outcome onto a scale that incorporates risk attitude</a:t>
            </a:r>
          </a:p>
          <a:p>
            <a:pPr lvl="1"/>
            <a:r>
              <a:rPr lang="en-US" dirty="0"/>
              <a:t>Solution = Maximize EU</a:t>
            </a:r>
          </a:p>
          <a:p>
            <a:r>
              <a:rPr lang="en-US" dirty="0"/>
              <a:t>Other approaches</a:t>
            </a:r>
          </a:p>
          <a:p>
            <a:pPr lvl="1"/>
            <a:r>
              <a:rPr lang="en-US" dirty="0"/>
              <a:t>Mini-max: Minimize risk of large losses</a:t>
            </a:r>
          </a:p>
          <a:p>
            <a:pPr lvl="1"/>
            <a:r>
              <a:rPr lang="en-US" dirty="0"/>
              <a:t>Robustness: Focus on attaining a minimum performance requirement over greatest range of uncertainty</a:t>
            </a:r>
          </a:p>
          <a:p>
            <a:endParaRPr lang="en-US" dirty="0"/>
          </a:p>
        </p:txBody>
      </p:sp>
      <p:sp>
        <p:nvSpPr>
          <p:cNvPr id="4" name="TextBox 3">
            <a:extLst>
              <a:ext uri="{FF2B5EF4-FFF2-40B4-BE49-F238E27FC236}">
                <a16:creationId xmlns:a16="http://schemas.microsoft.com/office/drawing/2014/main" id="{49763594-F915-4B62-ADEC-524099C47A39}"/>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3474721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5C257-2991-99F6-180F-41C1414FEAF9}"/>
              </a:ext>
            </a:extLst>
          </p:cNvPr>
          <p:cNvSpPr>
            <a:spLocks noGrp="1"/>
          </p:cNvSpPr>
          <p:nvPr>
            <p:ph type="title"/>
          </p:nvPr>
        </p:nvSpPr>
        <p:spPr/>
        <p:txBody>
          <a:bodyPr/>
          <a:lstStyle/>
          <a:p>
            <a:r>
              <a:rPr lang="en-US" dirty="0"/>
              <a:t>Approaches to risk example:</a:t>
            </a:r>
          </a:p>
        </p:txBody>
      </p:sp>
      <p:sp>
        <p:nvSpPr>
          <p:cNvPr id="3" name="Content Placeholder 2">
            <a:extLst>
              <a:ext uri="{FF2B5EF4-FFF2-40B4-BE49-F238E27FC236}">
                <a16:creationId xmlns:a16="http://schemas.microsoft.com/office/drawing/2014/main" id="{B65853C8-52BF-5CF0-70B6-10C9DBF9286A}"/>
              </a:ext>
            </a:extLst>
          </p:cNvPr>
          <p:cNvSpPr>
            <a:spLocks noGrp="1"/>
          </p:cNvSpPr>
          <p:nvPr>
            <p:ph idx="1"/>
          </p:nvPr>
        </p:nvSpPr>
        <p:spPr>
          <a:xfrm>
            <a:off x="838200" y="1319434"/>
            <a:ext cx="10795612" cy="498350"/>
          </a:xfrm>
        </p:spPr>
        <p:txBody>
          <a:bodyPr>
            <a:normAutofit/>
          </a:bodyPr>
          <a:lstStyle/>
          <a:p>
            <a:r>
              <a:rPr lang="en-US" sz="2400" dirty="0">
                <a:ea typeface="Century Gothic"/>
                <a:cs typeface="Century Gothic"/>
                <a:sym typeface="Century Gothic"/>
              </a:rPr>
              <a:t>Should you adopt new technology to increase production of fry at a hatchery?</a:t>
            </a:r>
            <a:endParaRPr lang="en-US" sz="2400" dirty="0"/>
          </a:p>
        </p:txBody>
      </p:sp>
      <p:grpSp>
        <p:nvGrpSpPr>
          <p:cNvPr id="4" name="Group 3">
            <a:extLst>
              <a:ext uri="{FF2B5EF4-FFF2-40B4-BE49-F238E27FC236}">
                <a16:creationId xmlns:a16="http://schemas.microsoft.com/office/drawing/2014/main" id="{22ABB9AF-6904-7B48-7FDB-8A65EFDE5426}"/>
              </a:ext>
            </a:extLst>
          </p:cNvPr>
          <p:cNvGrpSpPr/>
          <p:nvPr/>
        </p:nvGrpSpPr>
        <p:grpSpPr>
          <a:xfrm>
            <a:off x="1441374" y="1817784"/>
            <a:ext cx="7226147" cy="4382873"/>
            <a:chOff x="317653" y="1676400"/>
            <a:chExt cx="7226147" cy="4382873"/>
          </a:xfrm>
        </p:grpSpPr>
        <p:sp>
          <p:nvSpPr>
            <p:cNvPr id="5" name="Google Shape;372;p31">
              <a:extLst>
                <a:ext uri="{FF2B5EF4-FFF2-40B4-BE49-F238E27FC236}">
                  <a16:creationId xmlns:a16="http://schemas.microsoft.com/office/drawing/2014/main" id="{86431FE4-236F-9CB4-F965-0B1BFB1392CA}"/>
                </a:ext>
              </a:extLst>
            </p:cNvPr>
            <p:cNvSpPr txBox="1"/>
            <p:nvPr/>
          </p:nvSpPr>
          <p:spPr>
            <a:xfrm>
              <a:off x="317653" y="3936981"/>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Add new technology to a hatchery?</a:t>
              </a:r>
              <a:endParaRPr sz="1800" dirty="0">
                <a:solidFill>
                  <a:schemeClr val="dk1"/>
                </a:solidFill>
                <a:latin typeface="+mj-lt"/>
                <a:ea typeface="Arial"/>
                <a:cs typeface="Arial"/>
                <a:sym typeface="Arial"/>
              </a:endParaRPr>
            </a:p>
          </p:txBody>
        </p:sp>
        <p:sp>
          <p:nvSpPr>
            <p:cNvPr id="6" name="Google Shape;373;p31">
              <a:extLst>
                <a:ext uri="{FF2B5EF4-FFF2-40B4-BE49-F238E27FC236}">
                  <a16:creationId xmlns:a16="http://schemas.microsoft.com/office/drawing/2014/main" id="{D80CA1BE-8014-280F-C72C-301AB87F41F3}"/>
                </a:ext>
              </a:extLst>
            </p:cNvPr>
            <p:cNvSpPr/>
            <p:nvPr/>
          </p:nvSpPr>
          <p:spPr>
            <a:xfrm>
              <a:off x="4038600" y="2438400"/>
              <a:ext cx="1066800" cy="914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cxnSp>
          <p:nvCxnSpPr>
            <p:cNvPr id="7" name="Google Shape;374;p31">
              <a:extLst>
                <a:ext uri="{FF2B5EF4-FFF2-40B4-BE49-F238E27FC236}">
                  <a16:creationId xmlns:a16="http://schemas.microsoft.com/office/drawing/2014/main" id="{133A7B98-AB32-4F0A-35FF-3C80FA673EF6}"/>
                </a:ext>
              </a:extLst>
            </p:cNvPr>
            <p:cNvCxnSpPr>
              <a:stCxn id="5" idx="3"/>
              <a:endCxn id="6" idx="3"/>
            </p:cNvCxnSpPr>
            <p:nvPr/>
          </p:nvCxnSpPr>
          <p:spPr>
            <a:xfrm flipV="1">
              <a:off x="2125816" y="3218889"/>
              <a:ext cx="2069013" cy="1175292"/>
            </a:xfrm>
            <a:prstGeom prst="straightConnector1">
              <a:avLst/>
            </a:prstGeom>
            <a:noFill/>
            <a:ln w="76200" cap="flat" cmpd="sng">
              <a:solidFill>
                <a:schemeClr val="dk1"/>
              </a:solidFill>
              <a:prstDash val="solid"/>
              <a:round/>
              <a:headEnd type="none" w="sm" len="sm"/>
              <a:tailEnd type="stealth" w="sm" len="sm"/>
            </a:ln>
          </p:spPr>
        </p:cxnSp>
        <p:sp>
          <p:nvSpPr>
            <p:cNvPr id="8" name="Google Shape;375;p31">
              <a:extLst>
                <a:ext uri="{FF2B5EF4-FFF2-40B4-BE49-F238E27FC236}">
                  <a16:creationId xmlns:a16="http://schemas.microsoft.com/office/drawing/2014/main" id="{EDC84E9C-DDC7-1E89-D956-D97DD5971532}"/>
                </a:ext>
              </a:extLst>
            </p:cNvPr>
            <p:cNvSpPr txBox="1"/>
            <p:nvPr/>
          </p:nvSpPr>
          <p:spPr>
            <a:xfrm>
              <a:off x="6629400" y="5144873"/>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fry</a:t>
              </a:r>
              <a:endParaRPr sz="1800" dirty="0">
                <a:solidFill>
                  <a:schemeClr val="dk1"/>
                </a:solidFill>
                <a:latin typeface="+mj-lt"/>
                <a:ea typeface="Arial"/>
                <a:cs typeface="Arial"/>
                <a:sym typeface="Arial"/>
              </a:endParaRPr>
            </a:p>
          </p:txBody>
        </p:sp>
        <p:sp>
          <p:nvSpPr>
            <p:cNvPr id="9" name="Google Shape;376;p31">
              <a:extLst>
                <a:ext uri="{FF2B5EF4-FFF2-40B4-BE49-F238E27FC236}">
                  <a16:creationId xmlns:a16="http://schemas.microsoft.com/office/drawing/2014/main" id="{4A0FBFB3-8E01-A71A-5AD7-CC005100B130}"/>
                </a:ext>
              </a:extLst>
            </p:cNvPr>
            <p:cNvSpPr txBox="1"/>
            <p:nvPr/>
          </p:nvSpPr>
          <p:spPr>
            <a:xfrm>
              <a:off x="6629400" y="16764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 fry</a:t>
              </a:r>
              <a:endParaRPr sz="1800">
                <a:solidFill>
                  <a:schemeClr val="dk1"/>
                </a:solidFill>
                <a:latin typeface="+mj-lt"/>
                <a:ea typeface="Arial"/>
                <a:cs typeface="Arial"/>
                <a:sym typeface="Arial"/>
              </a:endParaRPr>
            </a:p>
          </p:txBody>
        </p:sp>
        <p:sp>
          <p:nvSpPr>
            <p:cNvPr id="10" name="Google Shape;377;p31">
              <a:extLst>
                <a:ext uri="{FF2B5EF4-FFF2-40B4-BE49-F238E27FC236}">
                  <a16:creationId xmlns:a16="http://schemas.microsoft.com/office/drawing/2014/main" id="{C1821C93-6DB5-5668-F532-2A5B2BF276A1}"/>
                </a:ext>
              </a:extLst>
            </p:cNvPr>
            <p:cNvSpPr txBox="1"/>
            <p:nvPr/>
          </p:nvSpPr>
          <p:spPr>
            <a:xfrm>
              <a:off x="6629400" y="32766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 fry</a:t>
              </a:r>
              <a:endParaRPr sz="1800">
                <a:solidFill>
                  <a:schemeClr val="dk1"/>
                </a:solidFill>
                <a:latin typeface="+mj-lt"/>
                <a:ea typeface="Arial"/>
                <a:cs typeface="Arial"/>
                <a:sym typeface="Arial"/>
              </a:endParaRPr>
            </a:p>
          </p:txBody>
        </p:sp>
        <p:cxnSp>
          <p:nvCxnSpPr>
            <p:cNvPr id="11" name="Google Shape;378;p31">
              <a:extLst>
                <a:ext uri="{FF2B5EF4-FFF2-40B4-BE49-F238E27FC236}">
                  <a16:creationId xmlns:a16="http://schemas.microsoft.com/office/drawing/2014/main" id="{7564BDBA-88A9-FFBC-F72A-B54A59FB4DE6}"/>
                </a:ext>
              </a:extLst>
            </p:cNvPr>
            <p:cNvCxnSpPr>
              <a:stCxn id="6" idx="6"/>
              <a:endCxn id="9" idx="1"/>
            </p:cNvCxnSpPr>
            <p:nvPr/>
          </p:nvCxnSpPr>
          <p:spPr>
            <a:xfrm rot="10800000" flipH="1">
              <a:off x="5105400" y="2133600"/>
              <a:ext cx="1524000" cy="762000"/>
            </a:xfrm>
            <a:prstGeom prst="straightConnector1">
              <a:avLst/>
            </a:prstGeom>
            <a:noFill/>
            <a:ln w="76200" cap="flat" cmpd="sng">
              <a:solidFill>
                <a:schemeClr val="dk1"/>
              </a:solidFill>
              <a:prstDash val="solid"/>
              <a:round/>
              <a:headEnd type="none" w="sm" len="sm"/>
              <a:tailEnd type="stealth" w="sm" len="sm"/>
            </a:ln>
          </p:spPr>
        </p:cxnSp>
        <p:cxnSp>
          <p:nvCxnSpPr>
            <p:cNvPr id="12" name="Google Shape;379;p31">
              <a:extLst>
                <a:ext uri="{FF2B5EF4-FFF2-40B4-BE49-F238E27FC236}">
                  <a16:creationId xmlns:a16="http://schemas.microsoft.com/office/drawing/2014/main" id="{E1165888-4266-92E6-8C03-F71C44156C11}"/>
                </a:ext>
              </a:extLst>
            </p:cNvPr>
            <p:cNvCxnSpPr>
              <a:stCxn id="6" idx="6"/>
              <a:endCxn id="10" idx="1"/>
            </p:cNvCxnSpPr>
            <p:nvPr/>
          </p:nvCxnSpPr>
          <p:spPr>
            <a:xfrm>
              <a:off x="5105400" y="2895600"/>
              <a:ext cx="1524000" cy="838200"/>
            </a:xfrm>
            <a:prstGeom prst="straightConnector1">
              <a:avLst/>
            </a:prstGeom>
            <a:noFill/>
            <a:ln w="76200" cap="flat" cmpd="sng">
              <a:solidFill>
                <a:schemeClr val="dk1"/>
              </a:solidFill>
              <a:prstDash val="solid"/>
              <a:round/>
              <a:headEnd type="none" w="sm" len="sm"/>
              <a:tailEnd type="stealth" w="sm" len="sm"/>
            </a:ln>
          </p:spPr>
        </p:cxnSp>
        <p:cxnSp>
          <p:nvCxnSpPr>
            <p:cNvPr id="13" name="Google Shape;381;p31">
              <a:extLst>
                <a:ext uri="{FF2B5EF4-FFF2-40B4-BE49-F238E27FC236}">
                  <a16:creationId xmlns:a16="http://schemas.microsoft.com/office/drawing/2014/main" id="{4EF1A7E7-513C-C626-F2FC-A41C88CE62A3}"/>
                </a:ext>
              </a:extLst>
            </p:cNvPr>
            <p:cNvCxnSpPr>
              <a:stCxn id="5" idx="3"/>
              <a:endCxn id="8" idx="1"/>
            </p:cNvCxnSpPr>
            <p:nvPr/>
          </p:nvCxnSpPr>
          <p:spPr>
            <a:xfrm>
              <a:off x="2125816" y="4394181"/>
              <a:ext cx="4503584" cy="1207892"/>
            </a:xfrm>
            <a:prstGeom prst="straightConnector1">
              <a:avLst/>
            </a:prstGeom>
            <a:noFill/>
            <a:ln w="76200" cap="flat" cmpd="sng">
              <a:solidFill>
                <a:schemeClr val="dk1"/>
              </a:solidFill>
              <a:prstDash val="solid"/>
              <a:round/>
              <a:headEnd type="none" w="sm" len="sm"/>
              <a:tailEnd type="stealth" w="sm" len="sm"/>
            </a:ln>
          </p:spPr>
        </p:cxnSp>
        <p:sp>
          <p:nvSpPr>
            <p:cNvPr id="14" name="Google Shape;382;p31">
              <a:extLst>
                <a:ext uri="{FF2B5EF4-FFF2-40B4-BE49-F238E27FC236}">
                  <a16:creationId xmlns:a16="http://schemas.microsoft.com/office/drawing/2014/main" id="{DF235480-C04F-79D2-3A9A-24B5DD934A46}"/>
                </a:ext>
              </a:extLst>
            </p:cNvPr>
            <p:cNvSpPr txBox="1"/>
            <p:nvPr/>
          </p:nvSpPr>
          <p:spPr>
            <a:xfrm>
              <a:off x="2543499" y="2849557"/>
              <a:ext cx="709472" cy="369332"/>
            </a:xfrm>
            <a:prstGeom prst="rect">
              <a:avLst/>
            </a:pr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Yes</a:t>
              </a:r>
              <a:endParaRPr sz="2800" dirty="0">
                <a:solidFill>
                  <a:schemeClr val="dk1"/>
                </a:solidFill>
                <a:latin typeface="+mj-lt"/>
                <a:ea typeface="Arial"/>
                <a:cs typeface="Arial"/>
                <a:sym typeface="Arial"/>
              </a:endParaRPr>
            </a:p>
          </p:txBody>
        </p:sp>
        <p:sp>
          <p:nvSpPr>
            <p:cNvPr id="15" name="Google Shape;383;p31">
              <a:extLst>
                <a:ext uri="{FF2B5EF4-FFF2-40B4-BE49-F238E27FC236}">
                  <a16:creationId xmlns:a16="http://schemas.microsoft.com/office/drawing/2014/main" id="{7819812D-1ED1-DDD2-95E5-059A0A607D7F}"/>
                </a:ext>
              </a:extLst>
            </p:cNvPr>
            <p:cNvSpPr txBox="1"/>
            <p:nvPr/>
          </p:nvSpPr>
          <p:spPr>
            <a:xfrm>
              <a:off x="4903788" y="2209800"/>
              <a:ext cx="735012" cy="3698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Arial"/>
                  <a:cs typeface="Arial"/>
                  <a:sym typeface="Arial"/>
                </a:rPr>
                <a:t>Win</a:t>
              </a:r>
              <a:endParaRPr sz="2000" dirty="0">
                <a:latin typeface="+mj-lt"/>
              </a:endParaRPr>
            </a:p>
          </p:txBody>
        </p:sp>
        <p:sp>
          <p:nvSpPr>
            <p:cNvPr id="16" name="Google Shape;384;p31">
              <a:extLst>
                <a:ext uri="{FF2B5EF4-FFF2-40B4-BE49-F238E27FC236}">
                  <a16:creationId xmlns:a16="http://schemas.microsoft.com/office/drawing/2014/main" id="{2E3F3B6C-6B6B-97F3-CCC6-C3423CA76B70}"/>
                </a:ext>
              </a:extLst>
            </p:cNvPr>
            <p:cNvSpPr txBox="1"/>
            <p:nvPr/>
          </p:nvSpPr>
          <p:spPr>
            <a:xfrm>
              <a:off x="2708919" y="4789308"/>
              <a:ext cx="605077" cy="5305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No</a:t>
              </a:r>
              <a:endParaRPr sz="2800" dirty="0">
                <a:solidFill>
                  <a:schemeClr val="dk1"/>
                </a:solidFill>
                <a:latin typeface="+mj-lt"/>
                <a:ea typeface="Arial"/>
                <a:cs typeface="Arial"/>
                <a:sym typeface="Arial"/>
              </a:endParaRPr>
            </a:p>
          </p:txBody>
        </p:sp>
        <p:sp>
          <p:nvSpPr>
            <p:cNvPr id="17" name="Google Shape;385;p31">
              <a:extLst>
                <a:ext uri="{FF2B5EF4-FFF2-40B4-BE49-F238E27FC236}">
                  <a16:creationId xmlns:a16="http://schemas.microsoft.com/office/drawing/2014/main" id="{36BBA764-63B6-4014-0987-3A61631F36A6}"/>
                </a:ext>
              </a:extLst>
            </p:cNvPr>
            <p:cNvSpPr txBox="1"/>
            <p:nvPr/>
          </p:nvSpPr>
          <p:spPr>
            <a:xfrm>
              <a:off x="4953000" y="3138488"/>
              <a:ext cx="863190" cy="369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Arial"/>
                  <a:cs typeface="Arial"/>
                  <a:sym typeface="Arial"/>
                </a:rPr>
                <a:t>Lose</a:t>
              </a:r>
              <a:endParaRPr sz="2000">
                <a:latin typeface="+mj-lt"/>
              </a:endParaRPr>
            </a:p>
          </p:txBody>
        </p:sp>
        <p:grpSp>
          <p:nvGrpSpPr>
            <p:cNvPr id="18" name="Google Shape;386;p31">
              <a:extLst>
                <a:ext uri="{FF2B5EF4-FFF2-40B4-BE49-F238E27FC236}">
                  <a16:creationId xmlns:a16="http://schemas.microsoft.com/office/drawing/2014/main" id="{F77D19EC-8795-F1D0-9C0C-A7F253860054}"/>
                </a:ext>
              </a:extLst>
            </p:cNvPr>
            <p:cNvGrpSpPr/>
            <p:nvPr/>
          </p:nvGrpSpPr>
          <p:grpSpPr>
            <a:xfrm>
              <a:off x="5791200" y="2406649"/>
              <a:ext cx="990600" cy="838200"/>
              <a:chOff x="3648" y="1516"/>
              <a:chExt cx="624" cy="528"/>
            </a:xfrm>
          </p:grpSpPr>
          <p:sp>
            <p:nvSpPr>
              <p:cNvPr id="21" name="Google Shape;387;p31">
                <a:extLst>
                  <a:ext uri="{FF2B5EF4-FFF2-40B4-BE49-F238E27FC236}">
                    <a16:creationId xmlns:a16="http://schemas.microsoft.com/office/drawing/2014/main" id="{9B889374-BA8F-F01E-AE50-8BD32CFC918A}"/>
                  </a:ext>
                </a:extLst>
              </p:cNvPr>
              <p:cNvSpPr txBox="1"/>
              <p:nvPr/>
            </p:nvSpPr>
            <p:spPr>
              <a:xfrm>
                <a:off x="3648" y="1516"/>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2"/>
                    </a:solidFill>
                    <a:latin typeface="+mj-lt"/>
                    <a:ea typeface="Arial"/>
                    <a:cs typeface="Arial"/>
                    <a:sym typeface="Arial"/>
                  </a:rPr>
                  <a:t>p = 0.8</a:t>
                </a:r>
                <a:endParaRPr sz="2000">
                  <a:solidFill>
                    <a:schemeClr val="dk2"/>
                  </a:solidFill>
                  <a:latin typeface="+mj-lt"/>
                  <a:ea typeface="Arial"/>
                  <a:cs typeface="Arial"/>
                  <a:sym typeface="Arial"/>
                </a:endParaRPr>
              </a:p>
            </p:txBody>
          </p:sp>
          <p:sp>
            <p:nvSpPr>
              <p:cNvPr id="22" name="Google Shape;388;p31">
                <a:extLst>
                  <a:ext uri="{FF2B5EF4-FFF2-40B4-BE49-F238E27FC236}">
                    <a16:creationId xmlns:a16="http://schemas.microsoft.com/office/drawing/2014/main" id="{F27989DD-8414-6370-0B5D-C81E6082AC00}"/>
                  </a:ext>
                </a:extLst>
              </p:cNvPr>
              <p:cNvSpPr txBox="1"/>
              <p:nvPr/>
            </p:nvSpPr>
            <p:spPr>
              <a:xfrm>
                <a:off x="3648" y="1831"/>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0.2</a:t>
                </a:r>
                <a:endParaRPr sz="2000" dirty="0">
                  <a:solidFill>
                    <a:schemeClr val="dk2"/>
                  </a:solidFill>
                  <a:latin typeface="+mj-lt"/>
                  <a:ea typeface="Arial"/>
                  <a:cs typeface="Arial"/>
                  <a:sym typeface="Arial"/>
                </a:endParaRPr>
              </a:p>
            </p:txBody>
          </p:sp>
        </p:grpSp>
        <p:sp>
          <p:nvSpPr>
            <p:cNvPr id="19" name="Google Shape;389;p31">
              <a:extLst>
                <a:ext uri="{FF2B5EF4-FFF2-40B4-BE49-F238E27FC236}">
                  <a16:creationId xmlns:a16="http://schemas.microsoft.com/office/drawing/2014/main" id="{E954465E-B966-1016-AC69-3BCBDC27329B}"/>
                </a:ext>
              </a:extLst>
            </p:cNvPr>
            <p:cNvSpPr txBox="1"/>
            <p:nvPr/>
          </p:nvSpPr>
          <p:spPr>
            <a:xfrm>
              <a:off x="2479341" y="5168890"/>
              <a:ext cx="118927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40K</a:t>
              </a:r>
              <a:endParaRPr sz="2000" dirty="0">
                <a:solidFill>
                  <a:schemeClr val="dk1"/>
                </a:solidFill>
                <a:latin typeface="+mj-lt"/>
                <a:ea typeface="Arial"/>
                <a:cs typeface="Arial"/>
                <a:sym typeface="Arial"/>
              </a:endParaRPr>
            </a:p>
          </p:txBody>
        </p:sp>
        <p:sp>
          <p:nvSpPr>
            <p:cNvPr id="20" name="Google Shape;390;p31">
              <a:extLst>
                <a:ext uri="{FF2B5EF4-FFF2-40B4-BE49-F238E27FC236}">
                  <a16:creationId xmlns:a16="http://schemas.microsoft.com/office/drawing/2014/main" id="{6E9A6D47-0BEE-CB80-796D-FF3731125AA0}"/>
                </a:ext>
              </a:extLst>
            </p:cNvPr>
            <p:cNvSpPr txBox="1"/>
            <p:nvPr/>
          </p:nvSpPr>
          <p:spPr>
            <a:xfrm>
              <a:off x="2286679" y="3281163"/>
              <a:ext cx="122311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58K</a:t>
              </a:r>
              <a:endParaRPr sz="2000" dirty="0">
                <a:solidFill>
                  <a:schemeClr val="dk1"/>
                </a:solidFill>
                <a:latin typeface="+mj-lt"/>
                <a:ea typeface="Arial"/>
                <a:cs typeface="Arial"/>
                <a:sym typeface="Arial"/>
              </a:endParaRPr>
            </a:p>
          </p:txBody>
        </p:sp>
      </p:grpSp>
      <p:sp>
        <p:nvSpPr>
          <p:cNvPr id="23" name="Google Shape;391;p31">
            <a:extLst>
              <a:ext uri="{FF2B5EF4-FFF2-40B4-BE49-F238E27FC236}">
                <a16:creationId xmlns:a16="http://schemas.microsoft.com/office/drawing/2014/main" id="{A0AD2BA8-FD5D-4135-3CC9-AEF7D7012C13}"/>
              </a:ext>
            </a:extLst>
          </p:cNvPr>
          <p:cNvSpPr txBox="1"/>
          <p:nvPr/>
        </p:nvSpPr>
        <p:spPr>
          <a:xfrm>
            <a:off x="1230650" y="1953104"/>
            <a:ext cx="3837109" cy="481270"/>
          </a:xfrm>
          <a:prstGeom prst="rect">
            <a:avLst/>
          </a:prstGeom>
          <a:solidFill>
            <a:schemeClr val="accent6">
              <a:lumMod val="20000"/>
              <a:lumOff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Palatino Linotype"/>
                <a:cs typeface="Palatino Linotype"/>
                <a:sym typeface="Palatino Linotype"/>
              </a:rPr>
              <a:t>EV = Outcome x Probability</a:t>
            </a:r>
            <a:endParaRPr sz="2400" dirty="0">
              <a:latin typeface="+mj-lt"/>
            </a:endParaRPr>
          </a:p>
        </p:txBody>
      </p:sp>
      <p:sp>
        <p:nvSpPr>
          <p:cNvPr id="26" name="Star: 5 Points 25">
            <a:extLst>
              <a:ext uri="{FF2B5EF4-FFF2-40B4-BE49-F238E27FC236}">
                <a16:creationId xmlns:a16="http://schemas.microsoft.com/office/drawing/2014/main" id="{72CAC5FD-05CA-618E-94E8-BDC1D7A56648}"/>
              </a:ext>
            </a:extLst>
          </p:cNvPr>
          <p:cNvSpPr/>
          <p:nvPr/>
        </p:nvSpPr>
        <p:spPr>
          <a:xfrm>
            <a:off x="3200739" y="2981465"/>
            <a:ext cx="496198" cy="481270"/>
          </a:xfrm>
          <a:prstGeom prst="star5">
            <a:avLst/>
          </a:prstGeom>
          <a:solidFill>
            <a:schemeClr val="accent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68B0B8B-F09E-29D5-39C1-355EA6194ACD}"/>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1979084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56FB7-A5D2-2B00-1FF6-90C5DF0A8227}"/>
              </a:ext>
            </a:extLst>
          </p:cNvPr>
          <p:cNvSpPr>
            <a:spLocks noGrp="1"/>
          </p:cNvSpPr>
          <p:nvPr>
            <p:ph type="title"/>
          </p:nvPr>
        </p:nvSpPr>
        <p:spPr/>
        <p:txBody>
          <a:bodyPr/>
          <a:lstStyle/>
          <a:p>
            <a:r>
              <a:rPr lang="en-US" dirty="0"/>
              <a:t>Expected utility:</a:t>
            </a:r>
          </a:p>
        </p:txBody>
      </p:sp>
      <p:sp>
        <p:nvSpPr>
          <p:cNvPr id="3" name="Content Placeholder 2">
            <a:extLst>
              <a:ext uri="{FF2B5EF4-FFF2-40B4-BE49-F238E27FC236}">
                <a16:creationId xmlns:a16="http://schemas.microsoft.com/office/drawing/2014/main" id="{51FEED94-24D1-4254-72DE-1D041A65591E}"/>
              </a:ext>
            </a:extLst>
          </p:cNvPr>
          <p:cNvSpPr>
            <a:spLocks noGrp="1"/>
          </p:cNvSpPr>
          <p:nvPr>
            <p:ph idx="1"/>
          </p:nvPr>
        </p:nvSpPr>
        <p:spPr/>
        <p:txBody>
          <a:bodyPr/>
          <a:lstStyle/>
          <a:p>
            <a:r>
              <a:rPr lang="en-US" dirty="0"/>
              <a:t>Useful for non-neutral risk attitudes </a:t>
            </a:r>
          </a:p>
          <a:p>
            <a:pPr lvl="1"/>
            <a:r>
              <a:rPr lang="en-US" dirty="0"/>
              <a:t>Convert outcome to a utility score to represent attitude toward risk </a:t>
            </a:r>
          </a:p>
          <a:p>
            <a:pPr lvl="1"/>
            <a:r>
              <a:rPr lang="en-US" dirty="0"/>
              <a:t>e.g., winning $1000 has U=1.0, $500 in pocket has U=0.6</a:t>
            </a:r>
          </a:p>
          <a:p>
            <a:r>
              <a:rPr lang="en-US" dirty="0"/>
              <a:t>Can be applied to multiple objectives </a:t>
            </a:r>
          </a:p>
          <a:p>
            <a:r>
              <a:rPr lang="en-US" dirty="0"/>
              <a:t>There are a variety of ways to determine utility </a:t>
            </a:r>
          </a:p>
        </p:txBody>
      </p:sp>
      <p:sp>
        <p:nvSpPr>
          <p:cNvPr id="4" name="TextBox 3">
            <a:extLst>
              <a:ext uri="{FF2B5EF4-FFF2-40B4-BE49-F238E27FC236}">
                <a16:creationId xmlns:a16="http://schemas.microsoft.com/office/drawing/2014/main" id="{DA86B077-97C9-9ACA-726B-5B80DB64A532}"/>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912795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C07D5-1C13-08BF-F2C4-6B0A6AB32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A35CB-EEDF-3498-83A1-059D76EBE996}"/>
              </a:ext>
            </a:extLst>
          </p:cNvPr>
          <p:cNvSpPr>
            <a:spLocks noGrp="1"/>
          </p:cNvSpPr>
          <p:nvPr>
            <p:ph type="title"/>
          </p:nvPr>
        </p:nvSpPr>
        <p:spPr/>
        <p:txBody>
          <a:bodyPr/>
          <a:lstStyle/>
          <a:p>
            <a:r>
              <a:rPr lang="en-US" dirty="0"/>
              <a:t>Approaches to risk example:</a:t>
            </a:r>
          </a:p>
        </p:txBody>
      </p:sp>
      <p:sp>
        <p:nvSpPr>
          <p:cNvPr id="3" name="Content Placeholder 2">
            <a:extLst>
              <a:ext uri="{FF2B5EF4-FFF2-40B4-BE49-F238E27FC236}">
                <a16:creationId xmlns:a16="http://schemas.microsoft.com/office/drawing/2014/main" id="{DD3E0AB1-0D13-5273-F503-3EA144F6F116}"/>
              </a:ext>
            </a:extLst>
          </p:cNvPr>
          <p:cNvSpPr>
            <a:spLocks noGrp="1"/>
          </p:cNvSpPr>
          <p:nvPr>
            <p:ph idx="1"/>
          </p:nvPr>
        </p:nvSpPr>
        <p:spPr>
          <a:xfrm>
            <a:off x="838200" y="1319434"/>
            <a:ext cx="10795612" cy="498350"/>
          </a:xfrm>
        </p:spPr>
        <p:txBody>
          <a:bodyPr>
            <a:normAutofit/>
          </a:bodyPr>
          <a:lstStyle/>
          <a:p>
            <a:r>
              <a:rPr lang="en-US" sz="2400" dirty="0">
                <a:ea typeface="Century Gothic"/>
                <a:cs typeface="Century Gothic"/>
                <a:sym typeface="Century Gothic"/>
              </a:rPr>
              <a:t>Should you adopt new technology to increase production of fry at a hatchery?</a:t>
            </a:r>
            <a:endParaRPr lang="en-US" sz="2400" dirty="0"/>
          </a:p>
        </p:txBody>
      </p:sp>
      <p:grpSp>
        <p:nvGrpSpPr>
          <p:cNvPr id="4" name="Group 3">
            <a:extLst>
              <a:ext uri="{FF2B5EF4-FFF2-40B4-BE49-F238E27FC236}">
                <a16:creationId xmlns:a16="http://schemas.microsoft.com/office/drawing/2014/main" id="{12018846-4311-9FFB-C040-C83A339473A2}"/>
              </a:ext>
            </a:extLst>
          </p:cNvPr>
          <p:cNvGrpSpPr/>
          <p:nvPr/>
        </p:nvGrpSpPr>
        <p:grpSpPr>
          <a:xfrm>
            <a:off x="1441374" y="1817784"/>
            <a:ext cx="7226147" cy="4393890"/>
            <a:chOff x="317653" y="1676400"/>
            <a:chExt cx="7226147" cy="4393890"/>
          </a:xfrm>
        </p:grpSpPr>
        <p:sp>
          <p:nvSpPr>
            <p:cNvPr id="5" name="Google Shape;372;p31">
              <a:extLst>
                <a:ext uri="{FF2B5EF4-FFF2-40B4-BE49-F238E27FC236}">
                  <a16:creationId xmlns:a16="http://schemas.microsoft.com/office/drawing/2014/main" id="{D094D0F5-9268-7F2F-9348-EC738D066603}"/>
                </a:ext>
              </a:extLst>
            </p:cNvPr>
            <p:cNvSpPr txBox="1"/>
            <p:nvPr/>
          </p:nvSpPr>
          <p:spPr>
            <a:xfrm>
              <a:off x="317653" y="3936981"/>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Add new technology to a hatchery?</a:t>
              </a:r>
              <a:endParaRPr sz="1800" dirty="0">
                <a:solidFill>
                  <a:schemeClr val="dk1"/>
                </a:solidFill>
                <a:latin typeface="+mj-lt"/>
                <a:ea typeface="Arial"/>
                <a:cs typeface="Arial"/>
                <a:sym typeface="Arial"/>
              </a:endParaRPr>
            </a:p>
          </p:txBody>
        </p:sp>
        <p:sp>
          <p:nvSpPr>
            <p:cNvPr id="6" name="Google Shape;373;p31">
              <a:extLst>
                <a:ext uri="{FF2B5EF4-FFF2-40B4-BE49-F238E27FC236}">
                  <a16:creationId xmlns:a16="http://schemas.microsoft.com/office/drawing/2014/main" id="{3EA26986-6025-5E04-5DC3-72F6719ECC2B}"/>
                </a:ext>
              </a:extLst>
            </p:cNvPr>
            <p:cNvSpPr/>
            <p:nvPr/>
          </p:nvSpPr>
          <p:spPr>
            <a:xfrm>
              <a:off x="4038600" y="2438400"/>
              <a:ext cx="1066800" cy="914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cxnSp>
          <p:nvCxnSpPr>
            <p:cNvPr id="7" name="Google Shape;374;p31">
              <a:extLst>
                <a:ext uri="{FF2B5EF4-FFF2-40B4-BE49-F238E27FC236}">
                  <a16:creationId xmlns:a16="http://schemas.microsoft.com/office/drawing/2014/main" id="{D9CAA6F3-EAF3-BB52-C65F-BBFF00C81225}"/>
                </a:ext>
              </a:extLst>
            </p:cNvPr>
            <p:cNvCxnSpPr>
              <a:stCxn id="5" idx="3"/>
              <a:endCxn id="6" idx="3"/>
            </p:cNvCxnSpPr>
            <p:nvPr/>
          </p:nvCxnSpPr>
          <p:spPr>
            <a:xfrm flipV="1">
              <a:off x="2125816" y="3218889"/>
              <a:ext cx="2069013" cy="1175292"/>
            </a:xfrm>
            <a:prstGeom prst="straightConnector1">
              <a:avLst/>
            </a:prstGeom>
            <a:noFill/>
            <a:ln w="76200" cap="flat" cmpd="sng">
              <a:solidFill>
                <a:schemeClr val="dk1"/>
              </a:solidFill>
              <a:prstDash val="solid"/>
              <a:round/>
              <a:headEnd type="none" w="sm" len="sm"/>
              <a:tailEnd type="stealth" w="sm" len="sm"/>
            </a:ln>
          </p:spPr>
        </p:cxnSp>
        <p:sp>
          <p:nvSpPr>
            <p:cNvPr id="8" name="Google Shape;375;p31">
              <a:extLst>
                <a:ext uri="{FF2B5EF4-FFF2-40B4-BE49-F238E27FC236}">
                  <a16:creationId xmlns:a16="http://schemas.microsoft.com/office/drawing/2014/main" id="{324E382A-1C78-443E-95A6-E1097825539D}"/>
                </a:ext>
              </a:extLst>
            </p:cNvPr>
            <p:cNvSpPr txBox="1"/>
            <p:nvPr/>
          </p:nvSpPr>
          <p:spPr>
            <a:xfrm>
              <a:off x="6629400" y="515589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fry</a:t>
              </a:r>
              <a:endParaRPr sz="1800" dirty="0">
                <a:solidFill>
                  <a:schemeClr val="dk1"/>
                </a:solidFill>
                <a:latin typeface="+mj-lt"/>
                <a:ea typeface="Arial"/>
                <a:cs typeface="Arial"/>
                <a:sym typeface="Arial"/>
              </a:endParaRPr>
            </a:p>
          </p:txBody>
        </p:sp>
        <p:sp>
          <p:nvSpPr>
            <p:cNvPr id="9" name="Google Shape;376;p31">
              <a:extLst>
                <a:ext uri="{FF2B5EF4-FFF2-40B4-BE49-F238E27FC236}">
                  <a16:creationId xmlns:a16="http://schemas.microsoft.com/office/drawing/2014/main" id="{AD1EB20F-9E18-D9BE-8F62-273EC8D123FE}"/>
                </a:ext>
              </a:extLst>
            </p:cNvPr>
            <p:cNvSpPr txBox="1"/>
            <p:nvPr/>
          </p:nvSpPr>
          <p:spPr>
            <a:xfrm>
              <a:off x="6629400" y="16764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 fry</a:t>
              </a:r>
              <a:endParaRPr sz="1800">
                <a:solidFill>
                  <a:schemeClr val="dk1"/>
                </a:solidFill>
                <a:latin typeface="+mj-lt"/>
                <a:ea typeface="Arial"/>
                <a:cs typeface="Arial"/>
                <a:sym typeface="Arial"/>
              </a:endParaRPr>
            </a:p>
          </p:txBody>
        </p:sp>
        <p:sp>
          <p:nvSpPr>
            <p:cNvPr id="10" name="Google Shape;377;p31">
              <a:extLst>
                <a:ext uri="{FF2B5EF4-FFF2-40B4-BE49-F238E27FC236}">
                  <a16:creationId xmlns:a16="http://schemas.microsoft.com/office/drawing/2014/main" id="{1A2480C2-2BC6-F6E7-8445-DF52F048408E}"/>
                </a:ext>
              </a:extLst>
            </p:cNvPr>
            <p:cNvSpPr txBox="1"/>
            <p:nvPr/>
          </p:nvSpPr>
          <p:spPr>
            <a:xfrm>
              <a:off x="6629400" y="32766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 fry</a:t>
              </a:r>
              <a:endParaRPr sz="1800">
                <a:solidFill>
                  <a:schemeClr val="dk1"/>
                </a:solidFill>
                <a:latin typeface="+mj-lt"/>
                <a:ea typeface="Arial"/>
                <a:cs typeface="Arial"/>
                <a:sym typeface="Arial"/>
              </a:endParaRPr>
            </a:p>
          </p:txBody>
        </p:sp>
        <p:cxnSp>
          <p:nvCxnSpPr>
            <p:cNvPr id="11" name="Google Shape;378;p31">
              <a:extLst>
                <a:ext uri="{FF2B5EF4-FFF2-40B4-BE49-F238E27FC236}">
                  <a16:creationId xmlns:a16="http://schemas.microsoft.com/office/drawing/2014/main" id="{5255A2AB-E0F8-0150-69D9-DC5762CEA2CB}"/>
                </a:ext>
              </a:extLst>
            </p:cNvPr>
            <p:cNvCxnSpPr>
              <a:stCxn id="6" idx="6"/>
              <a:endCxn id="9" idx="1"/>
            </p:cNvCxnSpPr>
            <p:nvPr/>
          </p:nvCxnSpPr>
          <p:spPr>
            <a:xfrm rot="10800000" flipH="1">
              <a:off x="5105400" y="2133600"/>
              <a:ext cx="1524000" cy="762000"/>
            </a:xfrm>
            <a:prstGeom prst="straightConnector1">
              <a:avLst/>
            </a:prstGeom>
            <a:noFill/>
            <a:ln w="76200" cap="flat" cmpd="sng">
              <a:solidFill>
                <a:schemeClr val="dk1"/>
              </a:solidFill>
              <a:prstDash val="solid"/>
              <a:round/>
              <a:headEnd type="none" w="sm" len="sm"/>
              <a:tailEnd type="stealth" w="sm" len="sm"/>
            </a:ln>
          </p:spPr>
        </p:cxnSp>
        <p:cxnSp>
          <p:nvCxnSpPr>
            <p:cNvPr id="12" name="Google Shape;379;p31">
              <a:extLst>
                <a:ext uri="{FF2B5EF4-FFF2-40B4-BE49-F238E27FC236}">
                  <a16:creationId xmlns:a16="http://schemas.microsoft.com/office/drawing/2014/main" id="{E507B5E0-DBFD-6116-B733-5C7F20CE5104}"/>
                </a:ext>
              </a:extLst>
            </p:cNvPr>
            <p:cNvCxnSpPr>
              <a:stCxn id="6" idx="6"/>
              <a:endCxn id="10" idx="1"/>
            </p:cNvCxnSpPr>
            <p:nvPr/>
          </p:nvCxnSpPr>
          <p:spPr>
            <a:xfrm>
              <a:off x="5105400" y="2895600"/>
              <a:ext cx="1524000" cy="838200"/>
            </a:xfrm>
            <a:prstGeom prst="straightConnector1">
              <a:avLst/>
            </a:prstGeom>
            <a:noFill/>
            <a:ln w="76200" cap="flat" cmpd="sng">
              <a:solidFill>
                <a:schemeClr val="dk1"/>
              </a:solidFill>
              <a:prstDash val="solid"/>
              <a:round/>
              <a:headEnd type="none" w="sm" len="sm"/>
              <a:tailEnd type="stealth" w="sm" len="sm"/>
            </a:ln>
          </p:spPr>
        </p:cxnSp>
        <p:cxnSp>
          <p:nvCxnSpPr>
            <p:cNvPr id="13" name="Google Shape;381;p31">
              <a:extLst>
                <a:ext uri="{FF2B5EF4-FFF2-40B4-BE49-F238E27FC236}">
                  <a16:creationId xmlns:a16="http://schemas.microsoft.com/office/drawing/2014/main" id="{B4FFBAD2-3227-11A9-D9F9-CFCEC395BDE4}"/>
                </a:ext>
              </a:extLst>
            </p:cNvPr>
            <p:cNvCxnSpPr>
              <a:stCxn id="5" idx="3"/>
              <a:endCxn id="8" idx="1"/>
            </p:cNvCxnSpPr>
            <p:nvPr/>
          </p:nvCxnSpPr>
          <p:spPr>
            <a:xfrm>
              <a:off x="2125816" y="4394181"/>
              <a:ext cx="4503584" cy="1218909"/>
            </a:xfrm>
            <a:prstGeom prst="straightConnector1">
              <a:avLst/>
            </a:prstGeom>
            <a:noFill/>
            <a:ln w="76200" cap="flat" cmpd="sng">
              <a:solidFill>
                <a:schemeClr val="dk1"/>
              </a:solidFill>
              <a:prstDash val="solid"/>
              <a:round/>
              <a:headEnd type="none" w="sm" len="sm"/>
              <a:tailEnd type="stealth" w="sm" len="sm"/>
            </a:ln>
          </p:spPr>
        </p:cxnSp>
        <p:sp>
          <p:nvSpPr>
            <p:cNvPr id="14" name="Google Shape;382;p31">
              <a:extLst>
                <a:ext uri="{FF2B5EF4-FFF2-40B4-BE49-F238E27FC236}">
                  <a16:creationId xmlns:a16="http://schemas.microsoft.com/office/drawing/2014/main" id="{B8940D4C-24C6-838B-5B40-B36991B6C987}"/>
                </a:ext>
              </a:extLst>
            </p:cNvPr>
            <p:cNvSpPr txBox="1"/>
            <p:nvPr/>
          </p:nvSpPr>
          <p:spPr>
            <a:xfrm>
              <a:off x="2543499" y="2849557"/>
              <a:ext cx="709472" cy="369332"/>
            </a:xfrm>
            <a:prstGeom prst="rect">
              <a:avLst/>
            </a:pr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Yes</a:t>
              </a:r>
              <a:endParaRPr sz="2800" dirty="0">
                <a:solidFill>
                  <a:schemeClr val="dk1"/>
                </a:solidFill>
                <a:latin typeface="+mj-lt"/>
                <a:ea typeface="Arial"/>
                <a:cs typeface="Arial"/>
                <a:sym typeface="Arial"/>
              </a:endParaRPr>
            </a:p>
          </p:txBody>
        </p:sp>
        <p:sp>
          <p:nvSpPr>
            <p:cNvPr id="15" name="Google Shape;383;p31">
              <a:extLst>
                <a:ext uri="{FF2B5EF4-FFF2-40B4-BE49-F238E27FC236}">
                  <a16:creationId xmlns:a16="http://schemas.microsoft.com/office/drawing/2014/main" id="{0E34D5EA-6D91-7C8B-2709-1862DE4E55AF}"/>
                </a:ext>
              </a:extLst>
            </p:cNvPr>
            <p:cNvSpPr txBox="1"/>
            <p:nvPr/>
          </p:nvSpPr>
          <p:spPr>
            <a:xfrm>
              <a:off x="4903788" y="2209800"/>
              <a:ext cx="735012" cy="3698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Arial"/>
                  <a:cs typeface="Arial"/>
                  <a:sym typeface="Arial"/>
                </a:rPr>
                <a:t>Win</a:t>
              </a:r>
              <a:endParaRPr sz="2000" dirty="0">
                <a:latin typeface="+mj-lt"/>
              </a:endParaRPr>
            </a:p>
          </p:txBody>
        </p:sp>
        <p:sp>
          <p:nvSpPr>
            <p:cNvPr id="16" name="Google Shape;384;p31">
              <a:extLst>
                <a:ext uri="{FF2B5EF4-FFF2-40B4-BE49-F238E27FC236}">
                  <a16:creationId xmlns:a16="http://schemas.microsoft.com/office/drawing/2014/main" id="{AB55051A-2230-037C-0F14-B6678C88FBE2}"/>
                </a:ext>
              </a:extLst>
            </p:cNvPr>
            <p:cNvSpPr txBox="1"/>
            <p:nvPr/>
          </p:nvSpPr>
          <p:spPr>
            <a:xfrm>
              <a:off x="2708919" y="4789308"/>
              <a:ext cx="605077" cy="5305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No</a:t>
              </a:r>
              <a:endParaRPr sz="2800" dirty="0">
                <a:solidFill>
                  <a:schemeClr val="dk1"/>
                </a:solidFill>
                <a:latin typeface="+mj-lt"/>
                <a:ea typeface="Arial"/>
                <a:cs typeface="Arial"/>
                <a:sym typeface="Arial"/>
              </a:endParaRPr>
            </a:p>
          </p:txBody>
        </p:sp>
        <p:sp>
          <p:nvSpPr>
            <p:cNvPr id="17" name="Google Shape;385;p31">
              <a:extLst>
                <a:ext uri="{FF2B5EF4-FFF2-40B4-BE49-F238E27FC236}">
                  <a16:creationId xmlns:a16="http://schemas.microsoft.com/office/drawing/2014/main" id="{43026A38-5E24-F74F-45BB-A503C0869BA8}"/>
                </a:ext>
              </a:extLst>
            </p:cNvPr>
            <p:cNvSpPr txBox="1"/>
            <p:nvPr/>
          </p:nvSpPr>
          <p:spPr>
            <a:xfrm>
              <a:off x="4953000" y="3138488"/>
              <a:ext cx="863190" cy="369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Arial"/>
                  <a:cs typeface="Arial"/>
                  <a:sym typeface="Arial"/>
                </a:rPr>
                <a:t>Lose</a:t>
              </a:r>
              <a:endParaRPr sz="2000">
                <a:latin typeface="+mj-lt"/>
              </a:endParaRPr>
            </a:p>
          </p:txBody>
        </p:sp>
        <p:grpSp>
          <p:nvGrpSpPr>
            <p:cNvPr id="18" name="Google Shape;386;p31">
              <a:extLst>
                <a:ext uri="{FF2B5EF4-FFF2-40B4-BE49-F238E27FC236}">
                  <a16:creationId xmlns:a16="http://schemas.microsoft.com/office/drawing/2014/main" id="{337FCBF6-9B5F-047B-BC48-18FC02FF490B}"/>
                </a:ext>
              </a:extLst>
            </p:cNvPr>
            <p:cNvGrpSpPr/>
            <p:nvPr/>
          </p:nvGrpSpPr>
          <p:grpSpPr>
            <a:xfrm>
              <a:off x="5791200" y="2406649"/>
              <a:ext cx="990600" cy="838200"/>
              <a:chOff x="3648" y="1516"/>
              <a:chExt cx="624" cy="528"/>
            </a:xfrm>
          </p:grpSpPr>
          <p:sp>
            <p:nvSpPr>
              <p:cNvPr id="21" name="Google Shape;387;p31">
                <a:extLst>
                  <a:ext uri="{FF2B5EF4-FFF2-40B4-BE49-F238E27FC236}">
                    <a16:creationId xmlns:a16="http://schemas.microsoft.com/office/drawing/2014/main" id="{38FFDE67-8DCA-702C-B897-C29D74AEA6A6}"/>
                  </a:ext>
                </a:extLst>
              </p:cNvPr>
              <p:cNvSpPr txBox="1"/>
              <p:nvPr/>
            </p:nvSpPr>
            <p:spPr>
              <a:xfrm>
                <a:off x="3648" y="1516"/>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2"/>
                    </a:solidFill>
                    <a:latin typeface="+mj-lt"/>
                    <a:ea typeface="Arial"/>
                    <a:cs typeface="Arial"/>
                    <a:sym typeface="Arial"/>
                  </a:rPr>
                  <a:t>p = 0.8</a:t>
                </a:r>
                <a:endParaRPr sz="2000">
                  <a:solidFill>
                    <a:schemeClr val="dk2"/>
                  </a:solidFill>
                  <a:latin typeface="+mj-lt"/>
                  <a:ea typeface="Arial"/>
                  <a:cs typeface="Arial"/>
                  <a:sym typeface="Arial"/>
                </a:endParaRPr>
              </a:p>
            </p:txBody>
          </p:sp>
          <p:sp>
            <p:nvSpPr>
              <p:cNvPr id="22" name="Google Shape;388;p31">
                <a:extLst>
                  <a:ext uri="{FF2B5EF4-FFF2-40B4-BE49-F238E27FC236}">
                    <a16:creationId xmlns:a16="http://schemas.microsoft.com/office/drawing/2014/main" id="{5EC30489-5CD4-43C2-5412-FC26D62B1481}"/>
                  </a:ext>
                </a:extLst>
              </p:cNvPr>
              <p:cNvSpPr txBox="1"/>
              <p:nvPr/>
            </p:nvSpPr>
            <p:spPr>
              <a:xfrm>
                <a:off x="3648" y="1831"/>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0.2</a:t>
                </a:r>
                <a:endParaRPr sz="2000" dirty="0">
                  <a:solidFill>
                    <a:schemeClr val="dk2"/>
                  </a:solidFill>
                  <a:latin typeface="+mj-lt"/>
                  <a:ea typeface="Arial"/>
                  <a:cs typeface="Arial"/>
                  <a:sym typeface="Arial"/>
                </a:endParaRPr>
              </a:p>
            </p:txBody>
          </p:sp>
        </p:grpSp>
        <p:sp>
          <p:nvSpPr>
            <p:cNvPr id="19" name="Google Shape;389;p31">
              <a:extLst>
                <a:ext uri="{FF2B5EF4-FFF2-40B4-BE49-F238E27FC236}">
                  <a16:creationId xmlns:a16="http://schemas.microsoft.com/office/drawing/2014/main" id="{983D63FB-9225-E740-2C32-C25C47D07947}"/>
                </a:ext>
              </a:extLst>
            </p:cNvPr>
            <p:cNvSpPr txBox="1"/>
            <p:nvPr/>
          </p:nvSpPr>
          <p:spPr>
            <a:xfrm>
              <a:off x="2479341" y="5168890"/>
              <a:ext cx="118927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40K</a:t>
              </a:r>
              <a:endParaRPr sz="2000" dirty="0">
                <a:solidFill>
                  <a:schemeClr val="dk1"/>
                </a:solidFill>
                <a:latin typeface="+mj-lt"/>
                <a:ea typeface="Arial"/>
                <a:cs typeface="Arial"/>
                <a:sym typeface="Arial"/>
              </a:endParaRPr>
            </a:p>
          </p:txBody>
        </p:sp>
        <p:sp>
          <p:nvSpPr>
            <p:cNvPr id="20" name="Google Shape;390;p31">
              <a:extLst>
                <a:ext uri="{FF2B5EF4-FFF2-40B4-BE49-F238E27FC236}">
                  <a16:creationId xmlns:a16="http://schemas.microsoft.com/office/drawing/2014/main" id="{3E69EF63-9FA8-5288-7821-BD9C01707ECA}"/>
                </a:ext>
              </a:extLst>
            </p:cNvPr>
            <p:cNvSpPr txBox="1"/>
            <p:nvPr/>
          </p:nvSpPr>
          <p:spPr>
            <a:xfrm>
              <a:off x="2286679" y="3281163"/>
              <a:ext cx="122311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58K</a:t>
              </a:r>
              <a:endParaRPr sz="2000" dirty="0">
                <a:solidFill>
                  <a:schemeClr val="dk1"/>
                </a:solidFill>
                <a:latin typeface="+mj-lt"/>
                <a:ea typeface="Arial"/>
                <a:cs typeface="Arial"/>
                <a:sym typeface="Arial"/>
              </a:endParaRPr>
            </a:p>
          </p:txBody>
        </p:sp>
      </p:grpSp>
      <p:sp>
        <p:nvSpPr>
          <p:cNvPr id="23" name="Google Shape;391;p31">
            <a:extLst>
              <a:ext uri="{FF2B5EF4-FFF2-40B4-BE49-F238E27FC236}">
                <a16:creationId xmlns:a16="http://schemas.microsoft.com/office/drawing/2014/main" id="{26996E39-BDF6-DEDE-0BB0-3A58777B347E}"/>
              </a:ext>
            </a:extLst>
          </p:cNvPr>
          <p:cNvSpPr txBox="1"/>
          <p:nvPr/>
        </p:nvSpPr>
        <p:spPr>
          <a:xfrm>
            <a:off x="1230651" y="1953104"/>
            <a:ext cx="2601990" cy="481270"/>
          </a:xfrm>
          <a:prstGeom prst="rect">
            <a:avLst/>
          </a:prstGeom>
          <a:solidFill>
            <a:schemeClr val="accent6">
              <a:lumMod val="20000"/>
              <a:lumOff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Palatino Linotype"/>
                <a:cs typeface="Palatino Linotype"/>
                <a:sym typeface="Palatino Linotype"/>
              </a:rPr>
              <a:t>EU = assign utilities</a:t>
            </a:r>
            <a:endParaRPr sz="2400" dirty="0">
              <a:latin typeface="+mj-lt"/>
            </a:endParaRPr>
          </a:p>
        </p:txBody>
      </p:sp>
      <p:sp>
        <p:nvSpPr>
          <p:cNvPr id="24" name="Google Shape;375;p31">
            <a:extLst>
              <a:ext uri="{FF2B5EF4-FFF2-40B4-BE49-F238E27FC236}">
                <a16:creationId xmlns:a16="http://schemas.microsoft.com/office/drawing/2014/main" id="{00CD538E-E638-F5B1-1300-E6B472D43995}"/>
              </a:ext>
            </a:extLst>
          </p:cNvPr>
          <p:cNvSpPr txBox="1"/>
          <p:nvPr/>
        </p:nvSpPr>
        <p:spPr>
          <a:xfrm>
            <a:off x="8972321" y="5297274"/>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a:t>
            </a:r>
            <a:endParaRPr sz="1800" b="1" dirty="0">
              <a:solidFill>
                <a:schemeClr val="bg1">
                  <a:lumMod val="65000"/>
                </a:schemeClr>
              </a:solidFill>
              <a:latin typeface="+mj-lt"/>
              <a:ea typeface="Arial"/>
              <a:cs typeface="Arial"/>
              <a:sym typeface="Arial"/>
            </a:endParaRPr>
          </a:p>
        </p:txBody>
      </p:sp>
      <p:sp>
        <p:nvSpPr>
          <p:cNvPr id="25" name="Google Shape;376;p31">
            <a:extLst>
              <a:ext uri="{FF2B5EF4-FFF2-40B4-BE49-F238E27FC236}">
                <a16:creationId xmlns:a16="http://schemas.microsoft.com/office/drawing/2014/main" id="{0E31F2CE-6000-DE2E-28C8-A894F6448AB5}"/>
              </a:ext>
            </a:extLst>
          </p:cNvPr>
          <p:cNvSpPr txBox="1"/>
          <p:nvPr/>
        </p:nvSpPr>
        <p:spPr>
          <a:xfrm>
            <a:off x="8972321" y="18066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1</a:t>
            </a:r>
            <a:endParaRPr sz="1800" b="1" dirty="0">
              <a:solidFill>
                <a:schemeClr val="bg1">
                  <a:lumMod val="65000"/>
                </a:schemeClr>
              </a:solidFill>
              <a:latin typeface="+mj-lt"/>
              <a:ea typeface="Arial"/>
              <a:cs typeface="Arial"/>
              <a:sym typeface="Arial"/>
            </a:endParaRPr>
          </a:p>
        </p:txBody>
      </p:sp>
      <p:sp>
        <p:nvSpPr>
          <p:cNvPr id="27" name="Google Shape;377;p31">
            <a:extLst>
              <a:ext uri="{FF2B5EF4-FFF2-40B4-BE49-F238E27FC236}">
                <a16:creationId xmlns:a16="http://schemas.microsoft.com/office/drawing/2014/main" id="{DE88FFD9-9CF0-52BE-0B71-2493A8DBFF03}"/>
              </a:ext>
            </a:extLst>
          </p:cNvPr>
          <p:cNvSpPr txBox="1"/>
          <p:nvPr/>
        </p:nvSpPr>
        <p:spPr>
          <a:xfrm>
            <a:off x="8972321" y="34068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0</a:t>
            </a:r>
            <a:endParaRPr sz="1800" b="1" dirty="0">
              <a:solidFill>
                <a:schemeClr val="bg1">
                  <a:lumMod val="65000"/>
                </a:schemeClr>
              </a:solidFill>
              <a:latin typeface="+mj-lt"/>
              <a:ea typeface="Arial"/>
              <a:cs typeface="Arial"/>
              <a:sym typeface="Arial"/>
            </a:endParaRPr>
          </a:p>
        </p:txBody>
      </p:sp>
      <p:sp>
        <p:nvSpPr>
          <p:cNvPr id="28" name="TextBox 27">
            <a:extLst>
              <a:ext uri="{FF2B5EF4-FFF2-40B4-BE49-F238E27FC236}">
                <a16:creationId xmlns:a16="http://schemas.microsoft.com/office/drawing/2014/main" id="{A625F6EA-481D-05AA-6F84-5F193EEABEEF}"/>
              </a:ext>
            </a:extLst>
          </p:cNvPr>
          <p:cNvSpPr txBox="1"/>
          <p:nvPr/>
        </p:nvSpPr>
        <p:spPr>
          <a:xfrm>
            <a:off x="10344404" y="1751019"/>
            <a:ext cx="1289408" cy="1200329"/>
          </a:xfrm>
          <a:prstGeom prst="rect">
            <a:avLst/>
          </a:prstGeom>
          <a:noFill/>
        </p:spPr>
        <p:txBody>
          <a:bodyPr wrap="square" rtlCol="0">
            <a:spAutoFit/>
          </a:bodyPr>
          <a:lstStyle/>
          <a:p>
            <a:pPr algn="ctr"/>
            <a:r>
              <a:rPr lang="en-US" b="1" dirty="0">
                <a:solidFill>
                  <a:schemeClr val="accent3">
                    <a:lumMod val="75000"/>
                  </a:schemeClr>
                </a:solidFill>
              </a:rPr>
              <a:t>*Assign highest outcome utility of 1</a:t>
            </a:r>
          </a:p>
        </p:txBody>
      </p:sp>
      <p:sp>
        <p:nvSpPr>
          <p:cNvPr id="29" name="TextBox 28">
            <a:extLst>
              <a:ext uri="{FF2B5EF4-FFF2-40B4-BE49-F238E27FC236}">
                <a16:creationId xmlns:a16="http://schemas.microsoft.com/office/drawing/2014/main" id="{2BFE6568-3928-75E0-0A0D-67A621C51A6E}"/>
              </a:ext>
            </a:extLst>
          </p:cNvPr>
          <p:cNvSpPr txBox="1"/>
          <p:nvPr/>
        </p:nvSpPr>
        <p:spPr>
          <a:xfrm>
            <a:off x="10344404" y="3253334"/>
            <a:ext cx="1289408" cy="1200329"/>
          </a:xfrm>
          <a:prstGeom prst="rect">
            <a:avLst/>
          </a:prstGeom>
          <a:noFill/>
        </p:spPr>
        <p:txBody>
          <a:bodyPr wrap="square" rtlCol="0">
            <a:spAutoFit/>
          </a:bodyPr>
          <a:lstStyle/>
          <a:p>
            <a:pPr algn="ctr"/>
            <a:r>
              <a:rPr lang="en-US" b="1" dirty="0">
                <a:solidFill>
                  <a:schemeClr val="accent3">
                    <a:lumMod val="75000"/>
                  </a:schemeClr>
                </a:solidFill>
              </a:rPr>
              <a:t>*Assign lowest outcome utility of 0</a:t>
            </a:r>
          </a:p>
        </p:txBody>
      </p:sp>
      <p:sp>
        <p:nvSpPr>
          <p:cNvPr id="30" name="TextBox 29">
            <a:extLst>
              <a:ext uri="{FF2B5EF4-FFF2-40B4-BE49-F238E27FC236}">
                <a16:creationId xmlns:a16="http://schemas.microsoft.com/office/drawing/2014/main" id="{F3FB55F6-5222-56FF-86DE-61C5D53920C5}"/>
              </a:ext>
            </a:extLst>
          </p:cNvPr>
          <p:cNvSpPr txBox="1"/>
          <p:nvPr/>
        </p:nvSpPr>
        <p:spPr>
          <a:xfrm>
            <a:off x="10087562" y="5079441"/>
            <a:ext cx="1803092" cy="1200329"/>
          </a:xfrm>
          <a:prstGeom prst="rect">
            <a:avLst/>
          </a:prstGeom>
          <a:noFill/>
        </p:spPr>
        <p:txBody>
          <a:bodyPr wrap="square" rtlCol="0">
            <a:spAutoFit/>
          </a:bodyPr>
          <a:lstStyle/>
          <a:p>
            <a:pPr algn="ctr"/>
            <a:r>
              <a:rPr lang="en-US" b="1" u="sng" dirty="0">
                <a:solidFill>
                  <a:schemeClr val="accent3">
                    <a:lumMod val="75000"/>
                  </a:schemeClr>
                </a:solidFill>
              </a:rPr>
              <a:t>?????</a:t>
            </a:r>
          </a:p>
          <a:p>
            <a:pPr algn="ctr"/>
            <a:r>
              <a:rPr lang="en-US" b="1" dirty="0">
                <a:solidFill>
                  <a:schemeClr val="accent3">
                    <a:lumMod val="75000"/>
                  </a:schemeClr>
                </a:solidFill>
              </a:rPr>
              <a:t>40K is halfway between 10K and 70K</a:t>
            </a:r>
          </a:p>
        </p:txBody>
      </p:sp>
      <p:sp>
        <p:nvSpPr>
          <p:cNvPr id="31" name="TextBox 30">
            <a:extLst>
              <a:ext uri="{FF2B5EF4-FFF2-40B4-BE49-F238E27FC236}">
                <a16:creationId xmlns:a16="http://schemas.microsoft.com/office/drawing/2014/main" id="{FF452491-3661-6691-2349-A0446ACECA65}"/>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spTree>
    <p:extLst>
      <p:ext uri="{BB962C8B-B14F-4D97-AF65-F5344CB8AC3E}">
        <p14:creationId xmlns:p14="http://schemas.microsoft.com/office/powerpoint/2010/main" val="9294947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94C38-B71E-2EAA-9274-07E05AED49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D5255-3B69-FD1C-8B06-75C935D4E083}"/>
              </a:ext>
            </a:extLst>
          </p:cNvPr>
          <p:cNvSpPr>
            <a:spLocks noGrp="1"/>
          </p:cNvSpPr>
          <p:nvPr>
            <p:ph type="title"/>
          </p:nvPr>
        </p:nvSpPr>
        <p:spPr/>
        <p:txBody>
          <a:bodyPr/>
          <a:lstStyle/>
          <a:p>
            <a:r>
              <a:rPr lang="en-US" dirty="0"/>
              <a:t>Approaches to risk example:</a:t>
            </a:r>
          </a:p>
        </p:txBody>
      </p:sp>
      <p:sp>
        <p:nvSpPr>
          <p:cNvPr id="3" name="Content Placeholder 2">
            <a:extLst>
              <a:ext uri="{FF2B5EF4-FFF2-40B4-BE49-F238E27FC236}">
                <a16:creationId xmlns:a16="http://schemas.microsoft.com/office/drawing/2014/main" id="{37EB7289-2923-CC03-965F-3AAC5D43D0BB}"/>
              </a:ext>
            </a:extLst>
          </p:cNvPr>
          <p:cNvSpPr>
            <a:spLocks noGrp="1"/>
          </p:cNvSpPr>
          <p:nvPr>
            <p:ph idx="1"/>
          </p:nvPr>
        </p:nvSpPr>
        <p:spPr>
          <a:xfrm>
            <a:off x="838200" y="1319434"/>
            <a:ext cx="10795612" cy="498350"/>
          </a:xfrm>
        </p:spPr>
        <p:txBody>
          <a:bodyPr>
            <a:normAutofit/>
          </a:bodyPr>
          <a:lstStyle/>
          <a:p>
            <a:r>
              <a:rPr lang="en-US" sz="2400" dirty="0">
                <a:ea typeface="Century Gothic"/>
                <a:cs typeface="Century Gothic"/>
                <a:sym typeface="Century Gothic"/>
              </a:rPr>
              <a:t>Should you adopt new technology to increase production of fry at a hatchery?</a:t>
            </a:r>
            <a:endParaRPr lang="en-US" sz="2400" dirty="0"/>
          </a:p>
        </p:txBody>
      </p:sp>
      <p:sp>
        <p:nvSpPr>
          <p:cNvPr id="23" name="Google Shape;391;p31">
            <a:extLst>
              <a:ext uri="{FF2B5EF4-FFF2-40B4-BE49-F238E27FC236}">
                <a16:creationId xmlns:a16="http://schemas.microsoft.com/office/drawing/2014/main" id="{0D333D9D-641C-564B-CACB-D2D00D86EE9D}"/>
              </a:ext>
            </a:extLst>
          </p:cNvPr>
          <p:cNvSpPr txBox="1"/>
          <p:nvPr/>
        </p:nvSpPr>
        <p:spPr>
          <a:xfrm>
            <a:off x="1230651" y="1953104"/>
            <a:ext cx="2601990" cy="481270"/>
          </a:xfrm>
          <a:prstGeom prst="rect">
            <a:avLst/>
          </a:prstGeom>
          <a:solidFill>
            <a:schemeClr val="accent6">
              <a:lumMod val="20000"/>
              <a:lumOff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Palatino Linotype"/>
                <a:cs typeface="Palatino Linotype"/>
                <a:sym typeface="Palatino Linotype"/>
              </a:rPr>
              <a:t>EU = assign utilities</a:t>
            </a:r>
            <a:endParaRPr sz="2400" dirty="0">
              <a:latin typeface="+mj-lt"/>
            </a:endParaRPr>
          </a:p>
        </p:txBody>
      </p:sp>
      <p:sp>
        <p:nvSpPr>
          <p:cNvPr id="31" name="TextBox 30">
            <a:extLst>
              <a:ext uri="{FF2B5EF4-FFF2-40B4-BE49-F238E27FC236}">
                <a16:creationId xmlns:a16="http://schemas.microsoft.com/office/drawing/2014/main" id="{669DD28B-2CAD-4A23-0BB2-88D153919C46}"/>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grpSp>
        <p:nvGrpSpPr>
          <p:cNvPr id="26" name="Group 25">
            <a:extLst>
              <a:ext uri="{FF2B5EF4-FFF2-40B4-BE49-F238E27FC236}">
                <a16:creationId xmlns:a16="http://schemas.microsoft.com/office/drawing/2014/main" id="{3EAFD99E-4024-53EB-B47A-5B9D8FCF80A8}"/>
              </a:ext>
            </a:extLst>
          </p:cNvPr>
          <p:cNvGrpSpPr/>
          <p:nvPr/>
        </p:nvGrpSpPr>
        <p:grpSpPr>
          <a:xfrm>
            <a:off x="3250894" y="1758310"/>
            <a:ext cx="6667500" cy="5037138"/>
            <a:chOff x="838200" y="1695450"/>
            <a:chExt cx="6667500" cy="5037138"/>
          </a:xfrm>
        </p:grpSpPr>
        <p:grpSp>
          <p:nvGrpSpPr>
            <p:cNvPr id="32" name="Google Shape;467;p37">
              <a:extLst>
                <a:ext uri="{FF2B5EF4-FFF2-40B4-BE49-F238E27FC236}">
                  <a16:creationId xmlns:a16="http://schemas.microsoft.com/office/drawing/2014/main" id="{9FD37805-0828-CA15-75AE-37591271FF76}"/>
                </a:ext>
              </a:extLst>
            </p:cNvPr>
            <p:cNvGrpSpPr/>
            <p:nvPr/>
          </p:nvGrpSpPr>
          <p:grpSpPr>
            <a:xfrm>
              <a:off x="2090738" y="1892300"/>
              <a:ext cx="5203825" cy="4097338"/>
              <a:chOff x="1317" y="1192"/>
              <a:chExt cx="3278" cy="2581"/>
            </a:xfrm>
          </p:grpSpPr>
          <p:cxnSp>
            <p:nvCxnSpPr>
              <p:cNvPr id="60" name="Google Shape;468;p37">
                <a:extLst>
                  <a:ext uri="{FF2B5EF4-FFF2-40B4-BE49-F238E27FC236}">
                    <a16:creationId xmlns:a16="http://schemas.microsoft.com/office/drawing/2014/main" id="{E2A47BB7-3CA2-2B78-E6E1-F90FD06CFAA0}"/>
                  </a:ext>
                </a:extLst>
              </p:cNvPr>
              <p:cNvCxnSpPr/>
              <p:nvPr/>
            </p:nvCxnSpPr>
            <p:spPr>
              <a:xfrm>
                <a:off x="1317" y="3772"/>
                <a:ext cx="3277" cy="1"/>
              </a:xfrm>
              <a:prstGeom prst="straightConnector1">
                <a:avLst/>
              </a:prstGeom>
              <a:noFill/>
              <a:ln w="19050" cap="flat" cmpd="sng">
                <a:solidFill>
                  <a:schemeClr val="dk1"/>
                </a:solidFill>
                <a:prstDash val="solid"/>
                <a:round/>
                <a:headEnd type="none" w="sm" len="sm"/>
                <a:tailEnd type="none" w="sm" len="sm"/>
              </a:ln>
            </p:spPr>
          </p:cxnSp>
          <p:cxnSp>
            <p:nvCxnSpPr>
              <p:cNvPr id="61" name="Google Shape;469;p37">
                <a:extLst>
                  <a:ext uri="{FF2B5EF4-FFF2-40B4-BE49-F238E27FC236}">
                    <a16:creationId xmlns:a16="http://schemas.microsoft.com/office/drawing/2014/main" id="{B4D09D63-8A36-A3B1-AA90-0CF7DA32BD62}"/>
                  </a:ext>
                </a:extLst>
              </p:cNvPr>
              <p:cNvCxnSpPr/>
              <p:nvPr/>
            </p:nvCxnSpPr>
            <p:spPr>
              <a:xfrm rot="10800000" flipH="1">
                <a:off x="1317" y="1192"/>
                <a:ext cx="1" cy="2580"/>
              </a:xfrm>
              <a:prstGeom prst="straightConnector1">
                <a:avLst/>
              </a:prstGeom>
              <a:noFill/>
              <a:ln w="19050" cap="flat" cmpd="sng">
                <a:solidFill>
                  <a:schemeClr val="dk1"/>
                </a:solidFill>
                <a:prstDash val="solid"/>
                <a:round/>
                <a:headEnd type="none" w="sm" len="sm"/>
                <a:tailEnd type="none" w="sm" len="sm"/>
              </a:ln>
            </p:spPr>
          </p:cxnSp>
          <p:cxnSp>
            <p:nvCxnSpPr>
              <p:cNvPr id="62" name="Google Shape;470;p37">
                <a:extLst>
                  <a:ext uri="{FF2B5EF4-FFF2-40B4-BE49-F238E27FC236}">
                    <a16:creationId xmlns:a16="http://schemas.microsoft.com/office/drawing/2014/main" id="{3301D63F-5BFF-3F9F-B977-6D7B6CC3807B}"/>
                  </a:ext>
                </a:extLst>
              </p:cNvPr>
              <p:cNvCxnSpPr/>
              <p:nvPr/>
            </p:nvCxnSpPr>
            <p:spPr>
              <a:xfrm rot="10800000" flipH="1">
                <a:off x="1726" y="3742"/>
                <a:ext cx="1" cy="30"/>
              </a:xfrm>
              <a:prstGeom prst="straightConnector1">
                <a:avLst/>
              </a:prstGeom>
              <a:noFill/>
              <a:ln w="19050" cap="flat" cmpd="sng">
                <a:solidFill>
                  <a:schemeClr val="dk1"/>
                </a:solidFill>
                <a:prstDash val="solid"/>
                <a:round/>
                <a:headEnd type="none" w="sm" len="sm"/>
                <a:tailEnd type="none" w="sm" len="sm"/>
              </a:ln>
            </p:spPr>
          </p:cxnSp>
          <p:cxnSp>
            <p:nvCxnSpPr>
              <p:cNvPr id="63" name="Google Shape;471;p37">
                <a:extLst>
                  <a:ext uri="{FF2B5EF4-FFF2-40B4-BE49-F238E27FC236}">
                    <a16:creationId xmlns:a16="http://schemas.microsoft.com/office/drawing/2014/main" id="{4DA77596-516D-5AF9-4676-0F9ED8F3AB56}"/>
                  </a:ext>
                </a:extLst>
              </p:cNvPr>
              <p:cNvCxnSpPr/>
              <p:nvPr/>
            </p:nvCxnSpPr>
            <p:spPr>
              <a:xfrm rot="10800000" flipH="1">
                <a:off x="2135" y="3742"/>
                <a:ext cx="1" cy="30"/>
              </a:xfrm>
              <a:prstGeom prst="straightConnector1">
                <a:avLst/>
              </a:prstGeom>
              <a:noFill/>
              <a:ln w="19050" cap="flat" cmpd="sng">
                <a:solidFill>
                  <a:schemeClr val="dk1"/>
                </a:solidFill>
                <a:prstDash val="solid"/>
                <a:round/>
                <a:headEnd type="none" w="sm" len="sm"/>
                <a:tailEnd type="none" w="sm" len="sm"/>
              </a:ln>
            </p:spPr>
          </p:cxnSp>
          <p:cxnSp>
            <p:nvCxnSpPr>
              <p:cNvPr id="64" name="Google Shape;472;p37">
                <a:extLst>
                  <a:ext uri="{FF2B5EF4-FFF2-40B4-BE49-F238E27FC236}">
                    <a16:creationId xmlns:a16="http://schemas.microsoft.com/office/drawing/2014/main" id="{DF47D6C0-0F21-BE57-1399-FC8AD97175BB}"/>
                  </a:ext>
                </a:extLst>
              </p:cNvPr>
              <p:cNvCxnSpPr/>
              <p:nvPr/>
            </p:nvCxnSpPr>
            <p:spPr>
              <a:xfrm rot="10800000" flipH="1">
                <a:off x="2543" y="3742"/>
                <a:ext cx="1" cy="30"/>
              </a:xfrm>
              <a:prstGeom prst="straightConnector1">
                <a:avLst/>
              </a:prstGeom>
              <a:noFill/>
              <a:ln w="19050" cap="flat" cmpd="sng">
                <a:solidFill>
                  <a:schemeClr val="dk1"/>
                </a:solidFill>
                <a:prstDash val="solid"/>
                <a:round/>
                <a:headEnd type="none" w="sm" len="sm"/>
                <a:tailEnd type="none" w="sm" len="sm"/>
              </a:ln>
            </p:spPr>
          </p:cxnSp>
          <p:cxnSp>
            <p:nvCxnSpPr>
              <p:cNvPr id="65" name="Google Shape;473;p37">
                <a:extLst>
                  <a:ext uri="{FF2B5EF4-FFF2-40B4-BE49-F238E27FC236}">
                    <a16:creationId xmlns:a16="http://schemas.microsoft.com/office/drawing/2014/main" id="{61528F5D-5823-5935-0F85-CBC79219E138}"/>
                  </a:ext>
                </a:extLst>
              </p:cNvPr>
              <p:cNvCxnSpPr/>
              <p:nvPr/>
            </p:nvCxnSpPr>
            <p:spPr>
              <a:xfrm rot="10800000" flipH="1">
                <a:off x="2960" y="3742"/>
                <a:ext cx="1" cy="30"/>
              </a:xfrm>
              <a:prstGeom prst="straightConnector1">
                <a:avLst/>
              </a:prstGeom>
              <a:noFill/>
              <a:ln w="19050" cap="flat" cmpd="sng">
                <a:solidFill>
                  <a:schemeClr val="dk1"/>
                </a:solidFill>
                <a:prstDash val="solid"/>
                <a:round/>
                <a:headEnd type="none" w="sm" len="sm"/>
                <a:tailEnd type="none" w="sm" len="sm"/>
              </a:ln>
            </p:spPr>
          </p:cxnSp>
          <p:cxnSp>
            <p:nvCxnSpPr>
              <p:cNvPr id="66" name="Google Shape;474;p37">
                <a:extLst>
                  <a:ext uri="{FF2B5EF4-FFF2-40B4-BE49-F238E27FC236}">
                    <a16:creationId xmlns:a16="http://schemas.microsoft.com/office/drawing/2014/main" id="{06731279-060F-C133-6A37-9A6288FF21BC}"/>
                  </a:ext>
                </a:extLst>
              </p:cNvPr>
              <p:cNvCxnSpPr/>
              <p:nvPr/>
            </p:nvCxnSpPr>
            <p:spPr>
              <a:xfrm rot="10800000" flipH="1">
                <a:off x="3368" y="3742"/>
                <a:ext cx="1" cy="30"/>
              </a:xfrm>
              <a:prstGeom prst="straightConnector1">
                <a:avLst/>
              </a:prstGeom>
              <a:noFill/>
              <a:ln w="19050" cap="flat" cmpd="sng">
                <a:solidFill>
                  <a:schemeClr val="dk1"/>
                </a:solidFill>
                <a:prstDash val="solid"/>
                <a:round/>
                <a:headEnd type="none" w="sm" len="sm"/>
                <a:tailEnd type="none" w="sm" len="sm"/>
              </a:ln>
            </p:spPr>
          </p:cxnSp>
          <p:cxnSp>
            <p:nvCxnSpPr>
              <p:cNvPr id="67" name="Google Shape;475;p37">
                <a:extLst>
                  <a:ext uri="{FF2B5EF4-FFF2-40B4-BE49-F238E27FC236}">
                    <a16:creationId xmlns:a16="http://schemas.microsoft.com/office/drawing/2014/main" id="{80F79CAB-2E22-30D6-0061-D7E84BF65566}"/>
                  </a:ext>
                </a:extLst>
              </p:cNvPr>
              <p:cNvCxnSpPr/>
              <p:nvPr/>
            </p:nvCxnSpPr>
            <p:spPr>
              <a:xfrm rot="10800000" flipH="1">
                <a:off x="3777" y="3742"/>
                <a:ext cx="1" cy="30"/>
              </a:xfrm>
              <a:prstGeom prst="straightConnector1">
                <a:avLst/>
              </a:prstGeom>
              <a:noFill/>
              <a:ln w="19050" cap="flat" cmpd="sng">
                <a:solidFill>
                  <a:schemeClr val="dk1"/>
                </a:solidFill>
                <a:prstDash val="solid"/>
                <a:round/>
                <a:headEnd type="none" w="sm" len="sm"/>
                <a:tailEnd type="none" w="sm" len="sm"/>
              </a:ln>
            </p:spPr>
          </p:cxnSp>
          <p:cxnSp>
            <p:nvCxnSpPr>
              <p:cNvPr id="68" name="Google Shape;476;p37">
                <a:extLst>
                  <a:ext uri="{FF2B5EF4-FFF2-40B4-BE49-F238E27FC236}">
                    <a16:creationId xmlns:a16="http://schemas.microsoft.com/office/drawing/2014/main" id="{CDF98E63-8CF7-5C4C-CBE5-60925CD8F8E3}"/>
                  </a:ext>
                </a:extLst>
              </p:cNvPr>
              <p:cNvCxnSpPr/>
              <p:nvPr/>
            </p:nvCxnSpPr>
            <p:spPr>
              <a:xfrm rot="10800000" flipH="1">
                <a:off x="4186" y="3742"/>
                <a:ext cx="1" cy="30"/>
              </a:xfrm>
              <a:prstGeom prst="straightConnector1">
                <a:avLst/>
              </a:prstGeom>
              <a:noFill/>
              <a:ln w="19050" cap="flat" cmpd="sng">
                <a:solidFill>
                  <a:schemeClr val="dk1"/>
                </a:solidFill>
                <a:prstDash val="solid"/>
                <a:round/>
                <a:headEnd type="none" w="sm" len="sm"/>
                <a:tailEnd type="none" w="sm" len="sm"/>
              </a:ln>
            </p:spPr>
          </p:cxnSp>
          <p:cxnSp>
            <p:nvCxnSpPr>
              <p:cNvPr id="69" name="Google Shape;477;p37">
                <a:extLst>
                  <a:ext uri="{FF2B5EF4-FFF2-40B4-BE49-F238E27FC236}">
                    <a16:creationId xmlns:a16="http://schemas.microsoft.com/office/drawing/2014/main" id="{C21004DB-109E-C46B-BDBC-94FEA357739A}"/>
                  </a:ext>
                </a:extLst>
              </p:cNvPr>
              <p:cNvCxnSpPr/>
              <p:nvPr/>
            </p:nvCxnSpPr>
            <p:spPr>
              <a:xfrm rot="10800000" flipH="1">
                <a:off x="4594" y="3742"/>
                <a:ext cx="1" cy="30"/>
              </a:xfrm>
              <a:prstGeom prst="straightConnector1">
                <a:avLst/>
              </a:prstGeom>
              <a:noFill/>
              <a:ln w="19050" cap="flat" cmpd="sng">
                <a:solidFill>
                  <a:schemeClr val="dk1"/>
                </a:solidFill>
                <a:prstDash val="solid"/>
                <a:round/>
                <a:headEnd type="none" w="sm" len="sm"/>
                <a:tailEnd type="none" w="sm" len="sm"/>
              </a:ln>
            </p:spPr>
          </p:cxnSp>
          <p:cxnSp>
            <p:nvCxnSpPr>
              <p:cNvPr id="70" name="Google Shape;478;p37">
                <a:extLst>
                  <a:ext uri="{FF2B5EF4-FFF2-40B4-BE49-F238E27FC236}">
                    <a16:creationId xmlns:a16="http://schemas.microsoft.com/office/drawing/2014/main" id="{97206CE9-B5A8-0B1B-1AAE-1868180DCF39}"/>
                  </a:ext>
                </a:extLst>
              </p:cNvPr>
              <p:cNvCxnSpPr/>
              <p:nvPr/>
            </p:nvCxnSpPr>
            <p:spPr>
              <a:xfrm>
                <a:off x="1317" y="3447"/>
                <a:ext cx="31" cy="1"/>
              </a:xfrm>
              <a:prstGeom prst="straightConnector1">
                <a:avLst/>
              </a:prstGeom>
              <a:noFill/>
              <a:ln w="19050" cap="flat" cmpd="sng">
                <a:solidFill>
                  <a:schemeClr val="dk1"/>
                </a:solidFill>
                <a:prstDash val="solid"/>
                <a:round/>
                <a:headEnd type="none" w="sm" len="sm"/>
                <a:tailEnd type="none" w="sm" len="sm"/>
              </a:ln>
            </p:spPr>
          </p:cxnSp>
          <p:cxnSp>
            <p:nvCxnSpPr>
              <p:cNvPr id="71" name="Google Shape;479;p37">
                <a:extLst>
                  <a:ext uri="{FF2B5EF4-FFF2-40B4-BE49-F238E27FC236}">
                    <a16:creationId xmlns:a16="http://schemas.microsoft.com/office/drawing/2014/main" id="{1E14E319-9BEA-A8C4-FFEF-38494F20278D}"/>
                  </a:ext>
                </a:extLst>
              </p:cNvPr>
              <p:cNvCxnSpPr/>
              <p:nvPr/>
            </p:nvCxnSpPr>
            <p:spPr>
              <a:xfrm>
                <a:off x="1317" y="3129"/>
                <a:ext cx="31" cy="1"/>
              </a:xfrm>
              <a:prstGeom prst="straightConnector1">
                <a:avLst/>
              </a:prstGeom>
              <a:noFill/>
              <a:ln w="19050" cap="flat" cmpd="sng">
                <a:solidFill>
                  <a:schemeClr val="dk1"/>
                </a:solidFill>
                <a:prstDash val="solid"/>
                <a:round/>
                <a:headEnd type="none" w="sm" len="sm"/>
                <a:tailEnd type="none" w="sm" len="sm"/>
              </a:ln>
            </p:spPr>
          </p:cxnSp>
          <p:cxnSp>
            <p:nvCxnSpPr>
              <p:cNvPr id="72" name="Google Shape;480;p37">
                <a:extLst>
                  <a:ext uri="{FF2B5EF4-FFF2-40B4-BE49-F238E27FC236}">
                    <a16:creationId xmlns:a16="http://schemas.microsoft.com/office/drawing/2014/main" id="{B0F02C8D-06CE-CBAB-BEBB-D55846CC6721}"/>
                  </a:ext>
                </a:extLst>
              </p:cNvPr>
              <p:cNvCxnSpPr/>
              <p:nvPr/>
            </p:nvCxnSpPr>
            <p:spPr>
              <a:xfrm>
                <a:off x="1317" y="2804"/>
                <a:ext cx="31" cy="1"/>
              </a:xfrm>
              <a:prstGeom prst="straightConnector1">
                <a:avLst/>
              </a:prstGeom>
              <a:noFill/>
              <a:ln w="19050" cap="flat" cmpd="sng">
                <a:solidFill>
                  <a:schemeClr val="dk1"/>
                </a:solidFill>
                <a:prstDash val="solid"/>
                <a:round/>
                <a:headEnd type="none" w="sm" len="sm"/>
                <a:tailEnd type="none" w="sm" len="sm"/>
              </a:ln>
            </p:spPr>
          </p:cxnSp>
          <p:cxnSp>
            <p:nvCxnSpPr>
              <p:cNvPr id="73" name="Google Shape;481;p37">
                <a:extLst>
                  <a:ext uri="{FF2B5EF4-FFF2-40B4-BE49-F238E27FC236}">
                    <a16:creationId xmlns:a16="http://schemas.microsoft.com/office/drawing/2014/main" id="{8265CB2A-8D7A-F187-A826-796B3166AE06}"/>
                  </a:ext>
                </a:extLst>
              </p:cNvPr>
              <p:cNvCxnSpPr/>
              <p:nvPr/>
            </p:nvCxnSpPr>
            <p:spPr>
              <a:xfrm>
                <a:off x="1317" y="2486"/>
                <a:ext cx="31" cy="1"/>
              </a:xfrm>
              <a:prstGeom prst="straightConnector1">
                <a:avLst/>
              </a:prstGeom>
              <a:noFill/>
              <a:ln w="19050" cap="flat" cmpd="sng">
                <a:solidFill>
                  <a:schemeClr val="dk1"/>
                </a:solidFill>
                <a:prstDash val="solid"/>
                <a:round/>
                <a:headEnd type="none" w="sm" len="sm"/>
                <a:tailEnd type="none" w="sm" len="sm"/>
              </a:ln>
            </p:spPr>
          </p:cxnSp>
          <p:cxnSp>
            <p:nvCxnSpPr>
              <p:cNvPr id="74" name="Google Shape;482;p37">
                <a:extLst>
                  <a:ext uri="{FF2B5EF4-FFF2-40B4-BE49-F238E27FC236}">
                    <a16:creationId xmlns:a16="http://schemas.microsoft.com/office/drawing/2014/main" id="{BA54ACFB-F8A4-4381-7CAC-E1CB5C44B6B5}"/>
                  </a:ext>
                </a:extLst>
              </p:cNvPr>
              <p:cNvCxnSpPr/>
              <p:nvPr/>
            </p:nvCxnSpPr>
            <p:spPr>
              <a:xfrm>
                <a:off x="1317" y="2161"/>
                <a:ext cx="31" cy="1"/>
              </a:xfrm>
              <a:prstGeom prst="straightConnector1">
                <a:avLst/>
              </a:prstGeom>
              <a:noFill/>
              <a:ln w="19050" cap="flat" cmpd="sng">
                <a:solidFill>
                  <a:schemeClr val="dk1"/>
                </a:solidFill>
                <a:prstDash val="solid"/>
                <a:round/>
                <a:headEnd type="none" w="sm" len="sm"/>
                <a:tailEnd type="none" w="sm" len="sm"/>
              </a:ln>
            </p:spPr>
          </p:cxnSp>
          <p:cxnSp>
            <p:nvCxnSpPr>
              <p:cNvPr id="75" name="Google Shape;483;p37">
                <a:extLst>
                  <a:ext uri="{FF2B5EF4-FFF2-40B4-BE49-F238E27FC236}">
                    <a16:creationId xmlns:a16="http://schemas.microsoft.com/office/drawing/2014/main" id="{767E2446-2309-8D58-B490-4D6137C64BFA}"/>
                  </a:ext>
                </a:extLst>
              </p:cNvPr>
              <p:cNvCxnSpPr/>
              <p:nvPr/>
            </p:nvCxnSpPr>
            <p:spPr>
              <a:xfrm>
                <a:off x="1317" y="1835"/>
                <a:ext cx="31" cy="1"/>
              </a:xfrm>
              <a:prstGeom prst="straightConnector1">
                <a:avLst/>
              </a:prstGeom>
              <a:noFill/>
              <a:ln w="19050" cap="flat" cmpd="sng">
                <a:solidFill>
                  <a:schemeClr val="dk1"/>
                </a:solidFill>
                <a:prstDash val="solid"/>
                <a:round/>
                <a:headEnd type="none" w="sm" len="sm"/>
                <a:tailEnd type="none" w="sm" len="sm"/>
              </a:ln>
            </p:spPr>
          </p:cxnSp>
          <p:cxnSp>
            <p:nvCxnSpPr>
              <p:cNvPr id="76" name="Google Shape;484;p37">
                <a:extLst>
                  <a:ext uri="{FF2B5EF4-FFF2-40B4-BE49-F238E27FC236}">
                    <a16:creationId xmlns:a16="http://schemas.microsoft.com/office/drawing/2014/main" id="{8BCA43AB-39BE-871E-CE2C-F58D16C3A5A1}"/>
                  </a:ext>
                </a:extLst>
              </p:cNvPr>
              <p:cNvCxnSpPr/>
              <p:nvPr/>
            </p:nvCxnSpPr>
            <p:spPr>
              <a:xfrm>
                <a:off x="1317" y="1518"/>
                <a:ext cx="31" cy="1"/>
              </a:xfrm>
              <a:prstGeom prst="straightConnector1">
                <a:avLst/>
              </a:prstGeom>
              <a:noFill/>
              <a:ln w="19050" cap="flat" cmpd="sng">
                <a:solidFill>
                  <a:schemeClr val="dk1"/>
                </a:solidFill>
                <a:prstDash val="solid"/>
                <a:round/>
                <a:headEnd type="none" w="sm" len="sm"/>
                <a:tailEnd type="none" w="sm" len="sm"/>
              </a:ln>
            </p:spPr>
          </p:cxnSp>
          <p:cxnSp>
            <p:nvCxnSpPr>
              <p:cNvPr id="77" name="Google Shape;485;p37">
                <a:extLst>
                  <a:ext uri="{FF2B5EF4-FFF2-40B4-BE49-F238E27FC236}">
                    <a16:creationId xmlns:a16="http://schemas.microsoft.com/office/drawing/2014/main" id="{7BE96764-D634-A813-4938-7CF39676890E}"/>
                  </a:ext>
                </a:extLst>
              </p:cNvPr>
              <p:cNvCxnSpPr/>
              <p:nvPr/>
            </p:nvCxnSpPr>
            <p:spPr>
              <a:xfrm>
                <a:off x="1317" y="1192"/>
                <a:ext cx="31" cy="1"/>
              </a:xfrm>
              <a:prstGeom prst="straightConnector1">
                <a:avLst/>
              </a:prstGeom>
              <a:noFill/>
              <a:ln w="19050" cap="flat" cmpd="sng">
                <a:solidFill>
                  <a:schemeClr val="dk1"/>
                </a:solidFill>
                <a:prstDash val="solid"/>
                <a:round/>
                <a:headEnd type="none" w="sm" len="sm"/>
                <a:tailEnd type="none" w="sm" len="sm"/>
              </a:ln>
            </p:spPr>
          </p:cxnSp>
        </p:grpSp>
        <p:sp>
          <p:nvSpPr>
            <p:cNvPr id="33" name="Google Shape;486;p37">
              <a:extLst>
                <a:ext uri="{FF2B5EF4-FFF2-40B4-BE49-F238E27FC236}">
                  <a16:creationId xmlns:a16="http://schemas.microsoft.com/office/drawing/2014/main" id="{1ECD0C8C-F492-211C-1E8E-5D57A8DADA34}"/>
                </a:ext>
              </a:extLst>
            </p:cNvPr>
            <p:cNvSpPr txBox="1"/>
            <p:nvPr/>
          </p:nvSpPr>
          <p:spPr>
            <a:xfrm>
              <a:off x="1960563" y="6003925"/>
              <a:ext cx="3254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a:t>
              </a:r>
              <a:endParaRPr/>
            </a:p>
          </p:txBody>
        </p:sp>
        <p:sp>
          <p:nvSpPr>
            <p:cNvPr id="34" name="Google Shape;487;p37">
              <a:extLst>
                <a:ext uri="{FF2B5EF4-FFF2-40B4-BE49-F238E27FC236}">
                  <a16:creationId xmlns:a16="http://schemas.microsoft.com/office/drawing/2014/main" id="{BA172290-68E5-7B16-19B7-234D5EA0B11F}"/>
                </a:ext>
              </a:extLst>
            </p:cNvPr>
            <p:cNvSpPr txBox="1"/>
            <p:nvPr/>
          </p:nvSpPr>
          <p:spPr>
            <a:xfrm>
              <a:off x="312420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20</a:t>
              </a:r>
              <a:endParaRPr dirty="0"/>
            </a:p>
          </p:txBody>
        </p:sp>
        <p:sp>
          <p:nvSpPr>
            <p:cNvPr id="35" name="Google Shape;488;p37">
              <a:extLst>
                <a:ext uri="{FF2B5EF4-FFF2-40B4-BE49-F238E27FC236}">
                  <a16:creationId xmlns:a16="http://schemas.microsoft.com/office/drawing/2014/main" id="{11DB1D25-917A-C805-04E5-F1FFDE36EF20}"/>
                </a:ext>
              </a:extLst>
            </p:cNvPr>
            <p:cNvSpPr txBox="1"/>
            <p:nvPr/>
          </p:nvSpPr>
          <p:spPr>
            <a:xfrm>
              <a:off x="443865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40</a:t>
              </a:r>
              <a:endParaRPr dirty="0"/>
            </a:p>
          </p:txBody>
        </p:sp>
        <p:sp>
          <p:nvSpPr>
            <p:cNvPr id="36" name="Google Shape;489;p37">
              <a:extLst>
                <a:ext uri="{FF2B5EF4-FFF2-40B4-BE49-F238E27FC236}">
                  <a16:creationId xmlns:a16="http://schemas.microsoft.com/office/drawing/2014/main" id="{AF60ECF5-BBE8-4033-A862-31BAF89E546C}"/>
                </a:ext>
              </a:extLst>
            </p:cNvPr>
            <p:cNvSpPr txBox="1"/>
            <p:nvPr/>
          </p:nvSpPr>
          <p:spPr>
            <a:xfrm>
              <a:off x="57435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60</a:t>
              </a:r>
              <a:endParaRPr/>
            </a:p>
          </p:txBody>
        </p:sp>
        <p:sp>
          <p:nvSpPr>
            <p:cNvPr id="37" name="Google Shape;490;p37">
              <a:extLst>
                <a:ext uri="{FF2B5EF4-FFF2-40B4-BE49-F238E27FC236}">
                  <a16:creationId xmlns:a16="http://schemas.microsoft.com/office/drawing/2014/main" id="{37B1D660-38F5-D462-E53D-BE6DC9200EBD}"/>
                </a:ext>
              </a:extLst>
            </p:cNvPr>
            <p:cNvSpPr txBox="1"/>
            <p:nvPr/>
          </p:nvSpPr>
          <p:spPr>
            <a:xfrm>
              <a:off x="70389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80</a:t>
              </a:r>
              <a:endParaRPr/>
            </a:p>
          </p:txBody>
        </p:sp>
        <p:grpSp>
          <p:nvGrpSpPr>
            <p:cNvPr id="38" name="Google Shape;491;p37">
              <a:extLst>
                <a:ext uri="{FF2B5EF4-FFF2-40B4-BE49-F238E27FC236}">
                  <a16:creationId xmlns:a16="http://schemas.microsoft.com/office/drawing/2014/main" id="{D1782ACC-C382-D569-A000-03FC1AF00A65}"/>
                </a:ext>
              </a:extLst>
            </p:cNvPr>
            <p:cNvGrpSpPr/>
            <p:nvPr/>
          </p:nvGrpSpPr>
          <p:grpSpPr>
            <a:xfrm>
              <a:off x="1379538" y="1695450"/>
              <a:ext cx="677862" cy="4476750"/>
              <a:chOff x="1104" y="1068"/>
              <a:chExt cx="427" cy="2820"/>
            </a:xfrm>
          </p:grpSpPr>
          <p:sp>
            <p:nvSpPr>
              <p:cNvPr id="55" name="Google Shape;492;p37">
                <a:extLst>
                  <a:ext uri="{FF2B5EF4-FFF2-40B4-BE49-F238E27FC236}">
                    <a16:creationId xmlns:a16="http://schemas.microsoft.com/office/drawing/2014/main" id="{AA7D456B-ABBE-2BC2-C99C-91D40D57F2ED}"/>
                  </a:ext>
                </a:extLst>
              </p:cNvPr>
              <p:cNvSpPr txBox="1"/>
              <p:nvPr/>
            </p:nvSpPr>
            <p:spPr>
              <a:xfrm>
                <a:off x="1104" y="363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0.00</a:t>
                </a:r>
                <a:endParaRPr/>
              </a:p>
            </p:txBody>
          </p:sp>
          <p:sp>
            <p:nvSpPr>
              <p:cNvPr id="56" name="Google Shape;493;p37">
                <a:extLst>
                  <a:ext uri="{FF2B5EF4-FFF2-40B4-BE49-F238E27FC236}">
                    <a16:creationId xmlns:a16="http://schemas.microsoft.com/office/drawing/2014/main" id="{6974BB00-3C00-20C3-F102-ED3D4C17B18C}"/>
                  </a:ext>
                </a:extLst>
              </p:cNvPr>
              <p:cNvSpPr txBox="1"/>
              <p:nvPr/>
            </p:nvSpPr>
            <p:spPr>
              <a:xfrm>
                <a:off x="1104" y="300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0.25</a:t>
                </a:r>
                <a:endParaRPr/>
              </a:p>
            </p:txBody>
          </p:sp>
          <p:sp>
            <p:nvSpPr>
              <p:cNvPr id="57" name="Google Shape;494;p37">
                <a:extLst>
                  <a:ext uri="{FF2B5EF4-FFF2-40B4-BE49-F238E27FC236}">
                    <a16:creationId xmlns:a16="http://schemas.microsoft.com/office/drawing/2014/main" id="{062E4034-5838-5A51-A451-3F1A7FF103DF}"/>
                  </a:ext>
                </a:extLst>
              </p:cNvPr>
              <p:cNvSpPr txBox="1"/>
              <p:nvPr/>
            </p:nvSpPr>
            <p:spPr>
              <a:xfrm>
                <a:off x="1104" y="2364"/>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0.50</a:t>
                </a:r>
                <a:endParaRPr/>
              </a:p>
            </p:txBody>
          </p:sp>
          <p:sp>
            <p:nvSpPr>
              <p:cNvPr id="58" name="Google Shape;495;p37">
                <a:extLst>
                  <a:ext uri="{FF2B5EF4-FFF2-40B4-BE49-F238E27FC236}">
                    <a16:creationId xmlns:a16="http://schemas.microsoft.com/office/drawing/2014/main" id="{AE5CD11C-2ACA-494C-40C6-4C34E993C6FD}"/>
                  </a:ext>
                </a:extLst>
              </p:cNvPr>
              <p:cNvSpPr txBox="1"/>
              <p:nvPr/>
            </p:nvSpPr>
            <p:spPr>
              <a:xfrm>
                <a:off x="1104" y="1716"/>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0.75</a:t>
                </a:r>
                <a:endParaRPr/>
              </a:p>
            </p:txBody>
          </p:sp>
          <p:sp>
            <p:nvSpPr>
              <p:cNvPr id="59" name="Google Shape;496;p37">
                <a:extLst>
                  <a:ext uri="{FF2B5EF4-FFF2-40B4-BE49-F238E27FC236}">
                    <a16:creationId xmlns:a16="http://schemas.microsoft.com/office/drawing/2014/main" id="{11B06BC3-24F8-EAAA-6971-DD0E91F15E3A}"/>
                  </a:ext>
                </a:extLst>
              </p:cNvPr>
              <p:cNvSpPr txBox="1"/>
              <p:nvPr/>
            </p:nvSpPr>
            <p:spPr>
              <a:xfrm>
                <a:off x="1104" y="106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1.00</a:t>
                </a:r>
                <a:endParaRPr/>
              </a:p>
            </p:txBody>
          </p:sp>
        </p:grpSp>
        <p:sp>
          <p:nvSpPr>
            <p:cNvPr id="39" name="Google Shape;497;p37">
              <a:extLst>
                <a:ext uri="{FF2B5EF4-FFF2-40B4-BE49-F238E27FC236}">
                  <a16:creationId xmlns:a16="http://schemas.microsoft.com/office/drawing/2014/main" id="{3F3F46EA-2045-EE53-7F07-78B4FE29D45C}"/>
                </a:ext>
              </a:extLst>
            </p:cNvPr>
            <p:cNvSpPr txBox="1"/>
            <p:nvPr/>
          </p:nvSpPr>
          <p:spPr>
            <a:xfrm>
              <a:off x="3014663" y="6335713"/>
              <a:ext cx="33861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Hatchery production (1000s)</a:t>
              </a:r>
              <a:endParaRPr/>
            </a:p>
          </p:txBody>
        </p:sp>
        <p:sp>
          <p:nvSpPr>
            <p:cNvPr id="40" name="Google Shape;498;p37">
              <a:extLst>
                <a:ext uri="{FF2B5EF4-FFF2-40B4-BE49-F238E27FC236}">
                  <a16:creationId xmlns:a16="http://schemas.microsoft.com/office/drawing/2014/main" id="{A3E62B3C-C1FC-CEAF-67CC-226AD7F730FA}"/>
                </a:ext>
              </a:extLst>
            </p:cNvPr>
            <p:cNvSpPr txBox="1"/>
            <p:nvPr/>
          </p:nvSpPr>
          <p:spPr>
            <a:xfrm rot="-5400000">
              <a:off x="633413" y="3741737"/>
              <a:ext cx="80645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Utility</a:t>
              </a:r>
              <a:endParaRPr/>
            </a:p>
          </p:txBody>
        </p:sp>
        <p:sp>
          <p:nvSpPr>
            <p:cNvPr id="41" name="Google Shape;499;p37">
              <a:extLst>
                <a:ext uri="{FF2B5EF4-FFF2-40B4-BE49-F238E27FC236}">
                  <a16:creationId xmlns:a16="http://schemas.microsoft.com/office/drawing/2014/main" id="{413707A9-CD2E-D8A2-4C72-F63CE6BD9300}"/>
                </a:ext>
              </a:extLst>
            </p:cNvPr>
            <p:cNvSpPr/>
            <p:nvPr/>
          </p:nvSpPr>
          <p:spPr>
            <a:xfrm>
              <a:off x="2667000" y="59055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42" name="Google Shape;500;p37">
              <a:extLst>
                <a:ext uri="{FF2B5EF4-FFF2-40B4-BE49-F238E27FC236}">
                  <a16:creationId xmlns:a16="http://schemas.microsoft.com/office/drawing/2014/main" id="{8E215407-7B8F-C01E-FFC8-967B843AB938}"/>
                </a:ext>
              </a:extLst>
            </p:cNvPr>
            <p:cNvSpPr/>
            <p:nvPr/>
          </p:nvSpPr>
          <p:spPr>
            <a:xfrm>
              <a:off x="6553200" y="18288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grpSp>
          <p:nvGrpSpPr>
            <p:cNvPr id="43" name="Google Shape;501;p37">
              <a:extLst>
                <a:ext uri="{FF2B5EF4-FFF2-40B4-BE49-F238E27FC236}">
                  <a16:creationId xmlns:a16="http://schemas.microsoft.com/office/drawing/2014/main" id="{2B7950ED-9BD5-7218-57C9-3FA5851F7CBF}"/>
                </a:ext>
              </a:extLst>
            </p:cNvPr>
            <p:cNvGrpSpPr/>
            <p:nvPr/>
          </p:nvGrpSpPr>
          <p:grpSpPr>
            <a:xfrm>
              <a:off x="2740025" y="1905000"/>
              <a:ext cx="3892550" cy="4079875"/>
              <a:chOff x="1726" y="1200"/>
              <a:chExt cx="2452" cy="2570"/>
            </a:xfrm>
          </p:grpSpPr>
          <p:sp>
            <p:nvSpPr>
              <p:cNvPr id="52" name="Google Shape;502;p37">
                <a:extLst>
                  <a:ext uri="{FF2B5EF4-FFF2-40B4-BE49-F238E27FC236}">
                    <a16:creationId xmlns:a16="http://schemas.microsoft.com/office/drawing/2014/main" id="{A5B9522E-718B-D69F-74A8-C712135FF1A6}"/>
                  </a:ext>
                </a:extLst>
              </p:cNvPr>
              <p:cNvSpPr/>
              <p:nvPr/>
            </p:nvSpPr>
            <p:spPr>
              <a:xfrm>
                <a:off x="1726" y="1200"/>
                <a:ext cx="2452" cy="2570"/>
              </a:xfrm>
              <a:custGeom>
                <a:avLst/>
                <a:gdLst/>
                <a:ahLst/>
                <a:cxnLst/>
                <a:rect l="l" t="t" r="r" b="b"/>
                <a:pathLst>
                  <a:path w="120000" h="120000" extrusionOk="0">
                    <a:moveTo>
                      <a:pt x="0" y="120000"/>
                    </a:moveTo>
                    <a:lnTo>
                      <a:pt x="3075" y="116837"/>
                    </a:lnTo>
                    <a:lnTo>
                      <a:pt x="6115" y="114046"/>
                    </a:lnTo>
                    <a:lnTo>
                      <a:pt x="8898" y="110883"/>
                    </a:lnTo>
                    <a:lnTo>
                      <a:pt x="11937" y="108046"/>
                    </a:lnTo>
                    <a:lnTo>
                      <a:pt x="14977" y="104883"/>
                    </a:lnTo>
                    <a:lnTo>
                      <a:pt x="18016" y="102046"/>
                    </a:lnTo>
                    <a:lnTo>
                      <a:pt x="21092" y="98883"/>
                    </a:lnTo>
                    <a:lnTo>
                      <a:pt x="24131" y="96093"/>
                    </a:lnTo>
                    <a:lnTo>
                      <a:pt x="26914" y="92930"/>
                    </a:lnTo>
                    <a:lnTo>
                      <a:pt x="29954" y="90093"/>
                    </a:lnTo>
                    <a:lnTo>
                      <a:pt x="32993" y="86930"/>
                    </a:lnTo>
                    <a:lnTo>
                      <a:pt x="36032" y="84139"/>
                    </a:lnTo>
                    <a:lnTo>
                      <a:pt x="39108" y="80930"/>
                    </a:lnTo>
                    <a:lnTo>
                      <a:pt x="42148" y="78139"/>
                    </a:lnTo>
                    <a:lnTo>
                      <a:pt x="44894" y="74976"/>
                    </a:lnTo>
                    <a:lnTo>
                      <a:pt x="47970" y="72139"/>
                    </a:lnTo>
                    <a:lnTo>
                      <a:pt x="51010" y="68976"/>
                    </a:lnTo>
                    <a:lnTo>
                      <a:pt x="54049" y="66186"/>
                    </a:lnTo>
                    <a:lnTo>
                      <a:pt x="57088" y="63023"/>
                    </a:lnTo>
                    <a:lnTo>
                      <a:pt x="60164" y="60186"/>
                    </a:lnTo>
                    <a:lnTo>
                      <a:pt x="62911" y="57023"/>
                    </a:lnTo>
                    <a:lnTo>
                      <a:pt x="65987" y="53860"/>
                    </a:lnTo>
                    <a:lnTo>
                      <a:pt x="69026" y="51023"/>
                    </a:lnTo>
                    <a:lnTo>
                      <a:pt x="72065" y="47860"/>
                    </a:lnTo>
                    <a:lnTo>
                      <a:pt x="75105" y="45069"/>
                    </a:lnTo>
                    <a:lnTo>
                      <a:pt x="77888" y="41906"/>
                    </a:lnTo>
                    <a:lnTo>
                      <a:pt x="80927" y="39069"/>
                    </a:lnTo>
                    <a:lnTo>
                      <a:pt x="84003" y="35906"/>
                    </a:lnTo>
                    <a:lnTo>
                      <a:pt x="87043" y="33069"/>
                    </a:lnTo>
                    <a:lnTo>
                      <a:pt x="90082" y="29906"/>
                    </a:lnTo>
                    <a:lnTo>
                      <a:pt x="93121" y="27116"/>
                    </a:lnTo>
                    <a:lnTo>
                      <a:pt x="95904" y="23953"/>
                    </a:lnTo>
                    <a:lnTo>
                      <a:pt x="98944" y="21116"/>
                    </a:lnTo>
                    <a:lnTo>
                      <a:pt x="101983" y="17953"/>
                    </a:lnTo>
                    <a:lnTo>
                      <a:pt x="105059" y="15162"/>
                    </a:lnTo>
                    <a:lnTo>
                      <a:pt x="108098" y="11953"/>
                    </a:lnTo>
                    <a:lnTo>
                      <a:pt x="111138" y="9162"/>
                    </a:lnTo>
                    <a:lnTo>
                      <a:pt x="113921" y="6000"/>
                    </a:lnTo>
                    <a:lnTo>
                      <a:pt x="116960" y="3162"/>
                    </a:lnTo>
                    <a:lnTo>
                      <a:pt x="120000" y="0"/>
                    </a:ln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3" name="Google Shape;503;p37">
                <a:extLst>
                  <a:ext uri="{FF2B5EF4-FFF2-40B4-BE49-F238E27FC236}">
                    <a16:creationId xmlns:a16="http://schemas.microsoft.com/office/drawing/2014/main" id="{79365FA7-978F-D467-EE0D-B47C4851E5B8}"/>
                  </a:ext>
                </a:extLst>
              </p:cNvPr>
              <p:cNvSpPr/>
              <p:nvPr/>
            </p:nvSpPr>
            <p:spPr>
              <a:xfrm>
                <a:off x="2904" y="2440"/>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4" name="Google Shape;504;p37">
                <a:extLst>
                  <a:ext uri="{FF2B5EF4-FFF2-40B4-BE49-F238E27FC236}">
                    <a16:creationId xmlns:a16="http://schemas.microsoft.com/office/drawing/2014/main" id="{22A8FCA4-8A68-0A5E-1EA2-760D63807C6E}"/>
                  </a:ext>
                </a:extLst>
              </p:cNvPr>
              <p:cNvSpPr txBox="1"/>
              <p:nvPr/>
            </p:nvSpPr>
            <p:spPr>
              <a:xfrm rot="-2699867">
                <a:off x="3123" y="1609"/>
                <a:ext cx="742"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neutral</a:t>
                </a:r>
                <a:endParaRPr/>
              </a:p>
            </p:txBody>
          </p:sp>
        </p:grpSp>
      </p:grpSp>
      <p:sp>
        <p:nvSpPr>
          <p:cNvPr id="79" name="TextBox 78">
            <a:extLst>
              <a:ext uri="{FF2B5EF4-FFF2-40B4-BE49-F238E27FC236}">
                <a16:creationId xmlns:a16="http://schemas.microsoft.com/office/drawing/2014/main" id="{D910F2C4-8A58-A3C3-5C76-B3E57A07F407}"/>
              </a:ext>
            </a:extLst>
          </p:cNvPr>
          <p:cNvSpPr txBox="1"/>
          <p:nvPr/>
        </p:nvSpPr>
        <p:spPr>
          <a:xfrm>
            <a:off x="395136" y="2722220"/>
            <a:ext cx="2351886" cy="923330"/>
          </a:xfrm>
          <a:prstGeom prst="rect">
            <a:avLst/>
          </a:prstGeom>
          <a:noFill/>
        </p:spPr>
        <p:txBody>
          <a:bodyPr wrap="square" rtlCol="0">
            <a:spAutoFit/>
          </a:bodyPr>
          <a:lstStyle/>
          <a:p>
            <a:pPr algn="ctr"/>
            <a:r>
              <a:rPr lang="en-US" b="1" u="sng" dirty="0">
                <a:solidFill>
                  <a:schemeClr val="accent3">
                    <a:lumMod val="75000"/>
                  </a:schemeClr>
                </a:solidFill>
              </a:rPr>
              <a:t>Utility of 40 K?????</a:t>
            </a:r>
          </a:p>
          <a:p>
            <a:pPr algn="ctr"/>
            <a:r>
              <a:rPr lang="en-US" b="1" dirty="0">
                <a:solidFill>
                  <a:schemeClr val="accent3">
                    <a:lumMod val="75000"/>
                  </a:schemeClr>
                </a:solidFill>
              </a:rPr>
              <a:t>40K is halfway between 10K and 70K</a:t>
            </a:r>
          </a:p>
        </p:txBody>
      </p:sp>
      <p:cxnSp>
        <p:nvCxnSpPr>
          <p:cNvPr id="82" name="Straight Arrow Connector 81">
            <a:extLst>
              <a:ext uri="{FF2B5EF4-FFF2-40B4-BE49-F238E27FC236}">
                <a16:creationId xmlns:a16="http://schemas.microsoft.com/office/drawing/2014/main" id="{C0672D1B-38A2-6E06-36E7-8EBAF43CB11C}"/>
              </a:ext>
            </a:extLst>
          </p:cNvPr>
          <p:cNvCxnSpPr/>
          <p:nvPr/>
        </p:nvCxnSpPr>
        <p:spPr>
          <a:xfrm flipH="1">
            <a:off x="7318069" y="3977703"/>
            <a:ext cx="3775917" cy="7302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09539F04-5F86-9EC1-501A-DC14F82F202A}"/>
              </a:ext>
            </a:extLst>
          </p:cNvPr>
          <p:cNvSpPr txBox="1"/>
          <p:nvPr/>
        </p:nvSpPr>
        <p:spPr>
          <a:xfrm>
            <a:off x="8745080" y="3326525"/>
            <a:ext cx="2491781" cy="646331"/>
          </a:xfrm>
          <a:prstGeom prst="rect">
            <a:avLst/>
          </a:prstGeom>
          <a:noFill/>
        </p:spPr>
        <p:txBody>
          <a:bodyPr wrap="square" rtlCol="0">
            <a:spAutoFit/>
          </a:bodyPr>
          <a:lstStyle/>
          <a:p>
            <a:r>
              <a:rPr lang="en-US" dirty="0"/>
              <a:t>Assigning EU(40K) = 0.5 makes you risk neutral</a:t>
            </a:r>
          </a:p>
        </p:txBody>
      </p:sp>
    </p:spTree>
    <p:extLst>
      <p:ext uri="{BB962C8B-B14F-4D97-AF65-F5344CB8AC3E}">
        <p14:creationId xmlns:p14="http://schemas.microsoft.com/office/powerpoint/2010/main" val="1956647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DDB8-CC01-9B03-1BCA-B61F8D32A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8A7A4-5B3F-B61D-59A3-141C44C98FD9}"/>
              </a:ext>
            </a:extLst>
          </p:cNvPr>
          <p:cNvSpPr>
            <a:spLocks noGrp="1"/>
          </p:cNvSpPr>
          <p:nvPr>
            <p:ph type="title"/>
          </p:nvPr>
        </p:nvSpPr>
        <p:spPr/>
        <p:txBody>
          <a:bodyPr/>
          <a:lstStyle/>
          <a:p>
            <a:r>
              <a:rPr lang="en-US" dirty="0"/>
              <a:t>Approaches to risk example:</a:t>
            </a:r>
          </a:p>
        </p:txBody>
      </p:sp>
      <p:sp>
        <p:nvSpPr>
          <p:cNvPr id="3" name="Content Placeholder 2">
            <a:extLst>
              <a:ext uri="{FF2B5EF4-FFF2-40B4-BE49-F238E27FC236}">
                <a16:creationId xmlns:a16="http://schemas.microsoft.com/office/drawing/2014/main" id="{A5264AD8-900E-84F8-0E1F-88797231EF5A}"/>
              </a:ext>
            </a:extLst>
          </p:cNvPr>
          <p:cNvSpPr>
            <a:spLocks noGrp="1"/>
          </p:cNvSpPr>
          <p:nvPr>
            <p:ph idx="1"/>
          </p:nvPr>
        </p:nvSpPr>
        <p:spPr>
          <a:xfrm>
            <a:off x="838200" y="1319434"/>
            <a:ext cx="10795612" cy="498350"/>
          </a:xfrm>
        </p:spPr>
        <p:txBody>
          <a:bodyPr>
            <a:normAutofit/>
          </a:bodyPr>
          <a:lstStyle/>
          <a:p>
            <a:r>
              <a:rPr lang="en-US" sz="2400" dirty="0">
                <a:ea typeface="Century Gothic"/>
                <a:cs typeface="Century Gothic"/>
                <a:sym typeface="Century Gothic"/>
              </a:rPr>
              <a:t>Should you adopt new technology to increase production of fry at a hatchery?</a:t>
            </a:r>
            <a:endParaRPr lang="en-US" sz="2400" dirty="0"/>
          </a:p>
        </p:txBody>
      </p:sp>
      <p:sp>
        <p:nvSpPr>
          <p:cNvPr id="23" name="Google Shape;391;p31">
            <a:extLst>
              <a:ext uri="{FF2B5EF4-FFF2-40B4-BE49-F238E27FC236}">
                <a16:creationId xmlns:a16="http://schemas.microsoft.com/office/drawing/2014/main" id="{60F975B0-6A1C-4E6A-CCD2-2A877AE8A8B6}"/>
              </a:ext>
            </a:extLst>
          </p:cNvPr>
          <p:cNvSpPr txBox="1"/>
          <p:nvPr/>
        </p:nvSpPr>
        <p:spPr>
          <a:xfrm>
            <a:off x="1230651" y="1953104"/>
            <a:ext cx="2601990" cy="481270"/>
          </a:xfrm>
          <a:prstGeom prst="rect">
            <a:avLst/>
          </a:prstGeom>
          <a:solidFill>
            <a:schemeClr val="accent6">
              <a:lumMod val="20000"/>
              <a:lumOff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Palatino Linotype"/>
                <a:cs typeface="Palatino Linotype"/>
                <a:sym typeface="Palatino Linotype"/>
              </a:rPr>
              <a:t>EU = assign utilities</a:t>
            </a:r>
            <a:endParaRPr sz="2400" dirty="0">
              <a:latin typeface="+mj-lt"/>
            </a:endParaRPr>
          </a:p>
        </p:txBody>
      </p:sp>
      <p:sp>
        <p:nvSpPr>
          <p:cNvPr id="31" name="TextBox 30">
            <a:extLst>
              <a:ext uri="{FF2B5EF4-FFF2-40B4-BE49-F238E27FC236}">
                <a16:creationId xmlns:a16="http://schemas.microsoft.com/office/drawing/2014/main" id="{5A8F9CFB-C55F-C49D-03DE-EB8239D65370}"/>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grpSp>
        <p:nvGrpSpPr>
          <p:cNvPr id="26" name="Group 25">
            <a:extLst>
              <a:ext uri="{FF2B5EF4-FFF2-40B4-BE49-F238E27FC236}">
                <a16:creationId xmlns:a16="http://schemas.microsoft.com/office/drawing/2014/main" id="{5F631033-CB70-9717-0105-AA1229A42252}"/>
              </a:ext>
            </a:extLst>
          </p:cNvPr>
          <p:cNvGrpSpPr/>
          <p:nvPr/>
        </p:nvGrpSpPr>
        <p:grpSpPr>
          <a:xfrm>
            <a:off x="3250894" y="1568609"/>
            <a:ext cx="6667500" cy="5226839"/>
            <a:chOff x="838200" y="1505749"/>
            <a:chExt cx="6667500" cy="5226839"/>
          </a:xfrm>
        </p:grpSpPr>
        <p:grpSp>
          <p:nvGrpSpPr>
            <p:cNvPr id="32" name="Google Shape;467;p37">
              <a:extLst>
                <a:ext uri="{FF2B5EF4-FFF2-40B4-BE49-F238E27FC236}">
                  <a16:creationId xmlns:a16="http://schemas.microsoft.com/office/drawing/2014/main" id="{BD33BD98-0729-1ECE-17FD-3BD95F3E4998}"/>
                </a:ext>
              </a:extLst>
            </p:cNvPr>
            <p:cNvGrpSpPr/>
            <p:nvPr/>
          </p:nvGrpSpPr>
          <p:grpSpPr>
            <a:xfrm>
              <a:off x="2090738" y="1892300"/>
              <a:ext cx="5203825" cy="4097338"/>
              <a:chOff x="1317" y="1192"/>
              <a:chExt cx="3278" cy="2581"/>
            </a:xfrm>
          </p:grpSpPr>
          <p:cxnSp>
            <p:nvCxnSpPr>
              <p:cNvPr id="60" name="Google Shape;468;p37">
                <a:extLst>
                  <a:ext uri="{FF2B5EF4-FFF2-40B4-BE49-F238E27FC236}">
                    <a16:creationId xmlns:a16="http://schemas.microsoft.com/office/drawing/2014/main" id="{F6B00775-0782-7168-995A-FFF26B67847E}"/>
                  </a:ext>
                </a:extLst>
              </p:cNvPr>
              <p:cNvCxnSpPr/>
              <p:nvPr/>
            </p:nvCxnSpPr>
            <p:spPr>
              <a:xfrm>
                <a:off x="1317" y="3772"/>
                <a:ext cx="3277" cy="1"/>
              </a:xfrm>
              <a:prstGeom prst="straightConnector1">
                <a:avLst/>
              </a:prstGeom>
              <a:noFill/>
              <a:ln w="19050" cap="flat" cmpd="sng">
                <a:solidFill>
                  <a:schemeClr val="dk1"/>
                </a:solidFill>
                <a:prstDash val="solid"/>
                <a:round/>
                <a:headEnd type="none" w="sm" len="sm"/>
                <a:tailEnd type="none" w="sm" len="sm"/>
              </a:ln>
            </p:spPr>
          </p:cxnSp>
          <p:cxnSp>
            <p:nvCxnSpPr>
              <p:cNvPr id="61" name="Google Shape;469;p37">
                <a:extLst>
                  <a:ext uri="{FF2B5EF4-FFF2-40B4-BE49-F238E27FC236}">
                    <a16:creationId xmlns:a16="http://schemas.microsoft.com/office/drawing/2014/main" id="{0958EA18-2B04-F820-9179-B31C69806D6C}"/>
                  </a:ext>
                </a:extLst>
              </p:cNvPr>
              <p:cNvCxnSpPr/>
              <p:nvPr/>
            </p:nvCxnSpPr>
            <p:spPr>
              <a:xfrm rot="10800000" flipH="1">
                <a:off x="1317" y="1192"/>
                <a:ext cx="1" cy="2580"/>
              </a:xfrm>
              <a:prstGeom prst="straightConnector1">
                <a:avLst/>
              </a:prstGeom>
              <a:noFill/>
              <a:ln w="19050" cap="flat" cmpd="sng">
                <a:solidFill>
                  <a:schemeClr val="dk1"/>
                </a:solidFill>
                <a:prstDash val="solid"/>
                <a:round/>
                <a:headEnd type="none" w="sm" len="sm"/>
                <a:tailEnd type="none" w="sm" len="sm"/>
              </a:ln>
            </p:spPr>
          </p:cxnSp>
          <p:cxnSp>
            <p:nvCxnSpPr>
              <p:cNvPr id="62" name="Google Shape;470;p37">
                <a:extLst>
                  <a:ext uri="{FF2B5EF4-FFF2-40B4-BE49-F238E27FC236}">
                    <a16:creationId xmlns:a16="http://schemas.microsoft.com/office/drawing/2014/main" id="{0F3B4AB5-AAED-D955-562A-BCB9F595FFD7}"/>
                  </a:ext>
                </a:extLst>
              </p:cNvPr>
              <p:cNvCxnSpPr/>
              <p:nvPr/>
            </p:nvCxnSpPr>
            <p:spPr>
              <a:xfrm rot="10800000" flipH="1">
                <a:off x="1726" y="3742"/>
                <a:ext cx="1" cy="30"/>
              </a:xfrm>
              <a:prstGeom prst="straightConnector1">
                <a:avLst/>
              </a:prstGeom>
              <a:noFill/>
              <a:ln w="19050" cap="flat" cmpd="sng">
                <a:solidFill>
                  <a:schemeClr val="dk1"/>
                </a:solidFill>
                <a:prstDash val="solid"/>
                <a:round/>
                <a:headEnd type="none" w="sm" len="sm"/>
                <a:tailEnd type="none" w="sm" len="sm"/>
              </a:ln>
            </p:spPr>
          </p:cxnSp>
          <p:cxnSp>
            <p:nvCxnSpPr>
              <p:cNvPr id="63" name="Google Shape;471;p37">
                <a:extLst>
                  <a:ext uri="{FF2B5EF4-FFF2-40B4-BE49-F238E27FC236}">
                    <a16:creationId xmlns:a16="http://schemas.microsoft.com/office/drawing/2014/main" id="{F04D02B6-523C-BDFB-34ED-FE2389469DA9}"/>
                  </a:ext>
                </a:extLst>
              </p:cNvPr>
              <p:cNvCxnSpPr/>
              <p:nvPr/>
            </p:nvCxnSpPr>
            <p:spPr>
              <a:xfrm rot="10800000" flipH="1">
                <a:off x="2135" y="3742"/>
                <a:ext cx="1" cy="30"/>
              </a:xfrm>
              <a:prstGeom prst="straightConnector1">
                <a:avLst/>
              </a:prstGeom>
              <a:noFill/>
              <a:ln w="19050" cap="flat" cmpd="sng">
                <a:solidFill>
                  <a:schemeClr val="dk1"/>
                </a:solidFill>
                <a:prstDash val="solid"/>
                <a:round/>
                <a:headEnd type="none" w="sm" len="sm"/>
                <a:tailEnd type="none" w="sm" len="sm"/>
              </a:ln>
            </p:spPr>
          </p:cxnSp>
          <p:cxnSp>
            <p:nvCxnSpPr>
              <p:cNvPr id="64" name="Google Shape;472;p37">
                <a:extLst>
                  <a:ext uri="{FF2B5EF4-FFF2-40B4-BE49-F238E27FC236}">
                    <a16:creationId xmlns:a16="http://schemas.microsoft.com/office/drawing/2014/main" id="{4DE34D6D-9018-7FC0-A4D5-ACA816088BA8}"/>
                  </a:ext>
                </a:extLst>
              </p:cNvPr>
              <p:cNvCxnSpPr/>
              <p:nvPr/>
            </p:nvCxnSpPr>
            <p:spPr>
              <a:xfrm rot="10800000" flipH="1">
                <a:off x="2543" y="3742"/>
                <a:ext cx="1" cy="30"/>
              </a:xfrm>
              <a:prstGeom prst="straightConnector1">
                <a:avLst/>
              </a:prstGeom>
              <a:noFill/>
              <a:ln w="19050" cap="flat" cmpd="sng">
                <a:solidFill>
                  <a:schemeClr val="dk1"/>
                </a:solidFill>
                <a:prstDash val="solid"/>
                <a:round/>
                <a:headEnd type="none" w="sm" len="sm"/>
                <a:tailEnd type="none" w="sm" len="sm"/>
              </a:ln>
            </p:spPr>
          </p:cxnSp>
          <p:cxnSp>
            <p:nvCxnSpPr>
              <p:cNvPr id="65" name="Google Shape;473;p37">
                <a:extLst>
                  <a:ext uri="{FF2B5EF4-FFF2-40B4-BE49-F238E27FC236}">
                    <a16:creationId xmlns:a16="http://schemas.microsoft.com/office/drawing/2014/main" id="{511F8DF6-3DD6-C1B5-AB00-CBF9BA3395AD}"/>
                  </a:ext>
                </a:extLst>
              </p:cNvPr>
              <p:cNvCxnSpPr/>
              <p:nvPr/>
            </p:nvCxnSpPr>
            <p:spPr>
              <a:xfrm rot="10800000" flipH="1">
                <a:off x="2960" y="3742"/>
                <a:ext cx="1" cy="30"/>
              </a:xfrm>
              <a:prstGeom prst="straightConnector1">
                <a:avLst/>
              </a:prstGeom>
              <a:noFill/>
              <a:ln w="19050" cap="flat" cmpd="sng">
                <a:solidFill>
                  <a:schemeClr val="dk1"/>
                </a:solidFill>
                <a:prstDash val="solid"/>
                <a:round/>
                <a:headEnd type="none" w="sm" len="sm"/>
                <a:tailEnd type="none" w="sm" len="sm"/>
              </a:ln>
            </p:spPr>
          </p:cxnSp>
          <p:cxnSp>
            <p:nvCxnSpPr>
              <p:cNvPr id="66" name="Google Shape;474;p37">
                <a:extLst>
                  <a:ext uri="{FF2B5EF4-FFF2-40B4-BE49-F238E27FC236}">
                    <a16:creationId xmlns:a16="http://schemas.microsoft.com/office/drawing/2014/main" id="{86847797-7B5E-F61B-0303-0937293EBB4B}"/>
                  </a:ext>
                </a:extLst>
              </p:cNvPr>
              <p:cNvCxnSpPr/>
              <p:nvPr/>
            </p:nvCxnSpPr>
            <p:spPr>
              <a:xfrm rot="10800000" flipH="1">
                <a:off x="3368" y="3742"/>
                <a:ext cx="1" cy="30"/>
              </a:xfrm>
              <a:prstGeom prst="straightConnector1">
                <a:avLst/>
              </a:prstGeom>
              <a:noFill/>
              <a:ln w="19050" cap="flat" cmpd="sng">
                <a:solidFill>
                  <a:schemeClr val="dk1"/>
                </a:solidFill>
                <a:prstDash val="solid"/>
                <a:round/>
                <a:headEnd type="none" w="sm" len="sm"/>
                <a:tailEnd type="none" w="sm" len="sm"/>
              </a:ln>
            </p:spPr>
          </p:cxnSp>
          <p:cxnSp>
            <p:nvCxnSpPr>
              <p:cNvPr id="67" name="Google Shape;475;p37">
                <a:extLst>
                  <a:ext uri="{FF2B5EF4-FFF2-40B4-BE49-F238E27FC236}">
                    <a16:creationId xmlns:a16="http://schemas.microsoft.com/office/drawing/2014/main" id="{41F127AB-EBE5-53FF-134B-164CA4D9ABCE}"/>
                  </a:ext>
                </a:extLst>
              </p:cNvPr>
              <p:cNvCxnSpPr/>
              <p:nvPr/>
            </p:nvCxnSpPr>
            <p:spPr>
              <a:xfrm rot="10800000" flipH="1">
                <a:off x="3777" y="3742"/>
                <a:ext cx="1" cy="30"/>
              </a:xfrm>
              <a:prstGeom prst="straightConnector1">
                <a:avLst/>
              </a:prstGeom>
              <a:noFill/>
              <a:ln w="19050" cap="flat" cmpd="sng">
                <a:solidFill>
                  <a:schemeClr val="dk1"/>
                </a:solidFill>
                <a:prstDash val="solid"/>
                <a:round/>
                <a:headEnd type="none" w="sm" len="sm"/>
                <a:tailEnd type="none" w="sm" len="sm"/>
              </a:ln>
            </p:spPr>
          </p:cxnSp>
          <p:cxnSp>
            <p:nvCxnSpPr>
              <p:cNvPr id="68" name="Google Shape;476;p37">
                <a:extLst>
                  <a:ext uri="{FF2B5EF4-FFF2-40B4-BE49-F238E27FC236}">
                    <a16:creationId xmlns:a16="http://schemas.microsoft.com/office/drawing/2014/main" id="{DB41E4A9-46C7-5588-1480-356073B4CD05}"/>
                  </a:ext>
                </a:extLst>
              </p:cNvPr>
              <p:cNvCxnSpPr/>
              <p:nvPr/>
            </p:nvCxnSpPr>
            <p:spPr>
              <a:xfrm rot="10800000" flipH="1">
                <a:off x="4186" y="3742"/>
                <a:ext cx="1" cy="30"/>
              </a:xfrm>
              <a:prstGeom prst="straightConnector1">
                <a:avLst/>
              </a:prstGeom>
              <a:noFill/>
              <a:ln w="19050" cap="flat" cmpd="sng">
                <a:solidFill>
                  <a:schemeClr val="dk1"/>
                </a:solidFill>
                <a:prstDash val="solid"/>
                <a:round/>
                <a:headEnd type="none" w="sm" len="sm"/>
                <a:tailEnd type="none" w="sm" len="sm"/>
              </a:ln>
            </p:spPr>
          </p:cxnSp>
          <p:cxnSp>
            <p:nvCxnSpPr>
              <p:cNvPr id="69" name="Google Shape;477;p37">
                <a:extLst>
                  <a:ext uri="{FF2B5EF4-FFF2-40B4-BE49-F238E27FC236}">
                    <a16:creationId xmlns:a16="http://schemas.microsoft.com/office/drawing/2014/main" id="{8FB44E2B-D433-E1D2-8D71-EEAE514AEA8B}"/>
                  </a:ext>
                </a:extLst>
              </p:cNvPr>
              <p:cNvCxnSpPr/>
              <p:nvPr/>
            </p:nvCxnSpPr>
            <p:spPr>
              <a:xfrm rot="10800000" flipH="1">
                <a:off x="4594" y="3742"/>
                <a:ext cx="1" cy="30"/>
              </a:xfrm>
              <a:prstGeom prst="straightConnector1">
                <a:avLst/>
              </a:prstGeom>
              <a:noFill/>
              <a:ln w="19050" cap="flat" cmpd="sng">
                <a:solidFill>
                  <a:schemeClr val="dk1"/>
                </a:solidFill>
                <a:prstDash val="solid"/>
                <a:round/>
                <a:headEnd type="none" w="sm" len="sm"/>
                <a:tailEnd type="none" w="sm" len="sm"/>
              </a:ln>
            </p:spPr>
          </p:cxnSp>
          <p:cxnSp>
            <p:nvCxnSpPr>
              <p:cNvPr id="70" name="Google Shape;478;p37">
                <a:extLst>
                  <a:ext uri="{FF2B5EF4-FFF2-40B4-BE49-F238E27FC236}">
                    <a16:creationId xmlns:a16="http://schemas.microsoft.com/office/drawing/2014/main" id="{00948372-366F-48D0-B859-399719D29E30}"/>
                  </a:ext>
                </a:extLst>
              </p:cNvPr>
              <p:cNvCxnSpPr/>
              <p:nvPr/>
            </p:nvCxnSpPr>
            <p:spPr>
              <a:xfrm>
                <a:off x="1317" y="3447"/>
                <a:ext cx="31" cy="1"/>
              </a:xfrm>
              <a:prstGeom prst="straightConnector1">
                <a:avLst/>
              </a:prstGeom>
              <a:noFill/>
              <a:ln w="19050" cap="flat" cmpd="sng">
                <a:solidFill>
                  <a:schemeClr val="dk1"/>
                </a:solidFill>
                <a:prstDash val="solid"/>
                <a:round/>
                <a:headEnd type="none" w="sm" len="sm"/>
                <a:tailEnd type="none" w="sm" len="sm"/>
              </a:ln>
            </p:spPr>
          </p:cxnSp>
          <p:cxnSp>
            <p:nvCxnSpPr>
              <p:cNvPr id="71" name="Google Shape;479;p37">
                <a:extLst>
                  <a:ext uri="{FF2B5EF4-FFF2-40B4-BE49-F238E27FC236}">
                    <a16:creationId xmlns:a16="http://schemas.microsoft.com/office/drawing/2014/main" id="{94B2B3F0-32AD-30BB-11C9-F1C351D3F8E6}"/>
                  </a:ext>
                </a:extLst>
              </p:cNvPr>
              <p:cNvCxnSpPr/>
              <p:nvPr/>
            </p:nvCxnSpPr>
            <p:spPr>
              <a:xfrm>
                <a:off x="1317" y="3129"/>
                <a:ext cx="31" cy="1"/>
              </a:xfrm>
              <a:prstGeom prst="straightConnector1">
                <a:avLst/>
              </a:prstGeom>
              <a:noFill/>
              <a:ln w="19050" cap="flat" cmpd="sng">
                <a:solidFill>
                  <a:schemeClr val="dk1"/>
                </a:solidFill>
                <a:prstDash val="solid"/>
                <a:round/>
                <a:headEnd type="none" w="sm" len="sm"/>
                <a:tailEnd type="none" w="sm" len="sm"/>
              </a:ln>
            </p:spPr>
          </p:cxnSp>
          <p:cxnSp>
            <p:nvCxnSpPr>
              <p:cNvPr id="72" name="Google Shape;480;p37">
                <a:extLst>
                  <a:ext uri="{FF2B5EF4-FFF2-40B4-BE49-F238E27FC236}">
                    <a16:creationId xmlns:a16="http://schemas.microsoft.com/office/drawing/2014/main" id="{F1FF6559-0B32-1FF6-4172-C8C96090978B}"/>
                  </a:ext>
                </a:extLst>
              </p:cNvPr>
              <p:cNvCxnSpPr/>
              <p:nvPr/>
            </p:nvCxnSpPr>
            <p:spPr>
              <a:xfrm>
                <a:off x="1317" y="2804"/>
                <a:ext cx="31" cy="1"/>
              </a:xfrm>
              <a:prstGeom prst="straightConnector1">
                <a:avLst/>
              </a:prstGeom>
              <a:noFill/>
              <a:ln w="19050" cap="flat" cmpd="sng">
                <a:solidFill>
                  <a:schemeClr val="dk1"/>
                </a:solidFill>
                <a:prstDash val="solid"/>
                <a:round/>
                <a:headEnd type="none" w="sm" len="sm"/>
                <a:tailEnd type="none" w="sm" len="sm"/>
              </a:ln>
            </p:spPr>
          </p:cxnSp>
          <p:cxnSp>
            <p:nvCxnSpPr>
              <p:cNvPr id="73" name="Google Shape;481;p37">
                <a:extLst>
                  <a:ext uri="{FF2B5EF4-FFF2-40B4-BE49-F238E27FC236}">
                    <a16:creationId xmlns:a16="http://schemas.microsoft.com/office/drawing/2014/main" id="{DB9354D9-6DDB-24E8-8A9D-0808F2F73B51}"/>
                  </a:ext>
                </a:extLst>
              </p:cNvPr>
              <p:cNvCxnSpPr/>
              <p:nvPr/>
            </p:nvCxnSpPr>
            <p:spPr>
              <a:xfrm>
                <a:off x="1317" y="2486"/>
                <a:ext cx="31" cy="1"/>
              </a:xfrm>
              <a:prstGeom prst="straightConnector1">
                <a:avLst/>
              </a:prstGeom>
              <a:noFill/>
              <a:ln w="19050" cap="flat" cmpd="sng">
                <a:solidFill>
                  <a:schemeClr val="dk1"/>
                </a:solidFill>
                <a:prstDash val="solid"/>
                <a:round/>
                <a:headEnd type="none" w="sm" len="sm"/>
                <a:tailEnd type="none" w="sm" len="sm"/>
              </a:ln>
            </p:spPr>
          </p:cxnSp>
          <p:cxnSp>
            <p:nvCxnSpPr>
              <p:cNvPr id="74" name="Google Shape;482;p37">
                <a:extLst>
                  <a:ext uri="{FF2B5EF4-FFF2-40B4-BE49-F238E27FC236}">
                    <a16:creationId xmlns:a16="http://schemas.microsoft.com/office/drawing/2014/main" id="{7E42A7DC-0206-BC27-3FE3-499CDCD167FC}"/>
                  </a:ext>
                </a:extLst>
              </p:cNvPr>
              <p:cNvCxnSpPr/>
              <p:nvPr/>
            </p:nvCxnSpPr>
            <p:spPr>
              <a:xfrm>
                <a:off x="1317" y="2161"/>
                <a:ext cx="31" cy="1"/>
              </a:xfrm>
              <a:prstGeom prst="straightConnector1">
                <a:avLst/>
              </a:prstGeom>
              <a:noFill/>
              <a:ln w="19050" cap="flat" cmpd="sng">
                <a:solidFill>
                  <a:schemeClr val="dk1"/>
                </a:solidFill>
                <a:prstDash val="solid"/>
                <a:round/>
                <a:headEnd type="none" w="sm" len="sm"/>
                <a:tailEnd type="none" w="sm" len="sm"/>
              </a:ln>
            </p:spPr>
          </p:cxnSp>
          <p:cxnSp>
            <p:nvCxnSpPr>
              <p:cNvPr id="75" name="Google Shape;483;p37">
                <a:extLst>
                  <a:ext uri="{FF2B5EF4-FFF2-40B4-BE49-F238E27FC236}">
                    <a16:creationId xmlns:a16="http://schemas.microsoft.com/office/drawing/2014/main" id="{73EE9278-868E-7243-585D-252CBD0F636B}"/>
                  </a:ext>
                </a:extLst>
              </p:cNvPr>
              <p:cNvCxnSpPr/>
              <p:nvPr/>
            </p:nvCxnSpPr>
            <p:spPr>
              <a:xfrm>
                <a:off x="1317" y="1835"/>
                <a:ext cx="31" cy="1"/>
              </a:xfrm>
              <a:prstGeom prst="straightConnector1">
                <a:avLst/>
              </a:prstGeom>
              <a:noFill/>
              <a:ln w="19050" cap="flat" cmpd="sng">
                <a:solidFill>
                  <a:schemeClr val="dk1"/>
                </a:solidFill>
                <a:prstDash val="solid"/>
                <a:round/>
                <a:headEnd type="none" w="sm" len="sm"/>
                <a:tailEnd type="none" w="sm" len="sm"/>
              </a:ln>
            </p:spPr>
          </p:cxnSp>
          <p:cxnSp>
            <p:nvCxnSpPr>
              <p:cNvPr id="76" name="Google Shape;484;p37">
                <a:extLst>
                  <a:ext uri="{FF2B5EF4-FFF2-40B4-BE49-F238E27FC236}">
                    <a16:creationId xmlns:a16="http://schemas.microsoft.com/office/drawing/2014/main" id="{A0960ED7-2D00-77D9-B1D9-BAD3FCEDAFD1}"/>
                  </a:ext>
                </a:extLst>
              </p:cNvPr>
              <p:cNvCxnSpPr/>
              <p:nvPr/>
            </p:nvCxnSpPr>
            <p:spPr>
              <a:xfrm>
                <a:off x="1317" y="1518"/>
                <a:ext cx="31" cy="1"/>
              </a:xfrm>
              <a:prstGeom prst="straightConnector1">
                <a:avLst/>
              </a:prstGeom>
              <a:noFill/>
              <a:ln w="19050" cap="flat" cmpd="sng">
                <a:solidFill>
                  <a:schemeClr val="dk1"/>
                </a:solidFill>
                <a:prstDash val="solid"/>
                <a:round/>
                <a:headEnd type="none" w="sm" len="sm"/>
                <a:tailEnd type="none" w="sm" len="sm"/>
              </a:ln>
            </p:spPr>
          </p:cxnSp>
          <p:cxnSp>
            <p:nvCxnSpPr>
              <p:cNvPr id="77" name="Google Shape;485;p37">
                <a:extLst>
                  <a:ext uri="{FF2B5EF4-FFF2-40B4-BE49-F238E27FC236}">
                    <a16:creationId xmlns:a16="http://schemas.microsoft.com/office/drawing/2014/main" id="{176BB362-D71F-C5BF-CEA4-D1E53E77D83E}"/>
                  </a:ext>
                </a:extLst>
              </p:cNvPr>
              <p:cNvCxnSpPr/>
              <p:nvPr/>
            </p:nvCxnSpPr>
            <p:spPr>
              <a:xfrm>
                <a:off x="1317" y="1192"/>
                <a:ext cx="31" cy="1"/>
              </a:xfrm>
              <a:prstGeom prst="straightConnector1">
                <a:avLst/>
              </a:prstGeom>
              <a:noFill/>
              <a:ln w="19050" cap="flat" cmpd="sng">
                <a:solidFill>
                  <a:schemeClr val="dk1"/>
                </a:solidFill>
                <a:prstDash val="solid"/>
                <a:round/>
                <a:headEnd type="none" w="sm" len="sm"/>
                <a:tailEnd type="none" w="sm" len="sm"/>
              </a:ln>
            </p:spPr>
          </p:cxnSp>
        </p:grpSp>
        <p:sp>
          <p:nvSpPr>
            <p:cNvPr id="33" name="Google Shape;486;p37">
              <a:extLst>
                <a:ext uri="{FF2B5EF4-FFF2-40B4-BE49-F238E27FC236}">
                  <a16:creationId xmlns:a16="http://schemas.microsoft.com/office/drawing/2014/main" id="{227B1B8A-0F12-9F0C-B0FE-911021031BBA}"/>
                </a:ext>
              </a:extLst>
            </p:cNvPr>
            <p:cNvSpPr txBox="1"/>
            <p:nvPr/>
          </p:nvSpPr>
          <p:spPr>
            <a:xfrm>
              <a:off x="1960563" y="6003925"/>
              <a:ext cx="3254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a:t>
              </a:r>
              <a:endParaRPr/>
            </a:p>
          </p:txBody>
        </p:sp>
        <p:sp>
          <p:nvSpPr>
            <p:cNvPr id="34" name="Google Shape;487;p37">
              <a:extLst>
                <a:ext uri="{FF2B5EF4-FFF2-40B4-BE49-F238E27FC236}">
                  <a16:creationId xmlns:a16="http://schemas.microsoft.com/office/drawing/2014/main" id="{70F722EF-70C9-685B-C482-00405A30D706}"/>
                </a:ext>
              </a:extLst>
            </p:cNvPr>
            <p:cNvSpPr txBox="1"/>
            <p:nvPr/>
          </p:nvSpPr>
          <p:spPr>
            <a:xfrm>
              <a:off x="312420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20</a:t>
              </a:r>
              <a:endParaRPr/>
            </a:p>
          </p:txBody>
        </p:sp>
        <p:sp>
          <p:nvSpPr>
            <p:cNvPr id="35" name="Google Shape;488;p37">
              <a:extLst>
                <a:ext uri="{FF2B5EF4-FFF2-40B4-BE49-F238E27FC236}">
                  <a16:creationId xmlns:a16="http://schemas.microsoft.com/office/drawing/2014/main" id="{72C336D3-1CA8-FF4B-2102-CFFC16FA76A0}"/>
                </a:ext>
              </a:extLst>
            </p:cNvPr>
            <p:cNvSpPr txBox="1"/>
            <p:nvPr/>
          </p:nvSpPr>
          <p:spPr>
            <a:xfrm>
              <a:off x="443865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40</a:t>
              </a:r>
              <a:endParaRPr dirty="0"/>
            </a:p>
          </p:txBody>
        </p:sp>
        <p:sp>
          <p:nvSpPr>
            <p:cNvPr id="36" name="Google Shape;489;p37">
              <a:extLst>
                <a:ext uri="{FF2B5EF4-FFF2-40B4-BE49-F238E27FC236}">
                  <a16:creationId xmlns:a16="http://schemas.microsoft.com/office/drawing/2014/main" id="{74FEF4F4-0BC7-E872-390D-1A50650E016F}"/>
                </a:ext>
              </a:extLst>
            </p:cNvPr>
            <p:cNvSpPr txBox="1"/>
            <p:nvPr/>
          </p:nvSpPr>
          <p:spPr>
            <a:xfrm>
              <a:off x="57435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60</a:t>
              </a:r>
              <a:endParaRPr/>
            </a:p>
          </p:txBody>
        </p:sp>
        <p:sp>
          <p:nvSpPr>
            <p:cNvPr id="37" name="Google Shape;490;p37">
              <a:extLst>
                <a:ext uri="{FF2B5EF4-FFF2-40B4-BE49-F238E27FC236}">
                  <a16:creationId xmlns:a16="http://schemas.microsoft.com/office/drawing/2014/main" id="{76277BA5-AC32-CF5A-71A9-9C7274B850A5}"/>
                </a:ext>
              </a:extLst>
            </p:cNvPr>
            <p:cNvSpPr txBox="1"/>
            <p:nvPr/>
          </p:nvSpPr>
          <p:spPr>
            <a:xfrm>
              <a:off x="70389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80</a:t>
              </a:r>
              <a:endParaRPr/>
            </a:p>
          </p:txBody>
        </p:sp>
        <p:grpSp>
          <p:nvGrpSpPr>
            <p:cNvPr id="38" name="Google Shape;491;p37">
              <a:extLst>
                <a:ext uri="{FF2B5EF4-FFF2-40B4-BE49-F238E27FC236}">
                  <a16:creationId xmlns:a16="http://schemas.microsoft.com/office/drawing/2014/main" id="{35492E19-96BC-4096-6FAC-3C140731F258}"/>
                </a:ext>
              </a:extLst>
            </p:cNvPr>
            <p:cNvGrpSpPr/>
            <p:nvPr/>
          </p:nvGrpSpPr>
          <p:grpSpPr>
            <a:xfrm>
              <a:off x="1379538" y="1695450"/>
              <a:ext cx="677862" cy="4476750"/>
              <a:chOff x="1104" y="1068"/>
              <a:chExt cx="427" cy="2820"/>
            </a:xfrm>
          </p:grpSpPr>
          <p:sp>
            <p:nvSpPr>
              <p:cNvPr id="55" name="Google Shape;492;p37">
                <a:extLst>
                  <a:ext uri="{FF2B5EF4-FFF2-40B4-BE49-F238E27FC236}">
                    <a16:creationId xmlns:a16="http://schemas.microsoft.com/office/drawing/2014/main" id="{44ADDAD7-BF72-ECED-BE22-EE7D3B81676D}"/>
                  </a:ext>
                </a:extLst>
              </p:cNvPr>
              <p:cNvSpPr txBox="1"/>
              <p:nvPr/>
            </p:nvSpPr>
            <p:spPr>
              <a:xfrm>
                <a:off x="1104" y="363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0.00</a:t>
                </a:r>
                <a:endParaRPr/>
              </a:p>
            </p:txBody>
          </p:sp>
          <p:sp>
            <p:nvSpPr>
              <p:cNvPr id="56" name="Google Shape;493;p37">
                <a:extLst>
                  <a:ext uri="{FF2B5EF4-FFF2-40B4-BE49-F238E27FC236}">
                    <a16:creationId xmlns:a16="http://schemas.microsoft.com/office/drawing/2014/main" id="{C9B9F229-3A26-10C9-6445-3E4697259144}"/>
                  </a:ext>
                </a:extLst>
              </p:cNvPr>
              <p:cNvSpPr txBox="1"/>
              <p:nvPr/>
            </p:nvSpPr>
            <p:spPr>
              <a:xfrm>
                <a:off x="1104" y="300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0.25</a:t>
                </a:r>
                <a:endParaRPr/>
              </a:p>
            </p:txBody>
          </p:sp>
          <p:sp>
            <p:nvSpPr>
              <p:cNvPr id="57" name="Google Shape;494;p37">
                <a:extLst>
                  <a:ext uri="{FF2B5EF4-FFF2-40B4-BE49-F238E27FC236}">
                    <a16:creationId xmlns:a16="http://schemas.microsoft.com/office/drawing/2014/main" id="{212C3298-86A2-8249-FD2D-D0D2489CF09C}"/>
                  </a:ext>
                </a:extLst>
              </p:cNvPr>
              <p:cNvSpPr txBox="1"/>
              <p:nvPr/>
            </p:nvSpPr>
            <p:spPr>
              <a:xfrm>
                <a:off x="1104" y="2364"/>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0.50</a:t>
                </a:r>
                <a:endParaRPr/>
              </a:p>
            </p:txBody>
          </p:sp>
          <p:sp>
            <p:nvSpPr>
              <p:cNvPr id="58" name="Google Shape;495;p37">
                <a:extLst>
                  <a:ext uri="{FF2B5EF4-FFF2-40B4-BE49-F238E27FC236}">
                    <a16:creationId xmlns:a16="http://schemas.microsoft.com/office/drawing/2014/main" id="{EC4E4F35-F4D2-6000-0AD4-2D17A6FD787B}"/>
                  </a:ext>
                </a:extLst>
              </p:cNvPr>
              <p:cNvSpPr txBox="1"/>
              <p:nvPr/>
            </p:nvSpPr>
            <p:spPr>
              <a:xfrm>
                <a:off x="1104" y="1716"/>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0.75</a:t>
                </a:r>
                <a:endParaRPr/>
              </a:p>
            </p:txBody>
          </p:sp>
          <p:sp>
            <p:nvSpPr>
              <p:cNvPr id="59" name="Google Shape;496;p37">
                <a:extLst>
                  <a:ext uri="{FF2B5EF4-FFF2-40B4-BE49-F238E27FC236}">
                    <a16:creationId xmlns:a16="http://schemas.microsoft.com/office/drawing/2014/main" id="{FA46BDF8-81DC-A431-0FF5-97E92DAC6FAA}"/>
                  </a:ext>
                </a:extLst>
              </p:cNvPr>
              <p:cNvSpPr txBox="1"/>
              <p:nvPr/>
            </p:nvSpPr>
            <p:spPr>
              <a:xfrm>
                <a:off x="1104" y="106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1.00</a:t>
                </a:r>
                <a:endParaRPr/>
              </a:p>
            </p:txBody>
          </p:sp>
        </p:grpSp>
        <p:sp>
          <p:nvSpPr>
            <p:cNvPr id="39" name="Google Shape;497;p37">
              <a:extLst>
                <a:ext uri="{FF2B5EF4-FFF2-40B4-BE49-F238E27FC236}">
                  <a16:creationId xmlns:a16="http://schemas.microsoft.com/office/drawing/2014/main" id="{C5656BC7-241C-9243-4AFE-19F1C4482DF4}"/>
                </a:ext>
              </a:extLst>
            </p:cNvPr>
            <p:cNvSpPr txBox="1"/>
            <p:nvPr/>
          </p:nvSpPr>
          <p:spPr>
            <a:xfrm>
              <a:off x="3014663" y="6335713"/>
              <a:ext cx="33861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Hatchery production (1000s)</a:t>
              </a:r>
              <a:endParaRPr/>
            </a:p>
          </p:txBody>
        </p:sp>
        <p:sp>
          <p:nvSpPr>
            <p:cNvPr id="40" name="Google Shape;498;p37">
              <a:extLst>
                <a:ext uri="{FF2B5EF4-FFF2-40B4-BE49-F238E27FC236}">
                  <a16:creationId xmlns:a16="http://schemas.microsoft.com/office/drawing/2014/main" id="{6C1F8EB2-2E01-C992-5933-EE4972196AC3}"/>
                </a:ext>
              </a:extLst>
            </p:cNvPr>
            <p:cNvSpPr txBox="1"/>
            <p:nvPr/>
          </p:nvSpPr>
          <p:spPr>
            <a:xfrm rot="-5400000">
              <a:off x="633413" y="3741737"/>
              <a:ext cx="80645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Utility</a:t>
              </a:r>
              <a:endParaRPr/>
            </a:p>
          </p:txBody>
        </p:sp>
        <p:sp>
          <p:nvSpPr>
            <p:cNvPr id="41" name="Google Shape;499;p37">
              <a:extLst>
                <a:ext uri="{FF2B5EF4-FFF2-40B4-BE49-F238E27FC236}">
                  <a16:creationId xmlns:a16="http://schemas.microsoft.com/office/drawing/2014/main" id="{0BE84275-F4FB-1D14-A092-E44FB620FB5E}"/>
                </a:ext>
              </a:extLst>
            </p:cNvPr>
            <p:cNvSpPr/>
            <p:nvPr/>
          </p:nvSpPr>
          <p:spPr>
            <a:xfrm>
              <a:off x="2667000" y="59055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42" name="Google Shape;500;p37">
              <a:extLst>
                <a:ext uri="{FF2B5EF4-FFF2-40B4-BE49-F238E27FC236}">
                  <a16:creationId xmlns:a16="http://schemas.microsoft.com/office/drawing/2014/main" id="{04EDCF45-079E-07E4-6AFF-127E5A8D57C6}"/>
                </a:ext>
              </a:extLst>
            </p:cNvPr>
            <p:cNvSpPr/>
            <p:nvPr/>
          </p:nvSpPr>
          <p:spPr>
            <a:xfrm>
              <a:off x="6553200" y="18288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grpSp>
          <p:nvGrpSpPr>
            <p:cNvPr id="43" name="Google Shape;501;p37">
              <a:extLst>
                <a:ext uri="{FF2B5EF4-FFF2-40B4-BE49-F238E27FC236}">
                  <a16:creationId xmlns:a16="http://schemas.microsoft.com/office/drawing/2014/main" id="{BD549C3F-052A-6B9E-5FA7-D8061F125364}"/>
                </a:ext>
              </a:extLst>
            </p:cNvPr>
            <p:cNvGrpSpPr/>
            <p:nvPr/>
          </p:nvGrpSpPr>
          <p:grpSpPr>
            <a:xfrm>
              <a:off x="2740025" y="1905000"/>
              <a:ext cx="3892550" cy="4079875"/>
              <a:chOff x="1726" y="1200"/>
              <a:chExt cx="2452" cy="2570"/>
            </a:xfrm>
          </p:grpSpPr>
          <p:sp>
            <p:nvSpPr>
              <p:cNvPr id="52" name="Google Shape;502;p37">
                <a:extLst>
                  <a:ext uri="{FF2B5EF4-FFF2-40B4-BE49-F238E27FC236}">
                    <a16:creationId xmlns:a16="http://schemas.microsoft.com/office/drawing/2014/main" id="{B347F421-9521-16CF-7674-B7C768F07809}"/>
                  </a:ext>
                </a:extLst>
              </p:cNvPr>
              <p:cNvSpPr/>
              <p:nvPr/>
            </p:nvSpPr>
            <p:spPr>
              <a:xfrm>
                <a:off x="1726" y="1200"/>
                <a:ext cx="2452" cy="2570"/>
              </a:xfrm>
              <a:custGeom>
                <a:avLst/>
                <a:gdLst/>
                <a:ahLst/>
                <a:cxnLst/>
                <a:rect l="l" t="t" r="r" b="b"/>
                <a:pathLst>
                  <a:path w="120000" h="120000" extrusionOk="0">
                    <a:moveTo>
                      <a:pt x="0" y="120000"/>
                    </a:moveTo>
                    <a:lnTo>
                      <a:pt x="3075" y="116837"/>
                    </a:lnTo>
                    <a:lnTo>
                      <a:pt x="6115" y="114046"/>
                    </a:lnTo>
                    <a:lnTo>
                      <a:pt x="8898" y="110883"/>
                    </a:lnTo>
                    <a:lnTo>
                      <a:pt x="11937" y="108046"/>
                    </a:lnTo>
                    <a:lnTo>
                      <a:pt x="14977" y="104883"/>
                    </a:lnTo>
                    <a:lnTo>
                      <a:pt x="18016" y="102046"/>
                    </a:lnTo>
                    <a:lnTo>
                      <a:pt x="21092" y="98883"/>
                    </a:lnTo>
                    <a:lnTo>
                      <a:pt x="24131" y="96093"/>
                    </a:lnTo>
                    <a:lnTo>
                      <a:pt x="26914" y="92930"/>
                    </a:lnTo>
                    <a:lnTo>
                      <a:pt x="29954" y="90093"/>
                    </a:lnTo>
                    <a:lnTo>
                      <a:pt x="32993" y="86930"/>
                    </a:lnTo>
                    <a:lnTo>
                      <a:pt x="36032" y="84139"/>
                    </a:lnTo>
                    <a:lnTo>
                      <a:pt x="39108" y="80930"/>
                    </a:lnTo>
                    <a:lnTo>
                      <a:pt x="42148" y="78139"/>
                    </a:lnTo>
                    <a:lnTo>
                      <a:pt x="44894" y="74976"/>
                    </a:lnTo>
                    <a:lnTo>
                      <a:pt x="47970" y="72139"/>
                    </a:lnTo>
                    <a:lnTo>
                      <a:pt x="51010" y="68976"/>
                    </a:lnTo>
                    <a:lnTo>
                      <a:pt x="54049" y="66186"/>
                    </a:lnTo>
                    <a:lnTo>
                      <a:pt x="57088" y="63023"/>
                    </a:lnTo>
                    <a:lnTo>
                      <a:pt x="60164" y="60186"/>
                    </a:lnTo>
                    <a:lnTo>
                      <a:pt x="62911" y="57023"/>
                    </a:lnTo>
                    <a:lnTo>
                      <a:pt x="65987" y="53860"/>
                    </a:lnTo>
                    <a:lnTo>
                      <a:pt x="69026" y="51023"/>
                    </a:lnTo>
                    <a:lnTo>
                      <a:pt x="72065" y="47860"/>
                    </a:lnTo>
                    <a:lnTo>
                      <a:pt x="75105" y="45069"/>
                    </a:lnTo>
                    <a:lnTo>
                      <a:pt x="77888" y="41906"/>
                    </a:lnTo>
                    <a:lnTo>
                      <a:pt x="80927" y="39069"/>
                    </a:lnTo>
                    <a:lnTo>
                      <a:pt x="84003" y="35906"/>
                    </a:lnTo>
                    <a:lnTo>
                      <a:pt x="87043" y="33069"/>
                    </a:lnTo>
                    <a:lnTo>
                      <a:pt x="90082" y="29906"/>
                    </a:lnTo>
                    <a:lnTo>
                      <a:pt x="93121" y="27116"/>
                    </a:lnTo>
                    <a:lnTo>
                      <a:pt x="95904" y="23953"/>
                    </a:lnTo>
                    <a:lnTo>
                      <a:pt x="98944" y="21116"/>
                    </a:lnTo>
                    <a:lnTo>
                      <a:pt x="101983" y="17953"/>
                    </a:lnTo>
                    <a:lnTo>
                      <a:pt x="105059" y="15162"/>
                    </a:lnTo>
                    <a:lnTo>
                      <a:pt x="108098" y="11953"/>
                    </a:lnTo>
                    <a:lnTo>
                      <a:pt x="111138" y="9162"/>
                    </a:lnTo>
                    <a:lnTo>
                      <a:pt x="113921" y="6000"/>
                    </a:lnTo>
                    <a:lnTo>
                      <a:pt x="116960" y="3162"/>
                    </a:lnTo>
                    <a:lnTo>
                      <a:pt x="120000" y="0"/>
                    </a:ln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3" name="Google Shape;503;p37">
                <a:extLst>
                  <a:ext uri="{FF2B5EF4-FFF2-40B4-BE49-F238E27FC236}">
                    <a16:creationId xmlns:a16="http://schemas.microsoft.com/office/drawing/2014/main" id="{A3599C11-2F3B-EA33-3789-930CE4DC35D2}"/>
                  </a:ext>
                </a:extLst>
              </p:cNvPr>
              <p:cNvSpPr/>
              <p:nvPr/>
            </p:nvSpPr>
            <p:spPr>
              <a:xfrm>
                <a:off x="2904" y="2440"/>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4" name="Google Shape;504;p37">
                <a:extLst>
                  <a:ext uri="{FF2B5EF4-FFF2-40B4-BE49-F238E27FC236}">
                    <a16:creationId xmlns:a16="http://schemas.microsoft.com/office/drawing/2014/main" id="{EDBEF06A-15D6-79E3-583C-3099005B4EE2}"/>
                  </a:ext>
                </a:extLst>
              </p:cNvPr>
              <p:cNvSpPr txBox="1"/>
              <p:nvPr/>
            </p:nvSpPr>
            <p:spPr>
              <a:xfrm rot="-2699867">
                <a:off x="3123" y="1609"/>
                <a:ext cx="742"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neutral</a:t>
                </a:r>
                <a:endParaRPr/>
              </a:p>
            </p:txBody>
          </p:sp>
        </p:grpSp>
        <p:grpSp>
          <p:nvGrpSpPr>
            <p:cNvPr id="44" name="Google Shape;505;p37">
              <a:extLst>
                <a:ext uri="{FF2B5EF4-FFF2-40B4-BE49-F238E27FC236}">
                  <a16:creationId xmlns:a16="http://schemas.microsoft.com/office/drawing/2014/main" id="{7627CCAC-8435-B762-7AD8-80B5B02980AE}"/>
                </a:ext>
              </a:extLst>
            </p:cNvPr>
            <p:cNvGrpSpPr/>
            <p:nvPr/>
          </p:nvGrpSpPr>
          <p:grpSpPr>
            <a:xfrm>
              <a:off x="2752725" y="1505749"/>
              <a:ext cx="3892550" cy="4466426"/>
              <a:chOff x="1734" y="949"/>
              <a:chExt cx="2452" cy="2813"/>
            </a:xfrm>
          </p:grpSpPr>
          <p:sp>
            <p:nvSpPr>
              <p:cNvPr id="49" name="Google Shape;506;p37">
                <a:extLst>
                  <a:ext uri="{FF2B5EF4-FFF2-40B4-BE49-F238E27FC236}">
                    <a16:creationId xmlns:a16="http://schemas.microsoft.com/office/drawing/2014/main" id="{D16B45CE-F55D-5C8C-EDF6-31B216683ECF}"/>
                  </a:ext>
                </a:extLst>
              </p:cNvPr>
              <p:cNvSpPr/>
              <p:nvPr/>
            </p:nvSpPr>
            <p:spPr>
              <a:xfrm>
                <a:off x="1734" y="1108"/>
                <a:ext cx="2452" cy="2654"/>
              </a:xfrm>
              <a:custGeom>
                <a:avLst/>
                <a:gdLst/>
                <a:ahLst/>
                <a:cxnLst/>
                <a:rect l="l" t="t" r="r" b="b"/>
                <a:pathLst>
                  <a:path w="120000" h="120000" extrusionOk="0">
                    <a:moveTo>
                      <a:pt x="0" y="120000"/>
                    </a:moveTo>
                    <a:cubicBezTo>
                      <a:pt x="9396" y="103225"/>
                      <a:pt x="36460" y="38703"/>
                      <a:pt x="56476" y="19351"/>
                    </a:cubicBezTo>
                    <a:cubicBezTo>
                      <a:pt x="76492" y="0"/>
                      <a:pt x="109429" y="6375"/>
                      <a:pt x="120000" y="3798"/>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0" name="Google Shape;507;p37">
                <a:extLst>
                  <a:ext uri="{FF2B5EF4-FFF2-40B4-BE49-F238E27FC236}">
                    <a16:creationId xmlns:a16="http://schemas.microsoft.com/office/drawing/2014/main" id="{0A4BD0E9-A5CF-7B82-DA80-048789EBF64F}"/>
                  </a:ext>
                </a:extLst>
              </p:cNvPr>
              <p:cNvSpPr/>
              <p:nvPr/>
            </p:nvSpPr>
            <p:spPr>
              <a:xfrm>
                <a:off x="2904" y="1424"/>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1" name="Google Shape;508;p37">
                <a:extLst>
                  <a:ext uri="{FF2B5EF4-FFF2-40B4-BE49-F238E27FC236}">
                    <a16:creationId xmlns:a16="http://schemas.microsoft.com/office/drawing/2014/main" id="{2EAF8D07-3904-A413-8808-AC1CE0348F9D}"/>
                  </a:ext>
                </a:extLst>
              </p:cNvPr>
              <p:cNvSpPr txBox="1"/>
              <p:nvPr/>
            </p:nvSpPr>
            <p:spPr>
              <a:xfrm rot="-858090">
                <a:off x="3024" y="1036"/>
                <a:ext cx="735"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averse</a:t>
                </a:r>
                <a:endParaRPr/>
              </a:p>
            </p:txBody>
          </p:sp>
        </p:grpSp>
      </p:grpSp>
      <p:sp>
        <p:nvSpPr>
          <p:cNvPr id="79" name="TextBox 78">
            <a:extLst>
              <a:ext uri="{FF2B5EF4-FFF2-40B4-BE49-F238E27FC236}">
                <a16:creationId xmlns:a16="http://schemas.microsoft.com/office/drawing/2014/main" id="{7A9AE6B3-1B8B-B61E-7675-F5B77A408707}"/>
              </a:ext>
            </a:extLst>
          </p:cNvPr>
          <p:cNvSpPr txBox="1"/>
          <p:nvPr/>
        </p:nvSpPr>
        <p:spPr>
          <a:xfrm>
            <a:off x="395136" y="2722220"/>
            <a:ext cx="2351886" cy="923330"/>
          </a:xfrm>
          <a:prstGeom prst="rect">
            <a:avLst/>
          </a:prstGeom>
          <a:noFill/>
        </p:spPr>
        <p:txBody>
          <a:bodyPr wrap="square" rtlCol="0">
            <a:spAutoFit/>
          </a:bodyPr>
          <a:lstStyle/>
          <a:p>
            <a:pPr algn="ctr"/>
            <a:r>
              <a:rPr lang="en-US" b="1" u="sng" dirty="0">
                <a:solidFill>
                  <a:schemeClr val="accent3">
                    <a:lumMod val="75000"/>
                  </a:schemeClr>
                </a:solidFill>
              </a:rPr>
              <a:t>Utility of 40 K?????</a:t>
            </a:r>
          </a:p>
          <a:p>
            <a:pPr algn="ctr"/>
            <a:r>
              <a:rPr lang="en-US" b="1" dirty="0">
                <a:solidFill>
                  <a:schemeClr val="accent3">
                    <a:lumMod val="75000"/>
                  </a:schemeClr>
                </a:solidFill>
              </a:rPr>
              <a:t>40K is halfway between 10K and 70K</a:t>
            </a:r>
          </a:p>
        </p:txBody>
      </p:sp>
      <p:cxnSp>
        <p:nvCxnSpPr>
          <p:cNvPr id="4" name="Straight Arrow Connector 3">
            <a:extLst>
              <a:ext uri="{FF2B5EF4-FFF2-40B4-BE49-F238E27FC236}">
                <a16:creationId xmlns:a16="http://schemas.microsoft.com/office/drawing/2014/main" id="{21B5EA3C-825B-2925-4EDC-13B66D51F907}"/>
              </a:ext>
            </a:extLst>
          </p:cNvPr>
          <p:cNvCxnSpPr>
            <a:cxnSpLocks/>
          </p:cNvCxnSpPr>
          <p:nvPr/>
        </p:nvCxnSpPr>
        <p:spPr>
          <a:xfrm flipH="1">
            <a:off x="7318069" y="2298600"/>
            <a:ext cx="3738393" cy="1998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EB44D16-EB01-48F4-80E0-6E3312C204AD}"/>
              </a:ext>
            </a:extLst>
          </p:cNvPr>
          <p:cNvSpPr txBox="1"/>
          <p:nvPr/>
        </p:nvSpPr>
        <p:spPr>
          <a:xfrm>
            <a:off x="9083216" y="2434374"/>
            <a:ext cx="2811576" cy="1477328"/>
          </a:xfrm>
          <a:prstGeom prst="rect">
            <a:avLst/>
          </a:prstGeom>
          <a:noFill/>
        </p:spPr>
        <p:txBody>
          <a:bodyPr wrap="square" rtlCol="0">
            <a:spAutoFit/>
          </a:bodyPr>
          <a:lstStyle/>
          <a:p>
            <a:r>
              <a:rPr lang="en-US" dirty="0"/>
              <a:t>Assigning EU(40K) &gt; 0.5 makes you risk averse</a:t>
            </a:r>
          </a:p>
          <a:p>
            <a:endParaRPr lang="en-US" dirty="0"/>
          </a:p>
          <a:p>
            <a:r>
              <a:rPr lang="en-US" dirty="0"/>
              <a:t>(Curve is concave showing diminishing marginal utility)</a:t>
            </a:r>
          </a:p>
        </p:txBody>
      </p:sp>
    </p:spTree>
    <p:extLst>
      <p:ext uri="{BB962C8B-B14F-4D97-AF65-F5344CB8AC3E}">
        <p14:creationId xmlns:p14="http://schemas.microsoft.com/office/powerpoint/2010/main" val="952712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B8948-51F1-59E7-D150-695C3DB06995}"/>
              </a:ext>
            </a:extLst>
          </p:cNvPr>
          <p:cNvSpPr>
            <a:spLocks noGrp="1"/>
          </p:cNvSpPr>
          <p:nvPr>
            <p:ph type="title"/>
          </p:nvPr>
        </p:nvSpPr>
        <p:spPr>
          <a:xfrm>
            <a:off x="838200" y="497327"/>
            <a:ext cx="10515600" cy="802663"/>
          </a:xfrm>
        </p:spPr>
        <p:txBody>
          <a:bodyPr/>
          <a:lstStyle/>
          <a:p>
            <a:r>
              <a:rPr lang="en-US" dirty="0"/>
              <a:t>Aside: diminishing utility</a:t>
            </a:r>
          </a:p>
        </p:txBody>
      </p:sp>
      <p:pic>
        <p:nvPicPr>
          <p:cNvPr id="5" name="Online Media 4" title="The Law of Diminishing Marginal Utility Explained in One Minute: From Definition to Examples">
            <a:hlinkClick r:id="" action="ppaction://media"/>
            <a:extLst>
              <a:ext uri="{FF2B5EF4-FFF2-40B4-BE49-F238E27FC236}">
                <a16:creationId xmlns:a16="http://schemas.microsoft.com/office/drawing/2014/main" id="{4F0E9ED8-D526-79F9-1F6C-04DB5F27B379}"/>
              </a:ext>
            </a:extLst>
          </p:cNvPr>
          <p:cNvPicPr>
            <a:picLocks noGrp="1" noRot="1" noChangeAspect="1"/>
          </p:cNvPicPr>
          <p:nvPr>
            <p:ph idx="1"/>
            <a:videoFile r:link="rId1"/>
          </p:nvPr>
        </p:nvPicPr>
        <p:blipFill>
          <a:blip r:embed="rId3"/>
          <a:stretch>
            <a:fillRect/>
          </a:stretch>
        </p:blipFill>
        <p:spPr>
          <a:xfrm>
            <a:off x="1689034" y="1299990"/>
            <a:ext cx="8631228" cy="4876973"/>
          </a:xfrm>
          <a:prstGeom prst="rect">
            <a:avLst/>
          </a:prstGeom>
        </p:spPr>
      </p:pic>
      <p:sp>
        <p:nvSpPr>
          <p:cNvPr id="4" name="TextBox 3">
            <a:extLst>
              <a:ext uri="{FF2B5EF4-FFF2-40B4-BE49-F238E27FC236}">
                <a16:creationId xmlns:a16="http://schemas.microsoft.com/office/drawing/2014/main" id="{4EABA04B-BBB3-8C02-B7C1-2E1D39949190}"/>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spTree>
    <p:extLst>
      <p:ext uri="{BB962C8B-B14F-4D97-AF65-F5344CB8AC3E}">
        <p14:creationId xmlns:p14="http://schemas.microsoft.com/office/powerpoint/2010/main" val="3198629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0DF0D-2CC8-89D5-4EB7-14E806C9D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F248F-A45A-3C27-0195-DC58BDE5FEEF}"/>
              </a:ext>
            </a:extLst>
          </p:cNvPr>
          <p:cNvSpPr>
            <a:spLocks noGrp="1"/>
          </p:cNvSpPr>
          <p:nvPr>
            <p:ph type="title"/>
          </p:nvPr>
        </p:nvSpPr>
        <p:spPr/>
        <p:txBody>
          <a:bodyPr/>
          <a:lstStyle/>
          <a:p>
            <a:r>
              <a:rPr lang="en-US" dirty="0"/>
              <a:t>Approaches to risk example:</a:t>
            </a:r>
          </a:p>
        </p:txBody>
      </p:sp>
      <p:sp>
        <p:nvSpPr>
          <p:cNvPr id="3" name="Content Placeholder 2">
            <a:extLst>
              <a:ext uri="{FF2B5EF4-FFF2-40B4-BE49-F238E27FC236}">
                <a16:creationId xmlns:a16="http://schemas.microsoft.com/office/drawing/2014/main" id="{A8730F4C-96AA-CB47-1AED-C559BBAAEF7B}"/>
              </a:ext>
            </a:extLst>
          </p:cNvPr>
          <p:cNvSpPr>
            <a:spLocks noGrp="1"/>
          </p:cNvSpPr>
          <p:nvPr>
            <p:ph idx="1"/>
          </p:nvPr>
        </p:nvSpPr>
        <p:spPr>
          <a:xfrm>
            <a:off x="838200" y="1319434"/>
            <a:ext cx="10795612" cy="498350"/>
          </a:xfrm>
        </p:spPr>
        <p:txBody>
          <a:bodyPr>
            <a:normAutofit/>
          </a:bodyPr>
          <a:lstStyle/>
          <a:p>
            <a:r>
              <a:rPr lang="en-US" sz="2400" dirty="0">
                <a:ea typeface="Century Gothic"/>
                <a:cs typeface="Century Gothic"/>
                <a:sym typeface="Century Gothic"/>
              </a:rPr>
              <a:t>Should you adopt new technology to increase production of fry at a hatchery?</a:t>
            </a:r>
            <a:endParaRPr lang="en-US" sz="2400" dirty="0"/>
          </a:p>
        </p:txBody>
      </p:sp>
      <p:sp>
        <p:nvSpPr>
          <p:cNvPr id="23" name="Google Shape;391;p31">
            <a:extLst>
              <a:ext uri="{FF2B5EF4-FFF2-40B4-BE49-F238E27FC236}">
                <a16:creationId xmlns:a16="http://schemas.microsoft.com/office/drawing/2014/main" id="{36849D78-B465-AFC9-1A27-645E25F275AD}"/>
              </a:ext>
            </a:extLst>
          </p:cNvPr>
          <p:cNvSpPr txBox="1"/>
          <p:nvPr/>
        </p:nvSpPr>
        <p:spPr>
          <a:xfrm>
            <a:off x="1230651" y="1953104"/>
            <a:ext cx="2601990" cy="481270"/>
          </a:xfrm>
          <a:prstGeom prst="rect">
            <a:avLst/>
          </a:prstGeom>
          <a:solidFill>
            <a:schemeClr val="accent6">
              <a:lumMod val="20000"/>
              <a:lumOff val="8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solidFill>
                  <a:schemeClr val="dk1"/>
                </a:solidFill>
                <a:latin typeface="+mj-lt"/>
                <a:ea typeface="Palatino Linotype"/>
                <a:cs typeface="Palatino Linotype"/>
                <a:sym typeface="Palatino Linotype"/>
              </a:rPr>
              <a:t>EU = assign utilities</a:t>
            </a:r>
            <a:endParaRPr sz="2400" dirty="0">
              <a:latin typeface="+mj-lt"/>
            </a:endParaRPr>
          </a:p>
        </p:txBody>
      </p:sp>
      <p:sp>
        <p:nvSpPr>
          <p:cNvPr id="31" name="TextBox 30">
            <a:extLst>
              <a:ext uri="{FF2B5EF4-FFF2-40B4-BE49-F238E27FC236}">
                <a16:creationId xmlns:a16="http://schemas.microsoft.com/office/drawing/2014/main" id="{D5714718-D520-5A53-7A43-4FDA43D5D223}"/>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grpSp>
        <p:nvGrpSpPr>
          <p:cNvPr id="26" name="Group 25">
            <a:extLst>
              <a:ext uri="{FF2B5EF4-FFF2-40B4-BE49-F238E27FC236}">
                <a16:creationId xmlns:a16="http://schemas.microsoft.com/office/drawing/2014/main" id="{88F58A8F-5A82-620F-CCD5-7307E46A37D4}"/>
              </a:ext>
            </a:extLst>
          </p:cNvPr>
          <p:cNvGrpSpPr/>
          <p:nvPr/>
        </p:nvGrpSpPr>
        <p:grpSpPr>
          <a:xfrm>
            <a:off x="3250894" y="1568609"/>
            <a:ext cx="6667500" cy="5226839"/>
            <a:chOff x="838200" y="1505749"/>
            <a:chExt cx="6667500" cy="5226839"/>
          </a:xfrm>
        </p:grpSpPr>
        <p:grpSp>
          <p:nvGrpSpPr>
            <p:cNvPr id="32" name="Google Shape;467;p37">
              <a:extLst>
                <a:ext uri="{FF2B5EF4-FFF2-40B4-BE49-F238E27FC236}">
                  <a16:creationId xmlns:a16="http://schemas.microsoft.com/office/drawing/2014/main" id="{A18D5258-44EA-B59E-EAD5-B2CFCB0E0F4F}"/>
                </a:ext>
              </a:extLst>
            </p:cNvPr>
            <p:cNvGrpSpPr/>
            <p:nvPr/>
          </p:nvGrpSpPr>
          <p:grpSpPr>
            <a:xfrm>
              <a:off x="2090738" y="1892300"/>
              <a:ext cx="5203825" cy="4097338"/>
              <a:chOff x="1317" y="1192"/>
              <a:chExt cx="3278" cy="2581"/>
            </a:xfrm>
          </p:grpSpPr>
          <p:cxnSp>
            <p:nvCxnSpPr>
              <p:cNvPr id="60" name="Google Shape;468;p37">
                <a:extLst>
                  <a:ext uri="{FF2B5EF4-FFF2-40B4-BE49-F238E27FC236}">
                    <a16:creationId xmlns:a16="http://schemas.microsoft.com/office/drawing/2014/main" id="{E8223E6B-9E1B-1B36-7CA6-90D599074405}"/>
                  </a:ext>
                </a:extLst>
              </p:cNvPr>
              <p:cNvCxnSpPr/>
              <p:nvPr/>
            </p:nvCxnSpPr>
            <p:spPr>
              <a:xfrm>
                <a:off x="1317" y="3772"/>
                <a:ext cx="3277" cy="1"/>
              </a:xfrm>
              <a:prstGeom prst="straightConnector1">
                <a:avLst/>
              </a:prstGeom>
              <a:noFill/>
              <a:ln w="19050" cap="flat" cmpd="sng">
                <a:solidFill>
                  <a:schemeClr val="dk1"/>
                </a:solidFill>
                <a:prstDash val="solid"/>
                <a:round/>
                <a:headEnd type="none" w="sm" len="sm"/>
                <a:tailEnd type="none" w="sm" len="sm"/>
              </a:ln>
            </p:spPr>
          </p:cxnSp>
          <p:cxnSp>
            <p:nvCxnSpPr>
              <p:cNvPr id="61" name="Google Shape;469;p37">
                <a:extLst>
                  <a:ext uri="{FF2B5EF4-FFF2-40B4-BE49-F238E27FC236}">
                    <a16:creationId xmlns:a16="http://schemas.microsoft.com/office/drawing/2014/main" id="{12C3C749-BDE3-1449-C4B0-15E81FAF9554}"/>
                  </a:ext>
                </a:extLst>
              </p:cNvPr>
              <p:cNvCxnSpPr/>
              <p:nvPr/>
            </p:nvCxnSpPr>
            <p:spPr>
              <a:xfrm rot="10800000" flipH="1">
                <a:off x="1317" y="1192"/>
                <a:ext cx="1" cy="2580"/>
              </a:xfrm>
              <a:prstGeom prst="straightConnector1">
                <a:avLst/>
              </a:prstGeom>
              <a:noFill/>
              <a:ln w="19050" cap="flat" cmpd="sng">
                <a:solidFill>
                  <a:schemeClr val="dk1"/>
                </a:solidFill>
                <a:prstDash val="solid"/>
                <a:round/>
                <a:headEnd type="none" w="sm" len="sm"/>
                <a:tailEnd type="none" w="sm" len="sm"/>
              </a:ln>
            </p:spPr>
          </p:cxnSp>
          <p:cxnSp>
            <p:nvCxnSpPr>
              <p:cNvPr id="62" name="Google Shape;470;p37">
                <a:extLst>
                  <a:ext uri="{FF2B5EF4-FFF2-40B4-BE49-F238E27FC236}">
                    <a16:creationId xmlns:a16="http://schemas.microsoft.com/office/drawing/2014/main" id="{5C80565C-3BFE-7C3B-F875-9D1F56984C2D}"/>
                  </a:ext>
                </a:extLst>
              </p:cNvPr>
              <p:cNvCxnSpPr/>
              <p:nvPr/>
            </p:nvCxnSpPr>
            <p:spPr>
              <a:xfrm rot="10800000" flipH="1">
                <a:off x="1726" y="3742"/>
                <a:ext cx="1" cy="30"/>
              </a:xfrm>
              <a:prstGeom prst="straightConnector1">
                <a:avLst/>
              </a:prstGeom>
              <a:noFill/>
              <a:ln w="19050" cap="flat" cmpd="sng">
                <a:solidFill>
                  <a:schemeClr val="dk1"/>
                </a:solidFill>
                <a:prstDash val="solid"/>
                <a:round/>
                <a:headEnd type="none" w="sm" len="sm"/>
                <a:tailEnd type="none" w="sm" len="sm"/>
              </a:ln>
            </p:spPr>
          </p:cxnSp>
          <p:cxnSp>
            <p:nvCxnSpPr>
              <p:cNvPr id="63" name="Google Shape;471;p37">
                <a:extLst>
                  <a:ext uri="{FF2B5EF4-FFF2-40B4-BE49-F238E27FC236}">
                    <a16:creationId xmlns:a16="http://schemas.microsoft.com/office/drawing/2014/main" id="{AC8324AF-EC5B-939D-5352-C4D4855AC89C}"/>
                  </a:ext>
                </a:extLst>
              </p:cNvPr>
              <p:cNvCxnSpPr/>
              <p:nvPr/>
            </p:nvCxnSpPr>
            <p:spPr>
              <a:xfrm rot="10800000" flipH="1">
                <a:off x="2135" y="3742"/>
                <a:ext cx="1" cy="30"/>
              </a:xfrm>
              <a:prstGeom prst="straightConnector1">
                <a:avLst/>
              </a:prstGeom>
              <a:noFill/>
              <a:ln w="19050" cap="flat" cmpd="sng">
                <a:solidFill>
                  <a:schemeClr val="dk1"/>
                </a:solidFill>
                <a:prstDash val="solid"/>
                <a:round/>
                <a:headEnd type="none" w="sm" len="sm"/>
                <a:tailEnd type="none" w="sm" len="sm"/>
              </a:ln>
            </p:spPr>
          </p:cxnSp>
          <p:cxnSp>
            <p:nvCxnSpPr>
              <p:cNvPr id="64" name="Google Shape;472;p37">
                <a:extLst>
                  <a:ext uri="{FF2B5EF4-FFF2-40B4-BE49-F238E27FC236}">
                    <a16:creationId xmlns:a16="http://schemas.microsoft.com/office/drawing/2014/main" id="{68A808ED-4BC9-FA37-DC94-C2B9CB8BD62F}"/>
                  </a:ext>
                </a:extLst>
              </p:cNvPr>
              <p:cNvCxnSpPr/>
              <p:nvPr/>
            </p:nvCxnSpPr>
            <p:spPr>
              <a:xfrm rot="10800000" flipH="1">
                <a:off x="2543" y="3742"/>
                <a:ext cx="1" cy="30"/>
              </a:xfrm>
              <a:prstGeom prst="straightConnector1">
                <a:avLst/>
              </a:prstGeom>
              <a:noFill/>
              <a:ln w="19050" cap="flat" cmpd="sng">
                <a:solidFill>
                  <a:schemeClr val="dk1"/>
                </a:solidFill>
                <a:prstDash val="solid"/>
                <a:round/>
                <a:headEnd type="none" w="sm" len="sm"/>
                <a:tailEnd type="none" w="sm" len="sm"/>
              </a:ln>
            </p:spPr>
          </p:cxnSp>
          <p:cxnSp>
            <p:nvCxnSpPr>
              <p:cNvPr id="65" name="Google Shape;473;p37">
                <a:extLst>
                  <a:ext uri="{FF2B5EF4-FFF2-40B4-BE49-F238E27FC236}">
                    <a16:creationId xmlns:a16="http://schemas.microsoft.com/office/drawing/2014/main" id="{2DAD2515-CFD5-DE7E-F646-FA92810C3B42}"/>
                  </a:ext>
                </a:extLst>
              </p:cNvPr>
              <p:cNvCxnSpPr/>
              <p:nvPr/>
            </p:nvCxnSpPr>
            <p:spPr>
              <a:xfrm rot="10800000" flipH="1">
                <a:off x="2960" y="3742"/>
                <a:ext cx="1" cy="30"/>
              </a:xfrm>
              <a:prstGeom prst="straightConnector1">
                <a:avLst/>
              </a:prstGeom>
              <a:noFill/>
              <a:ln w="19050" cap="flat" cmpd="sng">
                <a:solidFill>
                  <a:schemeClr val="dk1"/>
                </a:solidFill>
                <a:prstDash val="solid"/>
                <a:round/>
                <a:headEnd type="none" w="sm" len="sm"/>
                <a:tailEnd type="none" w="sm" len="sm"/>
              </a:ln>
            </p:spPr>
          </p:cxnSp>
          <p:cxnSp>
            <p:nvCxnSpPr>
              <p:cNvPr id="66" name="Google Shape;474;p37">
                <a:extLst>
                  <a:ext uri="{FF2B5EF4-FFF2-40B4-BE49-F238E27FC236}">
                    <a16:creationId xmlns:a16="http://schemas.microsoft.com/office/drawing/2014/main" id="{3F0A5994-CC67-50B2-061F-C0F93F48DFDE}"/>
                  </a:ext>
                </a:extLst>
              </p:cNvPr>
              <p:cNvCxnSpPr/>
              <p:nvPr/>
            </p:nvCxnSpPr>
            <p:spPr>
              <a:xfrm rot="10800000" flipH="1">
                <a:off x="3368" y="3742"/>
                <a:ext cx="1" cy="30"/>
              </a:xfrm>
              <a:prstGeom prst="straightConnector1">
                <a:avLst/>
              </a:prstGeom>
              <a:noFill/>
              <a:ln w="19050" cap="flat" cmpd="sng">
                <a:solidFill>
                  <a:schemeClr val="dk1"/>
                </a:solidFill>
                <a:prstDash val="solid"/>
                <a:round/>
                <a:headEnd type="none" w="sm" len="sm"/>
                <a:tailEnd type="none" w="sm" len="sm"/>
              </a:ln>
            </p:spPr>
          </p:cxnSp>
          <p:cxnSp>
            <p:nvCxnSpPr>
              <p:cNvPr id="67" name="Google Shape;475;p37">
                <a:extLst>
                  <a:ext uri="{FF2B5EF4-FFF2-40B4-BE49-F238E27FC236}">
                    <a16:creationId xmlns:a16="http://schemas.microsoft.com/office/drawing/2014/main" id="{2FAB7B9B-4136-B331-F568-9A2B1845A4BD}"/>
                  </a:ext>
                </a:extLst>
              </p:cNvPr>
              <p:cNvCxnSpPr/>
              <p:nvPr/>
            </p:nvCxnSpPr>
            <p:spPr>
              <a:xfrm rot="10800000" flipH="1">
                <a:off x="3777" y="3742"/>
                <a:ext cx="1" cy="30"/>
              </a:xfrm>
              <a:prstGeom prst="straightConnector1">
                <a:avLst/>
              </a:prstGeom>
              <a:noFill/>
              <a:ln w="19050" cap="flat" cmpd="sng">
                <a:solidFill>
                  <a:schemeClr val="dk1"/>
                </a:solidFill>
                <a:prstDash val="solid"/>
                <a:round/>
                <a:headEnd type="none" w="sm" len="sm"/>
                <a:tailEnd type="none" w="sm" len="sm"/>
              </a:ln>
            </p:spPr>
          </p:cxnSp>
          <p:cxnSp>
            <p:nvCxnSpPr>
              <p:cNvPr id="68" name="Google Shape;476;p37">
                <a:extLst>
                  <a:ext uri="{FF2B5EF4-FFF2-40B4-BE49-F238E27FC236}">
                    <a16:creationId xmlns:a16="http://schemas.microsoft.com/office/drawing/2014/main" id="{7D74D4BA-C095-EE66-E7BE-236D4FE4AF30}"/>
                  </a:ext>
                </a:extLst>
              </p:cNvPr>
              <p:cNvCxnSpPr/>
              <p:nvPr/>
            </p:nvCxnSpPr>
            <p:spPr>
              <a:xfrm rot="10800000" flipH="1">
                <a:off x="4186" y="3742"/>
                <a:ext cx="1" cy="30"/>
              </a:xfrm>
              <a:prstGeom prst="straightConnector1">
                <a:avLst/>
              </a:prstGeom>
              <a:noFill/>
              <a:ln w="19050" cap="flat" cmpd="sng">
                <a:solidFill>
                  <a:schemeClr val="dk1"/>
                </a:solidFill>
                <a:prstDash val="solid"/>
                <a:round/>
                <a:headEnd type="none" w="sm" len="sm"/>
                <a:tailEnd type="none" w="sm" len="sm"/>
              </a:ln>
            </p:spPr>
          </p:cxnSp>
          <p:cxnSp>
            <p:nvCxnSpPr>
              <p:cNvPr id="69" name="Google Shape;477;p37">
                <a:extLst>
                  <a:ext uri="{FF2B5EF4-FFF2-40B4-BE49-F238E27FC236}">
                    <a16:creationId xmlns:a16="http://schemas.microsoft.com/office/drawing/2014/main" id="{AB04A0C9-757A-8101-4D35-3ED624073974}"/>
                  </a:ext>
                </a:extLst>
              </p:cNvPr>
              <p:cNvCxnSpPr/>
              <p:nvPr/>
            </p:nvCxnSpPr>
            <p:spPr>
              <a:xfrm rot="10800000" flipH="1">
                <a:off x="4594" y="3742"/>
                <a:ext cx="1" cy="30"/>
              </a:xfrm>
              <a:prstGeom prst="straightConnector1">
                <a:avLst/>
              </a:prstGeom>
              <a:noFill/>
              <a:ln w="19050" cap="flat" cmpd="sng">
                <a:solidFill>
                  <a:schemeClr val="dk1"/>
                </a:solidFill>
                <a:prstDash val="solid"/>
                <a:round/>
                <a:headEnd type="none" w="sm" len="sm"/>
                <a:tailEnd type="none" w="sm" len="sm"/>
              </a:ln>
            </p:spPr>
          </p:cxnSp>
          <p:cxnSp>
            <p:nvCxnSpPr>
              <p:cNvPr id="70" name="Google Shape;478;p37">
                <a:extLst>
                  <a:ext uri="{FF2B5EF4-FFF2-40B4-BE49-F238E27FC236}">
                    <a16:creationId xmlns:a16="http://schemas.microsoft.com/office/drawing/2014/main" id="{55743D8C-F4FC-AFE2-16C7-C9AA3A1B4E83}"/>
                  </a:ext>
                </a:extLst>
              </p:cNvPr>
              <p:cNvCxnSpPr/>
              <p:nvPr/>
            </p:nvCxnSpPr>
            <p:spPr>
              <a:xfrm>
                <a:off x="1317" y="3447"/>
                <a:ext cx="31" cy="1"/>
              </a:xfrm>
              <a:prstGeom prst="straightConnector1">
                <a:avLst/>
              </a:prstGeom>
              <a:noFill/>
              <a:ln w="19050" cap="flat" cmpd="sng">
                <a:solidFill>
                  <a:schemeClr val="dk1"/>
                </a:solidFill>
                <a:prstDash val="solid"/>
                <a:round/>
                <a:headEnd type="none" w="sm" len="sm"/>
                <a:tailEnd type="none" w="sm" len="sm"/>
              </a:ln>
            </p:spPr>
          </p:cxnSp>
          <p:cxnSp>
            <p:nvCxnSpPr>
              <p:cNvPr id="71" name="Google Shape;479;p37">
                <a:extLst>
                  <a:ext uri="{FF2B5EF4-FFF2-40B4-BE49-F238E27FC236}">
                    <a16:creationId xmlns:a16="http://schemas.microsoft.com/office/drawing/2014/main" id="{60B73265-633B-0AB6-650E-B7B43FF4F0E2}"/>
                  </a:ext>
                </a:extLst>
              </p:cNvPr>
              <p:cNvCxnSpPr/>
              <p:nvPr/>
            </p:nvCxnSpPr>
            <p:spPr>
              <a:xfrm>
                <a:off x="1317" y="3129"/>
                <a:ext cx="31" cy="1"/>
              </a:xfrm>
              <a:prstGeom prst="straightConnector1">
                <a:avLst/>
              </a:prstGeom>
              <a:noFill/>
              <a:ln w="19050" cap="flat" cmpd="sng">
                <a:solidFill>
                  <a:schemeClr val="dk1"/>
                </a:solidFill>
                <a:prstDash val="solid"/>
                <a:round/>
                <a:headEnd type="none" w="sm" len="sm"/>
                <a:tailEnd type="none" w="sm" len="sm"/>
              </a:ln>
            </p:spPr>
          </p:cxnSp>
          <p:cxnSp>
            <p:nvCxnSpPr>
              <p:cNvPr id="72" name="Google Shape;480;p37">
                <a:extLst>
                  <a:ext uri="{FF2B5EF4-FFF2-40B4-BE49-F238E27FC236}">
                    <a16:creationId xmlns:a16="http://schemas.microsoft.com/office/drawing/2014/main" id="{97D74EA6-AC9E-F8BC-4C71-1AB6A17F01E2}"/>
                  </a:ext>
                </a:extLst>
              </p:cNvPr>
              <p:cNvCxnSpPr/>
              <p:nvPr/>
            </p:nvCxnSpPr>
            <p:spPr>
              <a:xfrm>
                <a:off x="1317" y="2804"/>
                <a:ext cx="31" cy="1"/>
              </a:xfrm>
              <a:prstGeom prst="straightConnector1">
                <a:avLst/>
              </a:prstGeom>
              <a:noFill/>
              <a:ln w="19050" cap="flat" cmpd="sng">
                <a:solidFill>
                  <a:schemeClr val="dk1"/>
                </a:solidFill>
                <a:prstDash val="solid"/>
                <a:round/>
                <a:headEnd type="none" w="sm" len="sm"/>
                <a:tailEnd type="none" w="sm" len="sm"/>
              </a:ln>
            </p:spPr>
          </p:cxnSp>
          <p:cxnSp>
            <p:nvCxnSpPr>
              <p:cNvPr id="73" name="Google Shape;481;p37">
                <a:extLst>
                  <a:ext uri="{FF2B5EF4-FFF2-40B4-BE49-F238E27FC236}">
                    <a16:creationId xmlns:a16="http://schemas.microsoft.com/office/drawing/2014/main" id="{63359930-4B37-9C80-4098-25D32B636F15}"/>
                  </a:ext>
                </a:extLst>
              </p:cNvPr>
              <p:cNvCxnSpPr/>
              <p:nvPr/>
            </p:nvCxnSpPr>
            <p:spPr>
              <a:xfrm>
                <a:off x="1317" y="2486"/>
                <a:ext cx="31" cy="1"/>
              </a:xfrm>
              <a:prstGeom prst="straightConnector1">
                <a:avLst/>
              </a:prstGeom>
              <a:noFill/>
              <a:ln w="19050" cap="flat" cmpd="sng">
                <a:solidFill>
                  <a:schemeClr val="dk1"/>
                </a:solidFill>
                <a:prstDash val="solid"/>
                <a:round/>
                <a:headEnd type="none" w="sm" len="sm"/>
                <a:tailEnd type="none" w="sm" len="sm"/>
              </a:ln>
            </p:spPr>
          </p:cxnSp>
          <p:cxnSp>
            <p:nvCxnSpPr>
              <p:cNvPr id="74" name="Google Shape;482;p37">
                <a:extLst>
                  <a:ext uri="{FF2B5EF4-FFF2-40B4-BE49-F238E27FC236}">
                    <a16:creationId xmlns:a16="http://schemas.microsoft.com/office/drawing/2014/main" id="{C4412A1E-F960-A553-93F3-35DD1EDD7EB4}"/>
                  </a:ext>
                </a:extLst>
              </p:cNvPr>
              <p:cNvCxnSpPr/>
              <p:nvPr/>
            </p:nvCxnSpPr>
            <p:spPr>
              <a:xfrm>
                <a:off x="1317" y="2161"/>
                <a:ext cx="31" cy="1"/>
              </a:xfrm>
              <a:prstGeom prst="straightConnector1">
                <a:avLst/>
              </a:prstGeom>
              <a:noFill/>
              <a:ln w="19050" cap="flat" cmpd="sng">
                <a:solidFill>
                  <a:schemeClr val="dk1"/>
                </a:solidFill>
                <a:prstDash val="solid"/>
                <a:round/>
                <a:headEnd type="none" w="sm" len="sm"/>
                <a:tailEnd type="none" w="sm" len="sm"/>
              </a:ln>
            </p:spPr>
          </p:cxnSp>
          <p:cxnSp>
            <p:nvCxnSpPr>
              <p:cNvPr id="75" name="Google Shape;483;p37">
                <a:extLst>
                  <a:ext uri="{FF2B5EF4-FFF2-40B4-BE49-F238E27FC236}">
                    <a16:creationId xmlns:a16="http://schemas.microsoft.com/office/drawing/2014/main" id="{4DEAFFF9-CAB7-0043-619B-5BE1C10B3198}"/>
                  </a:ext>
                </a:extLst>
              </p:cNvPr>
              <p:cNvCxnSpPr/>
              <p:nvPr/>
            </p:nvCxnSpPr>
            <p:spPr>
              <a:xfrm>
                <a:off x="1317" y="1835"/>
                <a:ext cx="31" cy="1"/>
              </a:xfrm>
              <a:prstGeom prst="straightConnector1">
                <a:avLst/>
              </a:prstGeom>
              <a:noFill/>
              <a:ln w="19050" cap="flat" cmpd="sng">
                <a:solidFill>
                  <a:schemeClr val="dk1"/>
                </a:solidFill>
                <a:prstDash val="solid"/>
                <a:round/>
                <a:headEnd type="none" w="sm" len="sm"/>
                <a:tailEnd type="none" w="sm" len="sm"/>
              </a:ln>
            </p:spPr>
          </p:cxnSp>
          <p:cxnSp>
            <p:nvCxnSpPr>
              <p:cNvPr id="76" name="Google Shape;484;p37">
                <a:extLst>
                  <a:ext uri="{FF2B5EF4-FFF2-40B4-BE49-F238E27FC236}">
                    <a16:creationId xmlns:a16="http://schemas.microsoft.com/office/drawing/2014/main" id="{B055CB77-28C2-81DB-4804-F78DED9E9BAA}"/>
                  </a:ext>
                </a:extLst>
              </p:cNvPr>
              <p:cNvCxnSpPr/>
              <p:nvPr/>
            </p:nvCxnSpPr>
            <p:spPr>
              <a:xfrm>
                <a:off x="1317" y="1518"/>
                <a:ext cx="31" cy="1"/>
              </a:xfrm>
              <a:prstGeom prst="straightConnector1">
                <a:avLst/>
              </a:prstGeom>
              <a:noFill/>
              <a:ln w="19050" cap="flat" cmpd="sng">
                <a:solidFill>
                  <a:schemeClr val="dk1"/>
                </a:solidFill>
                <a:prstDash val="solid"/>
                <a:round/>
                <a:headEnd type="none" w="sm" len="sm"/>
                <a:tailEnd type="none" w="sm" len="sm"/>
              </a:ln>
            </p:spPr>
          </p:cxnSp>
          <p:cxnSp>
            <p:nvCxnSpPr>
              <p:cNvPr id="77" name="Google Shape;485;p37">
                <a:extLst>
                  <a:ext uri="{FF2B5EF4-FFF2-40B4-BE49-F238E27FC236}">
                    <a16:creationId xmlns:a16="http://schemas.microsoft.com/office/drawing/2014/main" id="{2D5C3906-9CAC-5A5E-9C84-A692D9660DC1}"/>
                  </a:ext>
                </a:extLst>
              </p:cNvPr>
              <p:cNvCxnSpPr/>
              <p:nvPr/>
            </p:nvCxnSpPr>
            <p:spPr>
              <a:xfrm>
                <a:off x="1317" y="1192"/>
                <a:ext cx="31" cy="1"/>
              </a:xfrm>
              <a:prstGeom prst="straightConnector1">
                <a:avLst/>
              </a:prstGeom>
              <a:noFill/>
              <a:ln w="19050" cap="flat" cmpd="sng">
                <a:solidFill>
                  <a:schemeClr val="dk1"/>
                </a:solidFill>
                <a:prstDash val="solid"/>
                <a:round/>
                <a:headEnd type="none" w="sm" len="sm"/>
                <a:tailEnd type="none" w="sm" len="sm"/>
              </a:ln>
            </p:spPr>
          </p:cxnSp>
        </p:grpSp>
        <p:sp>
          <p:nvSpPr>
            <p:cNvPr id="33" name="Google Shape;486;p37">
              <a:extLst>
                <a:ext uri="{FF2B5EF4-FFF2-40B4-BE49-F238E27FC236}">
                  <a16:creationId xmlns:a16="http://schemas.microsoft.com/office/drawing/2014/main" id="{EF2BD0C4-0F48-1D11-11CB-F4AE0A753AEA}"/>
                </a:ext>
              </a:extLst>
            </p:cNvPr>
            <p:cNvSpPr txBox="1"/>
            <p:nvPr/>
          </p:nvSpPr>
          <p:spPr>
            <a:xfrm>
              <a:off x="1960563" y="6003925"/>
              <a:ext cx="3254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a:t>
              </a:r>
              <a:endParaRPr/>
            </a:p>
          </p:txBody>
        </p:sp>
        <p:sp>
          <p:nvSpPr>
            <p:cNvPr id="34" name="Google Shape;487;p37">
              <a:extLst>
                <a:ext uri="{FF2B5EF4-FFF2-40B4-BE49-F238E27FC236}">
                  <a16:creationId xmlns:a16="http://schemas.microsoft.com/office/drawing/2014/main" id="{3287A733-FE3B-7F54-256C-9C8D9A5CA4F7}"/>
                </a:ext>
              </a:extLst>
            </p:cNvPr>
            <p:cNvSpPr txBox="1"/>
            <p:nvPr/>
          </p:nvSpPr>
          <p:spPr>
            <a:xfrm>
              <a:off x="312420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20</a:t>
              </a:r>
              <a:endParaRPr/>
            </a:p>
          </p:txBody>
        </p:sp>
        <p:sp>
          <p:nvSpPr>
            <p:cNvPr id="35" name="Google Shape;488;p37">
              <a:extLst>
                <a:ext uri="{FF2B5EF4-FFF2-40B4-BE49-F238E27FC236}">
                  <a16:creationId xmlns:a16="http://schemas.microsoft.com/office/drawing/2014/main" id="{FE255971-52F5-8F72-AFC8-1A519BDA36C0}"/>
                </a:ext>
              </a:extLst>
            </p:cNvPr>
            <p:cNvSpPr txBox="1"/>
            <p:nvPr/>
          </p:nvSpPr>
          <p:spPr>
            <a:xfrm>
              <a:off x="443865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40</a:t>
              </a:r>
              <a:endParaRPr dirty="0"/>
            </a:p>
          </p:txBody>
        </p:sp>
        <p:sp>
          <p:nvSpPr>
            <p:cNvPr id="36" name="Google Shape;489;p37">
              <a:extLst>
                <a:ext uri="{FF2B5EF4-FFF2-40B4-BE49-F238E27FC236}">
                  <a16:creationId xmlns:a16="http://schemas.microsoft.com/office/drawing/2014/main" id="{49D265B0-FDF2-B4A4-B9BF-18F0249EE556}"/>
                </a:ext>
              </a:extLst>
            </p:cNvPr>
            <p:cNvSpPr txBox="1"/>
            <p:nvPr/>
          </p:nvSpPr>
          <p:spPr>
            <a:xfrm>
              <a:off x="57435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60</a:t>
              </a:r>
              <a:endParaRPr/>
            </a:p>
          </p:txBody>
        </p:sp>
        <p:sp>
          <p:nvSpPr>
            <p:cNvPr id="37" name="Google Shape;490;p37">
              <a:extLst>
                <a:ext uri="{FF2B5EF4-FFF2-40B4-BE49-F238E27FC236}">
                  <a16:creationId xmlns:a16="http://schemas.microsoft.com/office/drawing/2014/main" id="{36064A78-C0F7-3C73-49E5-BF2A74B5092B}"/>
                </a:ext>
              </a:extLst>
            </p:cNvPr>
            <p:cNvSpPr txBox="1"/>
            <p:nvPr/>
          </p:nvSpPr>
          <p:spPr>
            <a:xfrm>
              <a:off x="70389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80</a:t>
              </a:r>
              <a:endParaRPr/>
            </a:p>
          </p:txBody>
        </p:sp>
        <p:grpSp>
          <p:nvGrpSpPr>
            <p:cNvPr id="38" name="Google Shape;491;p37">
              <a:extLst>
                <a:ext uri="{FF2B5EF4-FFF2-40B4-BE49-F238E27FC236}">
                  <a16:creationId xmlns:a16="http://schemas.microsoft.com/office/drawing/2014/main" id="{00F53D19-FC45-7216-7D1D-16876B389B7A}"/>
                </a:ext>
              </a:extLst>
            </p:cNvPr>
            <p:cNvGrpSpPr/>
            <p:nvPr/>
          </p:nvGrpSpPr>
          <p:grpSpPr>
            <a:xfrm>
              <a:off x="1379538" y="1695450"/>
              <a:ext cx="677862" cy="4476750"/>
              <a:chOff x="1104" y="1068"/>
              <a:chExt cx="427" cy="2820"/>
            </a:xfrm>
          </p:grpSpPr>
          <p:sp>
            <p:nvSpPr>
              <p:cNvPr id="55" name="Google Shape;492;p37">
                <a:extLst>
                  <a:ext uri="{FF2B5EF4-FFF2-40B4-BE49-F238E27FC236}">
                    <a16:creationId xmlns:a16="http://schemas.microsoft.com/office/drawing/2014/main" id="{A9BB1B2B-537D-3565-7F03-F5BBF2E3EE88}"/>
                  </a:ext>
                </a:extLst>
              </p:cNvPr>
              <p:cNvSpPr txBox="1"/>
              <p:nvPr/>
            </p:nvSpPr>
            <p:spPr>
              <a:xfrm>
                <a:off x="1104" y="363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0.00</a:t>
                </a:r>
                <a:endParaRPr/>
              </a:p>
            </p:txBody>
          </p:sp>
          <p:sp>
            <p:nvSpPr>
              <p:cNvPr id="56" name="Google Shape;493;p37">
                <a:extLst>
                  <a:ext uri="{FF2B5EF4-FFF2-40B4-BE49-F238E27FC236}">
                    <a16:creationId xmlns:a16="http://schemas.microsoft.com/office/drawing/2014/main" id="{DA9E9158-3323-79C8-A474-B9609027CC5A}"/>
                  </a:ext>
                </a:extLst>
              </p:cNvPr>
              <p:cNvSpPr txBox="1"/>
              <p:nvPr/>
            </p:nvSpPr>
            <p:spPr>
              <a:xfrm>
                <a:off x="1104" y="300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0.25</a:t>
                </a:r>
                <a:endParaRPr/>
              </a:p>
            </p:txBody>
          </p:sp>
          <p:sp>
            <p:nvSpPr>
              <p:cNvPr id="57" name="Google Shape;494;p37">
                <a:extLst>
                  <a:ext uri="{FF2B5EF4-FFF2-40B4-BE49-F238E27FC236}">
                    <a16:creationId xmlns:a16="http://schemas.microsoft.com/office/drawing/2014/main" id="{A750C435-E364-7F17-41F6-7ED70E4E99A7}"/>
                  </a:ext>
                </a:extLst>
              </p:cNvPr>
              <p:cNvSpPr txBox="1"/>
              <p:nvPr/>
            </p:nvSpPr>
            <p:spPr>
              <a:xfrm>
                <a:off x="1104" y="2364"/>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0.50</a:t>
                </a:r>
                <a:endParaRPr/>
              </a:p>
            </p:txBody>
          </p:sp>
          <p:sp>
            <p:nvSpPr>
              <p:cNvPr id="58" name="Google Shape;495;p37">
                <a:extLst>
                  <a:ext uri="{FF2B5EF4-FFF2-40B4-BE49-F238E27FC236}">
                    <a16:creationId xmlns:a16="http://schemas.microsoft.com/office/drawing/2014/main" id="{1EDD85EF-262D-373F-A3F8-EED417EC7AA3}"/>
                  </a:ext>
                </a:extLst>
              </p:cNvPr>
              <p:cNvSpPr txBox="1"/>
              <p:nvPr/>
            </p:nvSpPr>
            <p:spPr>
              <a:xfrm>
                <a:off x="1104" y="1716"/>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0.75</a:t>
                </a:r>
                <a:endParaRPr/>
              </a:p>
            </p:txBody>
          </p:sp>
          <p:sp>
            <p:nvSpPr>
              <p:cNvPr id="59" name="Google Shape;496;p37">
                <a:extLst>
                  <a:ext uri="{FF2B5EF4-FFF2-40B4-BE49-F238E27FC236}">
                    <a16:creationId xmlns:a16="http://schemas.microsoft.com/office/drawing/2014/main" id="{3691775A-BD5C-4377-C0FA-AB8E9250E19B}"/>
                  </a:ext>
                </a:extLst>
              </p:cNvPr>
              <p:cNvSpPr txBox="1"/>
              <p:nvPr/>
            </p:nvSpPr>
            <p:spPr>
              <a:xfrm>
                <a:off x="1104" y="106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1.00</a:t>
                </a:r>
                <a:endParaRPr/>
              </a:p>
            </p:txBody>
          </p:sp>
        </p:grpSp>
        <p:sp>
          <p:nvSpPr>
            <p:cNvPr id="39" name="Google Shape;497;p37">
              <a:extLst>
                <a:ext uri="{FF2B5EF4-FFF2-40B4-BE49-F238E27FC236}">
                  <a16:creationId xmlns:a16="http://schemas.microsoft.com/office/drawing/2014/main" id="{1A1DFFF4-5EFB-827F-0797-B7E185430F0C}"/>
                </a:ext>
              </a:extLst>
            </p:cNvPr>
            <p:cNvSpPr txBox="1"/>
            <p:nvPr/>
          </p:nvSpPr>
          <p:spPr>
            <a:xfrm>
              <a:off x="3014663" y="6335713"/>
              <a:ext cx="33861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Hatchery production (1000s)</a:t>
              </a:r>
              <a:endParaRPr/>
            </a:p>
          </p:txBody>
        </p:sp>
        <p:sp>
          <p:nvSpPr>
            <p:cNvPr id="40" name="Google Shape;498;p37">
              <a:extLst>
                <a:ext uri="{FF2B5EF4-FFF2-40B4-BE49-F238E27FC236}">
                  <a16:creationId xmlns:a16="http://schemas.microsoft.com/office/drawing/2014/main" id="{B1306EDA-501E-5C4F-50D9-7A91188AB7B6}"/>
                </a:ext>
              </a:extLst>
            </p:cNvPr>
            <p:cNvSpPr txBox="1"/>
            <p:nvPr/>
          </p:nvSpPr>
          <p:spPr>
            <a:xfrm rot="-5400000">
              <a:off x="633413" y="3741737"/>
              <a:ext cx="80645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Utility</a:t>
              </a:r>
              <a:endParaRPr/>
            </a:p>
          </p:txBody>
        </p:sp>
        <p:sp>
          <p:nvSpPr>
            <p:cNvPr id="41" name="Google Shape;499;p37">
              <a:extLst>
                <a:ext uri="{FF2B5EF4-FFF2-40B4-BE49-F238E27FC236}">
                  <a16:creationId xmlns:a16="http://schemas.microsoft.com/office/drawing/2014/main" id="{24896F1B-569B-DFF6-BF77-2A57A4A10453}"/>
                </a:ext>
              </a:extLst>
            </p:cNvPr>
            <p:cNvSpPr/>
            <p:nvPr/>
          </p:nvSpPr>
          <p:spPr>
            <a:xfrm>
              <a:off x="2667000" y="59055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42" name="Google Shape;500;p37">
              <a:extLst>
                <a:ext uri="{FF2B5EF4-FFF2-40B4-BE49-F238E27FC236}">
                  <a16:creationId xmlns:a16="http://schemas.microsoft.com/office/drawing/2014/main" id="{C8FC5543-1944-2648-3F72-2F0FAAC21BA5}"/>
                </a:ext>
              </a:extLst>
            </p:cNvPr>
            <p:cNvSpPr/>
            <p:nvPr/>
          </p:nvSpPr>
          <p:spPr>
            <a:xfrm>
              <a:off x="6553200" y="18288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grpSp>
          <p:nvGrpSpPr>
            <p:cNvPr id="43" name="Google Shape;501;p37">
              <a:extLst>
                <a:ext uri="{FF2B5EF4-FFF2-40B4-BE49-F238E27FC236}">
                  <a16:creationId xmlns:a16="http://schemas.microsoft.com/office/drawing/2014/main" id="{3EF4131B-2415-2E12-3110-A258D60CB065}"/>
                </a:ext>
              </a:extLst>
            </p:cNvPr>
            <p:cNvGrpSpPr/>
            <p:nvPr/>
          </p:nvGrpSpPr>
          <p:grpSpPr>
            <a:xfrm>
              <a:off x="2740025" y="1905000"/>
              <a:ext cx="3892550" cy="4079875"/>
              <a:chOff x="1726" y="1200"/>
              <a:chExt cx="2452" cy="2570"/>
            </a:xfrm>
          </p:grpSpPr>
          <p:sp>
            <p:nvSpPr>
              <p:cNvPr id="52" name="Google Shape;502;p37">
                <a:extLst>
                  <a:ext uri="{FF2B5EF4-FFF2-40B4-BE49-F238E27FC236}">
                    <a16:creationId xmlns:a16="http://schemas.microsoft.com/office/drawing/2014/main" id="{9AECBDEB-68C5-509B-5FB1-ADAD17134DAC}"/>
                  </a:ext>
                </a:extLst>
              </p:cNvPr>
              <p:cNvSpPr/>
              <p:nvPr/>
            </p:nvSpPr>
            <p:spPr>
              <a:xfrm>
                <a:off x="1726" y="1200"/>
                <a:ext cx="2452" cy="2570"/>
              </a:xfrm>
              <a:custGeom>
                <a:avLst/>
                <a:gdLst/>
                <a:ahLst/>
                <a:cxnLst/>
                <a:rect l="l" t="t" r="r" b="b"/>
                <a:pathLst>
                  <a:path w="120000" h="120000" extrusionOk="0">
                    <a:moveTo>
                      <a:pt x="0" y="120000"/>
                    </a:moveTo>
                    <a:lnTo>
                      <a:pt x="3075" y="116837"/>
                    </a:lnTo>
                    <a:lnTo>
                      <a:pt x="6115" y="114046"/>
                    </a:lnTo>
                    <a:lnTo>
                      <a:pt x="8898" y="110883"/>
                    </a:lnTo>
                    <a:lnTo>
                      <a:pt x="11937" y="108046"/>
                    </a:lnTo>
                    <a:lnTo>
                      <a:pt x="14977" y="104883"/>
                    </a:lnTo>
                    <a:lnTo>
                      <a:pt x="18016" y="102046"/>
                    </a:lnTo>
                    <a:lnTo>
                      <a:pt x="21092" y="98883"/>
                    </a:lnTo>
                    <a:lnTo>
                      <a:pt x="24131" y="96093"/>
                    </a:lnTo>
                    <a:lnTo>
                      <a:pt x="26914" y="92930"/>
                    </a:lnTo>
                    <a:lnTo>
                      <a:pt x="29954" y="90093"/>
                    </a:lnTo>
                    <a:lnTo>
                      <a:pt x="32993" y="86930"/>
                    </a:lnTo>
                    <a:lnTo>
                      <a:pt x="36032" y="84139"/>
                    </a:lnTo>
                    <a:lnTo>
                      <a:pt x="39108" y="80930"/>
                    </a:lnTo>
                    <a:lnTo>
                      <a:pt x="42148" y="78139"/>
                    </a:lnTo>
                    <a:lnTo>
                      <a:pt x="44894" y="74976"/>
                    </a:lnTo>
                    <a:lnTo>
                      <a:pt x="47970" y="72139"/>
                    </a:lnTo>
                    <a:lnTo>
                      <a:pt x="51010" y="68976"/>
                    </a:lnTo>
                    <a:lnTo>
                      <a:pt x="54049" y="66186"/>
                    </a:lnTo>
                    <a:lnTo>
                      <a:pt x="57088" y="63023"/>
                    </a:lnTo>
                    <a:lnTo>
                      <a:pt x="60164" y="60186"/>
                    </a:lnTo>
                    <a:lnTo>
                      <a:pt x="62911" y="57023"/>
                    </a:lnTo>
                    <a:lnTo>
                      <a:pt x="65987" y="53860"/>
                    </a:lnTo>
                    <a:lnTo>
                      <a:pt x="69026" y="51023"/>
                    </a:lnTo>
                    <a:lnTo>
                      <a:pt x="72065" y="47860"/>
                    </a:lnTo>
                    <a:lnTo>
                      <a:pt x="75105" y="45069"/>
                    </a:lnTo>
                    <a:lnTo>
                      <a:pt x="77888" y="41906"/>
                    </a:lnTo>
                    <a:lnTo>
                      <a:pt x="80927" y="39069"/>
                    </a:lnTo>
                    <a:lnTo>
                      <a:pt x="84003" y="35906"/>
                    </a:lnTo>
                    <a:lnTo>
                      <a:pt x="87043" y="33069"/>
                    </a:lnTo>
                    <a:lnTo>
                      <a:pt x="90082" y="29906"/>
                    </a:lnTo>
                    <a:lnTo>
                      <a:pt x="93121" y="27116"/>
                    </a:lnTo>
                    <a:lnTo>
                      <a:pt x="95904" y="23953"/>
                    </a:lnTo>
                    <a:lnTo>
                      <a:pt x="98944" y="21116"/>
                    </a:lnTo>
                    <a:lnTo>
                      <a:pt x="101983" y="17953"/>
                    </a:lnTo>
                    <a:lnTo>
                      <a:pt x="105059" y="15162"/>
                    </a:lnTo>
                    <a:lnTo>
                      <a:pt x="108098" y="11953"/>
                    </a:lnTo>
                    <a:lnTo>
                      <a:pt x="111138" y="9162"/>
                    </a:lnTo>
                    <a:lnTo>
                      <a:pt x="113921" y="6000"/>
                    </a:lnTo>
                    <a:lnTo>
                      <a:pt x="116960" y="3162"/>
                    </a:lnTo>
                    <a:lnTo>
                      <a:pt x="120000" y="0"/>
                    </a:ln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3" name="Google Shape;503;p37">
                <a:extLst>
                  <a:ext uri="{FF2B5EF4-FFF2-40B4-BE49-F238E27FC236}">
                    <a16:creationId xmlns:a16="http://schemas.microsoft.com/office/drawing/2014/main" id="{D100A577-E4E3-4DE4-8390-DB660A6101D4}"/>
                  </a:ext>
                </a:extLst>
              </p:cNvPr>
              <p:cNvSpPr/>
              <p:nvPr/>
            </p:nvSpPr>
            <p:spPr>
              <a:xfrm>
                <a:off x="2904" y="2440"/>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4" name="Google Shape;504;p37">
                <a:extLst>
                  <a:ext uri="{FF2B5EF4-FFF2-40B4-BE49-F238E27FC236}">
                    <a16:creationId xmlns:a16="http://schemas.microsoft.com/office/drawing/2014/main" id="{E7338152-5599-24FF-7BC0-74B926C7B065}"/>
                  </a:ext>
                </a:extLst>
              </p:cNvPr>
              <p:cNvSpPr txBox="1"/>
              <p:nvPr/>
            </p:nvSpPr>
            <p:spPr>
              <a:xfrm rot="-2699867">
                <a:off x="3123" y="1609"/>
                <a:ext cx="742"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neutral</a:t>
                </a:r>
                <a:endParaRPr/>
              </a:p>
            </p:txBody>
          </p:sp>
        </p:grpSp>
        <p:grpSp>
          <p:nvGrpSpPr>
            <p:cNvPr id="44" name="Google Shape;505;p37">
              <a:extLst>
                <a:ext uri="{FF2B5EF4-FFF2-40B4-BE49-F238E27FC236}">
                  <a16:creationId xmlns:a16="http://schemas.microsoft.com/office/drawing/2014/main" id="{049E5F9C-A299-2A53-56E7-B2FA545B4D5E}"/>
                </a:ext>
              </a:extLst>
            </p:cNvPr>
            <p:cNvGrpSpPr/>
            <p:nvPr/>
          </p:nvGrpSpPr>
          <p:grpSpPr>
            <a:xfrm>
              <a:off x="2752725" y="1505749"/>
              <a:ext cx="3892550" cy="4466426"/>
              <a:chOff x="1734" y="949"/>
              <a:chExt cx="2452" cy="2813"/>
            </a:xfrm>
          </p:grpSpPr>
          <p:sp>
            <p:nvSpPr>
              <p:cNvPr id="49" name="Google Shape;506;p37">
                <a:extLst>
                  <a:ext uri="{FF2B5EF4-FFF2-40B4-BE49-F238E27FC236}">
                    <a16:creationId xmlns:a16="http://schemas.microsoft.com/office/drawing/2014/main" id="{FFBF54C4-3822-27D5-B836-037645372649}"/>
                  </a:ext>
                </a:extLst>
              </p:cNvPr>
              <p:cNvSpPr/>
              <p:nvPr/>
            </p:nvSpPr>
            <p:spPr>
              <a:xfrm>
                <a:off x="1734" y="1108"/>
                <a:ext cx="2452" cy="2654"/>
              </a:xfrm>
              <a:custGeom>
                <a:avLst/>
                <a:gdLst/>
                <a:ahLst/>
                <a:cxnLst/>
                <a:rect l="l" t="t" r="r" b="b"/>
                <a:pathLst>
                  <a:path w="120000" h="120000" extrusionOk="0">
                    <a:moveTo>
                      <a:pt x="0" y="120000"/>
                    </a:moveTo>
                    <a:cubicBezTo>
                      <a:pt x="9396" y="103225"/>
                      <a:pt x="36460" y="38703"/>
                      <a:pt x="56476" y="19351"/>
                    </a:cubicBezTo>
                    <a:cubicBezTo>
                      <a:pt x="76492" y="0"/>
                      <a:pt x="109429" y="6375"/>
                      <a:pt x="120000" y="3798"/>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0" name="Google Shape;507;p37">
                <a:extLst>
                  <a:ext uri="{FF2B5EF4-FFF2-40B4-BE49-F238E27FC236}">
                    <a16:creationId xmlns:a16="http://schemas.microsoft.com/office/drawing/2014/main" id="{09BB4C1F-7899-3A8D-6A64-544A0F6A62CA}"/>
                  </a:ext>
                </a:extLst>
              </p:cNvPr>
              <p:cNvSpPr/>
              <p:nvPr/>
            </p:nvSpPr>
            <p:spPr>
              <a:xfrm>
                <a:off x="2904" y="1424"/>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51" name="Google Shape;508;p37">
                <a:extLst>
                  <a:ext uri="{FF2B5EF4-FFF2-40B4-BE49-F238E27FC236}">
                    <a16:creationId xmlns:a16="http://schemas.microsoft.com/office/drawing/2014/main" id="{FCBA7248-B12D-8288-F7E2-010FD134E254}"/>
                  </a:ext>
                </a:extLst>
              </p:cNvPr>
              <p:cNvSpPr txBox="1"/>
              <p:nvPr/>
            </p:nvSpPr>
            <p:spPr>
              <a:xfrm rot="-858090">
                <a:off x="3024" y="1036"/>
                <a:ext cx="735"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averse</a:t>
                </a:r>
                <a:endParaRPr/>
              </a:p>
            </p:txBody>
          </p:sp>
        </p:grpSp>
        <p:grpSp>
          <p:nvGrpSpPr>
            <p:cNvPr id="45" name="Google Shape;509;p37">
              <a:extLst>
                <a:ext uri="{FF2B5EF4-FFF2-40B4-BE49-F238E27FC236}">
                  <a16:creationId xmlns:a16="http://schemas.microsoft.com/office/drawing/2014/main" id="{A8A0CAAF-AB96-3987-2A6E-32358D0DE14F}"/>
                </a:ext>
              </a:extLst>
            </p:cNvPr>
            <p:cNvGrpSpPr/>
            <p:nvPr/>
          </p:nvGrpSpPr>
          <p:grpSpPr>
            <a:xfrm>
              <a:off x="2755900" y="1892300"/>
              <a:ext cx="3892550" cy="4141788"/>
              <a:chOff x="1736" y="1192"/>
              <a:chExt cx="2452" cy="2609"/>
            </a:xfrm>
          </p:grpSpPr>
          <p:sp>
            <p:nvSpPr>
              <p:cNvPr id="46" name="Google Shape;510;p37">
                <a:extLst>
                  <a:ext uri="{FF2B5EF4-FFF2-40B4-BE49-F238E27FC236}">
                    <a16:creationId xmlns:a16="http://schemas.microsoft.com/office/drawing/2014/main" id="{DFDA042E-5D00-7EA6-ECD7-9FBFBAE5324A}"/>
                  </a:ext>
                </a:extLst>
              </p:cNvPr>
              <p:cNvSpPr/>
              <p:nvPr/>
            </p:nvSpPr>
            <p:spPr>
              <a:xfrm>
                <a:off x="1736" y="1192"/>
                <a:ext cx="2452" cy="2609"/>
              </a:xfrm>
              <a:custGeom>
                <a:avLst/>
                <a:gdLst/>
                <a:ahLst/>
                <a:cxnLst/>
                <a:rect l="l" t="t" r="r" b="b"/>
                <a:pathLst>
                  <a:path w="120000" h="120000" extrusionOk="0">
                    <a:moveTo>
                      <a:pt x="0" y="118206"/>
                    </a:moveTo>
                    <a:cubicBezTo>
                      <a:pt x="9738" y="115216"/>
                      <a:pt x="38417" y="120000"/>
                      <a:pt x="58433" y="100314"/>
                    </a:cubicBezTo>
                    <a:cubicBezTo>
                      <a:pt x="78450" y="80628"/>
                      <a:pt x="109722" y="16696"/>
                      <a:pt x="120000" y="0"/>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47" name="Google Shape;511;p37">
                <a:extLst>
                  <a:ext uri="{FF2B5EF4-FFF2-40B4-BE49-F238E27FC236}">
                    <a16:creationId xmlns:a16="http://schemas.microsoft.com/office/drawing/2014/main" id="{0D57BD30-2096-0FED-DC93-6646278D2965}"/>
                  </a:ext>
                </a:extLst>
              </p:cNvPr>
              <p:cNvSpPr/>
              <p:nvPr/>
            </p:nvSpPr>
            <p:spPr>
              <a:xfrm>
                <a:off x="2904" y="3296"/>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48" name="Google Shape;512;p37">
                <a:extLst>
                  <a:ext uri="{FF2B5EF4-FFF2-40B4-BE49-F238E27FC236}">
                    <a16:creationId xmlns:a16="http://schemas.microsoft.com/office/drawing/2014/main" id="{90FCE70E-A0F5-19E3-C40F-EE218780552A}"/>
                  </a:ext>
                </a:extLst>
              </p:cNvPr>
              <p:cNvSpPr txBox="1"/>
              <p:nvPr/>
            </p:nvSpPr>
            <p:spPr>
              <a:xfrm rot="-3701073">
                <a:off x="3072" y="2812"/>
                <a:ext cx="791"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seeking</a:t>
                </a:r>
                <a:endParaRPr/>
              </a:p>
            </p:txBody>
          </p:sp>
        </p:grpSp>
      </p:grpSp>
      <p:sp>
        <p:nvSpPr>
          <p:cNvPr id="79" name="TextBox 78">
            <a:extLst>
              <a:ext uri="{FF2B5EF4-FFF2-40B4-BE49-F238E27FC236}">
                <a16:creationId xmlns:a16="http://schemas.microsoft.com/office/drawing/2014/main" id="{E6165176-A73C-34A8-E823-601B49459DFC}"/>
              </a:ext>
            </a:extLst>
          </p:cNvPr>
          <p:cNvSpPr txBox="1"/>
          <p:nvPr/>
        </p:nvSpPr>
        <p:spPr>
          <a:xfrm>
            <a:off x="395136" y="2722220"/>
            <a:ext cx="2351886" cy="923330"/>
          </a:xfrm>
          <a:prstGeom prst="rect">
            <a:avLst/>
          </a:prstGeom>
          <a:noFill/>
        </p:spPr>
        <p:txBody>
          <a:bodyPr wrap="square" rtlCol="0">
            <a:spAutoFit/>
          </a:bodyPr>
          <a:lstStyle/>
          <a:p>
            <a:pPr algn="ctr"/>
            <a:r>
              <a:rPr lang="en-US" b="1" u="sng" dirty="0">
                <a:solidFill>
                  <a:schemeClr val="accent3">
                    <a:lumMod val="75000"/>
                  </a:schemeClr>
                </a:solidFill>
              </a:rPr>
              <a:t>Utility of 40 K?????</a:t>
            </a:r>
          </a:p>
          <a:p>
            <a:pPr algn="ctr"/>
            <a:r>
              <a:rPr lang="en-US" b="1" dirty="0">
                <a:solidFill>
                  <a:schemeClr val="accent3">
                    <a:lumMod val="75000"/>
                  </a:schemeClr>
                </a:solidFill>
              </a:rPr>
              <a:t>40K is halfway between 10K and 70K</a:t>
            </a:r>
          </a:p>
        </p:txBody>
      </p:sp>
      <p:cxnSp>
        <p:nvCxnSpPr>
          <p:cNvPr id="4" name="Straight Arrow Connector 3">
            <a:extLst>
              <a:ext uri="{FF2B5EF4-FFF2-40B4-BE49-F238E27FC236}">
                <a16:creationId xmlns:a16="http://schemas.microsoft.com/office/drawing/2014/main" id="{19D44502-E6B3-6B95-EF6F-889FA248D96E}"/>
              </a:ext>
            </a:extLst>
          </p:cNvPr>
          <p:cNvCxnSpPr>
            <a:cxnSpLocks/>
          </p:cNvCxnSpPr>
          <p:nvPr/>
        </p:nvCxnSpPr>
        <p:spPr>
          <a:xfrm flipH="1">
            <a:off x="7201472" y="5367563"/>
            <a:ext cx="2124129" cy="429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586B33C-1174-8E18-3F99-9B3DC1F23A61}"/>
              </a:ext>
            </a:extLst>
          </p:cNvPr>
          <p:cNvSpPr txBox="1"/>
          <p:nvPr/>
        </p:nvSpPr>
        <p:spPr>
          <a:xfrm>
            <a:off x="9341476" y="4473945"/>
            <a:ext cx="2811576" cy="1477328"/>
          </a:xfrm>
          <a:prstGeom prst="rect">
            <a:avLst/>
          </a:prstGeom>
          <a:noFill/>
        </p:spPr>
        <p:txBody>
          <a:bodyPr wrap="square" rtlCol="0">
            <a:spAutoFit/>
          </a:bodyPr>
          <a:lstStyle/>
          <a:p>
            <a:r>
              <a:rPr lang="en-US" dirty="0"/>
              <a:t>Assigning EU(40K) &lt; 0.5 makes you risk seeking</a:t>
            </a:r>
          </a:p>
          <a:p>
            <a:endParaRPr lang="en-US" dirty="0"/>
          </a:p>
          <a:p>
            <a:r>
              <a:rPr lang="en-US" dirty="0"/>
              <a:t>(Curve is convex showing increasing marginal utility)</a:t>
            </a:r>
          </a:p>
        </p:txBody>
      </p:sp>
    </p:spTree>
    <p:extLst>
      <p:ext uri="{BB962C8B-B14F-4D97-AF65-F5344CB8AC3E}">
        <p14:creationId xmlns:p14="http://schemas.microsoft.com/office/powerpoint/2010/main" val="3451812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106CF-6B08-C179-809C-014C22107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75C24-519B-C1CE-EBF3-625C54C7CBAF}"/>
              </a:ext>
            </a:extLst>
          </p:cNvPr>
          <p:cNvSpPr>
            <a:spLocks noGrp="1"/>
          </p:cNvSpPr>
          <p:nvPr>
            <p:ph type="title"/>
          </p:nvPr>
        </p:nvSpPr>
        <p:spPr/>
        <p:txBody>
          <a:bodyPr/>
          <a:lstStyle/>
          <a:p>
            <a:r>
              <a:rPr lang="en-US" dirty="0"/>
              <a:t>Using Gambles to Determine Utility</a:t>
            </a:r>
          </a:p>
        </p:txBody>
      </p:sp>
      <p:sp>
        <p:nvSpPr>
          <p:cNvPr id="3" name="Content Placeholder 2">
            <a:extLst>
              <a:ext uri="{FF2B5EF4-FFF2-40B4-BE49-F238E27FC236}">
                <a16:creationId xmlns:a16="http://schemas.microsoft.com/office/drawing/2014/main" id="{85C919CE-8832-26E5-8B67-CF3E1B29A90D}"/>
              </a:ext>
            </a:extLst>
          </p:cNvPr>
          <p:cNvSpPr>
            <a:spLocks noGrp="1"/>
          </p:cNvSpPr>
          <p:nvPr>
            <p:ph idx="1"/>
          </p:nvPr>
        </p:nvSpPr>
        <p:spPr>
          <a:xfrm>
            <a:off x="838200" y="1583838"/>
            <a:ext cx="10795612" cy="4189001"/>
          </a:xfrm>
        </p:spPr>
        <p:txBody>
          <a:bodyPr>
            <a:normAutofit/>
          </a:bodyPr>
          <a:lstStyle/>
          <a:p>
            <a:r>
              <a:rPr lang="en-US" sz="4000" dirty="0">
                <a:ea typeface="Century Gothic"/>
                <a:cs typeface="Century Gothic"/>
                <a:sym typeface="Century Gothic"/>
              </a:rPr>
              <a:t>Probability equivalence:</a:t>
            </a:r>
          </a:p>
          <a:p>
            <a:pPr lvl="1"/>
            <a:r>
              <a:rPr lang="en-US" sz="2800" dirty="0"/>
              <a:t>What probability of getting 70K fry vs 10K fry would you view as equivalent to a sure thing of getting 40K?</a:t>
            </a:r>
          </a:p>
          <a:p>
            <a:pPr lvl="1"/>
            <a:r>
              <a:rPr lang="en-US" sz="2800" dirty="0"/>
              <a:t>That is, at what probability of winning would you be indifferent to the gamble versus the sure thing? </a:t>
            </a:r>
          </a:p>
          <a:p>
            <a:pPr lvl="1"/>
            <a:r>
              <a:rPr lang="en-US" sz="2800" dirty="0"/>
              <a:t>We can show algebraically that this probability is equal to the utility of the sure thing </a:t>
            </a:r>
          </a:p>
        </p:txBody>
      </p:sp>
      <p:sp>
        <p:nvSpPr>
          <p:cNvPr id="31" name="TextBox 30">
            <a:extLst>
              <a:ext uri="{FF2B5EF4-FFF2-40B4-BE49-F238E27FC236}">
                <a16:creationId xmlns:a16="http://schemas.microsoft.com/office/drawing/2014/main" id="{D1230E8F-176B-8510-07A3-0A5058EEE167}"/>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spTree>
    <p:extLst>
      <p:ext uri="{BB962C8B-B14F-4D97-AF65-F5344CB8AC3E}">
        <p14:creationId xmlns:p14="http://schemas.microsoft.com/office/powerpoint/2010/main" val="805635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B1B1-9F39-F675-112A-E4DD5B6DEE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F8236B-3157-FFF6-C140-5268675CC1F5}"/>
              </a:ext>
            </a:extLst>
          </p:cNvPr>
          <p:cNvSpPr>
            <a:spLocks noGrp="1"/>
          </p:cNvSpPr>
          <p:nvPr>
            <p:ph type="title"/>
          </p:nvPr>
        </p:nvSpPr>
        <p:spPr/>
        <p:txBody>
          <a:bodyPr/>
          <a:lstStyle/>
          <a:p>
            <a:r>
              <a:rPr lang="en-US" dirty="0"/>
              <a:t>Probability equivalence:</a:t>
            </a:r>
          </a:p>
        </p:txBody>
      </p:sp>
      <p:sp>
        <p:nvSpPr>
          <p:cNvPr id="31" name="TextBox 30">
            <a:extLst>
              <a:ext uri="{FF2B5EF4-FFF2-40B4-BE49-F238E27FC236}">
                <a16:creationId xmlns:a16="http://schemas.microsoft.com/office/drawing/2014/main" id="{F30B23C4-EE6D-5926-39C1-453B0E0F7E26}"/>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grpSp>
        <p:nvGrpSpPr>
          <p:cNvPr id="30" name="Group 29">
            <a:extLst>
              <a:ext uri="{FF2B5EF4-FFF2-40B4-BE49-F238E27FC236}">
                <a16:creationId xmlns:a16="http://schemas.microsoft.com/office/drawing/2014/main" id="{91AD5C09-1B08-EBDA-54DE-38D09B3F41B7}"/>
              </a:ext>
            </a:extLst>
          </p:cNvPr>
          <p:cNvGrpSpPr/>
          <p:nvPr/>
        </p:nvGrpSpPr>
        <p:grpSpPr>
          <a:xfrm>
            <a:off x="1441374" y="1817784"/>
            <a:ext cx="7226147" cy="4393890"/>
            <a:chOff x="317653" y="1676400"/>
            <a:chExt cx="7226147" cy="4393890"/>
          </a:xfrm>
        </p:grpSpPr>
        <p:sp>
          <p:nvSpPr>
            <p:cNvPr id="32" name="Google Shape;372;p31">
              <a:extLst>
                <a:ext uri="{FF2B5EF4-FFF2-40B4-BE49-F238E27FC236}">
                  <a16:creationId xmlns:a16="http://schemas.microsoft.com/office/drawing/2014/main" id="{56C822DF-87BF-9467-FAE3-EBFE0AA54E19}"/>
                </a:ext>
              </a:extLst>
            </p:cNvPr>
            <p:cNvSpPr txBox="1"/>
            <p:nvPr/>
          </p:nvSpPr>
          <p:spPr>
            <a:xfrm>
              <a:off x="317653" y="3936981"/>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Add new technology to a hatchery?</a:t>
              </a:r>
              <a:endParaRPr sz="1800" dirty="0">
                <a:solidFill>
                  <a:schemeClr val="dk1"/>
                </a:solidFill>
                <a:latin typeface="+mj-lt"/>
                <a:ea typeface="Arial"/>
                <a:cs typeface="Arial"/>
                <a:sym typeface="Arial"/>
              </a:endParaRPr>
            </a:p>
          </p:txBody>
        </p:sp>
        <p:sp>
          <p:nvSpPr>
            <p:cNvPr id="33" name="Google Shape;373;p31">
              <a:extLst>
                <a:ext uri="{FF2B5EF4-FFF2-40B4-BE49-F238E27FC236}">
                  <a16:creationId xmlns:a16="http://schemas.microsoft.com/office/drawing/2014/main" id="{DABA86BB-1CAC-30FA-9F01-DE7AE2A765EF}"/>
                </a:ext>
              </a:extLst>
            </p:cNvPr>
            <p:cNvSpPr/>
            <p:nvPr/>
          </p:nvSpPr>
          <p:spPr>
            <a:xfrm>
              <a:off x="4038600" y="2438400"/>
              <a:ext cx="1066800" cy="914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cxnSp>
          <p:nvCxnSpPr>
            <p:cNvPr id="34" name="Google Shape;374;p31">
              <a:extLst>
                <a:ext uri="{FF2B5EF4-FFF2-40B4-BE49-F238E27FC236}">
                  <a16:creationId xmlns:a16="http://schemas.microsoft.com/office/drawing/2014/main" id="{704ED1E7-A5DE-F0E4-AFBA-DE557E9FC1A6}"/>
                </a:ext>
              </a:extLst>
            </p:cNvPr>
            <p:cNvCxnSpPr>
              <a:stCxn id="32" idx="3"/>
              <a:endCxn id="33" idx="3"/>
            </p:cNvCxnSpPr>
            <p:nvPr/>
          </p:nvCxnSpPr>
          <p:spPr>
            <a:xfrm flipV="1">
              <a:off x="2125816" y="3218889"/>
              <a:ext cx="2069013" cy="1175292"/>
            </a:xfrm>
            <a:prstGeom prst="straightConnector1">
              <a:avLst/>
            </a:prstGeom>
            <a:noFill/>
            <a:ln w="76200" cap="flat" cmpd="sng">
              <a:solidFill>
                <a:schemeClr val="dk1"/>
              </a:solidFill>
              <a:prstDash val="solid"/>
              <a:round/>
              <a:headEnd type="none" w="sm" len="sm"/>
              <a:tailEnd type="stealth" w="sm" len="sm"/>
            </a:ln>
          </p:spPr>
        </p:cxnSp>
        <p:sp>
          <p:nvSpPr>
            <p:cNvPr id="35" name="Google Shape;375;p31">
              <a:extLst>
                <a:ext uri="{FF2B5EF4-FFF2-40B4-BE49-F238E27FC236}">
                  <a16:creationId xmlns:a16="http://schemas.microsoft.com/office/drawing/2014/main" id="{C302A6F0-CFD7-3B9F-6534-C34CBAFEAF1B}"/>
                </a:ext>
              </a:extLst>
            </p:cNvPr>
            <p:cNvSpPr txBox="1"/>
            <p:nvPr/>
          </p:nvSpPr>
          <p:spPr>
            <a:xfrm>
              <a:off x="6629400" y="515589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fry</a:t>
              </a:r>
              <a:endParaRPr sz="1800" dirty="0">
                <a:solidFill>
                  <a:schemeClr val="dk1"/>
                </a:solidFill>
                <a:latin typeface="+mj-lt"/>
                <a:ea typeface="Arial"/>
                <a:cs typeface="Arial"/>
                <a:sym typeface="Arial"/>
              </a:endParaRPr>
            </a:p>
          </p:txBody>
        </p:sp>
        <p:sp>
          <p:nvSpPr>
            <p:cNvPr id="36" name="Google Shape;376;p31">
              <a:extLst>
                <a:ext uri="{FF2B5EF4-FFF2-40B4-BE49-F238E27FC236}">
                  <a16:creationId xmlns:a16="http://schemas.microsoft.com/office/drawing/2014/main" id="{54FAB683-3388-2B9D-00BB-288D5EE6D78B}"/>
                </a:ext>
              </a:extLst>
            </p:cNvPr>
            <p:cNvSpPr txBox="1"/>
            <p:nvPr/>
          </p:nvSpPr>
          <p:spPr>
            <a:xfrm>
              <a:off x="6629400" y="16764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 fry</a:t>
              </a:r>
              <a:endParaRPr sz="1800">
                <a:solidFill>
                  <a:schemeClr val="dk1"/>
                </a:solidFill>
                <a:latin typeface="+mj-lt"/>
                <a:ea typeface="Arial"/>
                <a:cs typeface="Arial"/>
                <a:sym typeface="Arial"/>
              </a:endParaRPr>
            </a:p>
          </p:txBody>
        </p:sp>
        <p:sp>
          <p:nvSpPr>
            <p:cNvPr id="37" name="Google Shape;377;p31">
              <a:extLst>
                <a:ext uri="{FF2B5EF4-FFF2-40B4-BE49-F238E27FC236}">
                  <a16:creationId xmlns:a16="http://schemas.microsoft.com/office/drawing/2014/main" id="{0DE05914-02BE-33B9-7107-96F8AD248A9F}"/>
                </a:ext>
              </a:extLst>
            </p:cNvPr>
            <p:cNvSpPr txBox="1"/>
            <p:nvPr/>
          </p:nvSpPr>
          <p:spPr>
            <a:xfrm>
              <a:off x="6629400" y="32766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 fry</a:t>
              </a:r>
              <a:endParaRPr sz="1800">
                <a:solidFill>
                  <a:schemeClr val="dk1"/>
                </a:solidFill>
                <a:latin typeface="+mj-lt"/>
                <a:ea typeface="Arial"/>
                <a:cs typeface="Arial"/>
                <a:sym typeface="Arial"/>
              </a:endParaRPr>
            </a:p>
          </p:txBody>
        </p:sp>
        <p:cxnSp>
          <p:nvCxnSpPr>
            <p:cNvPr id="38" name="Google Shape;378;p31">
              <a:extLst>
                <a:ext uri="{FF2B5EF4-FFF2-40B4-BE49-F238E27FC236}">
                  <a16:creationId xmlns:a16="http://schemas.microsoft.com/office/drawing/2014/main" id="{9F07EBAB-6D09-440F-9900-2B0095D60C29}"/>
                </a:ext>
              </a:extLst>
            </p:cNvPr>
            <p:cNvCxnSpPr>
              <a:stCxn id="33" idx="6"/>
              <a:endCxn id="36" idx="1"/>
            </p:cNvCxnSpPr>
            <p:nvPr/>
          </p:nvCxnSpPr>
          <p:spPr>
            <a:xfrm rot="10800000" flipH="1">
              <a:off x="5105400" y="2133600"/>
              <a:ext cx="1524000" cy="762000"/>
            </a:xfrm>
            <a:prstGeom prst="straightConnector1">
              <a:avLst/>
            </a:prstGeom>
            <a:noFill/>
            <a:ln w="76200" cap="flat" cmpd="sng">
              <a:solidFill>
                <a:schemeClr val="dk1"/>
              </a:solidFill>
              <a:prstDash val="solid"/>
              <a:round/>
              <a:headEnd type="none" w="sm" len="sm"/>
              <a:tailEnd type="stealth" w="sm" len="sm"/>
            </a:ln>
          </p:spPr>
        </p:cxnSp>
        <p:cxnSp>
          <p:nvCxnSpPr>
            <p:cNvPr id="39" name="Google Shape;379;p31">
              <a:extLst>
                <a:ext uri="{FF2B5EF4-FFF2-40B4-BE49-F238E27FC236}">
                  <a16:creationId xmlns:a16="http://schemas.microsoft.com/office/drawing/2014/main" id="{84E7E81D-25AF-DA3B-5BE4-D788339CAA6D}"/>
                </a:ext>
              </a:extLst>
            </p:cNvPr>
            <p:cNvCxnSpPr>
              <a:stCxn id="33" idx="6"/>
              <a:endCxn id="37" idx="1"/>
            </p:cNvCxnSpPr>
            <p:nvPr/>
          </p:nvCxnSpPr>
          <p:spPr>
            <a:xfrm>
              <a:off x="5105400" y="2895600"/>
              <a:ext cx="1524000" cy="838200"/>
            </a:xfrm>
            <a:prstGeom prst="straightConnector1">
              <a:avLst/>
            </a:prstGeom>
            <a:noFill/>
            <a:ln w="76200" cap="flat" cmpd="sng">
              <a:solidFill>
                <a:schemeClr val="dk1"/>
              </a:solidFill>
              <a:prstDash val="solid"/>
              <a:round/>
              <a:headEnd type="none" w="sm" len="sm"/>
              <a:tailEnd type="stealth" w="sm" len="sm"/>
            </a:ln>
          </p:spPr>
        </p:cxnSp>
        <p:cxnSp>
          <p:nvCxnSpPr>
            <p:cNvPr id="40" name="Google Shape;381;p31">
              <a:extLst>
                <a:ext uri="{FF2B5EF4-FFF2-40B4-BE49-F238E27FC236}">
                  <a16:creationId xmlns:a16="http://schemas.microsoft.com/office/drawing/2014/main" id="{6700608B-0C8E-93A8-FF66-9E47E9355249}"/>
                </a:ext>
              </a:extLst>
            </p:cNvPr>
            <p:cNvCxnSpPr>
              <a:stCxn id="32" idx="3"/>
              <a:endCxn id="35" idx="1"/>
            </p:cNvCxnSpPr>
            <p:nvPr/>
          </p:nvCxnSpPr>
          <p:spPr>
            <a:xfrm>
              <a:off x="2125816" y="4394181"/>
              <a:ext cx="4503584" cy="1218909"/>
            </a:xfrm>
            <a:prstGeom prst="straightConnector1">
              <a:avLst/>
            </a:prstGeom>
            <a:noFill/>
            <a:ln w="76200" cap="flat" cmpd="sng">
              <a:solidFill>
                <a:schemeClr val="dk1"/>
              </a:solidFill>
              <a:prstDash val="solid"/>
              <a:round/>
              <a:headEnd type="none" w="sm" len="sm"/>
              <a:tailEnd type="stealth" w="sm" len="sm"/>
            </a:ln>
          </p:spPr>
        </p:cxnSp>
        <p:sp>
          <p:nvSpPr>
            <p:cNvPr id="41" name="Google Shape;382;p31">
              <a:extLst>
                <a:ext uri="{FF2B5EF4-FFF2-40B4-BE49-F238E27FC236}">
                  <a16:creationId xmlns:a16="http://schemas.microsoft.com/office/drawing/2014/main" id="{1A4C4598-D670-9ABC-941F-3D975BDECCDF}"/>
                </a:ext>
              </a:extLst>
            </p:cNvPr>
            <p:cNvSpPr txBox="1"/>
            <p:nvPr/>
          </p:nvSpPr>
          <p:spPr>
            <a:xfrm>
              <a:off x="2543499" y="2849557"/>
              <a:ext cx="709472" cy="369332"/>
            </a:xfrm>
            <a:prstGeom prst="rect">
              <a:avLst/>
            </a:pr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Yes</a:t>
              </a:r>
              <a:endParaRPr sz="2800" dirty="0">
                <a:solidFill>
                  <a:schemeClr val="dk1"/>
                </a:solidFill>
                <a:latin typeface="+mj-lt"/>
                <a:ea typeface="Arial"/>
                <a:cs typeface="Arial"/>
                <a:sym typeface="Arial"/>
              </a:endParaRPr>
            </a:p>
          </p:txBody>
        </p:sp>
        <p:sp>
          <p:nvSpPr>
            <p:cNvPr id="42" name="Google Shape;383;p31">
              <a:extLst>
                <a:ext uri="{FF2B5EF4-FFF2-40B4-BE49-F238E27FC236}">
                  <a16:creationId xmlns:a16="http://schemas.microsoft.com/office/drawing/2014/main" id="{9704F1B4-62B5-0399-DB23-C1F2E059FF93}"/>
                </a:ext>
              </a:extLst>
            </p:cNvPr>
            <p:cNvSpPr txBox="1"/>
            <p:nvPr/>
          </p:nvSpPr>
          <p:spPr>
            <a:xfrm>
              <a:off x="4903788" y="2209800"/>
              <a:ext cx="735012" cy="3698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Arial"/>
                  <a:cs typeface="Arial"/>
                  <a:sym typeface="Arial"/>
                </a:rPr>
                <a:t>Win</a:t>
              </a:r>
              <a:endParaRPr sz="2000" dirty="0">
                <a:latin typeface="+mj-lt"/>
              </a:endParaRPr>
            </a:p>
          </p:txBody>
        </p:sp>
        <p:sp>
          <p:nvSpPr>
            <p:cNvPr id="43" name="Google Shape;384;p31">
              <a:extLst>
                <a:ext uri="{FF2B5EF4-FFF2-40B4-BE49-F238E27FC236}">
                  <a16:creationId xmlns:a16="http://schemas.microsoft.com/office/drawing/2014/main" id="{F38802CF-B70B-36EF-2DE1-E6A3637C300C}"/>
                </a:ext>
              </a:extLst>
            </p:cNvPr>
            <p:cNvSpPr txBox="1"/>
            <p:nvPr/>
          </p:nvSpPr>
          <p:spPr>
            <a:xfrm>
              <a:off x="2708919" y="4789308"/>
              <a:ext cx="605077" cy="5305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No</a:t>
              </a:r>
              <a:endParaRPr sz="2800" dirty="0">
                <a:solidFill>
                  <a:schemeClr val="dk1"/>
                </a:solidFill>
                <a:latin typeface="+mj-lt"/>
                <a:ea typeface="Arial"/>
                <a:cs typeface="Arial"/>
                <a:sym typeface="Arial"/>
              </a:endParaRPr>
            </a:p>
          </p:txBody>
        </p:sp>
        <p:sp>
          <p:nvSpPr>
            <p:cNvPr id="44" name="Google Shape;385;p31">
              <a:extLst>
                <a:ext uri="{FF2B5EF4-FFF2-40B4-BE49-F238E27FC236}">
                  <a16:creationId xmlns:a16="http://schemas.microsoft.com/office/drawing/2014/main" id="{EE0CE699-2AD2-8D61-6685-1DCC60E26540}"/>
                </a:ext>
              </a:extLst>
            </p:cNvPr>
            <p:cNvSpPr txBox="1"/>
            <p:nvPr/>
          </p:nvSpPr>
          <p:spPr>
            <a:xfrm>
              <a:off x="4953000" y="3138488"/>
              <a:ext cx="863190" cy="369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Arial"/>
                  <a:cs typeface="Arial"/>
                  <a:sym typeface="Arial"/>
                </a:rPr>
                <a:t>Lose</a:t>
              </a:r>
              <a:endParaRPr sz="2000">
                <a:latin typeface="+mj-lt"/>
              </a:endParaRPr>
            </a:p>
          </p:txBody>
        </p:sp>
        <p:grpSp>
          <p:nvGrpSpPr>
            <p:cNvPr id="45" name="Google Shape;386;p31">
              <a:extLst>
                <a:ext uri="{FF2B5EF4-FFF2-40B4-BE49-F238E27FC236}">
                  <a16:creationId xmlns:a16="http://schemas.microsoft.com/office/drawing/2014/main" id="{3BA883FF-53E8-62AC-50F8-78665DFF11C9}"/>
                </a:ext>
              </a:extLst>
            </p:cNvPr>
            <p:cNvGrpSpPr/>
            <p:nvPr/>
          </p:nvGrpSpPr>
          <p:grpSpPr>
            <a:xfrm>
              <a:off x="5791200" y="2406649"/>
              <a:ext cx="990600" cy="838200"/>
              <a:chOff x="3648" y="1516"/>
              <a:chExt cx="624" cy="528"/>
            </a:xfrm>
          </p:grpSpPr>
          <p:sp>
            <p:nvSpPr>
              <p:cNvPr id="48" name="Google Shape;387;p31">
                <a:extLst>
                  <a:ext uri="{FF2B5EF4-FFF2-40B4-BE49-F238E27FC236}">
                    <a16:creationId xmlns:a16="http://schemas.microsoft.com/office/drawing/2014/main" id="{9C4ACF54-C9CB-15D2-A1FB-0D694290B5F2}"/>
                  </a:ext>
                </a:extLst>
              </p:cNvPr>
              <p:cNvSpPr txBox="1"/>
              <p:nvPr/>
            </p:nvSpPr>
            <p:spPr>
              <a:xfrm>
                <a:off x="3648" y="1516"/>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2"/>
                    </a:solidFill>
                    <a:latin typeface="+mj-lt"/>
                    <a:ea typeface="Arial"/>
                    <a:cs typeface="Arial"/>
                    <a:sym typeface="Arial"/>
                  </a:rPr>
                  <a:t>p = 0.8</a:t>
                </a:r>
                <a:endParaRPr sz="2000">
                  <a:solidFill>
                    <a:schemeClr val="dk2"/>
                  </a:solidFill>
                  <a:latin typeface="+mj-lt"/>
                  <a:ea typeface="Arial"/>
                  <a:cs typeface="Arial"/>
                  <a:sym typeface="Arial"/>
                </a:endParaRPr>
              </a:p>
            </p:txBody>
          </p:sp>
          <p:sp>
            <p:nvSpPr>
              <p:cNvPr id="49" name="Google Shape;388;p31">
                <a:extLst>
                  <a:ext uri="{FF2B5EF4-FFF2-40B4-BE49-F238E27FC236}">
                    <a16:creationId xmlns:a16="http://schemas.microsoft.com/office/drawing/2014/main" id="{72BC3697-DD88-FDF5-9613-DEF49A5654FC}"/>
                  </a:ext>
                </a:extLst>
              </p:cNvPr>
              <p:cNvSpPr txBox="1"/>
              <p:nvPr/>
            </p:nvSpPr>
            <p:spPr>
              <a:xfrm>
                <a:off x="3648" y="1831"/>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0.2</a:t>
                </a:r>
                <a:endParaRPr sz="2000" dirty="0">
                  <a:solidFill>
                    <a:schemeClr val="dk2"/>
                  </a:solidFill>
                  <a:latin typeface="+mj-lt"/>
                  <a:ea typeface="Arial"/>
                  <a:cs typeface="Arial"/>
                  <a:sym typeface="Arial"/>
                </a:endParaRPr>
              </a:p>
            </p:txBody>
          </p:sp>
        </p:grpSp>
        <p:sp>
          <p:nvSpPr>
            <p:cNvPr id="46" name="Google Shape;389;p31">
              <a:extLst>
                <a:ext uri="{FF2B5EF4-FFF2-40B4-BE49-F238E27FC236}">
                  <a16:creationId xmlns:a16="http://schemas.microsoft.com/office/drawing/2014/main" id="{415664DE-75E0-F6B8-EEF6-199854C6C4E2}"/>
                </a:ext>
              </a:extLst>
            </p:cNvPr>
            <p:cNvSpPr txBox="1"/>
            <p:nvPr/>
          </p:nvSpPr>
          <p:spPr>
            <a:xfrm>
              <a:off x="2479341" y="5168890"/>
              <a:ext cx="118927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40K</a:t>
              </a:r>
              <a:endParaRPr sz="2000" dirty="0">
                <a:solidFill>
                  <a:schemeClr val="dk1"/>
                </a:solidFill>
                <a:latin typeface="+mj-lt"/>
                <a:ea typeface="Arial"/>
                <a:cs typeface="Arial"/>
                <a:sym typeface="Arial"/>
              </a:endParaRPr>
            </a:p>
          </p:txBody>
        </p:sp>
        <p:sp>
          <p:nvSpPr>
            <p:cNvPr id="47" name="Google Shape;390;p31">
              <a:extLst>
                <a:ext uri="{FF2B5EF4-FFF2-40B4-BE49-F238E27FC236}">
                  <a16:creationId xmlns:a16="http://schemas.microsoft.com/office/drawing/2014/main" id="{8E156841-BC38-6AA8-36A5-D26677D13EC0}"/>
                </a:ext>
              </a:extLst>
            </p:cNvPr>
            <p:cNvSpPr txBox="1"/>
            <p:nvPr/>
          </p:nvSpPr>
          <p:spPr>
            <a:xfrm>
              <a:off x="2286679" y="3281163"/>
              <a:ext cx="122311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58K</a:t>
              </a:r>
              <a:endParaRPr sz="2000" dirty="0">
                <a:solidFill>
                  <a:schemeClr val="dk1"/>
                </a:solidFill>
                <a:latin typeface="+mj-lt"/>
                <a:ea typeface="Arial"/>
                <a:cs typeface="Arial"/>
                <a:sym typeface="Arial"/>
              </a:endParaRPr>
            </a:p>
          </p:txBody>
        </p:sp>
      </p:grpSp>
      <p:sp>
        <p:nvSpPr>
          <p:cNvPr id="51" name="Google Shape;375;p31">
            <a:extLst>
              <a:ext uri="{FF2B5EF4-FFF2-40B4-BE49-F238E27FC236}">
                <a16:creationId xmlns:a16="http://schemas.microsoft.com/office/drawing/2014/main" id="{9F294761-2D43-B516-44F9-54760DA52696}"/>
              </a:ext>
            </a:extLst>
          </p:cNvPr>
          <p:cNvSpPr txBox="1"/>
          <p:nvPr/>
        </p:nvSpPr>
        <p:spPr>
          <a:xfrm>
            <a:off x="8972321" y="5297274"/>
            <a:ext cx="914400" cy="914400"/>
          </a:xfrm>
          <a:prstGeom prst="rect">
            <a:avLst/>
          </a:prstGeom>
          <a:solidFill>
            <a:schemeClr val="accent5">
              <a:lumMod val="20000"/>
              <a:lumOff val="80000"/>
            </a:schemeClr>
          </a:solid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accent3">
                    <a:lumMod val="50000"/>
                  </a:schemeClr>
                </a:solidFill>
                <a:latin typeface="+mj-lt"/>
                <a:ea typeface="Arial"/>
                <a:cs typeface="Arial"/>
                <a:sym typeface="Arial"/>
              </a:rPr>
              <a:t>U = 0.9</a:t>
            </a:r>
            <a:endParaRPr sz="1800" b="1" dirty="0">
              <a:solidFill>
                <a:schemeClr val="accent3">
                  <a:lumMod val="50000"/>
                </a:schemeClr>
              </a:solidFill>
              <a:latin typeface="+mj-lt"/>
              <a:ea typeface="Arial"/>
              <a:cs typeface="Arial"/>
              <a:sym typeface="Arial"/>
            </a:endParaRPr>
          </a:p>
        </p:txBody>
      </p:sp>
      <p:sp>
        <p:nvSpPr>
          <p:cNvPr id="52" name="Google Shape;376;p31">
            <a:extLst>
              <a:ext uri="{FF2B5EF4-FFF2-40B4-BE49-F238E27FC236}">
                <a16:creationId xmlns:a16="http://schemas.microsoft.com/office/drawing/2014/main" id="{CB7346A3-F7E0-B553-9022-419301594D4D}"/>
              </a:ext>
            </a:extLst>
          </p:cNvPr>
          <p:cNvSpPr txBox="1"/>
          <p:nvPr/>
        </p:nvSpPr>
        <p:spPr>
          <a:xfrm>
            <a:off x="8972321" y="18066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1</a:t>
            </a:r>
            <a:endParaRPr sz="1800" b="1" dirty="0">
              <a:solidFill>
                <a:schemeClr val="bg1">
                  <a:lumMod val="65000"/>
                </a:schemeClr>
              </a:solidFill>
              <a:latin typeface="+mj-lt"/>
              <a:ea typeface="Arial"/>
              <a:cs typeface="Arial"/>
              <a:sym typeface="Arial"/>
            </a:endParaRPr>
          </a:p>
        </p:txBody>
      </p:sp>
      <p:sp>
        <p:nvSpPr>
          <p:cNvPr id="53" name="Google Shape;377;p31">
            <a:extLst>
              <a:ext uri="{FF2B5EF4-FFF2-40B4-BE49-F238E27FC236}">
                <a16:creationId xmlns:a16="http://schemas.microsoft.com/office/drawing/2014/main" id="{234E57FE-07D2-2AAD-98B8-05B2BF83DB14}"/>
              </a:ext>
            </a:extLst>
          </p:cNvPr>
          <p:cNvSpPr txBox="1"/>
          <p:nvPr/>
        </p:nvSpPr>
        <p:spPr>
          <a:xfrm>
            <a:off x="8972321" y="34068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0</a:t>
            </a:r>
            <a:endParaRPr sz="1800" b="1" dirty="0">
              <a:solidFill>
                <a:schemeClr val="bg1">
                  <a:lumMod val="65000"/>
                </a:schemeClr>
              </a:solidFill>
              <a:latin typeface="+mj-lt"/>
              <a:ea typeface="Arial"/>
              <a:cs typeface="Arial"/>
              <a:sym typeface="Arial"/>
            </a:endParaRPr>
          </a:p>
        </p:txBody>
      </p:sp>
      <p:sp>
        <p:nvSpPr>
          <p:cNvPr id="57" name="TextBox 56">
            <a:extLst>
              <a:ext uri="{FF2B5EF4-FFF2-40B4-BE49-F238E27FC236}">
                <a16:creationId xmlns:a16="http://schemas.microsoft.com/office/drawing/2014/main" id="{10ED0227-6214-F5B1-5586-5DD3C944BC0A}"/>
              </a:ext>
            </a:extLst>
          </p:cNvPr>
          <p:cNvSpPr txBox="1"/>
          <p:nvPr/>
        </p:nvSpPr>
        <p:spPr>
          <a:xfrm>
            <a:off x="681152" y="1685091"/>
            <a:ext cx="3056238" cy="1200329"/>
          </a:xfrm>
          <a:prstGeom prst="rect">
            <a:avLst/>
          </a:prstGeom>
          <a:solidFill>
            <a:schemeClr val="accent5">
              <a:lumMod val="20000"/>
              <a:lumOff val="80000"/>
            </a:schemeClr>
          </a:solidFill>
        </p:spPr>
        <p:txBody>
          <a:bodyPr wrap="square" rtlCol="0">
            <a:spAutoFit/>
          </a:bodyPr>
          <a:lstStyle/>
          <a:p>
            <a:r>
              <a:rPr lang="en-US" sz="1800" dirty="0"/>
              <a:t>For a given decision maker, let’s imagine that p would have to be large to make them indifferent, e.g., p = 0.9</a:t>
            </a:r>
          </a:p>
        </p:txBody>
      </p:sp>
    </p:spTree>
    <p:extLst>
      <p:ext uri="{BB962C8B-B14F-4D97-AF65-F5344CB8AC3E}">
        <p14:creationId xmlns:p14="http://schemas.microsoft.com/office/powerpoint/2010/main" val="2357053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CE78A-D804-E377-19E2-1EF05042F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45F70-BB05-CD0C-363A-955746A76088}"/>
              </a:ext>
            </a:extLst>
          </p:cNvPr>
          <p:cNvSpPr>
            <a:spLocks noGrp="1"/>
          </p:cNvSpPr>
          <p:nvPr>
            <p:ph type="title"/>
          </p:nvPr>
        </p:nvSpPr>
        <p:spPr/>
        <p:txBody>
          <a:bodyPr/>
          <a:lstStyle/>
          <a:p>
            <a:r>
              <a:rPr lang="en-US" dirty="0"/>
              <a:t>Probability equivalence:</a:t>
            </a:r>
          </a:p>
        </p:txBody>
      </p:sp>
      <p:sp>
        <p:nvSpPr>
          <p:cNvPr id="31" name="TextBox 30">
            <a:extLst>
              <a:ext uri="{FF2B5EF4-FFF2-40B4-BE49-F238E27FC236}">
                <a16:creationId xmlns:a16="http://schemas.microsoft.com/office/drawing/2014/main" id="{396D232C-FE69-F191-D31C-43A7B6F3FF78}"/>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sp>
        <p:nvSpPr>
          <p:cNvPr id="57" name="TextBox 56">
            <a:extLst>
              <a:ext uri="{FF2B5EF4-FFF2-40B4-BE49-F238E27FC236}">
                <a16:creationId xmlns:a16="http://schemas.microsoft.com/office/drawing/2014/main" id="{3AE9FE6F-001E-A3ED-2C8C-E28930B822AA}"/>
              </a:ext>
            </a:extLst>
          </p:cNvPr>
          <p:cNvSpPr txBox="1"/>
          <p:nvPr/>
        </p:nvSpPr>
        <p:spPr>
          <a:xfrm>
            <a:off x="681152" y="1685091"/>
            <a:ext cx="3056238" cy="1200329"/>
          </a:xfrm>
          <a:prstGeom prst="rect">
            <a:avLst/>
          </a:prstGeom>
          <a:solidFill>
            <a:schemeClr val="accent5">
              <a:lumMod val="20000"/>
              <a:lumOff val="80000"/>
            </a:schemeClr>
          </a:solidFill>
        </p:spPr>
        <p:txBody>
          <a:bodyPr wrap="square" rtlCol="0">
            <a:spAutoFit/>
          </a:bodyPr>
          <a:lstStyle/>
          <a:p>
            <a:r>
              <a:rPr lang="en-US" sz="1800" dirty="0"/>
              <a:t>For a given decision maker, let’s imagine that p would have to be large to make them indifferent, e.g., p = 0.9</a:t>
            </a:r>
          </a:p>
        </p:txBody>
      </p:sp>
      <p:grpSp>
        <p:nvGrpSpPr>
          <p:cNvPr id="74" name="Group 73">
            <a:extLst>
              <a:ext uri="{FF2B5EF4-FFF2-40B4-BE49-F238E27FC236}">
                <a16:creationId xmlns:a16="http://schemas.microsoft.com/office/drawing/2014/main" id="{3D618146-4676-F2AB-5079-1C1A3463F4DD}"/>
              </a:ext>
            </a:extLst>
          </p:cNvPr>
          <p:cNvGrpSpPr/>
          <p:nvPr/>
        </p:nvGrpSpPr>
        <p:grpSpPr>
          <a:xfrm>
            <a:off x="3372079" y="1359161"/>
            <a:ext cx="6667500" cy="5226839"/>
            <a:chOff x="838200" y="1505749"/>
            <a:chExt cx="6667500" cy="5226839"/>
          </a:xfrm>
        </p:grpSpPr>
        <p:grpSp>
          <p:nvGrpSpPr>
            <p:cNvPr id="75" name="Google Shape;467;p37">
              <a:extLst>
                <a:ext uri="{FF2B5EF4-FFF2-40B4-BE49-F238E27FC236}">
                  <a16:creationId xmlns:a16="http://schemas.microsoft.com/office/drawing/2014/main" id="{50B86484-665B-6FDA-19EE-8BB6D9B346DB}"/>
                </a:ext>
              </a:extLst>
            </p:cNvPr>
            <p:cNvGrpSpPr/>
            <p:nvPr/>
          </p:nvGrpSpPr>
          <p:grpSpPr>
            <a:xfrm>
              <a:off x="2090738" y="1892300"/>
              <a:ext cx="5203825" cy="4097338"/>
              <a:chOff x="1317" y="1192"/>
              <a:chExt cx="3278" cy="2581"/>
            </a:xfrm>
          </p:grpSpPr>
          <p:cxnSp>
            <p:nvCxnSpPr>
              <p:cNvPr id="103" name="Google Shape;468;p37">
                <a:extLst>
                  <a:ext uri="{FF2B5EF4-FFF2-40B4-BE49-F238E27FC236}">
                    <a16:creationId xmlns:a16="http://schemas.microsoft.com/office/drawing/2014/main" id="{12BC80CB-C874-B8F6-F240-13BC4423CB34}"/>
                  </a:ext>
                </a:extLst>
              </p:cNvPr>
              <p:cNvCxnSpPr/>
              <p:nvPr/>
            </p:nvCxnSpPr>
            <p:spPr>
              <a:xfrm>
                <a:off x="1317" y="3772"/>
                <a:ext cx="3277" cy="1"/>
              </a:xfrm>
              <a:prstGeom prst="straightConnector1">
                <a:avLst/>
              </a:prstGeom>
              <a:noFill/>
              <a:ln w="19050" cap="flat" cmpd="sng">
                <a:solidFill>
                  <a:schemeClr val="dk1"/>
                </a:solidFill>
                <a:prstDash val="solid"/>
                <a:round/>
                <a:headEnd type="none" w="sm" len="sm"/>
                <a:tailEnd type="none" w="sm" len="sm"/>
              </a:ln>
            </p:spPr>
          </p:cxnSp>
          <p:cxnSp>
            <p:nvCxnSpPr>
              <p:cNvPr id="104" name="Google Shape;469;p37">
                <a:extLst>
                  <a:ext uri="{FF2B5EF4-FFF2-40B4-BE49-F238E27FC236}">
                    <a16:creationId xmlns:a16="http://schemas.microsoft.com/office/drawing/2014/main" id="{562794C9-AA4B-F1A9-928A-28CEDD93C46E}"/>
                  </a:ext>
                </a:extLst>
              </p:cNvPr>
              <p:cNvCxnSpPr/>
              <p:nvPr/>
            </p:nvCxnSpPr>
            <p:spPr>
              <a:xfrm rot="10800000" flipH="1">
                <a:off x="1317" y="1192"/>
                <a:ext cx="1" cy="2580"/>
              </a:xfrm>
              <a:prstGeom prst="straightConnector1">
                <a:avLst/>
              </a:prstGeom>
              <a:noFill/>
              <a:ln w="19050" cap="flat" cmpd="sng">
                <a:solidFill>
                  <a:schemeClr val="dk1"/>
                </a:solidFill>
                <a:prstDash val="solid"/>
                <a:round/>
                <a:headEnd type="none" w="sm" len="sm"/>
                <a:tailEnd type="none" w="sm" len="sm"/>
              </a:ln>
            </p:spPr>
          </p:cxnSp>
          <p:cxnSp>
            <p:nvCxnSpPr>
              <p:cNvPr id="105" name="Google Shape;470;p37">
                <a:extLst>
                  <a:ext uri="{FF2B5EF4-FFF2-40B4-BE49-F238E27FC236}">
                    <a16:creationId xmlns:a16="http://schemas.microsoft.com/office/drawing/2014/main" id="{828E872C-71CD-1658-BD7F-F33ED38CF095}"/>
                  </a:ext>
                </a:extLst>
              </p:cNvPr>
              <p:cNvCxnSpPr/>
              <p:nvPr/>
            </p:nvCxnSpPr>
            <p:spPr>
              <a:xfrm rot="10800000" flipH="1">
                <a:off x="1726"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6" name="Google Shape;471;p37">
                <a:extLst>
                  <a:ext uri="{FF2B5EF4-FFF2-40B4-BE49-F238E27FC236}">
                    <a16:creationId xmlns:a16="http://schemas.microsoft.com/office/drawing/2014/main" id="{AD299BB9-4143-443A-9926-ED9AE5D72B0F}"/>
                  </a:ext>
                </a:extLst>
              </p:cNvPr>
              <p:cNvCxnSpPr/>
              <p:nvPr/>
            </p:nvCxnSpPr>
            <p:spPr>
              <a:xfrm rot="10800000" flipH="1">
                <a:off x="2135"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7" name="Google Shape;472;p37">
                <a:extLst>
                  <a:ext uri="{FF2B5EF4-FFF2-40B4-BE49-F238E27FC236}">
                    <a16:creationId xmlns:a16="http://schemas.microsoft.com/office/drawing/2014/main" id="{DD208C1E-D798-B73D-1AD3-2B1A241E6E9D}"/>
                  </a:ext>
                </a:extLst>
              </p:cNvPr>
              <p:cNvCxnSpPr/>
              <p:nvPr/>
            </p:nvCxnSpPr>
            <p:spPr>
              <a:xfrm rot="10800000" flipH="1">
                <a:off x="2543"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8" name="Google Shape;473;p37">
                <a:extLst>
                  <a:ext uri="{FF2B5EF4-FFF2-40B4-BE49-F238E27FC236}">
                    <a16:creationId xmlns:a16="http://schemas.microsoft.com/office/drawing/2014/main" id="{2EB5C64B-1BC9-D2C3-151D-34E9E98B41DF}"/>
                  </a:ext>
                </a:extLst>
              </p:cNvPr>
              <p:cNvCxnSpPr/>
              <p:nvPr/>
            </p:nvCxnSpPr>
            <p:spPr>
              <a:xfrm rot="10800000" flipH="1">
                <a:off x="2960"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9" name="Google Shape;474;p37">
                <a:extLst>
                  <a:ext uri="{FF2B5EF4-FFF2-40B4-BE49-F238E27FC236}">
                    <a16:creationId xmlns:a16="http://schemas.microsoft.com/office/drawing/2014/main" id="{2DDF759D-253A-9A6A-53E4-760447C0085A}"/>
                  </a:ext>
                </a:extLst>
              </p:cNvPr>
              <p:cNvCxnSpPr/>
              <p:nvPr/>
            </p:nvCxnSpPr>
            <p:spPr>
              <a:xfrm rot="10800000" flipH="1">
                <a:off x="3368"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0" name="Google Shape;475;p37">
                <a:extLst>
                  <a:ext uri="{FF2B5EF4-FFF2-40B4-BE49-F238E27FC236}">
                    <a16:creationId xmlns:a16="http://schemas.microsoft.com/office/drawing/2014/main" id="{EB0B944D-637A-2302-8D87-9C34FDE2CE93}"/>
                  </a:ext>
                </a:extLst>
              </p:cNvPr>
              <p:cNvCxnSpPr/>
              <p:nvPr/>
            </p:nvCxnSpPr>
            <p:spPr>
              <a:xfrm rot="10800000" flipH="1">
                <a:off x="3777"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1" name="Google Shape;476;p37">
                <a:extLst>
                  <a:ext uri="{FF2B5EF4-FFF2-40B4-BE49-F238E27FC236}">
                    <a16:creationId xmlns:a16="http://schemas.microsoft.com/office/drawing/2014/main" id="{68D89E27-D25E-5563-3904-E7FC332E3540}"/>
                  </a:ext>
                </a:extLst>
              </p:cNvPr>
              <p:cNvCxnSpPr/>
              <p:nvPr/>
            </p:nvCxnSpPr>
            <p:spPr>
              <a:xfrm rot="10800000" flipH="1">
                <a:off x="4186"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2" name="Google Shape;477;p37">
                <a:extLst>
                  <a:ext uri="{FF2B5EF4-FFF2-40B4-BE49-F238E27FC236}">
                    <a16:creationId xmlns:a16="http://schemas.microsoft.com/office/drawing/2014/main" id="{E3795EEB-3139-0879-C76C-C8AC88D36093}"/>
                  </a:ext>
                </a:extLst>
              </p:cNvPr>
              <p:cNvCxnSpPr/>
              <p:nvPr/>
            </p:nvCxnSpPr>
            <p:spPr>
              <a:xfrm rot="10800000" flipH="1">
                <a:off x="4594"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3" name="Google Shape;478;p37">
                <a:extLst>
                  <a:ext uri="{FF2B5EF4-FFF2-40B4-BE49-F238E27FC236}">
                    <a16:creationId xmlns:a16="http://schemas.microsoft.com/office/drawing/2014/main" id="{E4E61FBE-FAB9-96CA-3315-E126B93E13AE}"/>
                  </a:ext>
                </a:extLst>
              </p:cNvPr>
              <p:cNvCxnSpPr/>
              <p:nvPr/>
            </p:nvCxnSpPr>
            <p:spPr>
              <a:xfrm>
                <a:off x="1317" y="3447"/>
                <a:ext cx="31" cy="1"/>
              </a:xfrm>
              <a:prstGeom prst="straightConnector1">
                <a:avLst/>
              </a:prstGeom>
              <a:noFill/>
              <a:ln w="19050" cap="flat" cmpd="sng">
                <a:solidFill>
                  <a:schemeClr val="dk1"/>
                </a:solidFill>
                <a:prstDash val="solid"/>
                <a:round/>
                <a:headEnd type="none" w="sm" len="sm"/>
                <a:tailEnd type="none" w="sm" len="sm"/>
              </a:ln>
            </p:spPr>
          </p:cxnSp>
          <p:cxnSp>
            <p:nvCxnSpPr>
              <p:cNvPr id="114" name="Google Shape;479;p37">
                <a:extLst>
                  <a:ext uri="{FF2B5EF4-FFF2-40B4-BE49-F238E27FC236}">
                    <a16:creationId xmlns:a16="http://schemas.microsoft.com/office/drawing/2014/main" id="{0F58E879-39E1-CCC1-1043-DBEFF5CAD003}"/>
                  </a:ext>
                </a:extLst>
              </p:cNvPr>
              <p:cNvCxnSpPr/>
              <p:nvPr/>
            </p:nvCxnSpPr>
            <p:spPr>
              <a:xfrm>
                <a:off x="1317" y="3129"/>
                <a:ext cx="31" cy="1"/>
              </a:xfrm>
              <a:prstGeom prst="straightConnector1">
                <a:avLst/>
              </a:prstGeom>
              <a:noFill/>
              <a:ln w="19050" cap="flat" cmpd="sng">
                <a:solidFill>
                  <a:schemeClr val="dk1"/>
                </a:solidFill>
                <a:prstDash val="solid"/>
                <a:round/>
                <a:headEnd type="none" w="sm" len="sm"/>
                <a:tailEnd type="none" w="sm" len="sm"/>
              </a:ln>
            </p:spPr>
          </p:cxnSp>
          <p:cxnSp>
            <p:nvCxnSpPr>
              <p:cNvPr id="115" name="Google Shape;480;p37">
                <a:extLst>
                  <a:ext uri="{FF2B5EF4-FFF2-40B4-BE49-F238E27FC236}">
                    <a16:creationId xmlns:a16="http://schemas.microsoft.com/office/drawing/2014/main" id="{ED309521-399C-B5EC-ABAA-4118814F536D}"/>
                  </a:ext>
                </a:extLst>
              </p:cNvPr>
              <p:cNvCxnSpPr/>
              <p:nvPr/>
            </p:nvCxnSpPr>
            <p:spPr>
              <a:xfrm>
                <a:off x="1317" y="2804"/>
                <a:ext cx="31" cy="1"/>
              </a:xfrm>
              <a:prstGeom prst="straightConnector1">
                <a:avLst/>
              </a:prstGeom>
              <a:noFill/>
              <a:ln w="19050" cap="flat" cmpd="sng">
                <a:solidFill>
                  <a:schemeClr val="dk1"/>
                </a:solidFill>
                <a:prstDash val="solid"/>
                <a:round/>
                <a:headEnd type="none" w="sm" len="sm"/>
                <a:tailEnd type="none" w="sm" len="sm"/>
              </a:ln>
            </p:spPr>
          </p:cxnSp>
          <p:cxnSp>
            <p:nvCxnSpPr>
              <p:cNvPr id="116" name="Google Shape;481;p37">
                <a:extLst>
                  <a:ext uri="{FF2B5EF4-FFF2-40B4-BE49-F238E27FC236}">
                    <a16:creationId xmlns:a16="http://schemas.microsoft.com/office/drawing/2014/main" id="{C58E5AF8-D29B-A112-42EA-16904F9929C8}"/>
                  </a:ext>
                </a:extLst>
              </p:cNvPr>
              <p:cNvCxnSpPr/>
              <p:nvPr/>
            </p:nvCxnSpPr>
            <p:spPr>
              <a:xfrm>
                <a:off x="1317" y="2486"/>
                <a:ext cx="31" cy="1"/>
              </a:xfrm>
              <a:prstGeom prst="straightConnector1">
                <a:avLst/>
              </a:prstGeom>
              <a:noFill/>
              <a:ln w="19050" cap="flat" cmpd="sng">
                <a:solidFill>
                  <a:schemeClr val="dk1"/>
                </a:solidFill>
                <a:prstDash val="solid"/>
                <a:round/>
                <a:headEnd type="none" w="sm" len="sm"/>
                <a:tailEnd type="none" w="sm" len="sm"/>
              </a:ln>
            </p:spPr>
          </p:cxnSp>
          <p:cxnSp>
            <p:nvCxnSpPr>
              <p:cNvPr id="117" name="Google Shape;482;p37">
                <a:extLst>
                  <a:ext uri="{FF2B5EF4-FFF2-40B4-BE49-F238E27FC236}">
                    <a16:creationId xmlns:a16="http://schemas.microsoft.com/office/drawing/2014/main" id="{A1C677B0-48EE-654A-0E9C-B4A4DDCBB373}"/>
                  </a:ext>
                </a:extLst>
              </p:cNvPr>
              <p:cNvCxnSpPr/>
              <p:nvPr/>
            </p:nvCxnSpPr>
            <p:spPr>
              <a:xfrm>
                <a:off x="1317" y="2161"/>
                <a:ext cx="31" cy="1"/>
              </a:xfrm>
              <a:prstGeom prst="straightConnector1">
                <a:avLst/>
              </a:prstGeom>
              <a:noFill/>
              <a:ln w="19050" cap="flat" cmpd="sng">
                <a:solidFill>
                  <a:schemeClr val="dk1"/>
                </a:solidFill>
                <a:prstDash val="solid"/>
                <a:round/>
                <a:headEnd type="none" w="sm" len="sm"/>
                <a:tailEnd type="none" w="sm" len="sm"/>
              </a:ln>
            </p:spPr>
          </p:cxnSp>
          <p:cxnSp>
            <p:nvCxnSpPr>
              <p:cNvPr id="118" name="Google Shape;483;p37">
                <a:extLst>
                  <a:ext uri="{FF2B5EF4-FFF2-40B4-BE49-F238E27FC236}">
                    <a16:creationId xmlns:a16="http://schemas.microsoft.com/office/drawing/2014/main" id="{EB376618-AD2B-5EEA-0CA4-6EA4B7D2AA5F}"/>
                  </a:ext>
                </a:extLst>
              </p:cNvPr>
              <p:cNvCxnSpPr/>
              <p:nvPr/>
            </p:nvCxnSpPr>
            <p:spPr>
              <a:xfrm>
                <a:off x="1317" y="1835"/>
                <a:ext cx="31" cy="1"/>
              </a:xfrm>
              <a:prstGeom prst="straightConnector1">
                <a:avLst/>
              </a:prstGeom>
              <a:noFill/>
              <a:ln w="19050" cap="flat" cmpd="sng">
                <a:solidFill>
                  <a:schemeClr val="dk1"/>
                </a:solidFill>
                <a:prstDash val="solid"/>
                <a:round/>
                <a:headEnd type="none" w="sm" len="sm"/>
                <a:tailEnd type="none" w="sm" len="sm"/>
              </a:ln>
            </p:spPr>
          </p:cxnSp>
          <p:cxnSp>
            <p:nvCxnSpPr>
              <p:cNvPr id="119" name="Google Shape;484;p37">
                <a:extLst>
                  <a:ext uri="{FF2B5EF4-FFF2-40B4-BE49-F238E27FC236}">
                    <a16:creationId xmlns:a16="http://schemas.microsoft.com/office/drawing/2014/main" id="{4EC94E2B-D40C-FA88-9143-7D8AC1686A98}"/>
                  </a:ext>
                </a:extLst>
              </p:cNvPr>
              <p:cNvCxnSpPr/>
              <p:nvPr/>
            </p:nvCxnSpPr>
            <p:spPr>
              <a:xfrm>
                <a:off x="1317" y="1518"/>
                <a:ext cx="31" cy="1"/>
              </a:xfrm>
              <a:prstGeom prst="straightConnector1">
                <a:avLst/>
              </a:prstGeom>
              <a:noFill/>
              <a:ln w="19050" cap="flat" cmpd="sng">
                <a:solidFill>
                  <a:schemeClr val="dk1"/>
                </a:solidFill>
                <a:prstDash val="solid"/>
                <a:round/>
                <a:headEnd type="none" w="sm" len="sm"/>
                <a:tailEnd type="none" w="sm" len="sm"/>
              </a:ln>
            </p:spPr>
          </p:cxnSp>
          <p:cxnSp>
            <p:nvCxnSpPr>
              <p:cNvPr id="120" name="Google Shape;485;p37">
                <a:extLst>
                  <a:ext uri="{FF2B5EF4-FFF2-40B4-BE49-F238E27FC236}">
                    <a16:creationId xmlns:a16="http://schemas.microsoft.com/office/drawing/2014/main" id="{92F1ADB8-0602-B435-B177-CD0E00C174AE}"/>
                  </a:ext>
                </a:extLst>
              </p:cNvPr>
              <p:cNvCxnSpPr/>
              <p:nvPr/>
            </p:nvCxnSpPr>
            <p:spPr>
              <a:xfrm>
                <a:off x="1317" y="1192"/>
                <a:ext cx="31" cy="1"/>
              </a:xfrm>
              <a:prstGeom prst="straightConnector1">
                <a:avLst/>
              </a:prstGeom>
              <a:noFill/>
              <a:ln w="19050" cap="flat" cmpd="sng">
                <a:solidFill>
                  <a:schemeClr val="dk1"/>
                </a:solidFill>
                <a:prstDash val="solid"/>
                <a:round/>
                <a:headEnd type="none" w="sm" len="sm"/>
                <a:tailEnd type="none" w="sm" len="sm"/>
              </a:ln>
            </p:spPr>
          </p:cxnSp>
        </p:grpSp>
        <p:sp>
          <p:nvSpPr>
            <p:cNvPr id="76" name="Google Shape;486;p37">
              <a:extLst>
                <a:ext uri="{FF2B5EF4-FFF2-40B4-BE49-F238E27FC236}">
                  <a16:creationId xmlns:a16="http://schemas.microsoft.com/office/drawing/2014/main" id="{F17AD19C-0730-AA4A-2EBA-6AE42861CEEA}"/>
                </a:ext>
              </a:extLst>
            </p:cNvPr>
            <p:cNvSpPr txBox="1"/>
            <p:nvPr/>
          </p:nvSpPr>
          <p:spPr>
            <a:xfrm>
              <a:off x="1960563" y="6003925"/>
              <a:ext cx="3254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a:t>
              </a:r>
              <a:endParaRPr/>
            </a:p>
          </p:txBody>
        </p:sp>
        <p:sp>
          <p:nvSpPr>
            <p:cNvPr id="77" name="Google Shape;487;p37">
              <a:extLst>
                <a:ext uri="{FF2B5EF4-FFF2-40B4-BE49-F238E27FC236}">
                  <a16:creationId xmlns:a16="http://schemas.microsoft.com/office/drawing/2014/main" id="{0EF13857-4163-5B2B-8A27-D6CDD37C0BAF}"/>
                </a:ext>
              </a:extLst>
            </p:cNvPr>
            <p:cNvSpPr txBox="1"/>
            <p:nvPr/>
          </p:nvSpPr>
          <p:spPr>
            <a:xfrm>
              <a:off x="312420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20</a:t>
              </a:r>
              <a:endParaRPr/>
            </a:p>
          </p:txBody>
        </p:sp>
        <p:sp>
          <p:nvSpPr>
            <p:cNvPr id="78" name="Google Shape;488;p37">
              <a:extLst>
                <a:ext uri="{FF2B5EF4-FFF2-40B4-BE49-F238E27FC236}">
                  <a16:creationId xmlns:a16="http://schemas.microsoft.com/office/drawing/2014/main" id="{76205304-4E9C-4E7A-26A9-535CCA9C24C8}"/>
                </a:ext>
              </a:extLst>
            </p:cNvPr>
            <p:cNvSpPr txBox="1"/>
            <p:nvPr/>
          </p:nvSpPr>
          <p:spPr>
            <a:xfrm>
              <a:off x="443865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40</a:t>
              </a:r>
              <a:endParaRPr dirty="0"/>
            </a:p>
          </p:txBody>
        </p:sp>
        <p:sp>
          <p:nvSpPr>
            <p:cNvPr id="79" name="Google Shape;489;p37">
              <a:extLst>
                <a:ext uri="{FF2B5EF4-FFF2-40B4-BE49-F238E27FC236}">
                  <a16:creationId xmlns:a16="http://schemas.microsoft.com/office/drawing/2014/main" id="{DF5B51FD-6F1E-51BC-5E25-519BB825327A}"/>
                </a:ext>
              </a:extLst>
            </p:cNvPr>
            <p:cNvSpPr txBox="1"/>
            <p:nvPr/>
          </p:nvSpPr>
          <p:spPr>
            <a:xfrm>
              <a:off x="57435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60</a:t>
              </a:r>
              <a:endParaRPr/>
            </a:p>
          </p:txBody>
        </p:sp>
        <p:sp>
          <p:nvSpPr>
            <p:cNvPr id="80" name="Google Shape;490;p37">
              <a:extLst>
                <a:ext uri="{FF2B5EF4-FFF2-40B4-BE49-F238E27FC236}">
                  <a16:creationId xmlns:a16="http://schemas.microsoft.com/office/drawing/2014/main" id="{7F00BE7F-6852-ABA3-DD12-311CB7B4AB6B}"/>
                </a:ext>
              </a:extLst>
            </p:cNvPr>
            <p:cNvSpPr txBox="1"/>
            <p:nvPr/>
          </p:nvSpPr>
          <p:spPr>
            <a:xfrm>
              <a:off x="70389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80</a:t>
              </a:r>
              <a:endParaRPr/>
            </a:p>
          </p:txBody>
        </p:sp>
        <p:grpSp>
          <p:nvGrpSpPr>
            <p:cNvPr id="81" name="Google Shape;491;p37">
              <a:extLst>
                <a:ext uri="{FF2B5EF4-FFF2-40B4-BE49-F238E27FC236}">
                  <a16:creationId xmlns:a16="http://schemas.microsoft.com/office/drawing/2014/main" id="{E30045C6-D140-9693-112E-AA7CA7D54EB5}"/>
                </a:ext>
              </a:extLst>
            </p:cNvPr>
            <p:cNvGrpSpPr/>
            <p:nvPr/>
          </p:nvGrpSpPr>
          <p:grpSpPr>
            <a:xfrm>
              <a:off x="1379538" y="1695450"/>
              <a:ext cx="677862" cy="4476750"/>
              <a:chOff x="1104" y="1068"/>
              <a:chExt cx="427" cy="2820"/>
            </a:xfrm>
          </p:grpSpPr>
          <p:sp>
            <p:nvSpPr>
              <p:cNvPr id="98" name="Google Shape;492;p37">
                <a:extLst>
                  <a:ext uri="{FF2B5EF4-FFF2-40B4-BE49-F238E27FC236}">
                    <a16:creationId xmlns:a16="http://schemas.microsoft.com/office/drawing/2014/main" id="{4A019710-2D3D-804B-5C5C-B5ACDC4528F9}"/>
                  </a:ext>
                </a:extLst>
              </p:cNvPr>
              <p:cNvSpPr txBox="1"/>
              <p:nvPr/>
            </p:nvSpPr>
            <p:spPr>
              <a:xfrm>
                <a:off x="1104" y="363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0.00</a:t>
                </a:r>
                <a:endParaRPr/>
              </a:p>
            </p:txBody>
          </p:sp>
          <p:sp>
            <p:nvSpPr>
              <p:cNvPr id="99" name="Google Shape;493;p37">
                <a:extLst>
                  <a:ext uri="{FF2B5EF4-FFF2-40B4-BE49-F238E27FC236}">
                    <a16:creationId xmlns:a16="http://schemas.microsoft.com/office/drawing/2014/main" id="{EE50C975-E8E3-3977-1151-462E418E0B1F}"/>
                  </a:ext>
                </a:extLst>
              </p:cNvPr>
              <p:cNvSpPr txBox="1"/>
              <p:nvPr/>
            </p:nvSpPr>
            <p:spPr>
              <a:xfrm>
                <a:off x="1104" y="300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0.25</a:t>
                </a:r>
                <a:endParaRPr/>
              </a:p>
            </p:txBody>
          </p:sp>
          <p:sp>
            <p:nvSpPr>
              <p:cNvPr id="100" name="Google Shape;494;p37">
                <a:extLst>
                  <a:ext uri="{FF2B5EF4-FFF2-40B4-BE49-F238E27FC236}">
                    <a16:creationId xmlns:a16="http://schemas.microsoft.com/office/drawing/2014/main" id="{40A3F06A-21BC-B741-50B3-562B556DF91F}"/>
                  </a:ext>
                </a:extLst>
              </p:cNvPr>
              <p:cNvSpPr txBox="1"/>
              <p:nvPr/>
            </p:nvSpPr>
            <p:spPr>
              <a:xfrm>
                <a:off x="1104" y="2364"/>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0.50</a:t>
                </a:r>
                <a:endParaRPr/>
              </a:p>
            </p:txBody>
          </p:sp>
          <p:sp>
            <p:nvSpPr>
              <p:cNvPr id="101" name="Google Shape;495;p37">
                <a:extLst>
                  <a:ext uri="{FF2B5EF4-FFF2-40B4-BE49-F238E27FC236}">
                    <a16:creationId xmlns:a16="http://schemas.microsoft.com/office/drawing/2014/main" id="{1E9D0812-99F7-CB54-E1EE-8C09BAF24169}"/>
                  </a:ext>
                </a:extLst>
              </p:cNvPr>
              <p:cNvSpPr txBox="1"/>
              <p:nvPr/>
            </p:nvSpPr>
            <p:spPr>
              <a:xfrm>
                <a:off x="1104" y="1716"/>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0.75</a:t>
                </a:r>
                <a:endParaRPr/>
              </a:p>
            </p:txBody>
          </p:sp>
          <p:sp>
            <p:nvSpPr>
              <p:cNvPr id="102" name="Google Shape;496;p37">
                <a:extLst>
                  <a:ext uri="{FF2B5EF4-FFF2-40B4-BE49-F238E27FC236}">
                    <a16:creationId xmlns:a16="http://schemas.microsoft.com/office/drawing/2014/main" id="{D000DCD1-4EAA-3137-F592-69EFD01A064C}"/>
                  </a:ext>
                </a:extLst>
              </p:cNvPr>
              <p:cNvSpPr txBox="1"/>
              <p:nvPr/>
            </p:nvSpPr>
            <p:spPr>
              <a:xfrm>
                <a:off x="1104" y="106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1.00</a:t>
                </a:r>
                <a:endParaRPr/>
              </a:p>
            </p:txBody>
          </p:sp>
        </p:grpSp>
        <p:sp>
          <p:nvSpPr>
            <p:cNvPr id="82" name="Google Shape;497;p37">
              <a:extLst>
                <a:ext uri="{FF2B5EF4-FFF2-40B4-BE49-F238E27FC236}">
                  <a16:creationId xmlns:a16="http://schemas.microsoft.com/office/drawing/2014/main" id="{6E811649-C3E7-80A7-750E-B93D5C8E6A8D}"/>
                </a:ext>
              </a:extLst>
            </p:cNvPr>
            <p:cNvSpPr txBox="1"/>
            <p:nvPr/>
          </p:nvSpPr>
          <p:spPr>
            <a:xfrm>
              <a:off x="3014663" y="6335713"/>
              <a:ext cx="33861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Hatchery production (1000s)</a:t>
              </a:r>
              <a:endParaRPr/>
            </a:p>
          </p:txBody>
        </p:sp>
        <p:sp>
          <p:nvSpPr>
            <p:cNvPr id="83" name="Google Shape;498;p37">
              <a:extLst>
                <a:ext uri="{FF2B5EF4-FFF2-40B4-BE49-F238E27FC236}">
                  <a16:creationId xmlns:a16="http://schemas.microsoft.com/office/drawing/2014/main" id="{9D79DCB6-4480-6C03-0714-EAFC2C5294DC}"/>
                </a:ext>
              </a:extLst>
            </p:cNvPr>
            <p:cNvSpPr txBox="1"/>
            <p:nvPr/>
          </p:nvSpPr>
          <p:spPr>
            <a:xfrm rot="-5400000">
              <a:off x="633413" y="3741737"/>
              <a:ext cx="80645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Utility</a:t>
              </a:r>
              <a:endParaRPr/>
            </a:p>
          </p:txBody>
        </p:sp>
        <p:sp>
          <p:nvSpPr>
            <p:cNvPr id="84" name="Google Shape;499;p37">
              <a:extLst>
                <a:ext uri="{FF2B5EF4-FFF2-40B4-BE49-F238E27FC236}">
                  <a16:creationId xmlns:a16="http://schemas.microsoft.com/office/drawing/2014/main" id="{040DB4F6-D027-175D-0A2E-228B6CC0F7D8}"/>
                </a:ext>
              </a:extLst>
            </p:cNvPr>
            <p:cNvSpPr/>
            <p:nvPr/>
          </p:nvSpPr>
          <p:spPr>
            <a:xfrm>
              <a:off x="2667000" y="59055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85" name="Google Shape;500;p37">
              <a:extLst>
                <a:ext uri="{FF2B5EF4-FFF2-40B4-BE49-F238E27FC236}">
                  <a16:creationId xmlns:a16="http://schemas.microsoft.com/office/drawing/2014/main" id="{70D581BD-EEB8-32BF-8469-EC0F77B1F28E}"/>
                </a:ext>
              </a:extLst>
            </p:cNvPr>
            <p:cNvSpPr/>
            <p:nvPr/>
          </p:nvSpPr>
          <p:spPr>
            <a:xfrm>
              <a:off x="6553200" y="18288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grpSp>
          <p:nvGrpSpPr>
            <p:cNvPr id="86" name="Google Shape;501;p37">
              <a:extLst>
                <a:ext uri="{FF2B5EF4-FFF2-40B4-BE49-F238E27FC236}">
                  <a16:creationId xmlns:a16="http://schemas.microsoft.com/office/drawing/2014/main" id="{382EF054-51C5-C395-72CC-CE66BD3B9D6F}"/>
                </a:ext>
              </a:extLst>
            </p:cNvPr>
            <p:cNvGrpSpPr/>
            <p:nvPr/>
          </p:nvGrpSpPr>
          <p:grpSpPr>
            <a:xfrm>
              <a:off x="2740025" y="1905000"/>
              <a:ext cx="3892550" cy="4079875"/>
              <a:chOff x="1726" y="1200"/>
              <a:chExt cx="2452" cy="2570"/>
            </a:xfrm>
          </p:grpSpPr>
          <p:sp>
            <p:nvSpPr>
              <p:cNvPr id="95" name="Google Shape;502;p37">
                <a:extLst>
                  <a:ext uri="{FF2B5EF4-FFF2-40B4-BE49-F238E27FC236}">
                    <a16:creationId xmlns:a16="http://schemas.microsoft.com/office/drawing/2014/main" id="{3CDBA945-7EAC-00A7-D371-5E9FFDE6D8C8}"/>
                  </a:ext>
                </a:extLst>
              </p:cNvPr>
              <p:cNvSpPr/>
              <p:nvPr/>
            </p:nvSpPr>
            <p:spPr>
              <a:xfrm>
                <a:off x="1726" y="1200"/>
                <a:ext cx="2452" cy="2570"/>
              </a:xfrm>
              <a:custGeom>
                <a:avLst/>
                <a:gdLst/>
                <a:ahLst/>
                <a:cxnLst/>
                <a:rect l="l" t="t" r="r" b="b"/>
                <a:pathLst>
                  <a:path w="120000" h="120000" extrusionOk="0">
                    <a:moveTo>
                      <a:pt x="0" y="120000"/>
                    </a:moveTo>
                    <a:lnTo>
                      <a:pt x="3075" y="116837"/>
                    </a:lnTo>
                    <a:lnTo>
                      <a:pt x="6115" y="114046"/>
                    </a:lnTo>
                    <a:lnTo>
                      <a:pt x="8898" y="110883"/>
                    </a:lnTo>
                    <a:lnTo>
                      <a:pt x="11937" y="108046"/>
                    </a:lnTo>
                    <a:lnTo>
                      <a:pt x="14977" y="104883"/>
                    </a:lnTo>
                    <a:lnTo>
                      <a:pt x="18016" y="102046"/>
                    </a:lnTo>
                    <a:lnTo>
                      <a:pt x="21092" y="98883"/>
                    </a:lnTo>
                    <a:lnTo>
                      <a:pt x="24131" y="96093"/>
                    </a:lnTo>
                    <a:lnTo>
                      <a:pt x="26914" y="92930"/>
                    </a:lnTo>
                    <a:lnTo>
                      <a:pt x="29954" y="90093"/>
                    </a:lnTo>
                    <a:lnTo>
                      <a:pt x="32993" y="86930"/>
                    </a:lnTo>
                    <a:lnTo>
                      <a:pt x="36032" y="84139"/>
                    </a:lnTo>
                    <a:lnTo>
                      <a:pt x="39108" y="80930"/>
                    </a:lnTo>
                    <a:lnTo>
                      <a:pt x="42148" y="78139"/>
                    </a:lnTo>
                    <a:lnTo>
                      <a:pt x="44894" y="74976"/>
                    </a:lnTo>
                    <a:lnTo>
                      <a:pt x="47970" y="72139"/>
                    </a:lnTo>
                    <a:lnTo>
                      <a:pt x="51010" y="68976"/>
                    </a:lnTo>
                    <a:lnTo>
                      <a:pt x="54049" y="66186"/>
                    </a:lnTo>
                    <a:lnTo>
                      <a:pt x="57088" y="63023"/>
                    </a:lnTo>
                    <a:lnTo>
                      <a:pt x="60164" y="60186"/>
                    </a:lnTo>
                    <a:lnTo>
                      <a:pt x="62911" y="57023"/>
                    </a:lnTo>
                    <a:lnTo>
                      <a:pt x="65987" y="53860"/>
                    </a:lnTo>
                    <a:lnTo>
                      <a:pt x="69026" y="51023"/>
                    </a:lnTo>
                    <a:lnTo>
                      <a:pt x="72065" y="47860"/>
                    </a:lnTo>
                    <a:lnTo>
                      <a:pt x="75105" y="45069"/>
                    </a:lnTo>
                    <a:lnTo>
                      <a:pt x="77888" y="41906"/>
                    </a:lnTo>
                    <a:lnTo>
                      <a:pt x="80927" y="39069"/>
                    </a:lnTo>
                    <a:lnTo>
                      <a:pt x="84003" y="35906"/>
                    </a:lnTo>
                    <a:lnTo>
                      <a:pt x="87043" y="33069"/>
                    </a:lnTo>
                    <a:lnTo>
                      <a:pt x="90082" y="29906"/>
                    </a:lnTo>
                    <a:lnTo>
                      <a:pt x="93121" y="27116"/>
                    </a:lnTo>
                    <a:lnTo>
                      <a:pt x="95904" y="23953"/>
                    </a:lnTo>
                    <a:lnTo>
                      <a:pt x="98944" y="21116"/>
                    </a:lnTo>
                    <a:lnTo>
                      <a:pt x="101983" y="17953"/>
                    </a:lnTo>
                    <a:lnTo>
                      <a:pt x="105059" y="15162"/>
                    </a:lnTo>
                    <a:lnTo>
                      <a:pt x="108098" y="11953"/>
                    </a:lnTo>
                    <a:lnTo>
                      <a:pt x="111138" y="9162"/>
                    </a:lnTo>
                    <a:lnTo>
                      <a:pt x="113921" y="6000"/>
                    </a:lnTo>
                    <a:lnTo>
                      <a:pt x="116960" y="3162"/>
                    </a:lnTo>
                    <a:lnTo>
                      <a:pt x="120000" y="0"/>
                    </a:ln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6" name="Google Shape;503;p37">
                <a:extLst>
                  <a:ext uri="{FF2B5EF4-FFF2-40B4-BE49-F238E27FC236}">
                    <a16:creationId xmlns:a16="http://schemas.microsoft.com/office/drawing/2014/main" id="{B7B2828F-6509-3827-62A4-B6D985F833C4}"/>
                  </a:ext>
                </a:extLst>
              </p:cNvPr>
              <p:cNvSpPr/>
              <p:nvPr/>
            </p:nvSpPr>
            <p:spPr>
              <a:xfrm>
                <a:off x="2904" y="2440"/>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7" name="Google Shape;504;p37">
                <a:extLst>
                  <a:ext uri="{FF2B5EF4-FFF2-40B4-BE49-F238E27FC236}">
                    <a16:creationId xmlns:a16="http://schemas.microsoft.com/office/drawing/2014/main" id="{D4CF2CF7-0C92-32AF-4CB0-BAE701F21A6C}"/>
                  </a:ext>
                </a:extLst>
              </p:cNvPr>
              <p:cNvSpPr txBox="1"/>
              <p:nvPr/>
            </p:nvSpPr>
            <p:spPr>
              <a:xfrm rot="-2699867">
                <a:off x="3123" y="1609"/>
                <a:ext cx="742"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neutral</a:t>
                </a:r>
                <a:endParaRPr/>
              </a:p>
            </p:txBody>
          </p:sp>
        </p:grpSp>
        <p:grpSp>
          <p:nvGrpSpPr>
            <p:cNvPr id="87" name="Google Shape;505;p37">
              <a:extLst>
                <a:ext uri="{FF2B5EF4-FFF2-40B4-BE49-F238E27FC236}">
                  <a16:creationId xmlns:a16="http://schemas.microsoft.com/office/drawing/2014/main" id="{45EFE76A-5A3E-685D-27FC-5F75AFB35FFE}"/>
                </a:ext>
              </a:extLst>
            </p:cNvPr>
            <p:cNvGrpSpPr/>
            <p:nvPr/>
          </p:nvGrpSpPr>
          <p:grpSpPr>
            <a:xfrm>
              <a:off x="2752725" y="1505749"/>
              <a:ext cx="3892550" cy="4466426"/>
              <a:chOff x="1734" y="949"/>
              <a:chExt cx="2452" cy="2813"/>
            </a:xfrm>
          </p:grpSpPr>
          <p:sp>
            <p:nvSpPr>
              <p:cNvPr id="92" name="Google Shape;506;p37">
                <a:extLst>
                  <a:ext uri="{FF2B5EF4-FFF2-40B4-BE49-F238E27FC236}">
                    <a16:creationId xmlns:a16="http://schemas.microsoft.com/office/drawing/2014/main" id="{C649E0F7-094B-0434-8919-A542C3A34C36}"/>
                  </a:ext>
                </a:extLst>
              </p:cNvPr>
              <p:cNvSpPr/>
              <p:nvPr/>
            </p:nvSpPr>
            <p:spPr>
              <a:xfrm>
                <a:off x="1734" y="1108"/>
                <a:ext cx="2452" cy="2654"/>
              </a:xfrm>
              <a:custGeom>
                <a:avLst/>
                <a:gdLst/>
                <a:ahLst/>
                <a:cxnLst/>
                <a:rect l="l" t="t" r="r" b="b"/>
                <a:pathLst>
                  <a:path w="120000" h="120000" extrusionOk="0">
                    <a:moveTo>
                      <a:pt x="0" y="120000"/>
                    </a:moveTo>
                    <a:cubicBezTo>
                      <a:pt x="9396" y="103225"/>
                      <a:pt x="36460" y="38703"/>
                      <a:pt x="56476" y="19351"/>
                    </a:cubicBezTo>
                    <a:cubicBezTo>
                      <a:pt x="76492" y="0"/>
                      <a:pt x="109429" y="6375"/>
                      <a:pt x="120000" y="3798"/>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3" name="Google Shape;507;p37">
                <a:extLst>
                  <a:ext uri="{FF2B5EF4-FFF2-40B4-BE49-F238E27FC236}">
                    <a16:creationId xmlns:a16="http://schemas.microsoft.com/office/drawing/2014/main" id="{D72A3634-49BA-C734-C30C-5E2EDAE89609}"/>
                  </a:ext>
                </a:extLst>
              </p:cNvPr>
              <p:cNvSpPr/>
              <p:nvPr/>
            </p:nvSpPr>
            <p:spPr>
              <a:xfrm>
                <a:off x="2904" y="1424"/>
                <a:ext cx="96" cy="96"/>
              </a:xfrm>
              <a:prstGeom prst="ellipse">
                <a:avLst/>
              </a:prstGeom>
              <a:solidFill>
                <a:schemeClr val="accent5">
                  <a:lumMod val="20000"/>
                  <a:lumOff val="80000"/>
                </a:schemeClr>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4" name="Google Shape;508;p37">
                <a:extLst>
                  <a:ext uri="{FF2B5EF4-FFF2-40B4-BE49-F238E27FC236}">
                    <a16:creationId xmlns:a16="http://schemas.microsoft.com/office/drawing/2014/main" id="{88A3F95C-09F9-E69E-B787-A1B3EC6CEA12}"/>
                  </a:ext>
                </a:extLst>
              </p:cNvPr>
              <p:cNvSpPr txBox="1"/>
              <p:nvPr/>
            </p:nvSpPr>
            <p:spPr>
              <a:xfrm rot="-858090">
                <a:off x="3024" y="1036"/>
                <a:ext cx="735"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averse</a:t>
                </a:r>
                <a:endParaRPr/>
              </a:p>
            </p:txBody>
          </p:sp>
        </p:grpSp>
        <p:grpSp>
          <p:nvGrpSpPr>
            <p:cNvPr id="88" name="Google Shape;509;p37">
              <a:extLst>
                <a:ext uri="{FF2B5EF4-FFF2-40B4-BE49-F238E27FC236}">
                  <a16:creationId xmlns:a16="http://schemas.microsoft.com/office/drawing/2014/main" id="{6EBF9C57-E83E-D590-42F8-94B5C1203908}"/>
                </a:ext>
              </a:extLst>
            </p:cNvPr>
            <p:cNvGrpSpPr/>
            <p:nvPr/>
          </p:nvGrpSpPr>
          <p:grpSpPr>
            <a:xfrm>
              <a:off x="2755900" y="1892300"/>
              <a:ext cx="3892550" cy="4141788"/>
              <a:chOff x="1736" y="1192"/>
              <a:chExt cx="2452" cy="2609"/>
            </a:xfrm>
          </p:grpSpPr>
          <p:sp>
            <p:nvSpPr>
              <p:cNvPr id="89" name="Google Shape;510;p37">
                <a:extLst>
                  <a:ext uri="{FF2B5EF4-FFF2-40B4-BE49-F238E27FC236}">
                    <a16:creationId xmlns:a16="http://schemas.microsoft.com/office/drawing/2014/main" id="{DEE257DA-1B0A-B56F-FD57-6AC4AF7B712E}"/>
                  </a:ext>
                </a:extLst>
              </p:cNvPr>
              <p:cNvSpPr/>
              <p:nvPr/>
            </p:nvSpPr>
            <p:spPr>
              <a:xfrm>
                <a:off x="1736" y="1192"/>
                <a:ext cx="2452" cy="2609"/>
              </a:xfrm>
              <a:custGeom>
                <a:avLst/>
                <a:gdLst/>
                <a:ahLst/>
                <a:cxnLst/>
                <a:rect l="l" t="t" r="r" b="b"/>
                <a:pathLst>
                  <a:path w="120000" h="120000" extrusionOk="0">
                    <a:moveTo>
                      <a:pt x="0" y="118206"/>
                    </a:moveTo>
                    <a:cubicBezTo>
                      <a:pt x="9738" y="115216"/>
                      <a:pt x="38417" y="120000"/>
                      <a:pt x="58433" y="100314"/>
                    </a:cubicBezTo>
                    <a:cubicBezTo>
                      <a:pt x="78450" y="80628"/>
                      <a:pt x="109722" y="16696"/>
                      <a:pt x="120000" y="0"/>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0" name="Google Shape;511;p37">
                <a:extLst>
                  <a:ext uri="{FF2B5EF4-FFF2-40B4-BE49-F238E27FC236}">
                    <a16:creationId xmlns:a16="http://schemas.microsoft.com/office/drawing/2014/main" id="{CEEA0C3E-205C-A1E9-CF3D-9E0CBD809A2E}"/>
                  </a:ext>
                </a:extLst>
              </p:cNvPr>
              <p:cNvSpPr/>
              <p:nvPr/>
            </p:nvSpPr>
            <p:spPr>
              <a:xfrm>
                <a:off x="2904" y="3296"/>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1" name="Google Shape;512;p37">
                <a:extLst>
                  <a:ext uri="{FF2B5EF4-FFF2-40B4-BE49-F238E27FC236}">
                    <a16:creationId xmlns:a16="http://schemas.microsoft.com/office/drawing/2014/main" id="{7D89B9FA-A3A5-8103-F270-0159909B89CA}"/>
                  </a:ext>
                </a:extLst>
              </p:cNvPr>
              <p:cNvSpPr txBox="1"/>
              <p:nvPr/>
            </p:nvSpPr>
            <p:spPr>
              <a:xfrm rot="-3701073">
                <a:off x="3072" y="2812"/>
                <a:ext cx="791"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seeking</a:t>
                </a:r>
                <a:endParaRPr/>
              </a:p>
            </p:txBody>
          </p:sp>
        </p:grpSp>
      </p:grpSp>
      <p:cxnSp>
        <p:nvCxnSpPr>
          <p:cNvPr id="122" name="Straight Connector 121">
            <a:extLst>
              <a:ext uri="{FF2B5EF4-FFF2-40B4-BE49-F238E27FC236}">
                <a16:creationId xmlns:a16="http://schemas.microsoft.com/office/drawing/2014/main" id="{1BB4DB28-1A09-54B7-4B5B-D2E48AE14643}"/>
              </a:ext>
            </a:extLst>
          </p:cNvPr>
          <p:cNvCxnSpPr>
            <a:stCxn id="93" idx="2"/>
          </p:cNvCxnSpPr>
          <p:nvPr/>
        </p:nvCxnSpPr>
        <p:spPr>
          <a:xfrm flipH="1" flipV="1">
            <a:off x="4591279" y="2189570"/>
            <a:ext cx="2552700" cy="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682C2FC7-6428-CA40-AFFB-79A7B0A692B4}"/>
              </a:ext>
            </a:extLst>
          </p:cNvPr>
          <p:cNvCxnSpPr>
            <a:cxnSpLocks/>
            <a:stCxn id="93" idx="5"/>
            <a:endCxn id="78" idx="0"/>
          </p:cNvCxnSpPr>
          <p:nvPr/>
        </p:nvCxnSpPr>
        <p:spPr>
          <a:xfrm flipH="1">
            <a:off x="7205892" y="2243462"/>
            <a:ext cx="68169" cy="3613875"/>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F1AC9818-C3EB-506B-5847-9614056831FC}"/>
              </a:ext>
            </a:extLst>
          </p:cNvPr>
          <p:cNvSpPr txBox="1"/>
          <p:nvPr/>
        </p:nvSpPr>
        <p:spPr>
          <a:xfrm>
            <a:off x="1170504" y="2944542"/>
            <a:ext cx="1923859" cy="1323439"/>
          </a:xfrm>
          <a:prstGeom prst="rect">
            <a:avLst/>
          </a:prstGeom>
          <a:noFill/>
        </p:spPr>
        <p:txBody>
          <a:bodyPr wrap="square" rtlCol="0">
            <a:spAutoFit/>
          </a:bodyPr>
          <a:lstStyle/>
          <a:p>
            <a:pPr algn="ctr"/>
            <a:r>
              <a:rPr lang="en-US" sz="4000" dirty="0">
                <a:solidFill>
                  <a:schemeClr val="accent1"/>
                </a:solidFill>
              </a:rPr>
              <a:t>RISK AVERSE</a:t>
            </a:r>
          </a:p>
        </p:txBody>
      </p:sp>
    </p:spTree>
    <p:extLst>
      <p:ext uri="{BB962C8B-B14F-4D97-AF65-F5344CB8AC3E}">
        <p14:creationId xmlns:p14="http://schemas.microsoft.com/office/powerpoint/2010/main" val="3862443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37B53-9CE4-03D0-3174-A18C23550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A992A-A2CB-B077-4294-0F9588F4930F}"/>
              </a:ext>
            </a:extLst>
          </p:cNvPr>
          <p:cNvSpPr>
            <a:spLocks noGrp="1"/>
          </p:cNvSpPr>
          <p:nvPr>
            <p:ph type="title"/>
          </p:nvPr>
        </p:nvSpPr>
        <p:spPr/>
        <p:txBody>
          <a:bodyPr/>
          <a:lstStyle/>
          <a:p>
            <a:r>
              <a:rPr lang="en-US" dirty="0"/>
              <a:t>Probability equivalence:</a:t>
            </a:r>
          </a:p>
        </p:txBody>
      </p:sp>
      <p:sp>
        <p:nvSpPr>
          <p:cNvPr id="31" name="TextBox 30">
            <a:extLst>
              <a:ext uri="{FF2B5EF4-FFF2-40B4-BE49-F238E27FC236}">
                <a16:creationId xmlns:a16="http://schemas.microsoft.com/office/drawing/2014/main" id="{BB6A28CC-B832-24A1-32A7-716BC8C5244B}"/>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grpSp>
        <p:nvGrpSpPr>
          <p:cNvPr id="30" name="Group 29">
            <a:extLst>
              <a:ext uri="{FF2B5EF4-FFF2-40B4-BE49-F238E27FC236}">
                <a16:creationId xmlns:a16="http://schemas.microsoft.com/office/drawing/2014/main" id="{230BFCD7-373D-C379-49E1-69B45448BEB3}"/>
              </a:ext>
            </a:extLst>
          </p:cNvPr>
          <p:cNvGrpSpPr/>
          <p:nvPr/>
        </p:nvGrpSpPr>
        <p:grpSpPr>
          <a:xfrm>
            <a:off x="1441374" y="1817784"/>
            <a:ext cx="7226147" cy="4393890"/>
            <a:chOff x="317653" y="1676400"/>
            <a:chExt cx="7226147" cy="4393890"/>
          </a:xfrm>
        </p:grpSpPr>
        <p:sp>
          <p:nvSpPr>
            <p:cNvPr id="32" name="Google Shape;372;p31">
              <a:extLst>
                <a:ext uri="{FF2B5EF4-FFF2-40B4-BE49-F238E27FC236}">
                  <a16:creationId xmlns:a16="http://schemas.microsoft.com/office/drawing/2014/main" id="{9CA94899-A8C5-3F3B-6157-90856CF0241C}"/>
                </a:ext>
              </a:extLst>
            </p:cNvPr>
            <p:cNvSpPr txBox="1"/>
            <p:nvPr/>
          </p:nvSpPr>
          <p:spPr>
            <a:xfrm>
              <a:off x="317653" y="3936981"/>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Add new technology to a hatchery?</a:t>
              </a:r>
              <a:endParaRPr sz="1800" dirty="0">
                <a:solidFill>
                  <a:schemeClr val="dk1"/>
                </a:solidFill>
                <a:latin typeface="+mj-lt"/>
                <a:ea typeface="Arial"/>
                <a:cs typeface="Arial"/>
                <a:sym typeface="Arial"/>
              </a:endParaRPr>
            </a:p>
          </p:txBody>
        </p:sp>
        <p:sp>
          <p:nvSpPr>
            <p:cNvPr id="33" name="Google Shape;373;p31">
              <a:extLst>
                <a:ext uri="{FF2B5EF4-FFF2-40B4-BE49-F238E27FC236}">
                  <a16:creationId xmlns:a16="http://schemas.microsoft.com/office/drawing/2014/main" id="{4B0AD246-7CF2-7515-8FC0-18021F4FDA75}"/>
                </a:ext>
              </a:extLst>
            </p:cNvPr>
            <p:cNvSpPr/>
            <p:nvPr/>
          </p:nvSpPr>
          <p:spPr>
            <a:xfrm>
              <a:off x="4038600" y="2438400"/>
              <a:ext cx="1066800" cy="914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cxnSp>
          <p:nvCxnSpPr>
            <p:cNvPr id="34" name="Google Shape;374;p31">
              <a:extLst>
                <a:ext uri="{FF2B5EF4-FFF2-40B4-BE49-F238E27FC236}">
                  <a16:creationId xmlns:a16="http://schemas.microsoft.com/office/drawing/2014/main" id="{D6FB1B93-240C-3368-4CF5-05424D31F265}"/>
                </a:ext>
              </a:extLst>
            </p:cNvPr>
            <p:cNvCxnSpPr>
              <a:stCxn id="32" idx="3"/>
              <a:endCxn id="33" idx="3"/>
            </p:cNvCxnSpPr>
            <p:nvPr/>
          </p:nvCxnSpPr>
          <p:spPr>
            <a:xfrm flipV="1">
              <a:off x="2125816" y="3218889"/>
              <a:ext cx="2069013" cy="1175292"/>
            </a:xfrm>
            <a:prstGeom prst="straightConnector1">
              <a:avLst/>
            </a:prstGeom>
            <a:noFill/>
            <a:ln w="76200" cap="flat" cmpd="sng">
              <a:solidFill>
                <a:schemeClr val="dk1"/>
              </a:solidFill>
              <a:prstDash val="solid"/>
              <a:round/>
              <a:headEnd type="none" w="sm" len="sm"/>
              <a:tailEnd type="stealth" w="sm" len="sm"/>
            </a:ln>
          </p:spPr>
        </p:cxnSp>
        <p:sp>
          <p:nvSpPr>
            <p:cNvPr id="35" name="Google Shape;375;p31">
              <a:extLst>
                <a:ext uri="{FF2B5EF4-FFF2-40B4-BE49-F238E27FC236}">
                  <a16:creationId xmlns:a16="http://schemas.microsoft.com/office/drawing/2014/main" id="{41F11447-7AB9-F6DA-2E5E-FB6D58F91569}"/>
                </a:ext>
              </a:extLst>
            </p:cNvPr>
            <p:cNvSpPr txBox="1"/>
            <p:nvPr/>
          </p:nvSpPr>
          <p:spPr>
            <a:xfrm>
              <a:off x="6629400" y="515589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fry</a:t>
              </a:r>
              <a:endParaRPr sz="1800" dirty="0">
                <a:solidFill>
                  <a:schemeClr val="dk1"/>
                </a:solidFill>
                <a:latin typeface="+mj-lt"/>
                <a:ea typeface="Arial"/>
                <a:cs typeface="Arial"/>
                <a:sym typeface="Arial"/>
              </a:endParaRPr>
            </a:p>
          </p:txBody>
        </p:sp>
        <p:sp>
          <p:nvSpPr>
            <p:cNvPr id="36" name="Google Shape;376;p31">
              <a:extLst>
                <a:ext uri="{FF2B5EF4-FFF2-40B4-BE49-F238E27FC236}">
                  <a16:creationId xmlns:a16="http://schemas.microsoft.com/office/drawing/2014/main" id="{8C831FE2-FF89-CD3C-B639-F840A009F303}"/>
                </a:ext>
              </a:extLst>
            </p:cNvPr>
            <p:cNvSpPr txBox="1"/>
            <p:nvPr/>
          </p:nvSpPr>
          <p:spPr>
            <a:xfrm>
              <a:off x="6629400" y="16764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 fry</a:t>
              </a:r>
              <a:endParaRPr sz="1800">
                <a:solidFill>
                  <a:schemeClr val="dk1"/>
                </a:solidFill>
                <a:latin typeface="+mj-lt"/>
                <a:ea typeface="Arial"/>
                <a:cs typeface="Arial"/>
                <a:sym typeface="Arial"/>
              </a:endParaRPr>
            </a:p>
          </p:txBody>
        </p:sp>
        <p:sp>
          <p:nvSpPr>
            <p:cNvPr id="37" name="Google Shape;377;p31">
              <a:extLst>
                <a:ext uri="{FF2B5EF4-FFF2-40B4-BE49-F238E27FC236}">
                  <a16:creationId xmlns:a16="http://schemas.microsoft.com/office/drawing/2014/main" id="{7E51BACA-0251-4686-776D-A8F8382AEA0A}"/>
                </a:ext>
              </a:extLst>
            </p:cNvPr>
            <p:cNvSpPr txBox="1"/>
            <p:nvPr/>
          </p:nvSpPr>
          <p:spPr>
            <a:xfrm>
              <a:off x="6629400" y="32766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 fry</a:t>
              </a:r>
              <a:endParaRPr sz="1800">
                <a:solidFill>
                  <a:schemeClr val="dk1"/>
                </a:solidFill>
                <a:latin typeface="+mj-lt"/>
                <a:ea typeface="Arial"/>
                <a:cs typeface="Arial"/>
                <a:sym typeface="Arial"/>
              </a:endParaRPr>
            </a:p>
          </p:txBody>
        </p:sp>
        <p:cxnSp>
          <p:nvCxnSpPr>
            <p:cNvPr id="38" name="Google Shape;378;p31">
              <a:extLst>
                <a:ext uri="{FF2B5EF4-FFF2-40B4-BE49-F238E27FC236}">
                  <a16:creationId xmlns:a16="http://schemas.microsoft.com/office/drawing/2014/main" id="{9112D12B-160A-9574-AFEF-55BC88B0562A}"/>
                </a:ext>
              </a:extLst>
            </p:cNvPr>
            <p:cNvCxnSpPr>
              <a:stCxn id="33" idx="6"/>
              <a:endCxn id="36" idx="1"/>
            </p:cNvCxnSpPr>
            <p:nvPr/>
          </p:nvCxnSpPr>
          <p:spPr>
            <a:xfrm rot="10800000" flipH="1">
              <a:off x="5105400" y="2133600"/>
              <a:ext cx="1524000" cy="762000"/>
            </a:xfrm>
            <a:prstGeom prst="straightConnector1">
              <a:avLst/>
            </a:prstGeom>
            <a:noFill/>
            <a:ln w="76200" cap="flat" cmpd="sng">
              <a:solidFill>
                <a:schemeClr val="dk1"/>
              </a:solidFill>
              <a:prstDash val="solid"/>
              <a:round/>
              <a:headEnd type="none" w="sm" len="sm"/>
              <a:tailEnd type="stealth" w="sm" len="sm"/>
            </a:ln>
          </p:spPr>
        </p:cxnSp>
        <p:cxnSp>
          <p:nvCxnSpPr>
            <p:cNvPr id="39" name="Google Shape;379;p31">
              <a:extLst>
                <a:ext uri="{FF2B5EF4-FFF2-40B4-BE49-F238E27FC236}">
                  <a16:creationId xmlns:a16="http://schemas.microsoft.com/office/drawing/2014/main" id="{5710D934-F010-5A34-B8F4-C5B3DC2EB4DA}"/>
                </a:ext>
              </a:extLst>
            </p:cNvPr>
            <p:cNvCxnSpPr>
              <a:stCxn id="33" idx="6"/>
              <a:endCxn id="37" idx="1"/>
            </p:cNvCxnSpPr>
            <p:nvPr/>
          </p:nvCxnSpPr>
          <p:spPr>
            <a:xfrm>
              <a:off x="5105400" y="2895600"/>
              <a:ext cx="1524000" cy="838200"/>
            </a:xfrm>
            <a:prstGeom prst="straightConnector1">
              <a:avLst/>
            </a:prstGeom>
            <a:noFill/>
            <a:ln w="76200" cap="flat" cmpd="sng">
              <a:solidFill>
                <a:schemeClr val="dk1"/>
              </a:solidFill>
              <a:prstDash val="solid"/>
              <a:round/>
              <a:headEnd type="none" w="sm" len="sm"/>
              <a:tailEnd type="stealth" w="sm" len="sm"/>
            </a:ln>
          </p:spPr>
        </p:cxnSp>
        <p:cxnSp>
          <p:nvCxnSpPr>
            <p:cNvPr id="40" name="Google Shape;381;p31">
              <a:extLst>
                <a:ext uri="{FF2B5EF4-FFF2-40B4-BE49-F238E27FC236}">
                  <a16:creationId xmlns:a16="http://schemas.microsoft.com/office/drawing/2014/main" id="{E29A9CD8-5D13-D226-D949-03A8A4698A4E}"/>
                </a:ext>
              </a:extLst>
            </p:cNvPr>
            <p:cNvCxnSpPr>
              <a:stCxn id="32" idx="3"/>
              <a:endCxn id="35" idx="1"/>
            </p:cNvCxnSpPr>
            <p:nvPr/>
          </p:nvCxnSpPr>
          <p:spPr>
            <a:xfrm>
              <a:off x="2125816" y="4394181"/>
              <a:ext cx="4503584" cy="1218909"/>
            </a:xfrm>
            <a:prstGeom prst="straightConnector1">
              <a:avLst/>
            </a:prstGeom>
            <a:noFill/>
            <a:ln w="76200" cap="flat" cmpd="sng">
              <a:solidFill>
                <a:schemeClr val="dk1"/>
              </a:solidFill>
              <a:prstDash val="solid"/>
              <a:round/>
              <a:headEnd type="none" w="sm" len="sm"/>
              <a:tailEnd type="stealth" w="sm" len="sm"/>
            </a:ln>
          </p:spPr>
        </p:cxnSp>
        <p:sp>
          <p:nvSpPr>
            <p:cNvPr id="41" name="Google Shape;382;p31">
              <a:extLst>
                <a:ext uri="{FF2B5EF4-FFF2-40B4-BE49-F238E27FC236}">
                  <a16:creationId xmlns:a16="http://schemas.microsoft.com/office/drawing/2014/main" id="{6C026B26-1560-E516-63A8-0318F4FF389A}"/>
                </a:ext>
              </a:extLst>
            </p:cNvPr>
            <p:cNvSpPr txBox="1"/>
            <p:nvPr/>
          </p:nvSpPr>
          <p:spPr>
            <a:xfrm>
              <a:off x="2543499" y="2849557"/>
              <a:ext cx="709472" cy="369332"/>
            </a:xfrm>
            <a:prstGeom prst="rect">
              <a:avLst/>
            </a:pr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Yes</a:t>
              </a:r>
              <a:endParaRPr sz="2800" dirty="0">
                <a:solidFill>
                  <a:schemeClr val="dk1"/>
                </a:solidFill>
                <a:latin typeface="+mj-lt"/>
                <a:ea typeface="Arial"/>
                <a:cs typeface="Arial"/>
                <a:sym typeface="Arial"/>
              </a:endParaRPr>
            </a:p>
          </p:txBody>
        </p:sp>
        <p:sp>
          <p:nvSpPr>
            <p:cNvPr id="42" name="Google Shape;383;p31">
              <a:extLst>
                <a:ext uri="{FF2B5EF4-FFF2-40B4-BE49-F238E27FC236}">
                  <a16:creationId xmlns:a16="http://schemas.microsoft.com/office/drawing/2014/main" id="{085C0AC0-695A-53A1-CF66-E50E24E30183}"/>
                </a:ext>
              </a:extLst>
            </p:cNvPr>
            <p:cNvSpPr txBox="1"/>
            <p:nvPr/>
          </p:nvSpPr>
          <p:spPr>
            <a:xfrm>
              <a:off x="4903788" y="2209800"/>
              <a:ext cx="735012" cy="3698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Arial"/>
                  <a:cs typeface="Arial"/>
                  <a:sym typeface="Arial"/>
                </a:rPr>
                <a:t>Win</a:t>
              </a:r>
              <a:endParaRPr sz="2000" dirty="0">
                <a:latin typeface="+mj-lt"/>
              </a:endParaRPr>
            </a:p>
          </p:txBody>
        </p:sp>
        <p:sp>
          <p:nvSpPr>
            <p:cNvPr id="43" name="Google Shape;384;p31">
              <a:extLst>
                <a:ext uri="{FF2B5EF4-FFF2-40B4-BE49-F238E27FC236}">
                  <a16:creationId xmlns:a16="http://schemas.microsoft.com/office/drawing/2014/main" id="{6B46CAC9-6D90-A06A-E005-06B7323997C2}"/>
                </a:ext>
              </a:extLst>
            </p:cNvPr>
            <p:cNvSpPr txBox="1"/>
            <p:nvPr/>
          </p:nvSpPr>
          <p:spPr>
            <a:xfrm>
              <a:off x="2708919" y="4789308"/>
              <a:ext cx="605077" cy="5305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No</a:t>
              </a:r>
              <a:endParaRPr sz="2800" dirty="0">
                <a:solidFill>
                  <a:schemeClr val="dk1"/>
                </a:solidFill>
                <a:latin typeface="+mj-lt"/>
                <a:ea typeface="Arial"/>
                <a:cs typeface="Arial"/>
                <a:sym typeface="Arial"/>
              </a:endParaRPr>
            </a:p>
          </p:txBody>
        </p:sp>
        <p:sp>
          <p:nvSpPr>
            <p:cNvPr id="44" name="Google Shape;385;p31">
              <a:extLst>
                <a:ext uri="{FF2B5EF4-FFF2-40B4-BE49-F238E27FC236}">
                  <a16:creationId xmlns:a16="http://schemas.microsoft.com/office/drawing/2014/main" id="{9EDAD2A0-3AE0-5E95-8634-F5D17BC791CE}"/>
                </a:ext>
              </a:extLst>
            </p:cNvPr>
            <p:cNvSpPr txBox="1"/>
            <p:nvPr/>
          </p:nvSpPr>
          <p:spPr>
            <a:xfrm>
              <a:off x="4953000" y="3138488"/>
              <a:ext cx="863190" cy="369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Arial"/>
                  <a:cs typeface="Arial"/>
                  <a:sym typeface="Arial"/>
                </a:rPr>
                <a:t>Lose</a:t>
              </a:r>
              <a:endParaRPr sz="2000">
                <a:latin typeface="+mj-lt"/>
              </a:endParaRPr>
            </a:p>
          </p:txBody>
        </p:sp>
        <p:grpSp>
          <p:nvGrpSpPr>
            <p:cNvPr id="45" name="Google Shape;386;p31">
              <a:extLst>
                <a:ext uri="{FF2B5EF4-FFF2-40B4-BE49-F238E27FC236}">
                  <a16:creationId xmlns:a16="http://schemas.microsoft.com/office/drawing/2014/main" id="{2B41F3AA-12B4-5BCC-3C8A-91F4840FEC95}"/>
                </a:ext>
              </a:extLst>
            </p:cNvPr>
            <p:cNvGrpSpPr/>
            <p:nvPr/>
          </p:nvGrpSpPr>
          <p:grpSpPr>
            <a:xfrm>
              <a:off x="5791200" y="2406649"/>
              <a:ext cx="990600" cy="838200"/>
              <a:chOff x="3648" y="1516"/>
              <a:chExt cx="624" cy="528"/>
            </a:xfrm>
          </p:grpSpPr>
          <p:sp>
            <p:nvSpPr>
              <p:cNvPr id="48" name="Google Shape;387;p31">
                <a:extLst>
                  <a:ext uri="{FF2B5EF4-FFF2-40B4-BE49-F238E27FC236}">
                    <a16:creationId xmlns:a16="http://schemas.microsoft.com/office/drawing/2014/main" id="{A5C4D2CA-C671-96A0-62F5-54A374984494}"/>
                  </a:ext>
                </a:extLst>
              </p:cNvPr>
              <p:cNvSpPr txBox="1"/>
              <p:nvPr/>
            </p:nvSpPr>
            <p:spPr>
              <a:xfrm>
                <a:off x="3648" y="1516"/>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2"/>
                    </a:solidFill>
                    <a:latin typeface="+mj-lt"/>
                    <a:ea typeface="Arial"/>
                    <a:cs typeface="Arial"/>
                    <a:sym typeface="Arial"/>
                  </a:rPr>
                  <a:t>p = 0.8</a:t>
                </a:r>
                <a:endParaRPr sz="2000">
                  <a:solidFill>
                    <a:schemeClr val="dk2"/>
                  </a:solidFill>
                  <a:latin typeface="+mj-lt"/>
                  <a:ea typeface="Arial"/>
                  <a:cs typeface="Arial"/>
                  <a:sym typeface="Arial"/>
                </a:endParaRPr>
              </a:p>
            </p:txBody>
          </p:sp>
          <p:sp>
            <p:nvSpPr>
              <p:cNvPr id="49" name="Google Shape;388;p31">
                <a:extLst>
                  <a:ext uri="{FF2B5EF4-FFF2-40B4-BE49-F238E27FC236}">
                    <a16:creationId xmlns:a16="http://schemas.microsoft.com/office/drawing/2014/main" id="{33A1A41D-92EE-5474-9F03-AAE4067732E1}"/>
                  </a:ext>
                </a:extLst>
              </p:cNvPr>
              <p:cNvSpPr txBox="1"/>
              <p:nvPr/>
            </p:nvSpPr>
            <p:spPr>
              <a:xfrm>
                <a:off x="3648" y="1831"/>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0.2</a:t>
                </a:r>
                <a:endParaRPr sz="2000" dirty="0">
                  <a:solidFill>
                    <a:schemeClr val="dk2"/>
                  </a:solidFill>
                  <a:latin typeface="+mj-lt"/>
                  <a:ea typeface="Arial"/>
                  <a:cs typeface="Arial"/>
                  <a:sym typeface="Arial"/>
                </a:endParaRPr>
              </a:p>
            </p:txBody>
          </p:sp>
        </p:grpSp>
        <p:sp>
          <p:nvSpPr>
            <p:cNvPr id="46" name="Google Shape;389;p31">
              <a:extLst>
                <a:ext uri="{FF2B5EF4-FFF2-40B4-BE49-F238E27FC236}">
                  <a16:creationId xmlns:a16="http://schemas.microsoft.com/office/drawing/2014/main" id="{5E42D543-0AD2-6DE0-F1EA-239D43ABA0E6}"/>
                </a:ext>
              </a:extLst>
            </p:cNvPr>
            <p:cNvSpPr txBox="1"/>
            <p:nvPr/>
          </p:nvSpPr>
          <p:spPr>
            <a:xfrm>
              <a:off x="2479341" y="5168890"/>
              <a:ext cx="118927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40K</a:t>
              </a:r>
              <a:endParaRPr sz="2000" dirty="0">
                <a:solidFill>
                  <a:schemeClr val="dk1"/>
                </a:solidFill>
                <a:latin typeface="+mj-lt"/>
                <a:ea typeface="Arial"/>
                <a:cs typeface="Arial"/>
                <a:sym typeface="Arial"/>
              </a:endParaRPr>
            </a:p>
          </p:txBody>
        </p:sp>
        <p:sp>
          <p:nvSpPr>
            <p:cNvPr id="47" name="Google Shape;390;p31">
              <a:extLst>
                <a:ext uri="{FF2B5EF4-FFF2-40B4-BE49-F238E27FC236}">
                  <a16:creationId xmlns:a16="http://schemas.microsoft.com/office/drawing/2014/main" id="{210C57AA-5DC2-C8CB-FE72-2C0FA96F38F6}"/>
                </a:ext>
              </a:extLst>
            </p:cNvPr>
            <p:cNvSpPr txBox="1"/>
            <p:nvPr/>
          </p:nvSpPr>
          <p:spPr>
            <a:xfrm>
              <a:off x="2286679" y="3281163"/>
              <a:ext cx="122311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58K</a:t>
              </a:r>
              <a:endParaRPr sz="2000" dirty="0">
                <a:solidFill>
                  <a:schemeClr val="dk1"/>
                </a:solidFill>
                <a:latin typeface="+mj-lt"/>
                <a:ea typeface="Arial"/>
                <a:cs typeface="Arial"/>
                <a:sym typeface="Arial"/>
              </a:endParaRPr>
            </a:p>
          </p:txBody>
        </p:sp>
      </p:grpSp>
      <p:sp>
        <p:nvSpPr>
          <p:cNvPr id="51" name="Google Shape;375;p31">
            <a:extLst>
              <a:ext uri="{FF2B5EF4-FFF2-40B4-BE49-F238E27FC236}">
                <a16:creationId xmlns:a16="http://schemas.microsoft.com/office/drawing/2014/main" id="{2847AD2F-D304-CC70-5A9F-BB6CF1D76C2C}"/>
              </a:ext>
            </a:extLst>
          </p:cNvPr>
          <p:cNvSpPr txBox="1"/>
          <p:nvPr/>
        </p:nvSpPr>
        <p:spPr>
          <a:xfrm>
            <a:off x="8972321" y="5297274"/>
            <a:ext cx="914400" cy="914400"/>
          </a:xfrm>
          <a:prstGeom prst="rect">
            <a:avLst/>
          </a:prstGeom>
          <a:solidFill>
            <a:schemeClr val="accent6">
              <a:lumMod val="20000"/>
              <a:lumOff val="80000"/>
            </a:schemeClr>
          </a:solid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accent3">
                    <a:lumMod val="50000"/>
                  </a:schemeClr>
                </a:solidFill>
                <a:latin typeface="+mj-lt"/>
                <a:ea typeface="Arial"/>
                <a:cs typeface="Arial"/>
                <a:sym typeface="Arial"/>
              </a:rPr>
              <a:t>U = 0.1</a:t>
            </a:r>
            <a:endParaRPr sz="1800" b="1" dirty="0">
              <a:solidFill>
                <a:schemeClr val="accent3">
                  <a:lumMod val="50000"/>
                </a:schemeClr>
              </a:solidFill>
              <a:latin typeface="+mj-lt"/>
              <a:ea typeface="Arial"/>
              <a:cs typeface="Arial"/>
              <a:sym typeface="Arial"/>
            </a:endParaRPr>
          </a:p>
        </p:txBody>
      </p:sp>
      <p:sp>
        <p:nvSpPr>
          <p:cNvPr id="52" name="Google Shape;376;p31">
            <a:extLst>
              <a:ext uri="{FF2B5EF4-FFF2-40B4-BE49-F238E27FC236}">
                <a16:creationId xmlns:a16="http://schemas.microsoft.com/office/drawing/2014/main" id="{C1F0D852-3578-5B90-8C30-C4CE06DC9041}"/>
              </a:ext>
            </a:extLst>
          </p:cNvPr>
          <p:cNvSpPr txBox="1"/>
          <p:nvPr/>
        </p:nvSpPr>
        <p:spPr>
          <a:xfrm>
            <a:off x="8972321" y="18066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1</a:t>
            </a:r>
            <a:endParaRPr sz="1800" b="1" dirty="0">
              <a:solidFill>
                <a:schemeClr val="bg1">
                  <a:lumMod val="65000"/>
                </a:schemeClr>
              </a:solidFill>
              <a:latin typeface="+mj-lt"/>
              <a:ea typeface="Arial"/>
              <a:cs typeface="Arial"/>
              <a:sym typeface="Arial"/>
            </a:endParaRPr>
          </a:p>
        </p:txBody>
      </p:sp>
      <p:sp>
        <p:nvSpPr>
          <p:cNvPr id="53" name="Google Shape;377;p31">
            <a:extLst>
              <a:ext uri="{FF2B5EF4-FFF2-40B4-BE49-F238E27FC236}">
                <a16:creationId xmlns:a16="http://schemas.microsoft.com/office/drawing/2014/main" id="{BD77C158-E3A3-DDAF-95B9-09E19A00FEBD}"/>
              </a:ext>
            </a:extLst>
          </p:cNvPr>
          <p:cNvSpPr txBox="1"/>
          <p:nvPr/>
        </p:nvSpPr>
        <p:spPr>
          <a:xfrm>
            <a:off x="8972321" y="34068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0</a:t>
            </a:r>
            <a:endParaRPr sz="1800" b="1" dirty="0">
              <a:solidFill>
                <a:schemeClr val="bg1">
                  <a:lumMod val="65000"/>
                </a:schemeClr>
              </a:solidFill>
              <a:latin typeface="+mj-lt"/>
              <a:ea typeface="Arial"/>
              <a:cs typeface="Arial"/>
              <a:sym typeface="Arial"/>
            </a:endParaRPr>
          </a:p>
        </p:txBody>
      </p:sp>
      <p:sp>
        <p:nvSpPr>
          <p:cNvPr id="57" name="TextBox 56">
            <a:extLst>
              <a:ext uri="{FF2B5EF4-FFF2-40B4-BE49-F238E27FC236}">
                <a16:creationId xmlns:a16="http://schemas.microsoft.com/office/drawing/2014/main" id="{623783C3-763C-6E8C-26A4-8343F049743B}"/>
              </a:ext>
            </a:extLst>
          </p:cNvPr>
          <p:cNvSpPr txBox="1"/>
          <p:nvPr/>
        </p:nvSpPr>
        <p:spPr>
          <a:xfrm>
            <a:off x="681152" y="1685091"/>
            <a:ext cx="3056238" cy="1200329"/>
          </a:xfrm>
          <a:prstGeom prst="rect">
            <a:avLst/>
          </a:prstGeom>
          <a:solidFill>
            <a:schemeClr val="accent6">
              <a:lumMod val="20000"/>
              <a:lumOff val="80000"/>
            </a:schemeClr>
          </a:solidFill>
        </p:spPr>
        <p:txBody>
          <a:bodyPr wrap="square" rtlCol="0">
            <a:spAutoFit/>
          </a:bodyPr>
          <a:lstStyle/>
          <a:p>
            <a:r>
              <a:rPr lang="en-US" sz="1800" dirty="0"/>
              <a:t>For a given decision maker, let’s imagine that p would have to be large to make them indifferent, e.g., p = 0.1</a:t>
            </a:r>
          </a:p>
        </p:txBody>
      </p:sp>
    </p:spTree>
    <p:extLst>
      <p:ext uri="{BB962C8B-B14F-4D97-AF65-F5344CB8AC3E}">
        <p14:creationId xmlns:p14="http://schemas.microsoft.com/office/powerpoint/2010/main" val="4255908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177F5-AE44-7C5C-C61B-C51BC4384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FE135-AC19-37A4-8B77-A23D20858B60}"/>
              </a:ext>
            </a:extLst>
          </p:cNvPr>
          <p:cNvSpPr>
            <a:spLocks noGrp="1"/>
          </p:cNvSpPr>
          <p:nvPr>
            <p:ph type="title"/>
          </p:nvPr>
        </p:nvSpPr>
        <p:spPr/>
        <p:txBody>
          <a:bodyPr/>
          <a:lstStyle/>
          <a:p>
            <a:r>
              <a:rPr lang="en-US" dirty="0"/>
              <a:t>Probability equivalence:</a:t>
            </a:r>
          </a:p>
        </p:txBody>
      </p:sp>
      <p:sp>
        <p:nvSpPr>
          <p:cNvPr id="31" name="TextBox 30">
            <a:extLst>
              <a:ext uri="{FF2B5EF4-FFF2-40B4-BE49-F238E27FC236}">
                <a16:creationId xmlns:a16="http://schemas.microsoft.com/office/drawing/2014/main" id="{3A0050F9-5D80-AF6E-8ECF-0B4EF507A068}"/>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sp>
        <p:nvSpPr>
          <p:cNvPr id="57" name="TextBox 56">
            <a:extLst>
              <a:ext uri="{FF2B5EF4-FFF2-40B4-BE49-F238E27FC236}">
                <a16:creationId xmlns:a16="http://schemas.microsoft.com/office/drawing/2014/main" id="{8D70CD83-A937-D2B9-B2D5-DF0DF1E05C72}"/>
              </a:ext>
            </a:extLst>
          </p:cNvPr>
          <p:cNvSpPr txBox="1"/>
          <p:nvPr/>
        </p:nvSpPr>
        <p:spPr>
          <a:xfrm>
            <a:off x="681152" y="1685091"/>
            <a:ext cx="3056238" cy="1200329"/>
          </a:xfrm>
          <a:prstGeom prst="rect">
            <a:avLst/>
          </a:prstGeom>
          <a:solidFill>
            <a:schemeClr val="accent6">
              <a:lumMod val="20000"/>
              <a:lumOff val="80000"/>
            </a:schemeClr>
          </a:solidFill>
        </p:spPr>
        <p:txBody>
          <a:bodyPr wrap="square" rtlCol="0">
            <a:spAutoFit/>
          </a:bodyPr>
          <a:lstStyle/>
          <a:p>
            <a:r>
              <a:rPr lang="en-US" sz="1800" dirty="0"/>
              <a:t>For a given decision maker, let’s imagine that p would have to be large to make them indifferent, e.g., p = 0.1</a:t>
            </a:r>
          </a:p>
        </p:txBody>
      </p:sp>
      <p:grpSp>
        <p:nvGrpSpPr>
          <p:cNvPr id="74" name="Group 73">
            <a:extLst>
              <a:ext uri="{FF2B5EF4-FFF2-40B4-BE49-F238E27FC236}">
                <a16:creationId xmlns:a16="http://schemas.microsoft.com/office/drawing/2014/main" id="{981BC94E-BA00-8B09-93CA-27FED781A421}"/>
              </a:ext>
            </a:extLst>
          </p:cNvPr>
          <p:cNvGrpSpPr/>
          <p:nvPr/>
        </p:nvGrpSpPr>
        <p:grpSpPr>
          <a:xfrm>
            <a:off x="3372079" y="1359161"/>
            <a:ext cx="6667500" cy="5226839"/>
            <a:chOff x="838200" y="1505749"/>
            <a:chExt cx="6667500" cy="5226839"/>
          </a:xfrm>
        </p:grpSpPr>
        <p:grpSp>
          <p:nvGrpSpPr>
            <p:cNvPr id="75" name="Google Shape;467;p37">
              <a:extLst>
                <a:ext uri="{FF2B5EF4-FFF2-40B4-BE49-F238E27FC236}">
                  <a16:creationId xmlns:a16="http://schemas.microsoft.com/office/drawing/2014/main" id="{962944A4-31BC-02CA-2B7C-85F5411E35F4}"/>
                </a:ext>
              </a:extLst>
            </p:cNvPr>
            <p:cNvGrpSpPr/>
            <p:nvPr/>
          </p:nvGrpSpPr>
          <p:grpSpPr>
            <a:xfrm>
              <a:off x="2090738" y="1892300"/>
              <a:ext cx="5203825" cy="4097338"/>
              <a:chOff x="1317" y="1192"/>
              <a:chExt cx="3278" cy="2581"/>
            </a:xfrm>
          </p:grpSpPr>
          <p:cxnSp>
            <p:nvCxnSpPr>
              <p:cNvPr id="103" name="Google Shape;468;p37">
                <a:extLst>
                  <a:ext uri="{FF2B5EF4-FFF2-40B4-BE49-F238E27FC236}">
                    <a16:creationId xmlns:a16="http://schemas.microsoft.com/office/drawing/2014/main" id="{D801CDDA-9094-4A46-2BB9-0D4378F40067}"/>
                  </a:ext>
                </a:extLst>
              </p:cNvPr>
              <p:cNvCxnSpPr/>
              <p:nvPr/>
            </p:nvCxnSpPr>
            <p:spPr>
              <a:xfrm>
                <a:off x="1317" y="3772"/>
                <a:ext cx="3277" cy="1"/>
              </a:xfrm>
              <a:prstGeom prst="straightConnector1">
                <a:avLst/>
              </a:prstGeom>
              <a:noFill/>
              <a:ln w="19050" cap="flat" cmpd="sng">
                <a:solidFill>
                  <a:schemeClr val="dk1"/>
                </a:solidFill>
                <a:prstDash val="solid"/>
                <a:round/>
                <a:headEnd type="none" w="sm" len="sm"/>
                <a:tailEnd type="none" w="sm" len="sm"/>
              </a:ln>
            </p:spPr>
          </p:cxnSp>
          <p:cxnSp>
            <p:nvCxnSpPr>
              <p:cNvPr id="104" name="Google Shape;469;p37">
                <a:extLst>
                  <a:ext uri="{FF2B5EF4-FFF2-40B4-BE49-F238E27FC236}">
                    <a16:creationId xmlns:a16="http://schemas.microsoft.com/office/drawing/2014/main" id="{AB97C8F5-1B4D-620D-86C9-55506C0261E1}"/>
                  </a:ext>
                </a:extLst>
              </p:cNvPr>
              <p:cNvCxnSpPr/>
              <p:nvPr/>
            </p:nvCxnSpPr>
            <p:spPr>
              <a:xfrm rot="10800000" flipH="1">
                <a:off x="1317" y="1192"/>
                <a:ext cx="1" cy="2580"/>
              </a:xfrm>
              <a:prstGeom prst="straightConnector1">
                <a:avLst/>
              </a:prstGeom>
              <a:noFill/>
              <a:ln w="19050" cap="flat" cmpd="sng">
                <a:solidFill>
                  <a:schemeClr val="dk1"/>
                </a:solidFill>
                <a:prstDash val="solid"/>
                <a:round/>
                <a:headEnd type="none" w="sm" len="sm"/>
                <a:tailEnd type="none" w="sm" len="sm"/>
              </a:ln>
            </p:spPr>
          </p:cxnSp>
          <p:cxnSp>
            <p:nvCxnSpPr>
              <p:cNvPr id="105" name="Google Shape;470;p37">
                <a:extLst>
                  <a:ext uri="{FF2B5EF4-FFF2-40B4-BE49-F238E27FC236}">
                    <a16:creationId xmlns:a16="http://schemas.microsoft.com/office/drawing/2014/main" id="{47F4EECB-E719-65B7-1D7D-9D72714B837D}"/>
                  </a:ext>
                </a:extLst>
              </p:cNvPr>
              <p:cNvCxnSpPr/>
              <p:nvPr/>
            </p:nvCxnSpPr>
            <p:spPr>
              <a:xfrm rot="10800000" flipH="1">
                <a:off x="1726"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6" name="Google Shape;471;p37">
                <a:extLst>
                  <a:ext uri="{FF2B5EF4-FFF2-40B4-BE49-F238E27FC236}">
                    <a16:creationId xmlns:a16="http://schemas.microsoft.com/office/drawing/2014/main" id="{37EB7B02-F59C-16CC-0CC8-97FB010B81EA}"/>
                  </a:ext>
                </a:extLst>
              </p:cNvPr>
              <p:cNvCxnSpPr/>
              <p:nvPr/>
            </p:nvCxnSpPr>
            <p:spPr>
              <a:xfrm rot="10800000" flipH="1">
                <a:off x="2135"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7" name="Google Shape;472;p37">
                <a:extLst>
                  <a:ext uri="{FF2B5EF4-FFF2-40B4-BE49-F238E27FC236}">
                    <a16:creationId xmlns:a16="http://schemas.microsoft.com/office/drawing/2014/main" id="{A52FB686-AAE3-6373-0D89-4765E960E8C6}"/>
                  </a:ext>
                </a:extLst>
              </p:cNvPr>
              <p:cNvCxnSpPr/>
              <p:nvPr/>
            </p:nvCxnSpPr>
            <p:spPr>
              <a:xfrm rot="10800000" flipH="1">
                <a:off x="2543"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8" name="Google Shape;473;p37">
                <a:extLst>
                  <a:ext uri="{FF2B5EF4-FFF2-40B4-BE49-F238E27FC236}">
                    <a16:creationId xmlns:a16="http://schemas.microsoft.com/office/drawing/2014/main" id="{1E79D2F7-9217-0540-67A6-8876F9D16ADC}"/>
                  </a:ext>
                </a:extLst>
              </p:cNvPr>
              <p:cNvCxnSpPr/>
              <p:nvPr/>
            </p:nvCxnSpPr>
            <p:spPr>
              <a:xfrm rot="10800000" flipH="1">
                <a:off x="2960"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9" name="Google Shape;474;p37">
                <a:extLst>
                  <a:ext uri="{FF2B5EF4-FFF2-40B4-BE49-F238E27FC236}">
                    <a16:creationId xmlns:a16="http://schemas.microsoft.com/office/drawing/2014/main" id="{4CDA0039-284B-DC47-EBAB-067843D30571}"/>
                  </a:ext>
                </a:extLst>
              </p:cNvPr>
              <p:cNvCxnSpPr/>
              <p:nvPr/>
            </p:nvCxnSpPr>
            <p:spPr>
              <a:xfrm rot="10800000" flipH="1">
                <a:off x="3368"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0" name="Google Shape;475;p37">
                <a:extLst>
                  <a:ext uri="{FF2B5EF4-FFF2-40B4-BE49-F238E27FC236}">
                    <a16:creationId xmlns:a16="http://schemas.microsoft.com/office/drawing/2014/main" id="{CA6BE35D-CD0E-3836-70AF-64FD42C809CC}"/>
                  </a:ext>
                </a:extLst>
              </p:cNvPr>
              <p:cNvCxnSpPr/>
              <p:nvPr/>
            </p:nvCxnSpPr>
            <p:spPr>
              <a:xfrm rot="10800000" flipH="1">
                <a:off x="3777"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1" name="Google Shape;476;p37">
                <a:extLst>
                  <a:ext uri="{FF2B5EF4-FFF2-40B4-BE49-F238E27FC236}">
                    <a16:creationId xmlns:a16="http://schemas.microsoft.com/office/drawing/2014/main" id="{DC55B4AC-68CD-CDFD-D2FA-F8183BEB7133}"/>
                  </a:ext>
                </a:extLst>
              </p:cNvPr>
              <p:cNvCxnSpPr/>
              <p:nvPr/>
            </p:nvCxnSpPr>
            <p:spPr>
              <a:xfrm rot="10800000" flipH="1">
                <a:off x="4186"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2" name="Google Shape;477;p37">
                <a:extLst>
                  <a:ext uri="{FF2B5EF4-FFF2-40B4-BE49-F238E27FC236}">
                    <a16:creationId xmlns:a16="http://schemas.microsoft.com/office/drawing/2014/main" id="{5EDAC76E-46A8-5E0E-145F-D8D7A2045876}"/>
                  </a:ext>
                </a:extLst>
              </p:cNvPr>
              <p:cNvCxnSpPr/>
              <p:nvPr/>
            </p:nvCxnSpPr>
            <p:spPr>
              <a:xfrm rot="10800000" flipH="1">
                <a:off x="4594"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3" name="Google Shape;478;p37">
                <a:extLst>
                  <a:ext uri="{FF2B5EF4-FFF2-40B4-BE49-F238E27FC236}">
                    <a16:creationId xmlns:a16="http://schemas.microsoft.com/office/drawing/2014/main" id="{B1FD74DA-88B3-F9BE-1431-9FDA9042106D}"/>
                  </a:ext>
                </a:extLst>
              </p:cNvPr>
              <p:cNvCxnSpPr/>
              <p:nvPr/>
            </p:nvCxnSpPr>
            <p:spPr>
              <a:xfrm>
                <a:off x="1317" y="3447"/>
                <a:ext cx="31" cy="1"/>
              </a:xfrm>
              <a:prstGeom prst="straightConnector1">
                <a:avLst/>
              </a:prstGeom>
              <a:noFill/>
              <a:ln w="19050" cap="flat" cmpd="sng">
                <a:solidFill>
                  <a:schemeClr val="dk1"/>
                </a:solidFill>
                <a:prstDash val="solid"/>
                <a:round/>
                <a:headEnd type="none" w="sm" len="sm"/>
                <a:tailEnd type="none" w="sm" len="sm"/>
              </a:ln>
            </p:spPr>
          </p:cxnSp>
          <p:cxnSp>
            <p:nvCxnSpPr>
              <p:cNvPr id="114" name="Google Shape;479;p37">
                <a:extLst>
                  <a:ext uri="{FF2B5EF4-FFF2-40B4-BE49-F238E27FC236}">
                    <a16:creationId xmlns:a16="http://schemas.microsoft.com/office/drawing/2014/main" id="{058E7A2D-685C-B476-F3BD-BD469EA5775B}"/>
                  </a:ext>
                </a:extLst>
              </p:cNvPr>
              <p:cNvCxnSpPr/>
              <p:nvPr/>
            </p:nvCxnSpPr>
            <p:spPr>
              <a:xfrm>
                <a:off x="1317" y="3129"/>
                <a:ext cx="31" cy="1"/>
              </a:xfrm>
              <a:prstGeom prst="straightConnector1">
                <a:avLst/>
              </a:prstGeom>
              <a:noFill/>
              <a:ln w="19050" cap="flat" cmpd="sng">
                <a:solidFill>
                  <a:schemeClr val="dk1"/>
                </a:solidFill>
                <a:prstDash val="solid"/>
                <a:round/>
                <a:headEnd type="none" w="sm" len="sm"/>
                <a:tailEnd type="none" w="sm" len="sm"/>
              </a:ln>
            </p:spPr>
          </p:cxnSp>
          <p:cxnSp>
            <p:nvCxnSpPr>
              <p:cNvPr id="115" name="Google Shape;480;p37">
                <a:extLst>
                  <a:ext uri="{FF2B5EF4-FFF2-40B4-BE49-F238E27FC236}">
                    <a16:creationId xmlns:a16="http://schemas.microsoft.com/office/drawing/2014/main" id="{B9DE131D-0945-0373-FC78-C9B56A31D496}"/>
                  </a:ext>
                </a:extLst>
              </p:cNvPr>
              <p:cNvCxnSpPr/>
              <p:nvPr/>
            </p:nvCxnSpPr>
            <p:spPr>
              <a:xfrm>
                <a:off x="1317" y="2804"/>
                <a:ext cx="31" cy="1"/>
              </a:xfrm>
              <a:prstGeom prst="straightConnector1">
                <a:avLst/>
              </a:prstGeom>
              <a:noFill/>
              <a:ln w="19050" cap="flat" cmpd="sng">
                <a:solidFill>
                  <a:schemeClr val="dk1"/>
                </a:solidFill>
                <a:prstDash val="solid"/>
                <a:round/>
                <a:headEnd type="none" w="sm" len="sm"/>
                <a:tailEnd type="none" w="sm" len="sm"/>
              </a:ln>
            </p:spPr>
          </p:cxnSp>
          <p:cxnSp>
            <p:nvCxnSpPr>
              <p:cNvPr id="116" name="Google Shape;481;p37">
                <a:extLst>
                  <a:ext uri="{FF2B5EF4-FFF2-40B4-BE49-F238E27FC236}">
                    <a16:creationId xmlns:a16="http://schemas.microsoft.com/office/drawing/2014/main" id="{22787B84-1C66-8AC7-E94F-CBE329C27B81}"/>
                  </a:ext>
                </a:extLst>
              </p:cNvPr>
              <p:cNvCxnSpPr/>
              <p:nvPr/>
            </p:nvCxnSpPr>
            <p:spPr>
              <a:xfrm>
                <a:off x="1317" y="2486"/>
                <a:ext cx="31" cy="1"/>
              </a:xfrm>
              <a:prstGeom prst="straightConnector1">
                <a:avLst/>
              </a:prstGeom>
              <a:noFill/>
              <a:ln w="19050" cap="flat" cmpd="sng">
                <a:solidFill>
                  <a:schemeClr val="dk1"/>
                </a:solidFill>
                <a:prstDash val="solid"/>
                <a:round/>
                <a:headEnd type="none" w="sm" len="sm"/>
                <a:tailEnd type="none" w="sm" len="sm"/>
              </a:ln>
            </p:spPr>
          </p:cxnSp>
          <p:cxnSp>
            <p:nvCxnSpPr>
              <p:cNvPr id="117" name="Google Shape;482;p37">
                <a:extLst>
                  <a:ext uri="{FF2B5EF4-FFF2-40B4-BE49-F238E27FC236}">
                    <a16:creationId xmlns:a16="http://schemas.microsoft.com/office/drawing/2014/main" id="{2FA3ED69-9B14-7AF5-89C6-1FB76991CB02}"/>
                  </a:ext>
                </a:extLst>
              </p:cNvPr>
              <p:cNvCxnSpPr/>
              <p:nvPr/>
            </p:nvCxnSpPr>
            <p:spPr>
              <a:xfrm>
                <a:off x="1317" y="2161"/>
                <a:ext cx="31" cy="1"/>
              </a:xfrm>
              <a:prstGeom prst="straightConnector1">
                <a:avLst/>
              </a:prstGeom>
              <a:noFill/>
              <a:ln w="19050" cap="flat" cmpd="sng">
                <a:solidFill>
                  <a:schemeClr val="dk1"/>
                </a:solidFill>
                <a:prstDash val="solid"/>
                <a:round/>
                <a:headEnd type="none" w="sm" len="sm"/>
                <a:tailEnd type="none" w="sm" len="sm"/>
              </a:ln>
            </p:spPr>
          </p:cxnSp>
          <p:cxnSp>
            <p:nvCxnSpPr>
              <p:cNvPr id="118" name="Google Shape;483;p37">
                <a:extLst>
                  <a:ext uri="{FF2B5EF4-FFF2-40B4-BE49-F238E27FC236}">
                    <a16:creationId xmlns:a16="http://schemas.microsoft.com/office/drawing/2014/main" id="{ED7E84A9-4BCB-DC37-2405-6F76BEC360D8}"/>
                  </a:ext>
                </a:extLst>
              </p:cNvPr>
              <p:cNvCxnSpPr/>
              <p:nvPr/>
            </p:nvCxnSpPr>
            <p:spPr>
              <a:xfrm>
                <a:off x="1317" y="1835"/>
                <a:ext cx="31" cy="1"/>
              </a:xfrm>
              <a:prstGeom prst="straightConnector1">
                <a:avLst/>
              </a:prstGeom>
              <a:noFill/>
              <a:ln w="19050" cap="flat" cmpd="sng">
                <a:solidFill>
                  <a:schemeClr val="dk1"/>
                </a:solidFill>
                <a:prstDash val="solid"/>
                <a:round/>
                <a:headEnd type="none" w="sm" len="sm"/>
                <a:tailEnd type="none" w="sm" len="sm"/>
              </a:ln>
            </p:spPr>
          </p:cxnSp>
          <p:cxnSp>
            <p:nvCxnSpPr>
              <p:cNvPr id="119" name="Google Shape;484;p37">
                <a:extLst>
                  <a:ext uri="{FF2B5EF4-FFF2-40B4-BE49-F238E27FC236}">
                    <a16:creationId xmlns:a16="http://schemas.microsoft.com/office/drawing/2014/main" id="{ABE57741-DC24-57D0-0A85-1561CF5E7735}"/>
                  </a:ext>
                </a:extLst>
              </p:cNvPr>
              <p:cNvCxnSpPr/>
              <p:nvPr/>
            </p:nvCxnSpPr>
            <p:spPr>
              <a:xfrm>
                <a:off x="1317" y="1518"/>
                <a:ext cx="31" cy="1"/>
              </a:xfrm>
              <a:prstGeom prst="straightConnector1">
                <a:avLst/>
              </a:prstGeom>
              <a:noFill/>
              <a:ln w="19050" cap="flat" cmpd="sng">
                <a:solidFill>
                  <a:schemeClr val="dk1"/>
                </a:solidFill>
                <a:prstDash val="solid"/>
                <a:round/>
                <a:headEnd type="none" w="sm" len="sm"/>
                <a:tailEnd type="none" w="sm" len="sm"/>
              </a:ln>
            </p:spPr>
          </p:cxnSp>
          <p:cxnSp>
            <p:nvCxnSpPr>
              <p:cNvPr id="120" name="Google Shape;485;p37">
                <a:extLst>
                  <a:ext uri="{FF2B5EF4-FFF2-40B4-BE49-F238E27FC236}">
                    <a16:creationId xmlns:a16="http://schemas.microsoft.com/office/drawing/2014/main" id="{771B1218-4014-A675-109F-6DF66405DC23}"/>
                  </a:ext>
                </a:extLst>
              </p:cNvPr>
              <p:cNvCxnSpPr/>
              <p:nvPr/>
            </p:nvCxnSpPr>
            <p:spPr>
              <a:xfrm>
                <a:off x="1317" y="1192"/>
                <a:ext cx="31" cy="1"/>
              </a:xfrm>
              <a:prstGeom prst="straightConnector1">
                <a:avLst/>
              </a:prstGeom>
              <a:noFill/>
              <a:ln w="19050" cap="flat" cmpd="sng">
                <a:solidFill>
                  <a:schemeClr val="dk1"/>
                </a:solidFill>
                <a:prstDash val="solid"/>
                <a:round/>
                <a:headEnd type="none" w="sm" len="sm"/>
                <a:tailEnd type="none" w="sm" len="sm"/>
              </a:ln>
            </p:spPr>
          </p:cxnSp>
        </p:grpSp>
        <p:sp>
          <p:nvSpPr>
            <p:cNvPr id="76" name="Google Shape;486;p37">
              <a:extLst>
                <a:ext uri="{FF2B5EF4-FFF2-40B4-BE49-F238E27FC236}">
                  <a16:creationId xmlns:a16="http://schemas.microsoft.com/office/drawing/2014/main" id="{4AAB3F20-4253-2322-07C7-F911F6F8EC28}"/>
                </a:ext>
              </a:extLst>
            </p:cNvPr>
            <p:cNvSpPr txBox="1"/>
            <p:nvPr/>
          </p:nvSpPr>
          <p:spPr>
            <a:xfrm>
              <a:off x="1960563" y="6003925"/>
              <a:ext cx="3254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a:t>
              </a:r>
              <a:endParaRPr/>
            </a:p>
          </p:txBody>
        </p:sp>
        <p:sp>
          <p:nvSpPr>
            <p:cNvPr id="77" name="Google Shape;487;p37">
              <a:extLst>
                <a:ext uri="{FF2B5EF4-FFF2-40B4-BE49-F238E27FC236}">
                  <a16:creationId xmlns:a16="http://schemas.microsoft.com/office/drawing/2014/main" id="{B83EB653-D8EE-62AD-B757-E0BF06FA1F8C}"/>
                </a:ext>
              </a:extLst>
            </p:cNvPr>
            <p:cNvSpPr txBox="1"/>
            <p:nvPr/>
          </p:nvSpPr>
          <p:spPr>
            <a:xfrm>
              <a:off x="312420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20</a:t>
              </a:r>
              <a:endParaRPr/>
            </a:p>
          </p:txBody>
        </p:sp>
        <p:sp>
          <p:nvSpPr>
            <p:cNvPr id="78" name="Google Shape;488;p37">
              <a:extLst>
                <a:ext uri="{FF2B5EF4-FFF2-40B4-BE49-F238E27FC236}">
                  <a16:creationId xmlns:a16="http://schemas.microsoft.com/office/drawing/2014/main" id="{A541ED47-A46E-466C-86AC-9F56E0582DD6}"/>
                </a:ext>
              </a:extLst>
            </p:cNvPr>
            <p:cNvSpPr txBox="1"/>
            <p:nvPr/>
          </p:nvSpPr>
          <p:spPr>
            <a:xfrm>
              <a:off x="443865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40</a:t>
              </a:r>
              <a:endParaRPr dirty="0"/>
            </a:p>
          </p:txBody>
        </p:sp>
        <p:sp>
          <p:nvSpPr>
            <p:cNvPr id="79" name="Google Shape;489;p37">
              <a:extLst>
                <a:ext uri="{FF2B5EF4-FFF2-40B4-BE49-F238E27FC236}">
                  <a16:creationId xmlns:a16="http://schemas.microsoft.com/office/drawing/2014/main" id="{F4F27974-6493-918C-4CB3-9136F909A892}"/>
                </a:ext>
              </a:extLst>
            </p:cNvPr>
            <p:cNvSpPr txBox="1"/>
            <p:nvPr/>
          </p:nvSpPr>
          <p:spPr>
            <a:xfrm>
              <a:off x="57435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60</a:t>
              </a:r>
              <a:endParaRPr/>
            </a:p>
          </p:txBody>
        </p:sp>
        <p:sp>
          <p:nvSpPr>
            <p:cNvPr id="80" name="Google Shape;490;p37">
              <a:extLst>
                <a:ext uri="{FF2B5EF4-FFF2-40B4-BE49-F238E27FC236}">
                  <a16:creationId xmlns:a16="http://schemas.microsoft.com/office/drawing/2014/main" id="{585CA72C-9BDF-D0F1-C5CA-134213039A5D}"/>
                </a:ext>
              </a:extLst>
            </p:cNvPr>
            <p:cNvSpPr txBox="1"/>
            <p:nvPr/>
          </p:nvSpPr>
          <p:spPr>
            <a:xfrm>
              <a:off x="70389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80</a:t>
              </a:r>
              <a:endParaRPr/>
            </a:p>
          </p:txBody>
        </p:sp>
        <p:grpSp>
          <p:nvGrpSpPr>
            <p:cNvPr id="81" name="Google Shape;491;p37">
              <a:extLst>
                <a:ext uri="{FF2B5EF4-FFF2-40B4-BE49-F238E27FC236}">
                  <a16:creationId xmlns:a16="http://schemas.microsoft.com/office/drawing/2014/main" id="{11D75FDA-6024-3128-B00E-A4DBB60C1CDE}"/>
                </a:ext>
              </a:extLst>
            </p:cNvPr>
            <p:cNvGrpSpPr/>
            <p:nvPr/>
          </p:nvGrpSpPr>
          <p:grpSpPr>
            <a:xfrm>
              <a:off x="1379538" y="1695450"/>
              <a:ext cx="677862" cy="4476750"/>
              <a:chOff x="1104" y="1068"/>
              <a:chExt cx="427" cy="2820"/>
            </a:xfrm>
          </p:grpSpPr>
          <p:sp>
            <p:nvSpPr>
              <p:cNvPr id="98" name="Google Shape;492;p37">
                <a:extLst>
                  <a:ext uri="{FF2B5EF4-FFF2-40B4-BE49-F238E27FC236}">
                    <a16:creationId xmlns:a16="http://schemas.microsoft.com/office/drawing/2014/main" id="{91FAC81E-6186-BCC3-7379-CE8ACA2568C5}"/>
                  </a:ext>
                </a:extLst>
              </p:cNvPr>
              <p:cNvSpPr txBox="1"/>
              <p:nvPr/>
            </p:nvSpPr>
            <p:spPr>
              <a:xfrm>
                <a:off x="1104" y="363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0.00</a:t>
                </a:r>
                <a:endParaRPr/>
              </a:p>
            </p:txBody>
          </p:sp>
          <p:sp>
            <p:nvSpPr>
              <p:cNvPr id="99" name="Google Shape;493;p37">
                <a:extLst>
                  <a:ext uri="{FF2B5EF4-FFF2-40B4-BE49-F238E27FC236}">
                    <a16:creationId xmlns:a16="http://schemas.microsoft.com/office/drawing/2014/main" id="{218FEEE0-D872-8F78-4EFE-85CCCF5328E1}"/>
                  </a:ext>
                </a:extLst>
              </p:cNvPr>
              <p:cNvSpPr txBox="1"/>
              <p:nvPr/>
            </p:nvSpPr>
            <p:spPr>
              <a:xfrm>
                <a:off x="1104" y="300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0.25</a:t>
                </a:r>
                <a:endParaRPr/>
              </a:p>
            </p:txBody>
          </p:sp>
          <p:sp>
            <p:nvSpPr>
              <p:cNvPr id="100" name="Google Shape;494;p37">
                <a:extLst>
                  <a:ext uri="{FF2B5EF4-FFF2-40B4-BE49-F238E27FC236}">
                    <a16:creationId xmlns:a16="http://schemas.microsoft.com/office/drawing/2014/main" id="{045CD2A5-4FE8-A79D-6B99-A4189C3B5E7F}"/>
                  </a:ext>
                </a:extLst>
              </p:cNvPr>
              <p:cNvSpPr txBox="1"/>
              <p:nvPr/>
            </p:nvSpPr>
            <p:spPr>
              <a:xfrm>
                <a:off x="1104" y="2364"/>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0.50</a:t>
                </a:r>
                <a:endParaRPr/>
              </a:p>
            </p:txBody>
          </p:sp>
          <p:sp>
            <p:nvSpPr>
              <p:cNvPr id="101" name="Google Shape;495;p37">
                <a:extLst>
                  <a:ext uri="{FF2B5EF4-FFF2-40B4-BE49-F238E27FC236}">
                    <a16:creationId xmlns:a16="http://schemas.microsoft.com/office/drawing/2014/main" id="{A11F8E81-9970-B6D8-95E8-619FB613A0AD}"/>
                  </a:ext>
                </a:extLst>
              </p:cNvPr>
              <p:cNvSpPr txBox="1"/>
              <p:nvPr/>
            </p:nvSpPr>
            <p:spPr>
              <a:xfrm>
                <a:off x="1104" y="1716"/>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0.75</a:t>
                </a:r>
                <a:endParaRPr/>
              </a:p>
            </p:txBody>
          </p:sp>
          <p:sp>
            <p:nvSpPr>
              <p:cNvPr id="102" name="Google Shape;496;p37">
                <a:extLst>
                  <a:ext uri="{FF2B5EF4-FFF2-40B4-BE49-F238E27FC236}">
                    <a16:creationId xmlns:a16="http://schemas.microsoft.com/office/drawing/2014/main" id="{59483FA4-C76E-F30E-9F9F-B472286FF56F}"/>
                  </a:ext>
                </a:extLst>
              </p:cNvPr>
              <p:cNvSpPr txBox="1"/>
              <p:nvPr/>
            </p:nvSpPr>
            <p:spPr>
              <a:xfrm>
                <a:off x="1104" y="106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1.00</a:t>
                </a:r>
                <a:endParaRPr/>
              </a:p>
            </p:txBody>
          </p:sp>
        </p:grpSp>
        <p:sp>
          <p:nvSpPr>
            <p:cNvPr id="82" name="Google Shape;497;p37">
              <a:extLst>
                <a:ext uri="{FF2B5EF4-FFF2-40B4-BE49-F238E27FC236}">
                  <a16:creationId xmlns:a16="http://schemas.microsoft.com/office/drawing/2014/main" id="{CAED51CD-C44A-CAC5-C8A3-34B867354375}"/>
                </a:ext>
              </a:extLst>
            </p:cNvPr>
            <p:cNvSpPr txBox="1"/>
            <p:nvPr/>
          </p:nvSpPr>
          <p:spPr>
            <a:xfrm>
              <a:off x="3014663" y="6335713"/>
              <a:ext cx="33861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Hatchery production (1000s)</a:t>
              </a:r>
              <a:endParaRPr/>
            </a:p>
          </p:txBody>
        </p:sp>
        <p:sp>
          <p:nvSpPr>
            <p:cNvPr id="83" name="Google Shape;498;p37">
              <a:extLst>
                <a:ext uri="{FF2B5EF4-FFF2-40B4-BE49-F238E27FC236}">
                  <a16:creationId xmlns:a16="http://schemas.microsoft.com/office/drawing/2014/main" id="{ADDCF0E6-1DE3-7CC0-C738-835291A729F0}"/>
                </a:ext>
              </a:extLst>
            </p:cNvPr>
            <p:cNvSpPr txBox="1"/>
            <p:nvPr/>
          </p:nvSpPr>
          <p:spPr>
            <a:xfrm rot="-5400000">
              <a:off x="633413" y="3741737"/>
              <a:ext cx="80645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Utility</a:t>
              </a:r>
              <a:endParaRPr/>
            </a:p>
          </p:txBody>
        </p:sp>
        <p:sp>
          <p:nvSpPr>
            <p:cNvPr id="84" name="Google Shape;499;p37">
              <a:extLst>
                <a:ext uri="{FF2B5EF4-FFF2-40B4-BE49-F238E27FC236}">
                  <a16:creationId xmlns:a16="http://schemas.microsoft.com/office/drawing/2014/main" id="{D30CE426-729D-07D9-02BA-BFA1AA593361}"/>
                </a:ext>
              </a:extLst>
            </p:cNvPr>
            <p:cNvSpPr/>
            <p:nvPr/>
          </p:nvSpPr>
          <p:spPr>
            <a:xfrm>
              <a:off x="2667000" y="59055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85" name="Google Shape;500;p37">
              <a:extLst>
                <a:ext uri="{FF2B5EF4-FFF2-40B4-BE49-F238E27FC236}">
                  <a16:creationId xmlns:a16="http://schemas.microsoft.com/office/drawing/2014/main" id="{6A2E9DD0-659D-E856-D8C1-198026F33A19}"/>
                </a:ext>
              </a:extLst>
            </p:cNvPr>
            <p:cNvSpPr/>
            <p:nvPr/>
          </p:nvSpPr>
          <p:spPr>
            <a:xfrm>
              <a:off x="6553200" y="18288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grpSp>
          <p:nvGrpSpPr>
            <p:cNvPr id="86" name="Google Shape;501;p37">
              <a:extLst>
                <a:ext uri="{FF2B5EF4-FFF2-40B4-BE49-F238E27FC236}">
                  <a16:creationId xmlns:a16="http://schemas.microsoft.com/office/drawing/2014/main" id="{A259CDB3-4FA8-EC3E-DBD6-25B860A3E118}"/>
                </a:ext>
              </a:extLst>
            </p:cNvPr>
            <p:cNvGrpSpPr/>
            <p:nvPr/>
          </p:nvGrpSpPr>
          <p:grpSpPr>
            <a:xfrm>
              <a:off x="2740025" y="1905000"/>
              <a:ext cx="3892550" cy="4079875"/>
              <a:chOff x="1726" y="1200"/>
              <a:chExt cx="2452" cy="2570"/>
            </a:xfrm>
          </p:grpSpPr>
          <p:sp>
            <p:nvSpPr>
              <p:cNvPr id="95" name="Google Shape;502;p37">
                <a:extLst>
                  <a:ext uri="{FF2B5EF4-FFF2-40B4-BE49-F238E27FC236}">
                    <a16:creationId xmlns:a16="http://schemas.microsoft.com/office/drawing/2014/main" id="{70738F5B-35DF-C96E-5358-3C8B54996A77}"/>
                  </a:ext>
                </a:extLst>
              </p:cNvPr>
              <p:cNvSpPr/>
              <p:nvPr/>
            </p:nvSpPr>
            <p:spPr>
              <a:xfrm>
                <a:off x="1726" y="1200"/>
                <a:ext cx="2452" cy="2570"/>
              </a:xfrm>
              <a:custGeom>
                <a:avLst/>
                <a:gdLst/>
                <a:ahLst/>
                <a:cxnLst/>
                <a:rect l="l" t="t" r="r" b="b"/>
                <a:pathLst>
                  <a:path w="120000" h="120000" extrusionOk="0">
                    <a:moveTo>
                      <a:pt x="0" y="120000"/>
                    </a:moveTo>
                    <a:lnTo>
                      <a:pt x="3075" y="116837"/>
                    </a:lnTo>
                    <a:lnTo>
                      <a:pt x="6115" y="114046"/>
                    </a:lnTo>
                    <a:lnTo>
                      <a:pt x="8898" y="110883"/>
                    </a:lnTo>
                    <a:lnTo>
                      <a:pt x="11937" y="108046"/>
                    </a:lnTo>
                    <a:lnTo>
                      <a:pt x="14977" y="104883"/>
                    </a:lnTo>
                    <a:lnTo>
                      <a:pt x="18016" y="102046"/>
                    </a:lnTo>
                    <a:lnTo>
                      <a:pt x="21092" y="98883"/>
                    </a:lnTo>
                    <a:lnTo>
                      <a:pt x="24131" y="96093"/>
                    </a:lnTo>
                    <a:lnTo>
                      <a:pt x="26914" y="92930"/>
                    </a:lnTo>
                    <a:lnTo>
                      <a:pt x="29954" y="90093"/>
                    </a:lnTo>
                    <a:lnTo>
                      <a:pt x="32993" y="86930"/>
                    </a:lnTo>
                    <a:lnTo>
                      <a:pt x="36032" y="84139"/>
                    </a:lnTo>
                    <a:lnTo>
                      <a:pt x="39108" y="80930"/>
                    </a:lnTo>
                    <a:lnTo>
                      <a:pt x="42148" y="78139"/>
                    </a:lnTo>
                    <a:lnTo>
                      <a:pt x="44894" y="74976"/>
                    </a:lnTo>
                    <a:lnTo>
                      <a:pt x="47970" y="72139"/>
                    </a:lnTo>
                    <a:lnTo>
                      <a:pt x="51010" y="68976"/>
                    </a:lnTo>
                    <a:lnTo>
                      <a:pt x="54049" y="66186"/>
                    </a:lnTo>
                    <a:lnTo>
                      <a:pt x="57088" y="63023"/>
                    </a:lnTo>
                    <a:lnTo>
                      <a:pt x="60164" y="60186"/>
                    </a:lnTo>
                    <a:lnTo>
                      <a:pt x="62911" y="57023"/>
                    </a:lnTo>
                    <a:lnTo>
                      <a:pt x="65987" y="53860"/>
                    </a:lnTo>
                    <a:lnTo>
                      <a:pt x="69026" y="51023"/>
                    </a:lnTo>
                    <a:lnTo>
                      <a:pt x="72065" y="47860"/>
                    </a:lnTo>
                    <a:lnTo>
                      <a:pt x="75105" y="45069"/>
                    </a:lnTo>
                    <a:lnTo>
                      <a:pt x="77888" y="41906"/>
                    </a:lnTo>
                    <a:lnTo>
                      <a:pt x="80927" y="39069"/>
                    </a:lnTo>
                    <a:lnTo>
                      <a:pt x="84003" y="35906"/>
                    </a:lnTo>
                    <a:lnTo>
                      <a:pt x="87043" y="33069"/>
                    </a:lnTo>
                    <a:lnTo>
                      <a:pt x="90082" y="29906"/>
                    </a:lnTo>
                    <a:lnTo>
                      <a:pt x="93121" y="27116"/>
                    </a:lnTo>
                    <a:lnTo>
                      <a:pt x="95904" y="23953"/>
                    </a:lnTo>
                    <a:lnTo>
                      <a:pt x="98944" y="21116"/>
                    </a:lnTo>
                    <a:lnTo>
                      <a:pt x="101983" y="17953"/>
                    </a:lnTo>
                    <a:lnTo>
                      <a:pt x="105059" y="15162"/>
                    </a:lnTo>
                    <a:lnTo>
                      <a:pt x="108098" y="11953"/>
                    </a:lnTo>
                    <a:lnTo>
                      <a:pt x="111138" y="9162"/>
                    </a:lnTo>
                    <a:lnTo>
                      <a:pt x="113921" y="6000"/>
                    </a:lnTo>
                    <a:lnTo>
                      <a:pt x="116960" y="3162"/>
                    </a:lnTo>
                    <a:lnTo>
                      <a:pt x="120000" y="0"/>
                    </a:ln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6" name="Google Shape;503;p37">
                <a:extLst>
                  <a:ext uri="{FF2B5EF4-FFF2-40B4-BE49-F238E27FC236}">
                    <a16:creationId xmlns:a16="http://schemas.microsoft.com/office/drawing/2014/main" id="{0811F414-55C2-42E6-A469-901B60728415}"/>
                  </a:ext>
                </a:extLst>
              </p:cNvPr>
              <p:cNvSpPr/>
              <p:nvPr/>
            </p:nvSpPr>
            <p:spPr>
              <a:xfrm>
                <a:off x="2904" y="2440"/>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7" name="Google Shape;504;p37">
                <a:extLst>
                  <a:ext uri="{FF2B5EF4-FFF2-40B4-BE49-F238E27FC236}">
                    <a16:creationId xmlns:a16="http://schemas.microsoft.com/office/drawing/2014/main" id="{A145D310-FEF5-EBA6-2D0C-683C6D9CFB32}"/>
                  </a:ext>
                </a:extLst>
              </p:cNvPr>
              <p:cNvSpPr txBox="1"/>
              <p:nvPr/>
            </p:nvSpPr>
            <p:spPr>
              <a:xfrm rot="-2699867">
                <a:off x="3123" y="1609"/>
                <a:ext cx="742"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neutral</a:t>
                </a:r>
                <a:endParaRPr/>
              </a:p>
            </p:txBody>
          </p:sp>
        </p:grpSp>
        <p:grpSp>
          <p:nvGrpSpPr>
            <p:cNvPr id="87" name="Google Shape;505;p37">
              <a:extLst>
                <a:ext uri="{FF2B5EF4-FFF2-40B4-BE49-F238E27FC236}">
                  <a16:creationId xmlns:a16="http://schemas.microsoft.com/office/drawing/2014/main" id="{C7D474A9-A082-B836-5F1F-58459715BF9E}"/>
                </a:ext>
              </a:extLst>
            </p:cNvPr>
            <p:cNvGrpSpPr/>
            <p:nvPr/>
          </p:nvGrpSpPr>
          <p:grpSpPr>
            <a:xfrm>
              <a:off x="2752725" y="1505749"/>
              <a:ext cx="3892550" cy="4466426"/>
              <a:chOff x="1734" y="949"/>
              <a:chExt cx="2452" cy="2813"/>
            </a:xfrm>
          </p:grpSpPr>
          <p:sp>
            <p:nvSpPr>
              <p:cNvPr id="92" name="Google Shape;506;p37">
                <a:extLst>
                  <a:ext uri="{FF2B5EF4-FFF2-40B4-BE49-F238E27FC236}">
                    <a16:creationId xmlns:a16="http://schemas.microsoft.com/office/drawing/2014/main" id="{A3C8FEA5-ACB2-399F-2015-7541B67E5129}"/>
                  </a:ext>
                </a:extLst>
              </p:cNvPr>
              <p:cNvSpPr/>
              <p:nvPr/>
            </p:nvSpPr>
            <p:spPr>
              <a:xfrm>
                <a:off x="1734" y="1108"/>
                <a:ext cx="2452" cy="2654"/>
              </a:xfrm>
              <a:custGeom>
                <a:avLst/>
                <a:gdLst/>
                <a:ahLst/>
                <a:cxnLst/>
                <a:rect l="l" t="t" r="r" b="b"/>
                <a:pathLst>
                  <a:path w="120000" h="120000" extrusionOk="0">
                    <a:moveTo>
                      <a:pt x="0" y="120000"/>
                    </a:moveTo>
                    <a:cubicBezTo>
                      <a:pt x="9396" y="103225"/>
                      <a:pt x="36460" y="38703"/>
                      <a:pt x="56476" y="19351"/>
                    </a:cubicBezTo>
                    <a:cubicBezTo>
                      <a:pt x="76492" y="0"/>
                      <a:pt x="109429" y="6375"/>
                      <a:pt x="120000" y="3798"/>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3" name="Google Shape;507;p37">
                <a:extLst>
                  <a:ext uri="{FF2B5EF4-FFF2-40B4-BE49-F238E27FC236}">
                    <a16:creationId xmlns:a16="http://schemas.microsoft.com/office/drawing/2014/main" id="{25F24737-EC80-1156-ACE3-44355C5A395D}"/>
                  </a:ext>
                </a:extLst>
              </p:cNvPr>
              <p:cNvSpPr/>
              <p:nvPr/>
            </p:nvSpPr>
            <p:spPr>
              <a:xfrm>
                <a:off x="2904" y="1424"/>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4" name="Google Shape;508;p37">
                <a:extLst>
                  <a:ext uri="{FF2B5EF4-FFF2-40B4-BE49-F238E27FC236}">
                    <a16:creationId xmlns:a16="http://schemas.microsoft.com/office/drawing/2014/main" id="{8FE5AB45-344E-4BEB-BDF2-A75F9DEA386D}"/>
                  </a:ext>
                </a:extLst>
              </p:cNvPr>
              <p:cNvSpPr txBox="1"/>
              <p:nvPr/>
            </p:nvSpPr>
            <p:spPr>
              <a:xfrm rot="-858090">
                <a:off x="3024" y="1036"/>
                <a:ext cx="735"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averse</a:t>
                </a:r>
                <a:endParaRPr/>
              </a:p>
            </p:txBody>
          </p:sp>
        </p:grpSp>
        <p:grpSp>
          <p:nvGrpSpPr>
            <p:cNvPr id="88" name="Google Shape;509;p37">
              <a:extLst>
                <a:ext uri="{FF2B5EF4-FFF2-40B4-BE49-F238E27FC236}">
                  <a16:creationId xmlns:a16="http://schemas.microsoft.com/office/drawing/2014/main" id="{6CF529D3-50EB-3B3F-B161-F1644D73139F}"/>
                </a:ext>
              </a:extLst>
            </p:cNvPr>
            <p:cNvGrpSpPr/>
            <p:nvPr/>
          </p:nvGrpSpPr>
          <p:grpSpPr>
            <a:xfrm>
              <a:off x="2755900" y="1892300"/>
              <a:ext cx="3892550" cy="4141788"/>
              <a:chOff x="1736" y="1192"/>
              <a:chExt cx="2452" cy="2609"/>
            </a:xfrm>
          </p:grpSpPr>
          <p:sp>
            <p:nvSpPr>
              <p:cNvPr id="89" name="Google Shape;510;p37">
                <a:extLst>
                  <a:ext uri="{FF2B5EF4-FFF2-40B4-BE49-F238E27FC236}">
                    <a16:creationId xmlns:a16="http://schemas.microsoft.com/office/drawing/2014/main" id="{69513321-81F4-0175-EEE1-142ED79F9DC6}"/>
                  </a:ext>
                </a:extLst>
              </p:cNvPr>
              <p:cNvSpPr/>
              <p:nvPr/>
            </p:nvSpPr>
            <p:spPr>
              <a:xfrm>
                <a:off x="1736" y="1192"/>
                <a:ext cx="2452" cy="2609"/>
              </a:xfrm>
              <a:custGeom>
                <a:avLst/>
                <a:gdLst/>
                <a:ahLst/>
                <a:cxnLst/>
                <a:rect l="l" t="t" r="r" b="b"/>
                <a:pathLst>
                  <a:path w="120000" h="120000" extrusionOk="0">
                    <a:moveTo>
                      <a:pt x="0" y="118206"/>
                    </a:moveTo>
                    <a:cubicBezTo>
                      <a:pt x="9738" y="115216"/>
                      <a:pt x="38417" y="120000"/>
                      <a:pt x="58433" y="100314"/>
                    </a:cubicBezTo>
                    <a:cubicBezTo>
                      <a:pt x="78450" y="80628"/>
                      <a:pt x="109722" y="16696"/>
                      <a:pt x="120000" y="0"/>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0" name="Google Shape;511;p37">
                <a:extLst>
                  <a:ext uri="{FF2B5EF4-FFF2-40B4-BE49-F238E27FC236}">
                    <a16:creationId xmlns:a16="http://schemas.microsoft.com/office/drawing/2014/main" id="{E8827B72-2E38-3794-DDB2-DBDB47FE8236}"/>
                  </a:ext>
                </a:extLst>
              </p:cNvPr>
              <p:cNvSpPr/>
              <p:nvPr/>
            </p:nvSpPr>
            <p:spPr>
              <a:xfrm>
                <a:off x="2904" y="3296"/>
                <a:ext cx="96" cy="96"/>
              </a:xfrm>
              <a:prstGeom prst="ellipse">
                <a:avLst/>
              </a:prstGeom>
              <a:solidFill>
                <a:schemeClr val="accent6">
                  <a:lumMod val="20000"/>
                  <a:lumOff val="80000"/>
                </a:schemeClr>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1" name="Google Shape;512;p37">
                <a:extLst>
                  <a:ext uri="{FF2B5EF4-FFF2-40B4-BE49-F238E27FC236}">
                    <a16:creationId xmlns:a16="http://schemas.microsoft.com/office/drawing/2014/main" id="{BCEB4267-A33A-848F-6A54-57FB7A375EFB}"/>
                  </a:ext>
                </a:extLst>
              </p:cNvPr>
              <p:cNvSpPr txBox="1"/>
              <p:nvPr/>
            </p:nvSpPr>
            <p:spPr>
              <a:xfrm rot="-3701073">
                <a:off x="3072" y="2812"/>
                <a:ext cx="791"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seeking</a:t>
                </a:r>
                <a:endParaRPr/>
              </a:p>
            </p:txBody>
          </p:sp>
        </p:grpSp>
      </p:grpSp>
      <p:cxnSp>
        <p:nvCxnSpPr>
          <p:cNvPr id="122" name="Straight Connector 121">
            <a:extLst>
              <a:ext uri="{FF2B5EF4-FFF2-40B4-BE49-F238E27FC236}">
                <a16:creationId xmlns:a16="http://schemas.microsoft.com/office/drawing/2014/main" id="{9B83BE3D-A99C-02EE-D108-72D805FD0085}"/>
              </a:ext>
            </a:extLst>
          </p:cNvPr>
          <p:cNvCxnSpPr>
            <a:cxnSpLocks/>
            <a:stCxn id="90" idx="2"/>
          </p:cNvCxnSpPr>
          <p:nvPr/>
        </p:nvCxnSpPr>
        <p:spPr>
          <a:xfrm flipH="1">
            <a:off x="4624616" y="5162012"/>
            <a:ext cx="2519363" cy="0"/>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0E337D3-53D9-819D-36E1-D9820FD61125}"/>
              </a:ext>
            </a:extLst>
          </p:cNvPr>
          <p:cNvCxnSpPr>
            <a:cxnSpLocks/>
            <a:stCxn id="90" idx="4"/>
            <a:endCxn id="78" idx="0"/>
          </p:cNvCxnSpPr>
          <p:nvPr/>
        </p:nvCxnSpPr>
        <p:spPr>
          <a:xfrm flipH="1">
            <a:off x="7205892" y="5238212"/>
            <a:ext cx="14287" cy="619125"/>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AEB7375-98CC-97CA-C2A9-85449BBBAA7D}"/>
              </a:ext>
            </a:extLst>
          </p:cNvPr>
          <p:cNvSpPr txBox="1"/>
          <p:nvPr/>
        </p:nvSpPr>
        <p:spPr>
          <a:xfrm>
            <a:off x="1170504" y="2944542"/>
            <a:ext cx="1955108" cy="1323439"/>
          </a:xfrm>
          <a:prstGeom prst="rect">
            <a:avLst/>
          </a:prstGeom>
          <a:noFill/>
        </p:spPr>
        <p:txBody>
          <a:bodyPr wrap="square" rtlCol="0">
            <a:spAutoFit/>
          </a:bodyPr>
          <a:lstStyle/>
          <a:p>
            <a:pPr algn="ctr"/>
            <a:r>
              <a:rPr lang="en-US" sz="4000" dirty="0">
                <a:solidFill>
                  <a:schemeClr val="accent6"/>
                </a:solidFill>
              </a:rPr>
              <a:t>RISK SEEKING</a:t>
            </a:r>
          </a:p>
        </p:txBody>
      </p:sp>
    </p:spTree>
    <p:extLst>
      <p:ext uri="{BB962C8B-B14F-4D97-AF65-F5344CB8AC3E}">
        <p14:creationId xmlns:p14="http://schemas.microsoft.com/office/powerpoint/2010/main" val="662651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C6AD8-F7F6-785C-3C35-2B140B5EB3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C6EBF-2B16-3FF8-4B69-34A1F5AF758B}"/>
              </a:ext>
            </a:extLst>
          </p:cNvPr>
          <p:cNvSpPr>
            <a:spLocks noGrp="1"/>
          </p:cNvSpPr>
          <p:nvPr>
            <p:ph type="title"/>
          </p:nvPr>
        </p:nvSpPr>
        <p:spPr/>
        <p:txBody>
          <a:bodyPr/>
          <a:lstStyle/>
          <a:p>
            <a:r>
              <a:rPr lang="en-US" dirty="0"/>
              <a:t>Probability equivalence:</a:t>
            </a:r>
          </a:p>
        </p:txBody>
      </p:sp>
      <p:sp>
        <p:nvSpPr>
          <p:cNvPr id="31" name="TextBox 30">
            <a:extLst>
              <a:ext uri="{FF2B5EF4-FFF2-40B4-BE49-F238E27FC236}">
                <a16:creationId xmlns:a16="http://schemas.microsoft.com/office/drawing/2014/main" id="{C2910CEA-EC20-A806-05C9-5608FD350C2B}"/>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grpSp>
        <p:nvGrpSpPr>
          <p:cNvPr id="30" name="Group 29">
            <a:extLst>
              <a:ext uri="{FF2B5EF4-FFF2-40B4-BE49-F238E27FC236}">
                <a16:creationId xmlns:a16="http://schemas.microsoft.com/office/drawing/2014/main" id="{4834FA6A-57A3-341E-ED95-655D7C9DFC71}"/>
              </a:ext>
            </a:extLst>
          </p:cNvPr>
          <p:cNvGrpSpPr/>
          <p:nvPr/>
        </p:nvGrpSpPr>
        <p:grpSpPr>
          <a:xfrm>
            <a:off x="1441374" y="1817784"/>
            <a:ext cx="7226147" cy="4393890"/>
            <a:chOff x="317653" y="1676400"/>
            <a:chExt cx="7226147" cy="4393890"/>
          </a:xfrm>
        </p:grpSpPr>
        <p:sp>
          <p:nvSpPr>
            <p:cNvPr id="32" name="Google Shape;372;p31">
              <a:extLst>
                <a:ext uri="{FF2B5EF4-FFF2-40B4-BE49-F238E27FC236}">
                  <a16:creationId xmlns:a16="http://schemas.microsoft.com/office/drawing/2014/main" id="{6E725D32-A28B-EBC4-E2D7-B0400F583184}"/>
                </a:ext>
              </a:extLst>
            </p:cNvPr>
            <p:cNvSpPr txBox="1"/>
            <p:nvPr/>
          </p:nvSpPr>
          <p:spPr>
            <a:xfrm>
              <a:off x="317653" y="3936981"/>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Add new technology to a hatchery?</a:t>
              </a:r>
              <a:endParaRPr sz="1800" dirty="0">
                <a:solidFill>
                  <a:schemeClr val="dk1"/>
                </a:solidFill>
                <a:latin typeface="+mj-lt"/>
                <a:ea typeface="Arial"/>
                <a:cs typeface="Arial"/>
                <a:sym typeface="Arial"/>
              </a:endParaRPr>
            </a:p>
          </p:txBody>
        </p:sp>
        <p:sp>
          <p:nvSpPr>
            <p:cNvPr id="33" name="Google Shape;373;p31">
              <a:extLst>
                <a:ext uri="{FF2B5EF4-FFF2-40B4-BE49-F238E27FC236}">
                  <a16:creationId xmlns:a16="http://schemas.microsoft.com/office/drawing/2014/main" id="{5B81C397-79C1-F075-7E00-4C925F8D86C8}"/>
                </a:ext>
              </a:extLst>
            </p:cNvPr>
            <p:cNvSpPr/>
            <p:nvPr/>
          </p:nvSpPr>
          <p:spPr>
            <a:xfrm>
              <a:off x="4038600" y="2438400"/>
              <a:ext cx="1066800" cy="914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cxnSp>
          <p:nvCxnSpPr>
            <p:cNvPr id="34" name="Google Shape;374;p31">
              <a:extLst>
                <a:ext uri="{FF2B5EF4-FFF2-40B4-BE49-F238E27FC236}">
                  <a16:creationId xmlns:a16="http://schemas.microsoft.com/office/drawing/2014/main" id="{6603EC7E-9D9D-F7AA-71D0-906B097E481A}"/>
                </a:ext>
              </a:extLst>
            </p:cNvPr>
            <p:cNvCxnSpPr>
              <a:stCxn id="32" idx="3"/>
              <a:endCxn id="33" idx="3"/>
            </p:cNvCxnSpPr>
            <p:nvPr/>
          </p:nvCxnSpPr>
          <p:spPr>
            <a:xfrm flipV="1">
              <a:off x="2125816" y="3218889"/>
              <a:ext cx="2069013" cy="1175292"/>
            </a:xfrm>
            <a:prstGeom prst="straightConnector1">
              <a:avLst/>
            </a:prstGeom>
            <a:noFill/>
            <a:ln w="76200" cap="flat" cmpd="sng">
              <a:solidFill>
                <a:schemeClr val="dk1"/>
              </a:solidFill>
              <a:prstDash val="solid"/>
              <a:round/>
              <a:headEnd type="none" w="sm" len="sm"/>
              <a:tailEnd type="stealth" w="sm" len="sm"/>
            </a:ln>
          </p:spPr>
        </p:cxnSp>
        <p:sp>
          <p:nvSpPr>
            <p:cNvPr id="35" name="Google Shape;375;p31">
              <a:extLst>
                <a:ext uri="{FF2B5EF4-FFF2-40B4-BE49-F238E27FC236}">
                  <a16:creationId xmlns:a16="http://schemas.microsoft.com/office/drawing/2014/main" id="{1BF6801C-D5D8-6CD0-51D2-E5FFED34558F}"/>
                </a:ext>
              </a:extLst>
            </p:cNvPr>
            <p:cNvSpPr txBox="1"/>
            <p:nvPr/>
          </p:nvSpPr>
          <p:spPr>
            <a:xfrm>
              <a:off x="6629400" y="515589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fry</a:t>
              </a:r>
              <a:endParaRPr sz="1800" dirty="0">
                <a:solidFill>
                  <a:schemeClr val="dk1"/>
                </a:solidFill>
                <a:latin typeface="+mj-lt"/>
                <a:ea typeface="Arial"/>
                <a:cs typeface="Arial"/>
                <a:sym typeface="Arial"/>
              </a:endParaRPr>
            </a:p>
          </p:txBody>
        </p:sp>
        <p:sp>
          <p:nvSpPr>
            <p:cNvPr id="36" name="Google Shape;376;p31">
              <a:extLst>
                <a:ext uri="{FF2B5EF4-FFF2-40B4-BE49-F238E27FC236}">
                  <a16:creationId xmlns:a16="http://schemas.microsoft.com/office/drawing/2014/main" id="{9F77C1F4-CB03-A44E-1465-68881850A503}"/>
                </a:ext>
              </a:extLst>
            </p:cNvPr>
            <p:cNvSpPr txBox="1"/>
            <p:nvPr/>
          </p:nvSpPr>
          <p:spPr>
            <a:xfrm>
              <a:off x="6629400" y="16764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 fry</a:t>
              </a:r>
              <a:endParaRPr sz="1800">
                <a:solidFill>
                  <a:schemeClr val="dk1"/>
                </a:solidFill>
                <a:latin typeface="+mj-lt"/>
                <a:ea typeface="Arial"/>
                <a:cs typeface="Arial"/>
                <a:sym typeface="Arial"/>
              </a:endParaRPr>
            </a:p>
          </p:txBody>
        </p:sp>
        <p:sp>
          <p:nvSpPr>
            <p:cNvPr id="37" name="Google Shape;377;p31">
              <a:extLst>
                <a:ext uri="{FF2B5EF4-FFF2-40B4-BE49-F238E27FC236}">
                  <a16:creationId xmlns:a16="http://schemas.microsoft.com/office/drawing/2014/main" id="{AC44FAD9-FE15-7260-4122-D8131BEB64BE}"/>
                </a:ext>
              </a:extLst>
            </p:cNvPr>
            <p:cNvSpPr txBox="1"/>
            <p:nvPr/>
          </p:nvSpPr>
          <p:spPr>
            <a:xfrm>
              <a:off x="6629400" y="32766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 fry</a:t>
              </a:r>
              <a:endParaRPr sz="1800">
                <a:solidFill>
                  <a:schemeClr val="dk1"/>
                </a:solidFill>
                <a:latin typeface="+mj-lt"/>
                <a:ea typeface="Arial"/>
                <a:cs typeface="Arial"/>
                <a:sym typeface="Arial"/>
              </a:endParaRPr>
            </a:p>
          </p:txBody>
        </p:sp>
        <p:cxnSp>
          <p:nvCxnSpPr>
            <p:cNvPr id="38" name="Google Shape;378;p31">
              <a:extLst>
                <a:ext uri="{FF2B5EF4-FFF2-40B4-BE49-F238E27FC236}">
                  <a16:creationId xmlns:a16="http://schemas.microsoft.com/office/drawing/2014/main" id="{6B8D4D5D-69C2-BB64-63C2-68E0785C9285}"/>
                </a:ext>
              </a:extLst>
            </p:cNvPr>
            <p:cNvCxnSpPr>
              <a:stCxn id="33" idx="6"/>
              <a:endCxn id="36" idx="1"/>
            </p:cNvCxnSpPr>
            <p:nvPr/>
          </p:nvCxnSpPr>
          <p:spPr>
            <a:xfrm rot="10800000" flipH="1">
              <a:off x="5105400" y="2133600"/>
              <a:ext cx="1524000" cy="762000"/>
            </a:xfrm>
            <a:prstGeom prst="straightConnector1">
              <a:avLst/>
            </a:prstGeom>
            <a:noFill/>
            <a:ln w="76200" cap="flat" cmpd="sng">
              <a:solidFill>
                <a:schemeClr val="dk1"/>
              </a:solidFill>
              <a:prstDash val="solid"/>
              <a:round/>
              <a:headEnd type="none" w="sm" len="sm"/>
              <a:tailEnd type="stealth" w="sm" len="sm"/>
            </a:ln>
          </p:spPr>
        </p:cxnSp>
        <p:cxnSp>
          <p:nvCxnSpPr>
            <p:cNvPr id="39" name="Google Shape;379;p31">
              <a:extLst>
                <a:ext uri="{FF2B5EF4-FFF2-40B4-BE49-F238E27FC236}">
                  <a16:creationId xmlns:a16="http://schemas.microsoft.com/office/drawing/2014/main" id="{D54AE337-18FC-98D8-88C4-81D414DFE40E}"/>
                </a:ext>
              </a:extLst>
            </p:cNvPr>
            <p:cNvCxnSpPr>
              <a:stCxn id="33" idx="6"/>
              <a:endCxn id="37" idx="1"/>
            </p:cNvCxnSpPr>
            <p:nvPr/>
          </p:nvCxnSpPr>
          <p:spPr>
            <a:xfrm>
              <a:off x="5105400" y="2895600"/>
              <a:ext cx="1524000" cy="838200"/>
            </a:xfrm>
            <a:prstGeom prst="straightConnector1">
              <a:avLst/>
            </a:prstGeom>
            <a:noFill/>
            <a:ln w="76200" cap="flat" cmpd="sng">
              <a:solidFill>
                <a:schemeClr val="dk1"/>
              </a:solidFill>
              <a:prstDash val="solid"/>
              <a:round/>
              <a:headEnd type="none" w="sm" len="sm"/>
              <a:tailEnd type="stealth" w="sm" len="sm"/>
            </a:ln>
          </p:spPr>
        </p:cxnSp>
        <p:cxnSp>
          <p:nvCxnSpPr>
            <p:cNvPr id="40" name="Google Shape;381;p31">
              <a:extLst>
                <a:ext uri="{FF2B5EF4-FFF2-40B4-BE49-F238E27FC236}">
                  <a16:creationId xmlns:a16="http://schemas.microsoft.com/office/drawing/2014/main" id="{B845A622-9000-6FC5-E56D-EDE7A7EB03A0}"/>
                </a:ext>
              </a:extLst>
            </p:cNvPr>
            <p:cNvCxnSpPr>
              <a:stCxn id="32" idx="3"/>
              <a:endCxn id="35" idx="1"/>
            </p:cNvCxnSpPr>
            <p:nvPr/>
          </p:nvCxnSpPr>
          <p:spPr>
            <a:xfrm>
              <a:off x="2125816" y="4394181"/>
              <a:ext cx="4503584" cy="1218909"/>
            </a:xfrm>
            <a:prstGeom prst="straightConnector1">
              <a:avLst/>
            </a:prstGeom>
            <a:noFill/>
            <a:ln w="76200" cap="flat" cmpd="sng">
              <a:solidFill>
                <a:schemeClr val="dk1"/>
              </a:solidFill>
              <a:prstDash val="solid"/>
              <a:round/>
              <a:headEnd type="none" w="sm" len="sm"/>
              <a:tailEnd type="stealth" w="sm" len="sm"/>
            </a:ln>
          </p:spPr>
        </p:cxnSp>
        <p:sp>
          <p:nvSpPr>
            <p:cNvPr id="41" name="Google Shape;382;p31">
              <a:extLst>
                <a:ext uri="{FF2B5EF4-FFF2-40B4-BE49-F238E27FC236}">
                  <a16:creationId xmlns:a16="http://schemas.microsoft.com/office/drawing/2014/main" id="{49F0030D-6FFB-BEF6-81C3-331CCACC0D63}"/>
                </a:ext>
              </a:extLst>
            </p:cNvPr>
            <p:cNvSpPr txBox="1"/>
            <p:nvPr/>
          </p:nvSpPr>
          <p:spPr>
            <a:xfrm>
              <a:off x="2543499" y="2849557"/>
              <a:ext cx="709472" cy="369332"/>
            </a:xfrm>
            <a:prstGeom prst="rect">
              <a:avLst/>
            </a:pr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Yes</a:t>
              </a:r>
              <a:endParaRPr sz="2800" dirty="0">
                <a:solidFill>
                  <a:schemeClr val="dk1"/>
                </a:solidFill>
                <a:latin typeface="+mj-lt"/>
                <a:ea typeface="Arial"/>
                <a:cs typeface="Arial"/>
                <a:sym typeface="Arial"/>
              </a:endParaRPr>
            </a:p>
          </p:txBody>
        </p:sp>
        <p:sp>
          <p:nvSpPr>
            <p:cNvPr id="42" name="Google Shape;383;p31">
              <a:extLst>
                <a:ext uri="{FF2B5EF4-FFF2-40B4-BE49-F238E27FC236}">
                  <a16:creationId xmlns:a16="http://schemas.microsoft.com/office/drawing/2014/main" id="{0CF00CC3-8FCE-3BB3-1976-492987DF12F5}"/>
                </a:ext>
              </a:extLst>
            </p:cNvPr>
            <p:cNvSpPr txBox="1"/>
            <p:nvPr/>
          </p:nvSpPr>
          <p:spPr>
            <a:xfrm>
              <a:off x="4903788" y="2209800"/>
              <a:ext cx="735012" cy="3698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Arial"/>
                  <a:cs typeface="Arial"/>
                  <a:sym typeface="Arial"/>
                </a:rPr>
                <a:t>Win</a:t>
              </a:r>
              <a:endParaRPr sz="2000" dirty="0">
                <a:latin typeface="+mj-lt"/>
              </a:endParaRPr>
            </a:p>
          </p:txBody>
        </p:sp>
        <p:sp>
          <p:nvSpPr>
            <p:cNvPr id="43" name="Google Shape;384;p31">
              <a:extLst>
                <a:ext uri="{FF2B5EF4-FFF2-40B4-BE49-F238E27FC236}">
                  <a16:creationId xmlns:a16="http://schemas.microsoft.com/office/drawing/2014/main" id="{0426C159-A24F-91F4-083B-BDD5940842C7}"/>
                </a:ext>
              </a:extLst>
            </p:cNvPr>
            <p:cNvSpPr txBox="1"/>
            <p:nvPr/>
          </p:nvSpPr>
          <p:spPr>
            <a:xfrm>
              <a:off x="2708919" y="4789308"/>
              <a:ext cx="605077" cy="5305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No</a:t>
              </a:r>
              <a:endParaRPr sz="2800" dirty="0">
                <a:solidFill>
                  <a:schemeClr val="dk1"/>
                </a:solidFill>
                <a:latin typeface="+mj-lt"/>
                <a:ea typeface="Arial"/>
                <a:cs typeface="Arial"/>
                <a:sym typeface="Arial"/>
              </a:endParaRPr>
            </a:p>
          </p:txBody>
        </p:sp>
        <p:sp>
          <p:nvSpPr>
            <p:cNvPr id="44" name="Google Shape;385;p31">
              <a:extLst>
                <a:ext uri="{FF2B5EF4-FFF2-40B4-BE49-F238E27FC236}">
                  <a16:creationId xmlns:a16="http://schemas.microsoft.com/office/drawing/2014/main" id="{A58FAC2F-9A7F-44D0-58BD-CE03ED017382}"/>
                </a:ext>
              </a:extLst>
            </p:cNvPr>
            <p:cNvSpPr txBox="1"/>
            <p:nvPr/>
          </p:nvSpPr>
          <p:spPr>
            <a:xfrm>
              <a:off x="4953000" y="3138488"/>
              <a:ext cx="863190" cy="369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Arial"/>
                  <a:cs typeface="Arial"/>
                  <a:sym typeface="Arial"/>
                </a:rPr>
                <a:t>Lose</a:t>
              </a:r>
              <a:endParaRPr sz="2000">
                <a:latin typeface="+mj-lt"/>
              </a:endParaRPr>
            </a:p>
          </p:txBody>
        </p:sp>
        <p:grpSp>
          <p:nvGrpSpPr>
            <p:cNvPr id="45" name="Google Shape;386;p31">
              <a:extLst>
                <a:ext uri="{FF2B5EF4-FFF2-40B4-BE49-F238E27FC236}">
                  <a16:creationId xmlns:a16="http://schemas.microsoft.com/office/drawing/2014/main" id="{4C972E97-7BFE-4F86-F143-A8DA9F206532}"/>
                </a:ext>
              </a:extLst>
            </p:cNvPr>
            <p:cNvGrpSpPr/>
            <p:nvPr/>
          </p:nvGrpSpPr>
          <p:grpSpPr>
            <a:xfrm>
              <a:off x="5791200" y="2406649"/>
              <a:ext cx="990600" cy="838200"/>
              <a:chOff x="3648" y="1516"/>
              <a:chExt cx="624" cy="528"/>
            </a:xfrm>
          </p:grpSpPr>
          <p:sp>
            <p:nvSpPr>
              <p:cNvPr id="48" name="Google Shape;387;p31">
                <a:extLst>
                  <a:ext uri="{FF2B5EF4-FFF2-40B4-BE49-F238E27FC236}">
                    <a16:creationId xmlns:a16="http://schemas.microsoft.com/office/drawing/2014/main" id="{BB1617A5-AA00-1107-9396-9E2202E67CA0}"/>
                  </a:ext>
                </a:extLst>
              </p:cNvPr>
              <p:cNvSpPr txBox="1"/>
              <p:nvPr/>
            </p:nvSpPr>
            <p:spPr>
              <a:xfrm>
                <a:off x="3648" y="1516"/>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2"/>
                    </a:solidFill>
                    <a:latin typeface="+mj-lt"/>
                    <a:ea typeface="Arial"/>
                    <a:cs typeface="Arial"/>
                    <a:sym typeface="Arial"/>
                  </a:rPr>
                  <a:t>p = 0.8</a:t>
                </a:r>
                <a:endParaRPr sz="2000">
                  <a:solidFill>
                    <a:schemeClr val="dk2"/>
                  </a:solidFill>
                  <a:latin typeface="+mj-lt"/>
                  <a:ea typeface="Arial"/>
                  <a:cs typeface="Arial"/>
                  <a:sym typeface="Arial"/>
                </a:endParaRPr>
              </a:p>
            </p:txBody>
          </p:sp>
          <p:sp>
            <p:nvSpPr>
              <p:cNvPr id="49" name="Google Shape;388;p31">
                <a:extLst>
                  <a:ext uri="{FF2B5EF4-FFF2-40B4-BE49-F238E27FC236}">
                    <a16:creationId xmlns:a16="http://schemas.microsoft.com/office/drawing/2014/main" id="{9857922C-3F7D-A708-311D-C7C678806FF2}"/>
                  </a:ext>
                </a:extLst>
              </p:cNvPr>
              <p:cNvSpPr txBox="1"/>
              <p:nvPr/>
            </p:nvSpPr>
            <p:spPr>
              <a:xfrm>
                <a:off x="3648" y="1831"/>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0.2</a:t>
                </a:r>
                <a:endParaRPr sz="2000" dirty="0">
                  <a:solidFill>
                    <a:schemeClr val="dk2"/>
                  </a:solidFill>
                  <a:latin typeface="+mj-lt"/>
                  <a:ea typeface="Arial"/>
                  <a:cs typeface="Arial"/>
                  <a:sym typeface="Arial"/>
                </a:endParaRPr>
              </a:p>
            </p:txBody>
          </p:sp>
        </p:grpSp>
        <p:sp>
          <p:nvSpPr>
            <p:cNvPr id="46" name="Google Shape;389;p31">
              <a:extLst>
                <a:ext uri="{FF2B5EF4-FFF2-40B4-BE49-F238E27FC236}">
                  <a16:creationId xmlns:a16="http://schemas.microsoft.com/office/drawing/2014/main" id="{2E05D505-3852-4D06-2882-8829DE9F114C}"/>
                </a:ext>
              </a:extLst>
            </p:cNvPr>
            <p:cNvSpPr txBox="1"/>
            <p:nvPr/>
          </p:nvSpPr>
          <p:spPr>
            <a:xfrm>
              <a:off x="2479341" y="5168890"/>
              <a:ext cx="1189275"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40K</a:t>
              </a:r>
              <a:endParaRPr sz="2000" dirty="0">
                <a:solidFill>
                  <a:schemeClr val="dk1"/>
                </a:solidFill>
                <a:latin typeface="+mj-lt"/>
                <a:ea typeface="Arial"/>
                <a:cs typeface="Arial"/>
                <a:sym typeface="Arial"/>
              </a:endParaRPr>
            </a:p>
          </p:txBody>
        </p:sp>
        <p:sp>
          <p:nvSpPr>
            <p:cNvPr id="47" name="Google Shape;390;p31">
              <a:extLst>
                <a:ext uri="{FF2B5EF4-FFF2-40B4-BE49-F238E27FC236}">
                  <a16:creationId xmlns:a16="http://schemas.microsoft.com/office/drawing/2014/main" id="{F38731D5-BF91-BCAF-2010-560BE21040F4}"/>
                </a:ext>
              </a:extLst>
            </p:cNvPr>
            <p:cNvSpPr txBox="1"/>
            <p:nvPr/>
          </p:nvSpPr>
          <p:spPr>
            <a:xfrm>
              <a:off x="2286679" y="3281163"/>
              <a:ext cx="1223112"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rPr>
                <a:t>EV</a:t>
              </a:r>
              <a:r>
                <a:rPr lang="en-US" sz="2000" dirty="0">
                  <a:solidFill>
                    <a:schemeClr val="dk1"/>
                  </a:solidFill>
                  <a:latin typeface="+mj-lt"/>
                  <a:ea typeface="Arial"/>
                  <a:cs typeface="Arial"/>
                  <a:sym typeface="Arial"/>
                </a:rPr>
                <a:t> = 58K</a:t>
              </a:r>
              <a:endParaRPr sz="2000" dirty="0">
                <a:solidFill>
                  <a:schemeClr val="dk1"/>
                </a:solidFill>
                <a:latin typeface="+mj-lt"/>
                <a:ea typeface="Arial"/>
                <a:cs typeface="Arial"/>
                <a:sym typeface="Arial"/>
              </a:endParaRPr>
            </a:p>
          </p:txBody>
        </p:sp>
      </p:grpSp>
      <p:sp>
        <p:nvSpPr>
          <p:cNvPr id="51" name="Google Shape;375;p31">
            <a:extLst>
              <a:ext uri="{FF2B5EF4-FFF2-40B4-BE49-F238E27FC236}">
                <a16:creationId xmlns:a16="http://schemas.microsoft.com/office/drawing/2014/main" id="{2C540B12-356D-4F0C-48B2-1CC0149B0420}"/>
              </a:ext>
            </a:extLst>
          </p:cNvPr>
          <p:cNvSpPr txBox="1"/>
          <p:nvPr/>
        </p:nvSpPr>
        <p:spPr>
          <a:xfrm>
            <a:off x="8972321" y="5297274"/>
            <a:ext cx="914400" cy="914400"/>
          </a:xfrm>
          <a:prstGeom prst="rect">
            <a:avLst/>
          </a:prstGeom>
          <a:solidFill>
            <a:schemeClr val="accent3">
              <a:lumMod val="20000"/>
              <a:lumOff val="80000"/>
            </a:schemeClr>
          </a:solid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accent3">
                    <a:lumMod val="50000"/>
                  </a:schemeClr>
                </a:solidFill>
                <a:latin typeface="+mj-lt"/>
                <a:ea typeface="Arial"/>
                <a:cs typeface="Arial"/>
                <a:sym typeface="Arial"/>
              </a:rPr>
              <a:t>U = 0.1</a:t>
            </a:r>
            <a:endParaRPr sz="1800" b="1" dirty="0">
              <a:solidFill>
                <a:schemeClr val="accent3">
                  <a:lumMod val="50000"/>
                </a:schemeClr>
              </a:solidFill>
              <a:latin typeface="+mj-lt"/>
              <a:ea typeface="Arial"/>
              <a:cs typeface="Arial"/>
              <a:sym typeface="Arial"/>
            </a:endParaRPr>
          </a:p>
        </p:txBody>
      </p:sp>
      <p:sp>
        <p:nvSpPr>
          <p:cNvPr id="52" name="Google Shape;376;p31">
            <a:extLst>
              <a:ext uri="{FF2B5EF4-FFF2-40B4-BE49-F238E27FC236}">
                <a16:creationId xmlns:a16="http://schemas.microsoft.com/office/drawing/2014/main" id="{2A04EBB5-8AC5-F7AF-AF19-B3CE2978864A}"/>
              </a:ext>
            </a:extLst>
          </p:cNvPr>
          <p:cNvSpPr txBox="1"/>
          <p:nvPr/>
        </p:nvSpPr>
        <p:spPr>
          <a:xfrm>
            <a:off x="8972321" y="18066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1</a:t>
            </a:r>
            <a:endParaRPr sz="1800" b="1" dirty="0">
              <a:solidFill>
                <a:schemeClr val="bg1">
                  <a:lumMod val="65000"/>
                </a:schemeClr>
              </a:solidFill>
              <a:latin typeface="+mj-lt"/>
              <a:ea typeface="Arial"/>
              <a:cs typeface="Arial"/>
              <a:sym typeface="Arial"/>
            </a:endParaRPr>
          </a:p>
        </p:txBody>
      </p:sp>
      <p:sp>
        <p:nvSpPr>
          <p:cNvPr id="53" name="Google Shape;377;p31">
            <a:extLst>
              <a:ext uri="{FF2B5EF4-FFF2-40B4-BE49-F238E27FC236}">
                <a16:creationId xmlns:a16="http://schemas.microsoft.com/office/drawing/2014/main" id="{B5D05D51-356A-4B46-AE61-9752745F3678}"/>
              </a:ext>
            </a:extLst>
          </p:cNvPr>
          <p:cNvSpPr txBox="1"/>
          <p:nvPr/>
        </p:nvSpPr>
        <p:spPr>
          <a:xfrm>
            <a:off x="8972321" y="3406872"/>
            <a:ext cx="914400" cy="914400"/>
          </a:xfrm>
          <a:prstGeom prst="rect">
            <a:avLst/>
          </a:prstGeom>
          <a:noFill/>
          <a:ln w="9525" cap="flat" cmpd="sng">
            <a:solidFill>
              <a:schemeClr val="bg1">
                <a:lumMod val="65000"/>
              </a:schemeClr>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b="1" dirty="0">
                <a:solidFill>
                  <a:schemeClr val="bg1">
                    <a:lumMod val="65000"/>
                  </a:schemeClr>
                </a:solidFill>
                <a:latin typeface="+mj-lt"/>
                <a:ea typeface="Arial"/>
                <a:cs typeface="Arial"/>
                <a:sym typeface="Arial"/>
              </a:rPr>
              <a:t>U = 0</a:t>
            </a:r>
            <a:endParaRPr sz="1800" b="1" dirty="0">
              <a:solidFill>
                <a:schemeClr val="bg1">
                  <a:lumMod val="65000"/>
                </a:schemeClr>
              </a:solidFill>
              <a:latin typeface="+mj-lt"/>
              <a:ea typeface="Arial"/>
              <a:cs typeface="Arial"/>
              <a:sym typeface="Arial"/>
            </a:endParaRPr>
          </a:p>
        </p:txBody>
      </p:sp>
      <p:sp>
        <p:nvSpPr>
          <p:cNvPr id="57" name="TextBox 56">
            <a:extLst>
              <a:ext uri="{FF2B5EF4-FFF2-40B4-BE49-F238E27FC236}">
                <a16:creationId xmlns:a16="http://schemas.microsoft.com/office/drawing/2014/main" id="{9A03615B-86F6-50A5-9B62-C55D919A3834}"/>
              </a:ext>
            </a:extLst>
          </p:cNvPr>
          <p:cNvSpPr txBox="1"/>
          <p:nvPr/>
        </p:nvSpPr>
        <p:spPr>
          <a:xfrm>
            <a:off x="681152" y="1685091"/>
            <a:ext cx="3056238" cy="1200329"/>
          </a:xfrm>
          <a:prstGeom prst="rect">
            <a:avLst/>
          </a:prstGeom>
          <a:solidFill>
            <a:schemeClr val="accent3">
              <a:lumMod val="20000"/>
              <a:lumOff val="80000"/>
            </a:schemeClr>
          </a:solidFill>
        </p:spPr>
        <p:txBody>
          <a:bodyPr wrap="square" rtlCol="0">
            <a:spAutoFit/>
          </a:bodyPr>
          <a:lstStyle/>
          <a:p>
            <a:r>
              <a:rPr lang="en-US" sz="1800" dirty="0"/>
              <a:t>For a given decision maker, let’s imagine that p would have to be large to make them indifferent, e.g., p = 0.5</a:t>
            </a:r>
          </a:p>
        </p:txBody>
      </p:sp>
    </p:spTree>
    <p:extLst>
      <p:ext uri="{BB962C8B-B14F-4D97-AF65-F5344CB8AC3E}">
        <p14:creationId xmlns:p14="http://schemas.microsoft.com/office/powerpoint/2010/main" val="2044048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F3CB2-06D1-B758-93C6-54CFEB563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9A75B-9FA1-2D2B-8B41-E0A2C0D8EAA7}"/>
              </a:ext>
            </a:extLst>
          </p:cNvPr>
          <p:cNvSpPr>
            <a:spLocks noGrp="1"/>
          </p:cNvSpPr>
          <p:nvPr>
            <p:ph type="title"/>
          </p:nvPr>
        </p:nvSpPr>
        <p:spPr/>
        <p:txBody>
          <a:bodyPr/>
          <a:lstStyle/>
          <a:p>
            <a:r>
              <a:rPr lang="en-US" dirty="0"/>
              <a:t>Probability equivalence:</a:t>
            </a:r>
          </a:p>
        </p:txBody>
      </p:sp>
      <p:sp>
        <p:nvSpPr>
          <p:cNvPr id="31" name="TextBox 30">
            <a:extLst>
              <a:ext uri="{FF2B5EF4-FFF2-40B4-BE49-F238E27FC236}">
                <a16:creationId xmlns:a16="http://schemas.microsoft.com/office/drawing/2014/main" id="{3112BC87-BE8B-A056-AB0F-DED4CC737B55}"/>
              </a:ext>
            </a:extLst>
          </p:cNvPr>
          <p:cNvSpPr txBox="1"/>
          <p:nvPr/>
        </p:nvSpPr>
        <p:spPr>
          <a:xfrm>
            <a:off x="0" y="6621524"/>
            <a:ext cx="6097554" cy="276999"/>
          </a:xfrm>
          <a:prstGeom prst="rect">
            <a:avLst/>
          </a:prstGeom>
          <a:noFill/>
        </p:spPr>
        <p:txBody>
          <a:bodyPr wrap="square">
            <a:spAutoFit/>
          </a:bodyPr>
          <a:lstStyle/>
          <a:p>
            <a:r>
              <a:rPr lang="en-US" sz="1200" dirty="0"/>
              <a:t>Developed by Sarah Converse, Brielle Thompson</a:t>
            </a:r>
          </a:p>
        </p:txBody>
      </p:sp>
      <p:sp>
        <p:nvSpPr>
          <p:cNvPr id="57" name="TextBox 56">
            <a:extLst>
              <a:ext uri="{FF2B5EF4-FFF2-40B4-BE49-F238E27FC236}">
                <a16:creationId xmlns:a16="http://schemas.microsoft.com/office/drawing/2014/main" id="{D8A3C710-59D8-7BE5-5EB9-8245BDBE4F83}"/>
              </a:ext>
            </a:extLst>
          </p:cNvPr>
          <p:cNvSpPr txBox="1"/>
          <p:nvPr/>
        </p:nvSpPr>
        <p:spPr>
          <a:xfrm>
            <a:off x="681152" y="1685091"/>
            <a:ext cx="3056238" cy="1200329"/>
          </a:xfrm>
          <a:prstGeom prst="rect">
            <a:avLst/>
          </a:prstGeom>
          <a:solidFill>
            <a:schemeClr val="accent3">
              <a:lumMod val="20000"/>
              <a:lumOff val="80000"/>
            </a:schemeClr>
          </a:solidFill>
        </p:spPr>
        <p:txBody>
          <a:bodyPr wrap="square" rtlCol="0">
            <a:spAutoFit/>
          </a:bodyPr>
          <a:lstStyle/>
          <a:p>
            <a:r>
              <a:rPr lang="en-US" sz="1800" dirty="0"/>
              <a:t>For a given decision maker, let’s imagine that p would have to be large to make them indifferent, e.g., p = 0.5</a:t>
            </a:r>
          </a:p>
        </p:txBody>
      </p:sp>
      <p:grpSp>
        <p:nvGrpSpPr>
          <p:cNvPr id="74" name="Group 73">
            <a:extLst>
              <a:ext uri="{FF2B5EF4-FFF2-40B4-BE49-F238E27FC236}">
                <a16:creationId xmlns:a16="http://schemas.microsoft.com/office/drawing/2014/main" id="{0F616853-CDA8-4CAF-D4E8-07E0F3F877B1}"/>
              </a:ext>
            </a:extLst>
          </p:cNvPr>
          <p:cNvGrpSpPr/>
          <p:nvPr/>
        </p:nvGrpSpPr>
        <p:grpSpPr>
          <a:xfrm>
            <a:off x="3372079" y="1359161"/>
            <a:ext cx="6667500" cy="5226839"/>
            <a:chOff x="838200" y="1505749"/>
            <a:chExt cx="6667500" cy="5226839"/>
          </a:xfrm>
        </p:grpSpPr>
        <p:grpSp>
          <p:nvGrpSpPr>
            <p:cNvPr id="75" name="Google Shape;467;p37">
              <a:extLst>
                <a:ext uri="{FF2B5EF4-FFF2-40B4-BE49-F238E27FC236}">
                  <a16:creationId xmlns:a16="http://schemas.microsoft.com/office/drawing/2014/main" id="{9A8FD8A6-B477-D501-721B-C35997F0B7B5}"/>
                </a:ext>
              </a:extLst>
            </p:cNvPr>
            <p:cNvGrpSpPr/>
            <p:nvPr/>
          </p:nvGrpSpPr>
          <p:grpSpPr>
            <a:xfrm>
              <a:off x="2090738" y="1892300"/>
              <a:ext cx="5203825" cy="4097338"/>
              <a:chOff x="1317" y="1192"/>
              <a:chExt cx="3278" cy="2581"/>
            </a:xfrm>
          </p:grpSpPr>
          <p:cxnSp>
            <p:nvCxnSpPr>
              <p:cNvPr id="103" name="Google Shape;468;p37">
                <a:extLst>
                  <a:ext uri="{FF2B5EF4-FFF2-40B4-BE49-F238E27FC236}">
                    <a16:creationId xmlns:a16="http://schemas.microsoft.com/office/drawing/2014/main" id="{CA066F4B-F089-EC05-5FF1-BB761F695DBC}"/>
                  </a:ext>
                </a:extLst>
              </p:cNvPr>
              <p:cNvCxnSpPr/>
              <p:nvPr/>
            </p:nvCxnSpPr>
            <p:spPr>
              <a:xfrm>
                <a:off x="1317" y="3772"/>
                <a:ext cx="3277" cy="1"/>
              </a:xfrm>
              <a:prstGeom prst="straightConnector1">
                <a:avLst/>
              </a:prstGeom>
              <a:noFill/>
              <a:ln w="19050" cap="flat" cmpd="sng">
                <a:solidFill>
                  <a:schemeClr val="dk1"/>
                </a:solidFill>
                <a:prstDash val="solid"/>
                <a:round/>
                <a:headEnd type="none" w="sm" len="sm"/>
                <a:tailEnd type="none" w="sm" len="sm"/>
              </a:ln>
            </p:spPr>
          </p:cxnSp>
          <p:cxnSp>
            <p:nvCxnSpPr>
              <p:cNvPr id="104" name="Google Shape;469;p37">
                <a:extLst>
                  <a:ext uri="{FF2B5EF4-FFF2-40B4-BE49-F238E27FC236}">
                    <a16:creationId xmlns:a16="http://schemas.microsoft.com/office/drawing/2014/main" id="{31C20644-53C5-967C-CBD1-96EF7D03AAA2}"/>
                  </a:ext>
                </a:extLst>
              </p:cNvPr>
              <p:cNvCxnSpPr/>
              <p:nvPr/>
            </p:nvCxnSpPr>
            <p:spPr>
              <a:xfrm rot="10800000" flipH="1">
                <a:off x="1317" y="1192"/>
                <a:ext cx="1" cy="2580"/>
              </a:xfrm>
              <a:prstGeom prst="straightConnector1">
                <a:avLst/>
              </a:prstGeom>
              <a:noFill/>
              <a:ln w="19050" cap="flat" cmpd="sng">
                <a:solidFill>
                  <a:schemeClr val="dk1"/>
                </a:solidFill>
                <a:prstDash val="solid"/>
                <a:round/>
                <a:headEnd type="none" w="sm" len="sm"/>
                <a:tailEnd type="none" w="sm" len="sm"/>
              </a:ln>
            </p:spPr>
          </p:cxnSp>
          <p:cxnSp>
            <p:nvCxnSpPr>
              <p:cNvPr id="105" name="Google Shape;470;p37">
                <a:extLst>
                  <a:ext uri="{FF2B5EF4-FFF2-40B4-BE49-F238E27FC236}">
                    <a16:creationId xmlns:a16="http://schemas.microsoft.com/office/drawing/2014/main" id="{845F1A67-7E35-9EF2-55FF-BDA2615394A5}"/>
                  </a:ext>
                </a:extLst>
              </p:cNvPr>
              <p:cNvCxnSpPr/>
              <p:nvPr/>
            </p:nvCxnSpPr>
            <p:spPr>
              <a:xfrm rot="10800000" flipH="1">
                <a:off x="1726"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6" name="Google Shape;471;p37">
                <a:extLst>
                  <a:ext uri="{FF2B5EF4-FFF2-40B4-BE49-F238E27FC236}">
                    <a16:creationId xmlns:a16="http://schemas.microsoft.com/office/drawing/2014/main" id="{692EAC89-463E-2151-CDD5-FB3620A40C11}"/>
                  </a:ext>
                </a:extLst>
              </p:cNvPr>
              <p:cNvCxnSpPr/>
              <p:nvPr/>
            </p:nvCxnSpPr>
            <p:spPr>
              <a:xfrm rot="10800000" flipH="1">
                <a:off x="2135"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7" name="Google Shape;472;p37">
                <a:extLst>
                  <a:ext uri="{FF2B5EF4-FFF2-40B4-BE49-F238E27FC236}">
                    <a16:creationId xmlns:a16="http://schemas.microsoft.com/office/drawing/2014/main" id="{A8476B10-95C4-CF30-526A-259CEDFB4ABF}"/>
                  </a:ext>
                </a:extLst>
              </p:cNvPr>
              <p:cNvCxnSpPr/>
              <p:nvPr/>
            </p:nvCxnSpPr>
            <p:spPr>
              <a:xfrm rot="10800000" flipH="1">
                <a:off x="2543"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8" name="Google Shape;473;p37">
                <a:extLst>
                  <a:ext uri="{FF2B5EF4-FFF2-40B4-BE49-F238E27FC236}">
                    <a16:creationId xmlns:a16="http://schemas.microsoft.com/office/drawing/2014/main" id="{C4B4AAA2-6B29-86E4-7FE3-B00FF3CBC148}"/>
                  </a:ext>
                </a:extLst>
              </p:cNvPr>
              <p:cNvCxnSpPr/>
              <p:nvPr/>
            </p:nvCxnSpPr>
            <p:spPr>
              <a:xfrm rot="10800000" flipH="1">
                <a:off x="2960" y="3742"/>
                <a:ext cx="1" cy="30"/>
              </a:xfrm>
              <a:prstGeom prst="straightConnector1">
                <a:avLst/>
              </a:prstGeom>
              <a:noFill/>
              <a:ln w="19050" cap="flat" cmpd="sng">
                <a:solidFill>
                  <a:schemeClr val="dk1"/>
                </a:solidFill>
                <a:prstDash val="solid"/>
                <a:round/>
                <a:headEnd type="none" w="sm" len="sm"/>
                <a:tailEnd type="none" w="sm" len="sm"/>
              </a:ln>
            </p:spPr>
          </p:cxnSp>
          <p:cxnSp>
            <p:nvCxnSpPr>
              <p:cNvPr id="109" name="Google Shape;474;p37">
                <a:extLst>
                  <a:ext uri="{FF2B5EF4-FFF2-40B4-BE49-F238E27FC236}">
                    <a16:creationId xmlns:a16="http://schemas.microsoft.com/office/drawing/2014/main" id="{24833AA6-B796-C708-5D7E-607EC5AB6026}"/>
                  </a:ext>
                </a:extLst>
              </p:cNvPr>
              <p:cNvCxnSpPr/>
              <p:nvPr/>
            </p:nvCxnSpPr>
            <p:spPr>
              <a:xfrm rot="10800000" flipH="1">
                <a:off x="3368"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0" name="Google Shape;475;p37">
                <a:extLst>
                  <a:ext uri="{FF2B5EF4-FFF2-40B4-BE49-F238E27FC236}">
                    <a16:creationId xmlns:a16="http://schemas.microsoft.com/office/drawing/2014/main" id="{F74BF80A-CF6F-B245-81AE-8E3874063B7B}"/>
                  </a:ext>
                </a:extLst>
              </p:cNvPr>
              <p:cNvCxnSpPr/>
              <p:nvPr/>
            </p:nvCxnSpPr>
            <p:spPr>
              <a:xfrm rot="10800000" flipH="1">
                <a:off x="3777"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1" name="Google Shape;476;p37">
                <a:extLst>
                  <a:ext uri="{FF2B5EF4-FFF2-40B4-BE49-F238E27FC236}">
                    <a16:creationId xmlns:a16="http://schemas.microsoft.com/office/drawing/2014/main" id="{F657FA2F-39C3-3AEE-FDDD-19BC73EAF9D9}"/>
                  </a:ext>
                </a:extLst>
              </p:cNvPr>
              <p:cNvCxnSpPr/>
              <p:nvPr/>
            </p:nvCxnSpPr>
            <p:spPr>
              <a:xfrm rot="10800000" flipH="1">
                <a:off x="4186"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2" name="Google Shape;477;p37">
                <a:extLst>
                  <a:ext uri="{FF2B5EF4-FFF2-40B4-BE49-F238E27FC236}">
                    <a16:creationId xmlns:a16="http://schemas.microsoft.com/office/drawing/2014/main" id="{0B795C5C-20D5-E288-7679-91974FD42C81}"/>
                  </a:ext>
                </a:extLst>
              </p:cNvPr>
              <p:cNvCxnSpPr/>
              <p:nvPr/>
            </p:nvCxnSpPr>
            <p:spPr>
              <a:xfrm rot="10800000" flipH="1">
                <a:off x="4594" y="3742"/>
                <a:ext cx="1" cy="30"/>
              </a:xfrm>
              <a:prstGeom prst="straightConnector1">
                <a:avLst/>
              </a:prstGeom>
              <a:noFill/>
              <a:ln w="19050" cap="flat" cmpd="sng">
                <a:solidFill>
                  <a:schemeClr val="dk1"/>
                </a:solidFill>
                <a:prstDash val="solid"/>
                <a:round/>
                <a:headEnd type="none" w="sm" len="sm"/>
                <a:tailEnd type="none" w="sm" len="sm"/>
              </a:ln>
            </p:spPr>
          </p:cxnSp>
          <p:cxnSp>
            <p:nvCxnSpPr>
              <p:cNvPr id="113" name="Google Shape;478;p37">
                <a:extLst>
                  <a:ext uri="{FF2B5EF4-FFF2-40B4-BE49-F238E27FC236}">
                    <a16:creationId xmlns:a16="http://schemas.microsoft.com/office/drawing/2014/main" id="{C1F5BC77-8BD9-780B-01DE-9CCC07143542}"/>
                  </a:ext>
                </a:extLst>
              </p:cNvPr>
              <p:cNvCxnSpPr/>
              <p:nvPr/>
            </p:nvCxnSpPr>
            <p:spPr>
              <a:xfrm>
                <a:off x="1317" y="3447"/>
                <a:ext cx="31" cy="1"/>
              </a:xfrm>
              <a:prstGeom prst="straightConnector1">
                <a:avLst/>
              </a:prstGeom>
              <a:noFill/>
              <a:ln w="19050" cap="flat" cmpd="sng">
                <a:solidFill>
                  <a:schemeClr val="dk1"/>
                </a:solidFill>
                <a:prstDash val="solid"/>
                <a:round/>
                <a:headEnd type="none" w="sm" len="sm"/>
                <a:tailEnd type="none" w="sm" len="sm"/>
              </a:ln>
            </p:spPr>
          </p:cxnSp>
          <p:cxnSp>
            <p:nvCxnSpPr>
              <p:cNvPr id="114" name="Google Shape;479;p37">
                <a:extLst>
                  <a:ext uri="{FF2B5EF4-FFF2-40B4-BE49-F238E27FC236}">
                    <a16:creationId xmlns:a16="http://schemas.microsoft.com/office/drawing/2014/main" id="{F0C45757-C60B-0C48-E33A-A4E99B0591CE}"/>
                  </a:ext>
                </a:extLst>
              </p:cNvPr>
              <p:cNvCxnSpPr/>
              <p:nvPr/>
            </p:nvCxnSpPr>
            <p:spPr>
              <a:xfrm>
                <a:off x="1317" y="3129"/>
                <a:ext cx="31" cy="1"/>
              </a:xfrm>
              <a:prstGeom prst="straightConnector1">
                <a:avLst/>
              </a:prstGeom>
              <a:noFill/>
              <a:ln w="19050" cap="flat" cmpd="sng">
                <a:solidFill>
                  <a:schemeClr val="dk1"/>
                </a:solidFill>
                <a:prstDash val="solid"/>
                <a:round/>
                <a:headEnd type="none" w="sm" len="sm"/>
                <a:tailEnd type="none" w="sm" len="sm"/>
              </a:ln>
            </p:spPr>
          </p:cxnSp>
          <p:cxnSp>
            <p:nvCxnSpPr>
              <p:cNvPr id="115" name="Google Shape;480;p37">
                <a:extLst>
                  <a:ext uri="{FF2B5EF4-FFF2-40B4-BE49-F238E27FC236}">
                    <a16:creationId xmlns:a16="http://schemas.microsoft.com/office/drawing/2014/main" id="{5295CE23-6317-E068-7C45-CB204C072880}"/>
                  </a:ext>
                </a:extLst>
              </p:cNvPr>
              <p:cNvCxnSpPr/>
              <p:nvPr/>
            </p:nvCxnSpPr>
            <p:spPr>
              <a:xfrm>
                <a:off x="1317" y="2804"/>
                <a:ext cx="31" cy="1"/>
              </a:xfrm>
              <a:prstGeom prst="straightConnector1">
                <a:avLst/>
              </a:prstGeom>
              <a:noFill/>
              <a:ln w="19050" cap="flat" cmpd="sng">
                <a:solidFill>
                  <a:schemeClr val="dk1"/>
                </a:solidFill>
                <a:prstDash val="solid"/>
                <a:round/>
                <a:headEnd type="none" w="sm" len="sm"/>
                <a:tailEnd type="none" w="sm" len="sm"/>
              </a:ln>
            </p:spPr>
          </p:cxnSp>
          <p:cxnSp>
            <p:nvCxnSpPr>
              <p:cNvPr id="116" name="Google Shape;481;p37">
                <a:extLst>
                  <a:ext uri="{FF2B5EF4-FFF2-40B4-BE49-F238E27FC236}">
                    <a16:creationId xmlns:a16="http://schemas.microsoft.com/office/drawing/2014/main" id="{FFAD8618-250A-A334-27FF-5176C1894F93}"/>
                  </a:ext>
                </a:extLst>
              </p:cNvPr>
              <p:cNvCxnSpPr/>
              <p:nvPr/>
            </p:nvCxnSpPr>
            <p:spPr>
              <a:xfrm>
                <a:off x="1317" y="2486"/>
                <a:ext cx="31" cy="1"/>
              </a:xfrm>
              <a:prstGeom prst="straightConnector1">
                <a:avLst/>
              </a:prstGeom>
              <a:noFill/>
              <a:ln w="19050" cap="flat" cmpd="sng">
                <a:solidFill>
                  <a:schemeClr val="dk1"/>
                </a:solidFill>
                <a:prstDash val="solid"/>
                <a:round/>
                <a:headEnd type="none" w="sm" len="sm"/>
                <a:tailEnd type="none" w="sm" len="sm"/>
              </a:ln>
            </p:spPr>
          </p:cxnSp>
          <p:cxnSp>
            <p:nvCxnSpPr>
              <p:cNvPr id="117" name="Google Shape;482;p37">
                <a:extLst>
                  <a:ext uri="{FF2B5EF4-FFF2-40B4-BE49-F238E27FC236}">
                    <a16:creationId xmlns:a16="http://schemas.microsoft.com/office/drawing/2014/main" id="{6492745F-5395-00C7-1CB4-4F35BCECA5E7}"/>
                  </a:ext>
                </a:extLst>
              </p:cNvPr>
              <p:cNvCxnSpPr/>
              <p:nvPr/>
            </p:nvCxnSpPr>
            <p:spPr>
              <a:xfrm>
                <a:off x="1317" y="2161"/>
                <a:ext cx="31" cy="1"/>
              </a:xfrm>
              <a:prstGeom prst="straightConnector1">
                <a:avLst/>
              </a:prstGeom>
              <a:noFill/>
              <a:ln w="19050" cap="flat" cmpd="sng">
                <a:solidFill>
                  <a:schemeClr val="dk1"/>
                </a:solidFill>
                <a:prstDash val="solid"/>
                <a:round/>
                <a:headEnd type="none" w="sm" len="sm"/>
                <a:tailEnd type="none" w="sm" len="sm"/>
              </a:ln>
            </p:spPr>
          </p:cxnSp>
          <p:cxnSp>
            <p:nvCxnSpPr>
              <p:cNvPr id="118" name="Google Shape;483;p37">
                <a:extLst>
                  <a:ext uri="{FF2B5EF4-FFF2-40B4-BE49-F238E27FC236}">
                    <a16:creationId xmlns:a16="http://schemas.microsoft.com/office/drawing/2014/main" id="{7B612FD7-2383-A284-9B27-1E40A279CD00}"/>
                  </a:ext>
                </a:extLst>
              </p:cNvPr>
              <p:cNvCxnSpPr/>
              <p:nvPr/>
            </p:nvCxnSpPr>
            <p:spPr>
              <a:xfrm>
                <a:off x="1317" y="1835"/>
                <a:ext cx="31" cy="1"/>
              </a:xfrm>
              <a:prstGeom prst="straightConnector1">
                <a:avLst/>
              </a:prstGeom>
              <a:noFill/>
              <a:ln w="19050" cap="flat" cmpd="sng">
                <a:solidFill>
                  <a:schemeClr val="dk1"/>
                </a:solidFill>
                <a:prstDash val="solid"/>
                <a:round/>
                <a:headEnd type="none" w="sm" len="sm"/>
                <a:tailEnd type="none" w="sm" len="sm"/>
              </a:ln>
            </p:spPr>
          </p:cxnSp>
          <p:cxnSp>
            <p:nvCxnSpPr>
              <p:cNvPr id="119" name="Google Shape;484;p37">
                <a:extLst>
                  <a:ext uri="{FF2B5EF4-FFF2-40B4-BE49-F238E27FC236}">
                    <a16:creationId xmlns:a16="http://schemas.microsoft.com/office/drawing/2014/main" id="{8EBB3CF3-CE55-EF8B-E527-C73245C62D3C}"/>
                  </a:ext>
                </a:extLst>
              </p:cNvPr>
              <p:cNvCxnSpPr/>
              <p:nvPr/>
            </p:nvCxnSpPr>
            <p:spPr>
              <a:xfrm>
                <a:off x="1317" y="1518"/>
                <a:ext cx="31" cy="1"/>
              </a:xfrm>
              <a:prstGeom prst="straightConnector1">
                <a:avLst/>
              </a:prstGeom>
              <a:noFill/>
              <a:ln w="19050" cap="flat" cmpd="sng">
                <a:solidFill>
                  <a:schemeClr val="dk1"/>
                </a:solidFill>
                <a:prstDash val="solid"/>
                <a:round/>
                <a:headEnd type="none" w="sm" len="sm"/>
                <a:tailEnd type="none" w="sm" len="sm"/>
              </a:ln>
            </p:spPr>
          </p:cxnSp>
          <p:cxnSp>
            <p:nvCxnSpPr>
              <p:cNvPr id="120" name="Google Shape;485;p37">
                <a:extLst>
                  <a:ext uri="{FF2B5EF4-FFF2-40B4-BE49-F238E27FC236}">
                    <a16:creationId xmlns:a16="http://schemas.microsoft.com/office/drawing/2014/main" id="{CA2125FA-F92B-598F-821A-459824737F17}"/>
                  </a:ext>
                </a:extLst>
              </p:cNvPr>
              <p:cNvCxnSpPr/>
              <p:nvPr/>
            </p:nvCxnSpPr>
            <p:spPr>
              <a:xfrm>
                <a:off x="1317" y="1192"/>
                <a:ext cx="31" cy="1"/>
              </a:xfrm>
              <a:prstGeom prst="straightConnector1">
                <a:avLst/>
              </a:prstGeom>
              <a:noFill/>
              <a:ln w="19050" cap="flat" cmpd="sng">
                <a:solidFill>
                  <a:schemeClr val="dk1"/>
                </a:solidFill>
                <a:prstDash val="solid"/>
                <a:round/>
                <a:headEnd type="none" w="sm" len="sm"/>
                <a:tailEnd type="none" w="sm" len="sm"/>
              </a:ln>
            </p:spPr>
          </p:cxnSp>
        </p:grpSp>
        <p:sp>
          <p:nvSpPr>
            <p:cNvPr id="76" name="Google Shape;486;p37">
              <a:extLst>
                <a:ext uri="{FF2B5EF4-FFF2-40B4-BE49-F238E27FC236}">
                  <a16:creationId xmlns:a16="http://schemas.microsoft.com/office/drawing/2014/main" id="{DEC536F1-5739-74A0-9559-24486470F52A}"/>
                </a:ext>
              </a:extLst>
            </p:cNvPr>
            <p:cNvSpPr txBox="1"/>
            <p:nvPr/>
          </p:nvSpPr>
          <p:spPr>
            <a:xfrm>
              <a:off x="1960563" y="6003925"/>
              <a:ext cx="3254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a:t>
              </a:r>
              <a:endParaRPr/>
            </a:p>
          </p:txBody>
        </p:sp>
        <p:sp>
          <p:nvSpPr>
            <p:cNvPr id="77" name="Google Shape;487;p37">
              <a:extLst>
                <a:ext uri="{FF2B5EF4-FFF2-40B4-BE49-F238E27FC236}">
                  <a16:creationId xmlns:a16="http://schemas.microsoft.com/office/drawing/2014/main" id="{3F114E6C-915D-B597-0C8A-3B658418696D}"/>
                </a:ext>
              </a:extLst>
            </p:cNvPr>
            <p:cNvSpPr txBox="1"/>
            <p:nvPr/>
          </p:nvSpPr>
          <p:spPr>
            <a:xfrm>
              <a:off x="312420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20</a:t>
              </a:r>
              <a:endParaRPr/>
            </a:p>
          </p:txBody>
        </p:sp>
        <p:sp>
          <p:nvSpPr>
            <p:cNvPr id="78" name="Google Shape;488;p37">
              <a:extLst>
                <a:ext uri="{FF2B5EF4-FFF2-40B4-BE49-F238E27FC236}">
                  <a16:creationId xmlns:a16="http://schemas.microsoft.com/office/drawing/2014/main" id="{9B14399F-8BD3-0798-D34B-54E14EFF487D}"/>
                </a:ext>
              </a:extLst>
            </p:cNvPr>
            <p:cNvSpPr txBox="1"/>
            <p:nvPr/>
          </p:nvSpPr>
          <p:spPr>
            <a:xfrm>
              <a:off x="4438650"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40</a:t>
              </a:r>
              <a:endParaRPr dirty="0"/>
            </a:p>
          </p:txBody>
        </p:sp>
        <p:sp>
          <p:nvSpPr>
            <p:cNvPr id="79" name="Google Shape;489;p37">
              <a:extLst>
                <a:ext uri="{FF2B5EF4-FFF2-40B4-BE49-F238E27FC236}">
                  <a16:creationId xmlns:a16="http://schemas.microsoft.com/office/drawing/2014/main" id="{60B112A6-D6D6-2D58-351D-0D5A44567E7F}"/>
                </a:ext>
              </a:extLst>
            </p:cNvPr>
            <p:cNvSpPr txBox="1"/>
            <p:nvPr/>
          </p:nvSpPr>
          <p:spPr>
            <a:xfrm>
              <a:off x="57435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60</a:t>
              </a:r>
              <a:endParaRPr/>
            </a:p>
          </p:txBody>
        </p:sp>
        <p:sp>
          <p:nvSpPr>
            <p:cNvPr id="80" name="Google Shape;490;p37">
              <a:extLst>
                <a:ext uri="{FF2B5EF4-FFF2-40B4-BE49-F238E27FC236}">
                  <a16:creationId xmlns:a16="http://schemas.microsoft.com/office/drawing/2014/main" id="{8AD5BCF5-CE8F-705D-33A7-B08CFB438CE6}"/>
                </a:ext>
              </a:extLst>
            </p:cNvPr>
            <p:cNvSpPr txBox="1"/>
            <p:nvPr/>
          </p:nvSpPr>
          <p:spPr>
            <a:xfrm>
              <a:off x="7038975" y="6003925"/>
              <a:ext cx="466725"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80</a:t>
              </a:r>
              <a:endParaRPr/>
            </a:p>
          </p:txBody>
        </p:sp>
        <p:grpSp>
          <p:nvGrpSpPr>
            <p:cNvPr id="81" name="Google Shape;491;p37">
              <a:extLst>
                <a:ext uri="{FF2B5EF4-FFF2-40B4-BE49-F238E27FC236}">
                  <a16:creationId xmlns:a16="http://schemas.microsoft.com/office/drawing/2014/main" id="{B1C7402F-B908-9AA4-0E1F-836633485C76}"/>
                </a:ext>
              </a:extLst>
            </p:cNvPr>
            <p:cNvGrpSpPr/>
            <p:nvPr/>
          </p:nvGrpSpPr>
          <p:grpSpPr>
            <a:xfrm>
              <a:off x="1379538" y="1695450"/>
              <a:ext cx="677862" cy="4476750"/>
              <a:chOff x="1104" y="1068"/>
              <a:chExt cx="427" cy="2820"/>
            </a:xfrm>
          </p:grpSpPr>
          <p:sp>
            <p:nvSpPr>
              <p:cNvPr id="98" name="Google Shape;492;p37">
                <a:extLst>
                  <a:ext uri="{FF2B5EF4-FFF2-40B4-BE49-F238E27FC236}">
                    <a16:creationId xmlns:a16="http://schemas.microsoft.com/office/drawing/2014/main" id="{B91F95E6-CED8-3F83-6973-BFC80AD9AB93}"/>
                  </a:ext>
                </a:extLst>
              </p:cNvPr>
              <p:cNvSpPr txBox="1"/>
              <p:nvPr/>
            </p:nvSpPr>
            <p:spPr>
              <a:xfrm>
                <a:off x="1104" y="363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0.00</a:t>
                </a:r>
                <a:endParaRPr/>
              </a:p>
            </p:txBody>
          </p:sp>
          <p:sp>
            <p:nvSpPr>
              <p:cNvPr id="99" name="Google Shape;493;p37">
                <a:extLst>
                  <a:ext uri="{FF2B5EF4-FFF2-40B4-BE49-F238E27FC236}">
                    <a16:creationId xmlns:a16="http://schemas.microsoft.com/office/drawing/2014/main" id="{8AF0B3E5-DEA7-3879-4CC2-F810CC213D1D}"/>
                  </a:ext>
                </a:extLst>
              </p:cNvPr>
              <p:cNvSpPr txBox="1"/>
              <p:nvPr/>
            </p:nvSpPr>
            <p:spPr>
              <a:xfrm>
                <a:off x="1104" y="300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0.25</a:t>
                </a:r>
                <a:endParaRPr/>
              </a:p>
            </p:txBody>
          </p:sp>
          <p:sp>
            <p:nvSpPr>
              <p:cNvPr id="100" name="Google Shape;494;p37">
                <a:extLst>
                  <a:ext uri="{FF2B5EF4-FFF2-40B4-BE49-F238E27FC236}">
                    <a16:creationId xmlns:a16="http://schemas.microsoft.com/office/drawing/2014/main" id="{88A80519-A414-3C80-97B9-7FA7DBAF457E}"/>
                  </a:ext>
                </a:extLst>
              </p:cNvPr>
              <p:cNvSpPr txBox="1"/>
              <p:nvPr/>
            </p:nvSpPr>
            <p:spPr>
              <a:xfrm>
                <a:off x="1104" y="2364"/>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0.50</a:t>
                </a:r>
                <a:endParaRPr/>
              </a:p>
            </p:txBody>
          </p:sp>
          <p:sp>
            <p:nvSpPr>
              <p:cNvPr id="101" name="Google Shape;495;p37">
                <a:extLst>
                  <a:ext uri="{FF2B5EF4-FFF2-40B4-BE49-F238E27FC236}">
                    <a16:creationId xmlns:a16="http://schemas.microsoft.com/office/drawing/2014/main" id="{14AFE17D-AC0B-8FD5-F513-CD95A6FBC084}"/>
                  </a:ext>
                </a:extLst>
              </p:cNvPr>
              <p:cNvSpPr txBox="1"/>
              <p:nvPr/>
            </p:nvSpPr>
            <p:spPr>
              <a:xfrm>
                <a:off x="1104" y="1716"/>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0.75</a:t>
                </a:r>
                <a:endParaRPr/>
              </a:p>
            </p:txBody>
          </p:sp>
          <p:sp>
            <p:nvSpPr>
              <p:cNvPr id="102" name="Google Shape;496;p37">
                <a:extLst>
                  <a:ext uri="{FF2B5EF4-FFF2-40B4-BE49-F238E27FC236}">
                    <a16:creationId xmlns:a16="http://schemas.microsoft.com/office/drawing/2014/main" id="{CD545A46-8B0D-2DFB-C65C-07ADDE89B3EF}"/>
                  </a:ext>
                </a:extLst>
              </p:cNvPr>
              <p:cNvSpPr txBox="1"/>
              <p:nvPr/>
            </p:nvSpPr>
            <p:spPr>
              <a:xfrm>
                <a:off x="1104" y="1068"/>
                <a:ext cx="427" cy="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1.00</a:t>
                </a:r>
                <a:endParaRPr/>
              </a:p>
            </p:txBody>
          </p:sp>
        </p:grpSp>
        <p:sp>
          <p:nvSpPr>
            <p:cNvPr id="82" name="Google Shape;497;p37">
              <a:extLst>
                <a:ext uri="{FF2B5EF4-FFF2-40B4-BE49-F238E27FC236}">
                  <a16:creationId xmlns:a16="http://schemas.microsoft.com/office/drawing/2014/main" id="{7883D5D7-B863-E02A-99F8-64F7F8FCD1A1}"/>
                </a:ext>
              </a:extLst>
            </p:cNvPr>
            <p:cNvSpPr txBox="1"/>
            <p:nvPr/>
          </p:nvSpPr>
          <p:spPr>
            <a:xfrm>
              <a:off x="3014663" y="6335713"/>
              <a:ext cx="3386137"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Hatchery production (1000s)</a:t>
              </a:r>
              <a:endParaRPr/>
            </a:p>
          </p:txBody>
        </p:sp>
        <p:sp>
          <p:nvSpPr>
            <p:cNvPr id="83" name="Google Shape;498;p37">
              <a:extLst>
                <a:ext uri="{FF2B5EF4-FFF2-40B4-BE49-F238E27FC236}">
                  <a16:creationId xmlns:a16="http://schemas.microsoft.com/office/drawing/2014/main" id="{DCD054B7-9A63-E5C6-AE39-129E6D5A4D91}"/>
                </a:ext>
              </a:extLst>
            </p:cNvPr>
            <p:cNvSpPr txBox="1"/>
            <p:nvPr/>
          </p:nvSpPr>
          <p:spPr>
            <a:xfrm rot="-5400000">
              <a:off x="633413" y="3741737"/>
              <a:ext cx="80645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Utility</a:t>
              </a:r>
              <a:endParaRPr/>
            </a:p>
          </p:txBody>
        </p:sp>
        <p:sp>
          <p:nvSpPr>
            <p:cNvPr id="84" name="Google Shape;499;p37">
              <a:extLst>
                <a:ext uri="{FF2B5EF4-FFF2-40B4-BE49-F238E27FC236}">
                  <a16:creationId xmlns:a16="http://schemas.microsoft.com/office/drawing/2014/main" id="{BE521EB8-580A-30A2-467A-9D55F6861FE1}"/>
                </a:ext>
              </a:extLst>
            </p:cNvPr>
            <p:cNvSpPr/>
            <p:nvPr/>
          </p:nvSpPr>
          <p:spPr>
            <a:xfrm>
              <a:off x="2667000" y="59055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85" name="Google Shape;500;p37">
              <a:extLst>
                <a:ext uri="{FF2B5EF4-FFF2-40B4-BE49-F238E27FC236}">
                  <a16:creationId xmlns:a16="http://schemas.microsoft.com/office/drawing/2014/main" id="{F9F1E3BF-8BFC-0F85-36BC-C6E28E01AB5B}"/>
                </a:ext>
              </a:extLst>
            </p:cNvPr>
            <p:cNvSpPr/>
            <p:nvPr/>
          </p:nvSpPr>
          <p:spPr>
            <a:xfrm>
              <a:off x="6553200" y="1828800"/>
              <a:ext cx="152400" cy="152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grpSp>
          <p:nvGrpSpPr>
            <p:cNvPr id="86" name="Google Shape;501;p37">
              <a:extLst>
                <a:ext uri="{FF2B5EF4-FFF2-40B4-BE49-F238E27FC236}">
                  <a16:creationId xmlns:a16="http://schemas.microsoft.com/office/drawing/2014/main" id="{3BC941DB-78CB-BE82-A6B7-F237FAFB1FC8}"/>
                </a:ext>
              </a:extLst>
            </p:cNvPr>
            <p:cNvGrpSpPr/>
            <p:nvPr/>
          </p:nvGrpSpPr>
          <p:grpSpPr>
            <a:xfrm>
              <a:off x="2740025" y="1905000"/>
              <a:ext cx="3892550" cy="4079875"/>
              <a:chOff x="1726" y="1200"/>
              <a:chExt cx="2452" cy="2570"/>
            </a:xfrm>
          </p:grpSpPr>
          <p:sp>
            <p:nvSpPr>
              <p:cNvPr id="95" name="Google Shape;502;p37">
                <a:extLst>
                  <a:ext uri="{FF2B5EF4-FFF2-40B4-BE49-F238E27FC236}">
                    <a16:creationId xmlns:a16="http://schemas.microsoft.com/office/drawing/2014/main" id="{74FE6EBC-B608-115A-EBBB-BE57D3637552}"/>
                  </a:ext>
                </a:extLst>
              </p:cNvPr>
              <p:cNvSpPr/>
              <p:nvPr/>
            </p:nvSpPr>
            <p:spPr>
              <a:xfrm>
                <a:off x="1726" y="1200"/>
                <a:ext cx="2452" cy="2570"/>
              </a:xfrm>
              <a:custGeom>
                <a:avLst/>
                <a:gdLst/>
                <a:ahLst/>
                <a:cxnLst/>
                <a:rect l="l" t="t" r="r" b="b"/>
                <a:pathLst>
                  <a:path w="120000" h="120000" extrusionOk="0">
                    <a:moveTo>
                      <a:pt x="0" y="120000"/>
                    </a:moveTo>
                    <a:lnTo>
                      <a:pt x="3075" y="116837"/>
                    </a:lnTo>
                    <a:lnTo>
                      <a:pt x="6115" y="114046"/>
                    </a:lnTo>
                    <a:lnTo>
                      <a:pt x="8898" y="110883"/>
                    </a:lnTo>
                    <a:lnTo>
                      <a:pt x="11937" y="108046"/>
                    </a:lnTo>
                    <a:lnTo>
                      <a:pt x="14977" y="104883"/>
                    </a:lnTo>
                    <a:lnTo>
                      <a:pt x="18016" y="102046"/>
                    </a:lnTo>
                    <a:lnTo>
                      <a:pt x="21092" y="98883"/>
                    </a:lnTo>
                    <a:lnTo>
                      <a:pt x="24131" y="96093"/>
                    </a:lnTo>
                    <a:lnTo>
                      <a:pt x="26914" y="92930"/>
                    </a:lnTo>
                    <a:lnTo>
                      <a:pt x="29954" y="90093"/>
                    </a:lnTo>
                    <a:lnTo>
                      <a:pt x="32993" y="86930"/>
                    </a:lnTo>
                    <a:lnTo>
                      <a:pt x="36032" y="84139"/>
                    </a:lnTo>
                    <a:lnTo>
                      <a:pt x="39108" y="80930"/>
                    </a:lnTo>
                    <a:lnTo>
                      <a:pt x="42148" y="78139"/>
                    </a:lnTo>
                    <a:lnTo>
                      <a:pt x="44894" y="74976"/>
                    </a:lnTo>
                    <a:lnTo>
                      <a:pt x="47970" y="72139"/>
                    </a:lnTo>
                    <a:lnTo>
                      <a:pt x="51010" y="68976"/>
                    </a:lnTo>
                    <a:lnTo>
                      <a:pt x="54049" y="66186"/>
                    </a:lnTo>
                    <a:lnTo>
                      <a:pt x="57088" y="63023"/>
                    </a:lnTo>
                    <a:lnTo>
                      <a:pt x="60164" y="60186"/>
                    </a:lnTo>
                    <a:lnTo>
                      <a:pt x="62911" y="57023"/>
                    </a:lnTo>
                    <a:lnTo>
                      <a:pt x="65987" y="53860"/>
                    </a:lnTo>
                    <a:lnTo>
                      <a:pt x="69026" y="51023"/>
                    </a:lnTo>
                    <a:lnTo>
                      <a:pt x="72065" y="47860"/>
                    </a:lnTo>
                    <a:lnTo>
                      <a:pt x="75105" y="45069"/>
                    </a:lnTo>
                    <a:lnTo>
                      <a:pt x="77888" y="41906"/>
                    </a:lnTo>
                    <a:lnTo>
                      <a:pt x="80927" y="39069"/>
                    </a:lnTo>
                    <a:lnTo>
                      <a:pt x="84003" y="35906"/>
                    </a:lnTo>
                    <a:lnTo>
                      <a:pt x="87043" y="33069"/>
                    </a:lnTo>
                    <a:lnTo>
                      <a:pt x="90082" y="29906"/>
                    </a:lnTo>
                    <a:lnTo>
                      <a:pt x="93121" y="27116"/>
                    </a:lnTo>
                    <a:lnTo>
                      <a:pt x="95904" y="23953"/>
                    </a:lnTo>
                    <a:lnTo>
                      <a:pt x="98944" y="21116"/>
                    </a:lnTo>
                    <a:lnTo>
                      <a:pt x="101983" y="17953"/>
                    </a:lnTo>
                    <a:lnTo>
                      <a:pt x="105059" y="15162"/>
                    </a:lnTo>
                    <a:lnTo>
                      <a:pt x="108098" y="11953"/>
                    </a:lnTo>
                    <a:lnTo>
                      <a:pt x="111138" y="9162"/>
                    </a:lnTo>
                    <a:lnTo>
                      <a:pt x="113921" y="6000"/>
                    </a:lnTo>
                    <a:lnTo>
                      <a:pt x="116960" y="3162"/>
                    </a:lnTo>
                    <a:lnTo>
                      <a:pt x="120000" y="0"/>
                    </a:ln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Palatino Linotype"/>
                  <a:ea typeface="Palatino Linotype"/>
                  <a:cs typeface="Palatino Linotype"/>
                  <a:sym typeface="Palatino Linotype"/>
                </a:endParaRPr>
              </a:p>
            </p:txBody>
          </p:sp>
          <p:sp>
            <p:nvSpPr>
              <p:cNvPr id="96" name="Google Shape;503;p37">
                <a:extLst>
                  <a:ext uri="{FF2B5EF4-FFF2-40B4-BE49-F238E27FC236}">
                    <a16:creationId xmlns:a16="http://schemas.microsoft.com/office/drawing/2014/main" id="{054CE945-8083-2A62-A9B5-16CD99CE16BA}"/>
                  </a:ext>
                </a:extLst>
              </p:cNvPr>
              <p:cNvSpPr/>
              <p:nvPr/>
            </p:nvSpPr>
            <p:spPr>
              <a:xfrm>
                <a:off x="2904" y="2440"/>
                <a:ext cx="96" cy="96"/>
              </a:xfrm>
              <a:prstGeom prst="ellipse">
                <a:avLst/>
              </a:prstGeom>
              <a:solidFill>
                <a:schemeClr val="accent3">
                  <a:lumMod val="20000"/>
                  <a:lumOff val="80000"/>
                </a:schemeClr>
              </a:solid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7" name="Google Shape;504;p37">
                <a:extLst>
                  <a:ext uri="{FF2B5EF4-FFF2-40B4-BE49-F238E27FC236}">
                    <a16:creationId xmlns:a16="http://schemas.microsoft.com/office/drawing/2014/main" id="{42FCA520-97EB-348B-F4C9-DC47309FD912}"/>
                  </a:ext>
                </a:extLst>
              </p:cNvPr>
              <p:cNvSpPr txBox="1"/>
              <p:nvPr/>
            </p:nvSpPr>
            <p:spPr>
              <a:xfrm rot="-2699867">
                <a:off x="3123" y="1609"/>
                <a:ext cx="742"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neutral</a:t>
                </a:r>
                <a:endParaRPr/>
              </a:p>
            </p:txBody>
          </p:sp>
        </p:grpSp>
        <p:grpSp>
          <p:nvGrpSpPr>
            <p:cNvPr id="87" name="Google Shape;505;p37">
              <a:extLst>
                <a:ext uri="{FF2B5EF4-FFF2-40B4-BE49-F238E27FC236}">
                  <a16:creationId xmlns:a16="http://schemas.microsoft.com/office/drawing/2014/main" id="{7C915117-0E9B-40D2-BB7E-89DE66D6D0DB}"/>
                </a:ext>
              </a:extLst>
            </p:cNvPr>
            <p:cNvGrpSpPr/>
            <p:nvPr/>
          </p:nvGrpSpPr>
          <p:grpSpPr>
            <a:xfrm>
              <a:off x="2752725" y="1505749"/>
              <a:ext cx="3892550" cy="4466426"/>
              <a:chOff x="1734" y="949"/>
              <a:chExt cx="2452" cy="2813"/>
            </a:xfrm>
          </p:grpSpPr>
          <p:sp>
            <p:nvSpPr>
              <p:cNvPr id="92" name="Google Shape;506;p37">
                <a:extLst>
                  <a:ext uri="{FF2B5EF4-FFF2-40B4-BE49-F238E27FC236}">
                    <a16:creationId xmlns:a16="http://schemas.microsoft.com/office/drawing/2014/main" id="{56D5D5F6-E670-DA87-D210-C9930FA80508}"/>
                  </a:ext>
                </a:extLst>
              </p:cNvPr>
              <p:cNvSpPr/>
              <p:nvPr/>
            </p:nvSpPr>
            <p:spPr>
              <a:xfrm>
                <a:off x="1734" y="1108"/>
                <a:ext cx="2452" cy="2654"/>
              </a:xfrm>
              <a:custGeom>
                <a:avLst/>
                <a:gdLst/>
                <a:ahLst/>
                <a:cxnLst/>
                <a:rect l="l" t="t" r="r" b="b"/>
                <a:pathLst>
                  <a:path w="120000" h="120000" extrusionOk="0">
                    <a:moveTo>
                      <a:pt x="0" y="120000"/>
                    </a:moveTo>
                    <a:cubicBezTo>
                      <a:pt x="9396" y="103225"/>
                      <a:pt x="36460" y="38703"/>
                      <a:pt x="56476" y="19351"/>
                    </a:cubicBezTo>
                    <a:cubicBezTo>
                      <a:pt x="76492" y="0"/>
                      <a:pt x="109429" y="6375"/>
                      <a:pt x="120000" y="3798"/>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3" name="Google Shape;507;p37">
                <a:extLst>
                  <a:ext uri="{FF2B5EF4-FFF2-40B4-BE49-F238E27FC236}">
                    <a16:creationId xmlns:a16="http://schemas.microsoft.com/office/drawing/2014/main" id="{0A179D0E-261A-1BB7-39E5-392CEDC4C0F5}"/>
                  </a:ext>
                </a:extLst>
              </p:cNvPr>
              <p:cNvSpPr/>
              <p:nvPr/>
            </p:nvSpPr>
            <p:spPr>
              <a:xfrm>
                <a:off x="2904" y="1424"/>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4" name="Google Shape;508;p37">
                <a:extLst>
                  <a:ext uri="{FF2B5EF4-FFF2-40B4-BE49-F238E27FC236}">
                    <a16:creationId xmlns:a16="http://schemas.microsoft.com/office/drawing/2014/main" id="{EA608B19-A651-1AC5-9756-EB842812C14A}"/>
                  </a:ext>
                </a:extLst>
              </p:cNvPr>
              <p:cNvSpPr txBox="1"/>
              <p:nvPr/>
            </p:nvSpPr>
            <p:spPr>
              <a:xfrm rot="-858090">
                <a:off x="3024" y="1036"/>
                <a:ext cx="735"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averse</a:t>
                </a:r>
                <a:endParaRPr/>
              </a:p>
            </p:txBody>
          </p:sp>
        </p:grpSp>
        <p:grpSp>
          <p:nvGrpSpPr>
            <p:cNvPr id="88" name="Google Shape;509;p37">
              <a:extLst>
                <a:ext uri="{FF2B5EF4-FFF2-40B4-BE49-F238E27FC236}">
                  <a16:creationId xmlns:a16="http://schemas.microsoft.com/office/drawing/2014/main" id="{490FEFEA-CD68-75C0-827F-8DF7606B497D}"/>
                </a:ext>
              </a:extLst>
            </p:cNvPr>
            <p:cNvGrpSpPr/>
            <p:nvPr/>
          </p:nvGrpSpPr>
          <p:grpSpPr>
            <a:xfrm>
              <a:off x="2755900" y="1892300"/>
              <a:ext cx="3892550" cy="4141788"/>
              <a:chOff x="1736" y="1192"/>
              <a:chExt cx="2452" cy="2609"/>
            </a:xfrm>
          </p:grpSpPr>
          <p:sp>
            <p:nvSpPr>
              <p:cNvPr id="89" name="Google Shape;510;p37">
                <a:extLst>
                  <a:ext uri="{FF2B5EF4-FFF2-40B4-BE49-F238E27FC236}">
                    <a16:creationId xmlns:a16="http://schemas.microsoft.com/office/drawing/2014/main" id="{FABDA235-7F80-3374-606A-132F2BC0D2D5}"/>
                  </a:ext>
                </a:extLst>
              </p:cNvPr>
              <p:cNvSpPr/>
              <p:nvPr/>
            </p:nvSpPr>
            <p:spPr>
              <a:xfrm>
                <a:off x="1736" y="1192"/>
                <a:ext cx="2452" cy="2609"/>
              </a:xfrm>
              <a:custGeom>
                <a:avLst/>
                <a:gdLst/>
                <a:ahLst/>
                <a:cxnLst/>
                <a:rect l="l" t="t" r="r" b="b"/>
                <a:pathLst>
                  <a:path w="120000" h="120000" extrusionOk="0">
                    <a:moveTo>
                      <a:pt x="0" y="118206"/>
                    </a:moveTo>
                    <a:cubicBezTo>
                      <a:pt x="9738" y="115216"/>
                      <a:pt x="38417" y="120000"/>
                      <a:pt x="58433" y="100314"/>
                    </a:cubicBezTo>
                    <a:cubicBezTo>
                      <a:pt x="78450" y="80628"/>
                      <a:pt x="109722" y="16696"/>
                      <a:pt x="120000" y="0"/>
                    </a:cubicBezTo>
                  </a:path>
                </a:pathLst>
              </a:custGeom>
              <a:noFill/>
              <a:ln w="222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0" name="Google Shape;511;p37">
                <a:extLst>
                  <a:ext uri="{FF2B5EF4-FFF2-40B4-BE49-F238E27FC236}">
                    <a16:creationId xmlns:a16="http://schemas.microsoft.com/office/drawing/2014/main" id="{D06AB13F-05E7-3889-06F0-52F276382E07}"/>
                  </a:ext>
                </a:extLst>
              </p:cNvPr>
              <p:cNvSpPr/>
              <p:nvPr/>
            </p:nvSpPr>
            <p:spPr>
              <a:xfrm>
                <a:off x="2904" y="3296"/>
                <a:ext cx="96" cy="96"/>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alatino Linotype"/>
                  <a:ea typeface="Palatino Linotype"/>
                  <a:cs typeface="Palatino Linotype"/>
                  <a:sym typeface="Palatino Linotype"/>
                </a:endParaRPr>
              </a:p>
            </p:txBody>
          </p:sp>
          <p:sp>
            <p:nvSpPr>
              <p:cNvPr id="91" name="Google Shape;512;p37">
                <a:extLst>
                  <a:ext uri="{FF2B5EF4-FFF2-40B4-BE49-F238E27FC236}">
                    <a16:creationId xmlns:a16="http://schemas.microsoft.com/office/drawing/2014/main" id="{6BFA1C10-1777-2FCB-67BB-28380093D4C8}"/>
                  </a:ext>
                </a:extLst>
              </p:cNvPr>
              <p:cNvSpPr txBox="1"/>
              <p:nvPr/>
            </p:nvSpPr>
            <p:spPr>
              <a:xfrm rot="-3701073">
                <a:off x="3072" y="2812"/>
                <a:ext cx="791" cy="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risk seeking</a:t>
                </a:r>
                <a:endParaRPr/>
              </a:p>
            </p:txBody>
          </p:sp>
        </p:grpSp>
      </p:grpSp>
      <p:cxnSp>
        <p:nvCxnSpPr>
          <p:cNvPr id="122" name="Straight Connector 121">
            <a:extLst>
              <a:ext uri="{FF2B5EF4-FFF2-40B4-BE49-F238E27FC236}">
                <a16:creationId xmlns:a16="http://schemas.microsoft.com/office/drawing/2014/main" id="{F64DF0BD-2A86-BFF0-B227-AA0C9A39D75D}"/>
              </a:ext>
            </a:extLst>
          </p:cNvPr>
          <p:cNvCxnSpPr>
            <a:cxnSpLocks/>
          </p:cNvCxnSpPr>
          <p:nvPr/>
        </p:nvCxnSpPr>
        <p:spPr>
          <a:xfrm flipH="1">
            <a:off x="4624616" y="3799937"/>
            <a:ext cx="2519363" cy="0"/>
          </a:xfrm>
          <a:prstGeom prst="line">
            <a:avLst/>
          </a:prstGeom>
          <a:ln w="762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5C11F92D-802D-7702-BCFD-D1CFADA5BB4E}"/>
              </a:ext>
            </a:extLst>
          </p:cNvPr>
          <p:cNvCxnSpPr>
            <a:cxnSpLocks/>
          </p:cNvCxnSpPr>
          <p:nvPr/>
        </p:nvCxnSpPr>
        <p:spPr>
          <a:xfrm flipH="1">
            <a:off x="7217006" y="3893400"/>
            <a:ext cx="14287" cy="1978025"/>
          </a:xfrm>
          <a:prstGeom prst="line">
            <a:avLst/>
          </a:prstGeom>
          <a:ln w="76200">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19210A01-85EA-018B-58E2-12D0189E8ABF}"/>
              </a:ext>
            </a:extLst>
          </p:cNvPr>
          <p:cNvSpPr txBox="1"/>
          <p:nvPr/>
        </p:nvSpPr>
        <p:spPr>
          <a:xfrm>
            <a:off x="1170504" y="2944542"/>
            <a:ext cx="2141250" cy="1938992"/>
          </a:xfrm>
          <a:prstGeom prst="rect">
            <a:avLst/>
          </a:prstGeom>
          <a:noFill/>
        </p:spPr>
        <p:txBody>
          <a:bodyPr wrap="square" rtlCol="0">
            <a:spAutoFit/>
          </a:bodyPr>
          <a:lstStyle/>
          <a:p>
            <a:pPr algn="ctr"/>
            <a:r>
              <a:rPr lang="en-US" sz="4000" dirty="0">
                <a:solidFill>
                  <a:schemeClr val="accent3">
                    <a:lumMod val="50000"/>
                  </a:schemeClr>
                </a:solidFill>
              </a:rPr>
              <a:t>RISK NEUTRAL = EV</a:t>
            </a:r>
          </a:p>
        </p:txBody>
      </p:sp>
    </p:spTree>
    <p:extLst>
      <p:ext uri="{BB962C8B-B14F-4D97-AF65-F5344CB8AC3E}">
        <p14:creationId xmlns:p14="http://schemas.microsoft.com/office/powerpoint/2010/main" val="1015079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DA75-3F6B-C8D1-7D25-47902DD7E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048C3-CE7B-27B9-7F65-FFD3EFEF584C}"/>
              </a:ext>
            </a:extLst>
          </p:cNvPr>
          <p:cNvSpPr>
            <a:spLocks noGrp="1"/>
          </p:cNvSpPr>
          <p:nvPr>
            <p:ph type="title"/>
          </p:nvPr>
        </p:nvSpPr>
        <p:spPr/>
        <p:txBody>
          <a:bodyPr/>
          <a:lstStyle/>
          <a:p>
            <a:r>
              <a:rPr lang="en-US" dirty="0"/>
              <a:t>Approaches to risk:</a:t>
            </a:r>
          </a:p>
        </p:txBody>
      </p:sp>
      <p:sp>
        <p:nvSpPr>
          <p:cNvPr id="3" name="Content Placeholder 2">
            <a:extLst>
              <a:ext uri="{FF2B5EF4-FFF2-40B4-BE49-F238E27FC236}">
                <a16:creationId xmlns:a16="http://schemas.microsoft.com/office/drawing/2014/main" id="{069E15B0-3C97-A4B1-D995-F9CFA4EC60B2}"/>
              </a:ext>
            </a:extLst>
          </p:cNvPr>
          <p:cNvSpPr>
            <a:spLocks noGrp="1"/>
          </p:cNvSpPr>
          <p:nvPr>
            <p:ph idx="1"/>
          </p:nvPr>
        </p:nvSpPr>
        <p:spPr>
          <a:xfrm>
            <a:off x="838200" y="1597446"/>
            <a:ext cx="10515600" cy="4549966"/>
          </a:xfrm>
        </p:spPr>
        <p:txBody>
          <a:bodyPr>
            <a:normAutofit/>
          </a:bodyPr>
          <a:lstStyle/>
          <a:p>
            <a:r>
              <a:rPr lang="en-US" dirty="0"/>
              <a:t>Expected value (EV)</a:t>
            </a:r>
          </a:p>
          <a:p>
            <a:pPr lvl="1"/>
            <a:r>
              <a:rPr lang="en-US" dirty="0"/>
              <a:t>Method = outcomes x probabilities</a:t>
            </a:r>
          </a:p>
          <a:p>
            <a:pPr lvl="1"/>
            <a:r>
              <a:rPr lang="en-US" dirty="0"/>
              <a:t>Solution = maximize EV </a:t>
            </a:r>
          </a:p>
          <a:p>
            <a:r>
              <a:rPr lang="en-US" dirty="0"/>
              <a:t>Expected utility (EU)</a:t>
            </a:r>
          </a:p>
          <a:p>
            <a:pPr lvl="1"/>
            <a:r>
              <a:rPr lang="en-US" dirty="0"/>
              <a:t>Method = Translate outcome onto a scale that incorporates risk attitude</a:t>
            </a:r>
          </a:p>
          <a:p>
            <a:pPr lvl="1"/>
            <a:r>
              <a:rPr lang="en-US" dirty="0"/>
              <a:t>Solution = Maximize EU</a:t>
            </a:r>
          </a:p>
          <a:p>
            <a:r>
              <a:rPr lang="en-US" dirty="0"/>
              <a:t>Other approaches</a:t>
            </a:r>
          </a:p>
          <a:p>
            <a:pPr lvl="1"/>
            <a:r>
              <a:rPr lang="en-US" b="1" dirty="0"/>
              <a:t>Mini-max: </a:t>
            </a:r>
            <a:r>
              <a:rPr lang="en-US" dirty="0"/>
              <a:t>Minimize risk of large losses</a:t>
            </a:r>
          </a:p>
          <a:p>
            <a:pPr lvl="1"/>
            <a:r>
              <a:rPr lang="en-US" dirty="0"/>
              <a:t>Robustness: Focus on attaining a minimum performance requirement over greatest range of uncertainty</a:t>
            </a:r>
          </a:p>
          <a:p>
            <a:endParaRPr lang="en-US" dirty="0"/>
          </a:p>
        </p:txBody>
      </p:sp>
      <p:sp>
        <p:nvSpPr>
          <p:cNvPr id="4" name="TextBox 3">
            <a:extLst>
              <a:ext uri="{FF2B5EF4-FFF2-40B4-BE49-F238E27FC236}">
                <a16:creationId xmlns:a16="http://schemas.microsoft.com/office/drawing/2014/main" id="{600D4026-2D4F-B2D0-0F30-87C151144FC3}"/>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pic>
        <p:nvPicPr>
          <p:cNvPr id="6" name="Graphic 5" descr="Checkbox Checked with solid fill">
            <a:extLst>
              <a:ext uri="{FF2B5EF4-FFF2-40B4-BE49-F238E27FC236}">
                <a16:creationId xmlns:a16="http://schemas.microsoft.com/office/drawing/2014/main" id="{3D856CD6-7DAA-2AE1-87AC-44A62247D6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31186" y="1355075"/>
            <a:ext cx="914400" cy="914400"/>
          </a:xfrm>
          <a:prstGeom prst="rect">
            <a:avLst/>
          </a:prstGeom>
        </p:spPr>
      </p:pic>
      <p:pic>
        <p:nvPicPr>
          <p:cNvPr id="7" name="Graphic 6" descr="Checkbox Checked with solid fill">
            <a:extLst>
              <a:ext uri="{FF2B5EF4-FFF2-40B4-BE49-F238E27FC236}">
                <a16:creationId xmlns:a16="http://schemas.microsoft.com/office/drawing/2014/main" id="{3F426902-AFED-8CF4-DF21-00DCCEFC6D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09013" y="3872429"/>
            <a:ext cx="914400" cy="914400"/>
          </a:xfrm>
          <a:prstGeom prst="rect">
            <a:avLst/>
          </a:prstGeom>
        </p:spPr>
      </p:pic>
    </p:spTree>
    <p:extLst>
      <p:ext uri="{BB962C8B-B14F-4D97-AF65-F5344CB8AC3E}">
        <p14:creationId xmlns:p14="http://schemas.microsoft.com/office/powerpoint/2010/main" val="111856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880A-0707-02CC-F4C1-E45554C0B9AB}"/>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06D3D6A5-8EB2-B645-EB84-621D8AA07E32}"/>
              </a:ext>
            </a:extLst>
          </p:cNvPr>
          <p:cNvSpPr txBox="1"/>
          <p:nvPr/>
        </p:nvSpPr>
        <p:spPr>
          <a:xfrm>
            <a:off x="6919118" y="3877612"/>
            <a:ext cx="4128324" cy="2862322"/>
          </a:xfrm>
          <a:prstGeom prst="rect">
            <a:avLst/>
          </a:prstGeom>
          <a:solidFill>
            <a:schemeClr val="accent3"/>
          </a:solidFill>
        </p:spPr>
        <p:txBody>
          <a:bodyPr wrap="square" rtlCol="0">
            <a:spAutoFit/>
          </a:bodyPr>
          <a:lstStyle/>
          <a:p>
            <a:pPr algn="ctr"/>
            <a:r>
              <a:rPr lang="en-US" dirty="0"/>
              <a:t>Decision: route from St. Louis to Columbia</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p:txBody>
      </p:sp>
      <p:sp>
        <p:nvSpPr>
          <p:cNvPr id="9" name="TextBox 8">
            <a:extLst>
              <a:ext uri="{FF2B5EF4-FFF2-40B4-BE49-F238E27FC236}">
                <a16:creationId xmlns:a16="http://schemas.microsoft.com/office/drawing/2014/main" id="{ED02A726-4A5D-7179-88DE-F89A59730392}"/>
              </a:ext>
            </a:extLst>
          </p:cNvPr>
          <p:cNvSpPr txBox="1"/>
          <p:nvPr/>
        </p:nvSpPr>
        <p:spPr>
          <a:xfrm>
            <a:off x="1215307" y="3797667"/>
            <a:ext cx="4128324" cy="2862322"/>
          </a:xfrm>
          <a:prstGeom prst="rect">
            <a:avLst/>
          </a:prstGeom>
          <a:solidFill>
            <a:schemeClr val="accent3"/>
          </a:solidFill>
        </p:spPr>
        <p:txBody>
          <a:bodyPr wrap="square" rtlCol="0">
            <a:spAutoFit/>
          </a:bodyPr>
          <a:lstStyle/>
          <a:p>
            <a:r>
              <a:rPr lang="en-US" dirty="0"/>
              <a:t>Decision: route from St. Louis to Columbia</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Title 1">
            <a:extLst>
              <a:ext uri="{FF2B5EF4-FFF2-40B4-BE49-F238E27FC236}">
                <a16:creationId xmlns:a16="http://schemas.microsoft.com/office/drawing/2014/main" id="{556147E5-894B-A945-2273-3B2A42A3C6C1}"/>
              </a:ext>
            </a:extLst>
          </p:cNvPr>
          <p:cNvSpPr>
            <a:spLocks noGrp="1"/>
          </p:cNvSpPr>
          <p:nvPr>
            <p:ph type="title"/>
          </p:nvPr>
        </p:nvSpPr>
        <p:spPr/>
        <p:txBody>
          <a:bodyPr/>
          <a:lstStyle/>
          <a:p>
            <a:r>
              <a:rPr lang="en-US" dirty="0"/>
              <a:t>Mini-max</a:t>
            </a:r>
          </a:p>
        </p:txBody>
      </p:sp>
      <p:sp>
        <p:nvSpPr>
          <p:cNvPr id="3" name="Content Placeholder 2">
            <a:extLst>
              <a:ext uri="{FF2B5EF4-FFF2-40B4-BE49-F238E27FC236}">
                <a16:creationId xmlns:a16="http://schemas.microsoft.com/office/drawing/2014/main" id="{8D1DB004-F9DD-A536-3276-AAED8324B39D}"/>
              </a:ext>
            </a:extLst>
          </p:cNvPr>
          <p:cNvSpPr>
            <a:spLocks noGrp="1"/>
          </p:cNvSpPr>
          <p:nvPr>
            <p:ph idx="1"/>
          </p:nvPr>
        </p:nvSpPr>
        <p:spPr>
          <a:xfrm>
            <a:off x="937352" y="1440035"/>
            <a:ext cx="10515600" cy="598085"/>
          </a:xfrm>
        </p:spPr>
        <p:txBody>
          <a:bodyPr/>
          <a:lstStyle/>
          <a:p>
            <a:r>
              <a:rPr lang="en-US" dirty="0">
                <a:ea typeface="Century Gothic"/>
                <a:cs typeface="Century Gothic"/>
                <a:sym typeface="Century Gothic"/>
              </a:rPr>
              <a:t>Minimize risk of large losses</a:t>
            </a:r>
            <a:endParaRPr lang="en-US" dirty="0"/>
          </a:p>
        </p:txBody>
      </p:sp>
      <p:pic>
        <p:nvPicPr>
          <p:cNvPr id="4" name="Picture 3">
            <a:extLst>
              <a:ext uri="{FF2B5EF4-FFF2-40B4-BE49-F238E27FC236}">
                <a16:creationId xmlns:a16="http://schemas.microsoft.com/office/drawing/2014/main" id="{96FF97ED-72F6-8344-ECC1-5D8DFD4649C3}"/>
              </a:ext>
            </a:extLst>
          </p:cNvPr>
          <p:cNvPicPr>
            <a:picLocks noChangeAspect="1"/>
          </p:cNvPicPr>
          <p:nvPr/>
        </p:nvPicPr>
        <p:blipFill>
          <a:blip r:embed="rId3"/>
          <a:stretch>
            <a:fillRect/>
          </a:stretch>
        </p:blipFill>
        <p:spPr>
          <a:xfrm>
            <a:off x="1467146" y="4166999"/>
            <a:ext cx="3506755" cy="2343150"/>
          </a:xfrm>
          <a:prstGeom prst="rect">
            <a:avLst/>
          </a:prstGeom>
        </p:spPr>
      </p:pic>
      <p:sp>
        <p:nvSpPr>
          <p:cNvPr id="5" name="TextBox 4">
            <a:extLst>
              <a:ext uri="{FF2B5EF4-FFF2-40B4-BE49-F238E27FC236}">
                <a16:creationId xmlns:a16="http://schemas.microsoft.com/office/drawing/2014/main" id="{4D625D71-34C8-9CAC-5211-DC3D6EE87A91}"/>
              </a:ext>
            </a:extLst>
          </p:cNvPr>
          <p:cNvSpPr txBox="1"/>
          <p:nvPr/>
        </p:nvSpPr>
        <p:spPr>
          <a:xfrm>
            <a:off x="1066354" y="2171864"/>
            <a:ext cx="412832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Expected value</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alternative that is best on average</a:t>
            </a:r>
          </a:p>
        </p:txBody>
      </p:sp>
      <p:sp>
        <p:nvSpPr>
          <p:cNvPr id="6" name="TextBox 5">
            <a:extLst>
              <a:ext uri="{FF2B5EF4-FFF2-40B4-BE49-F238E27FC236}">
                <a16:creationId xmlns:a16="http://schemas.microsoft.com/office/drawing/2014/main" id="{3391B986-65CC-8C9D-DCD7-D020DF9708A5}"/>
              </a:ext>
            </a:extLst>
          </p:cNvPr>
          <p:cNvSpPr txBox="1"/>
          <p:nvPr/>
        </p:nvSpPr>
        <p:spPr>
          <a:xfrm>
            <a:off x="2288701" y="3002861"/>
            <a:ext cx="2167626"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Risk-neutral decision maker</a:t>
            </a:r>
          </a:p>
        </p:txBody>
      </p:sp>
      <p:sp>
        <p:nvSpPr>
          <p:cNvPr id="7" name="TextBox 6">
            <a:extLst>
              <a:ext uri="{FF2B5EF4-FFF2-40B4-BE49-F238E27FC236}">
                <a16:creationId xmlns:a16="http://schemas.microsoft.com/office/drawing/2014/main" id="{2F78C2DA-37EE-3346-F8C1-1B3669300B36}"/>
              </a:ext>
            </a:extLst>
          </p:cNvPr>
          <p:cNvSpPr txBox="1"/>
          <p:nvPr/>
        </p:nvSpPr>
        <p:spPr>
          <a:xfrm>
            <a:off x="1467146" y="4156160"/>
            <a:ext cx="3506755" cy="384721"/>
          </a:xfrm>
          <a:prstGeom prst="rect">
            <a:avLst/>
          </a:prstGeom>
          <a:solidFill>
            <a:schemeClr val="bg1">
              <a:alpha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prstClr val="black"/>
                </a:solidFill>
                <a:effectLst/>
                <a:uLnTx/>
                <a:uFillTx/>
                <a:latin typeface="Amasis MT Pro" panose="02040504050005020304" pitchFamily="18" charset="0"/>
                <a:ea typeface="+mn-ea"/>
                <a:cs typeface="Arial" panose="020B0604020202020204" pitchFamily="34" charset="0"/>
              </a:rPr>
              <a:t>Expected value choice: take 70</a:t>
            </a:r>
          </a:p>
        </p:txBody>
      </p:sp>
      <p:pic>
        <p:nvPicPr>
          <p:cNvPr id="8" name="Graphic 7" descr="Expressionless face outline with solid fill">
            <a:extLst>
              <a:ext uri="{FF2B5EF4-FFF2-40B4-BE49-F238E27FC236}">
                <a16:creationId xmlns:a16="http://schemas.microsoft.com/office/drawing/2014/main" id="{FD145050-F01C-0174-C40C-1B9D41C66C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67146" y="2894106"/>
            <a:ext cx="914400" cy="914400"/>
          </a:xfrm>
          <a:prstGeom prst="rect">
            <a:avLst/>
          </a:prstGeom>
        </p:spPr>
      </p:pic>
      <p:sp>
        <p:nvSpPr>
          <p:cNvPr id="10" name="TextBox 9">
            <a:extLst>
              <a:ext uri="{FF2B5EF4-FFF2-40B4-BE49-F238E27FC236}">
                <a16:creationId xmlns:a16="http://schemas.microsoft.com/office/drawing/2014/main" id="{4D481C7A-4357-BE7A-FFCC-885EF18FD5CE}"/>
              </a:ext>
            </a:extLst>
          </p:cNvPr>
          <p:cNvSpPr txBox="1"/>
          <p:nvPr/>
        </p:nvSpPr>
        <p:spPr>
          <a:xfrm>
            <a:off x="6165186" y="2173796"/>
            <a:ext cx="500916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Mini-max</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alternative that minimizes worst possible outcome  </a:t>
            </a:r>
          </a:p>
        </p:txBody>
      </p:sp>
      <p:sp>
        <p:nvSpPr>
          <p:cNvPr id="11" name="TextBox 10">
            <a:extLst>
              <a:ext uri="{FF2B5EF4-FFF2-40B4-BE49-F238E27FC236}">
                <a16:creationId xmlns:a16="http://schemas.microsoft.com/office/drawing/2014/main" id="{20879350-CB9D-6479-80B9-60E0BDFBD637}"/>
              </a:ext>
            </a:extLst>
          </p:cNvPr>
          <p:cNvSpPr txBox="1"/>
          <p:nvPr/>
        </p:nvSpPr>
        <p:spPr>
          <a:xfrm>
            <a:off x="7734285" y="3088014"/>
            <a:ext cx="2167626"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Risk-averse decision maker</a:t>
            </a:r>
          </a:p>
        </p:txBody>
      </p:sp>
      <p:pic>
        <p:nvPicPr>
          <p:cNvPr id="12" name="Graphic 11" descr="Worried face outline outline">
            <a:extLst>
              <a:ext uri="{FF2B5EF4-FFF2-40B4-BE49-F238E27FC236}">
                <a16:creationId xmlns:a16="http://schemas.microsoft.com/office/drawing/2014/main" id="{3FD4817F-B387-E68C-F179-A6075895B7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0165" y="2963212"/>
            <a:ext cx="914400" cy="914400"/>
          </a:xfrm>
          <a:prstGeom prst="rect">
            <a:avLst/>
          </a:prstGeom>
        </p:spPr>
      </p:pic>
      <p:pic>
        <p:nvPicPr>
          <p:cNvPr id="13" name="Picture 12">
            <a:extLst>
              <a:ext uri="{FF2B5EF4-FFF2-40B4-BE49-F238E27FC236}">
                <a16:creationId xmlns:a16="http://schemas.microsoft.com/office/drawing/2014/main" id="{28EC6811-C048-FD78-5965-DF1C8E576900}"/>
              </a:ext>
            </a:extLst>
          </p:cNvPr>
          <p:cNvPicPr>
            <a:picLocks noChangeAspect="1"/>
          </p:cNvPicPr>
          <p:nvPr/>
        </p:nvPicPr>
        <p:blipFill>
          <a:blip r:embed="rId8"/>
          <a:srcRect b="8482"/>
          <a:stretch/>
        </p:blipFill>
        <p:spPr>
          <a:xfrm>
            <a:off x="7891799" y="4540881"/>
            <a:ext cx="2354621" cy="2154894"/>
          </a:xfrm>
          <a:prstGeom prst="rect">
            <a:avLst/>
          </a:prstGeom>
        </p:spPr>
      </p:pic>
      <p:sp>
        <p:nvSpPr>
          <p:cNvPr id="14" name="TextBox 13">
            <a:extLst>
              <a:ext uri="{FF2B5EF4-FFF2-40B4-BE49-F238E27FC236}">
                <a16:creationId xmlns:a16="http://schemas.microsoft.com/office/drawing/2014/main" id="{4ADB7EC9-4501-8BE2-24F0-0CE469A7BBBE}"/>
              </a:ext>
            </a:extLst>
          </p:cNvPr>
          <p:cNvSpPr txBox="1"/>
          <p:nvPr/>
        </p:nvSpPr>
        <p:spPr>
          <a:xfrm>
            <a:off x="7413367" y="4235899"/>
            <a:ext cx="3311487" cy="400110"/>
          </a:xfrm>
          <a:prstGeom prst="rect">
            <a:avLst/>
          </a:prstGeom>
          <a:solidFill>
            <a:schemeClr val="bg1">
              <a:alpha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masis MT Pro" panose="02040504050005020304" pitchFamily="18" charset="0"/>
                <a:ea typeface="+mn-ea"/>
                <a:cs typeface="Arial" panose="020B0604020202020204" pitchFamily="34" charset="0"/>
              </a:rPr>
              <a:t>Mini-max choice: avoid 70</a:t>
            </a:r>
          </a:p>
        </p:txBody>
      </p:sp>
      <p:sp>
        <p:nvSpPr>
          <p:cNvPr id="16" name="TextBox 15">
            <a:extLst>
              <a:ext uri="{FF2B5EF4-FFF2-40B4-BE49-F238E27FC236}">
                <a16:creationId xmlns:a16="http://schemas.microsoft.com/office/drawing/2014/main" id="{A07A6CF2-9D5F-4D72-BED3-C424E3051077}"/>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spTree>
    <p:extLst>
      <p:ext uri="{BB962C8B-B14F-4D97-AF65-F5344CB8AC3E}">
        <p14:creationId xmlns:p14="http://schemas.microsoft.com/office/powerpoint/2010/main" val="759421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9" grpId="0" animBg="1"/>
      <p:bldP spid="5" grpId="0"/>
      <p:bldP spid="6" grpId="0"/>
      <p:bldP spid="7" grpId="0" animBg="1"/>
      <p:bldP spid="10" grpId="0"/>
      <p:bldP spid="11" grpId="0"/>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59086-7C2F-048D-9233-0283816DB116}"/>
              </a:ext>
            </a:extLst>
          </p:cNvPr>
          <p:cNvSpPr>
            <a:spLocks noGrp="1"/>
          </p:cNvSpPr>
          <p:nvPr>
            <p:ph type="title"/>
          </p:nvPr>
        </p:nvSpPr>
        <p:spPr/>
        <p:txBody>
          <a:bodyPr/>
          <a:lstStyle/>
          <a:p>
            <a:r>
              <a:rPr lang="en-US" dirty="0"/>
              <a:t>Mini-max</a:t>
            </a:r>
          </a:p>
        </p:txBody>
      </p:sp>
      <p:sp>
        <p:nvSpPr>
          <p:cNvPr id="3" name="Content Placeholder 2">
            <a:extLst>
              <a:ext uri="{FF2B5EF4-FFF2-40B4-BE49-F238E27FC236}">
                <a16:creationId xmlns:a16="http://schemas.microsoft.com/office/drawing/2014/main" id="{78DC1924-E32A-381F-7743-DE2C6EA3B1FA}"/>
              </a:ext>
            </a:extLst>
          </p:cNvPr>
          <p:cNvSpPr>
            <a:spLocks noGrp="1"/>
          </p:cNvSpPr>
          <p:nvPr>
            <p:ph idx="1"/>
          </p:nvPr>
        </p:nvSpPr>
        <p:spPr>
          <a:xfrm>
            <a:off x="937352" y="1440035"/>
            <a:ext cx="10515600" cy="598085"/>
          </a:xfrm>
        </p:spPr>
        <p:txBody>
          <a:bodyPr/>
          <a:lstStyle/>
          <a:p>
            <a:r>
              <a:rPr lang="en-US" dirty="0">
                <a:ea typeface="Century Gothic"/>
                <a:cs typeface="Century Gothic"/>
                <a:sym typeface="Century Gothic"/>
              </a:rPr>
              <a:t>Minimize risk of large losses</a:t>
            </a:r>
            <a:endParaRPr lang="en-US" dirty="0"/>
          </a:p>
        </p:txBody>
      </p:sp>
      <p:sp>
        <p:nvSpPr>
          <p:cNvPr id="15" name="Content Placeholder 2">
            <a:extLst>
              <a:ext uri="{FF2B5EF4-FFF2-40B4-BE49-F238E27FC236}">
                <a16:creationId xmlns:a16="http://schemas.microsoft.com/office/drawing/2014/main" id="{C18E8B77-A671-1F4F-403C-AEF027D1B316}"/>
              </a:ext>
            </a:extLst>
          </p:cNvPr>
          <p:cNvSpPr txBox="1">
            <a:spLocks/>
          </p:cNvSpPr>
          <p:nvPr/>
        </p:nvSpPr>
        <p:spPr>
          <a:xfrm>
            <a:off x="937352" y="2038120"/>
            <a:ext cx="10795612" cy="49835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ea typeface="Century Gothic"/>
                <a:cs typeface="Century Gothic"/>
                <a:sym typeface="Century Gothic"/>
              </a:rPr>
              <a:t>Example: should you adopt new technology to increase production of fry at a hatchery?</a:t>
            </a:r>
            <a:endParaRPr lang="en-US" sz="2400" dirty="0"/>
          </a:p>
        </p:txBody>
      </p:sp>
      <p:sp>
        <p:nvSpPr>
          <p:cNvPr id="16" name="TextBox 15">
            <a:extLst>
              <a:ext uri="{FF2B5EF4-FFF2-40B4-BE49-F238E27FC236}">
                <a16:creationId xmlns:a16="http://schemas.microsoft.com/office/drawing/2014/main" id="{FE4F29B2-02AD-64BA-613D-83440DCF8BA0}"/>
              </a:ext>
            </a:extLst>
          </p:cNvPr>
          <p:cNvSpPr txBox="1"/>
          <p:nvPr/>
        </p:nvSpPr>
        <p:spPr>
          <a:xfrm>
            <a:off x="1060012" y="2657541"/>
            <a:ext cx="2048142" cy="1631216"/>
          </a:xfrm>
          <a:prstGeom prst="rect">
            <a:avLst/>
          </a:prstGeom>
          <a:solidFill>
            <a:schemeClr val="accent6">
              <a:lumMod val="20000"/>
              <a:lumOff val="80000"/>
            </a:schemeClr>
          </a:solidFill>
        </p:spPr>
        <p:txBody>
          <a:bodyPr wrap="square" rtlCol="0">
            <a:spAutoFit/>
          </a:bodyPr>
          <a:lstStyle/>
          <a:p>
            <a:r>
              <a:rPr lang="en-US" sz="2000" dirty="0"/>
              <a:t>Steps: identify worst outcome for each action and choose the best of the worst</a:t>
            </a:r>
          </a:p>
        </p:txBody>
      </p:sp>
      <p:grpSp>
        <p:nvGrpSpPr>
          <p:cNvPr id="17" name="Group 16">
            <a:extLst>
              <a:ext uri="{FF2B5EF4-FFF2-40B4-BE49-F238E27FC236}">
                <a16:creationId xmlns:a16="http://schemas.microsoft.com/office/drawing/2014/main" id="{BD8685B1-F7AE-DEDA-770D-AB79F04803ED}"/>
              </a:ext>
            </a:extLst>
          </p:cNvPr>
          <p:cNvGrpSpPr/>
          <p:nvPr/>
        </p:nvGrpSpPr>
        <p:grpSpPr>
          <a:xfrm>
            <a:off x="1452391" y="2385552"/>
            <a:ext cx="7226147" cy="4393890"/>
            <a:chOff x="317653" y="1676400"/>
            <a:chExt cx="7226147" cy="4393890"/>
          </a:xfrm>
        </p:grpSpPr>
        <p:sp>
          <p:nvSpPr>
            <p:cNvPr id="18" name="Google Shape;372;p31">
              <a:extLst>
                <a:ext uri="{FF2B5EF4-FFF2-40B4-BE49-F238E27FC236}">
                  <a16:creationId xmlns:a16="http://schemas.microsoft.com/office/drawing/2014/main" id="{56D2354B-808D-CD94-7D1A-DF05F4896A0C}"/>
                </a:ext>
              </a:extLst>
            </p:cNvPr>
            <p:cNvSpPr txBox="1"/>
            <p:nvPr/>
          </p:nvSpPr>
          <p:spPr>
            <a:xfrm>
              <a:off x="317653" y="3936981"/>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Add new technology to a hatchery?</a:t>
              </a:r>
              <a:endParaRPr sz="1800" dirty="0">
                <a:solidFill>
                  <a:schemeClr val="dk1"/>
                </a:solidFill>
                <a:latin typeface="+mj-lt"/>
                <a:ea typeface="Arial"/>
                <a:cs typeface="Arial"/>
                <a:sym typeface="Arial"/>
              </a:endParaRPr>
            </a:p>
          </p:txBody>
        </p:sp>
        <p:sp>
          <p:nvSpPr>
            <p:cNvPr id="19" name="Google Shape;373;p31">
              <a:extLst>
                <a:ext uri="{FF2B5EF4-FFF2-40B4-BE49-F238E27FC236}">
                  <a16:creationId xmlns:a16="http://schemas.microsoft.com/office/drawing/2014/main" id="{3E4F54C0-C9C8-64D0-2678-4EE3ED35611A}"/>
                </a:ext>
              </a:extLst>
            </p:cNvPr>
            <p:cNvSpPr/>
            <p:nvPr/>
          </p:nvSpPr>
          <p:spPr>
            <a:xfrm>
              <a:off x="4038600" y="2438400"/>
              <a:ext cx="1066800" cy="9144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cxnSp>
          <p:nvCxnSpPr>
            <p:cNvPr id="20" name="Google Shape;374;p31">
              <a:extLst>
                <a:ext uri="{FF2B5EF4-FFF2-40B4-BE49-F238E27FC236}">
                  <a16:creationId xmlns:a16="http://schemas.microsoft.com/office/drawing/2014/main" id="{6BA33023-EF99-E53D-8BF2-FB1C9F1FD42E}"/>
                </a:ext>
              </a:extLst>
            </p:cNvPr>
            <p:cNvCxnSpPr>
              <a:stCxn id="18" idx="3"/>
              <a:endCxn id="19" idx="3"/>
            </p:cNvCxnSpPr>
            <p:nvPr/>
          </p:nvCxnSpPr>
          <p:spPr>
            <a:xfrm flipV="1">
              <a:off x="2125816" y="3218889"/>
              <a:ext cx="2069013" cy="1175292"/>
            </a:xfrm>
            <a:prstGeom prst="straightConnector1">
              <a:avLst/>
            </a:prstGeom>
            <a:noFill/>
            <a:ln w="76200" cap="flat" cmpd="sng">
              <a:solidFill>
                <a:schemeClr val="dk1"/>
              </a:solidFill>
              <a:prstDash val="solid"/>
              <a:round/>
              <a:headEnd type="none" w="sm" len="sm"/>
              <a:tailEnd type="stealth" w="sm" len="sm"/>
            </a:ln>
          </p:spPr>
        </p:cxnSp>
        <p:sp>
          <p:nvSpPr>
            <p:cNvPr id="21" name="Google Shape;375;p31">
              <a:extLst>
                <a:ext uri="{FF2B5EF4-FFF2-40B4-BE49-F238E27FC236}">
                  <a16:creationId xmlns:a16="http://schemas.microsoft.com/office/drawing/2014/main" id="{6051715C-3F84-4E53-EDF7-2569D4212FA9}"/>
                </a:ext>
              </a:extLst>
            </p:cNvPr>
            <p:cNvSpPr txBox="1"/>
            <p:nvPr/>
          </p:nvSpPr>
          <p:spPr>
            <a:xfrm>
              <a:off x="6629400" y="5155890"/>
              <a:ext cx="914400" cy="914400"/>
            </a:xfrm>
            <a:prstGeom prst="rect">
              <a:avLst/>
            </a:prstGeom>
            <a:solidFill>
              <a:schemeClr val="accent6">
                <a:lumMod val="20000"/>
                <a:lumOff val="80000"/>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fry</a:t>
              </a:r>
              <a:endParaRPr sz="1800" dirty="0">
                <a:solidFill>
                  <a:schemeClr val="dk1"/>
                </a:solidFill>
                <a:latin typeface="+mj-lt"/>
                <a:ea typeface="Arial"/>
                <a:cs typeface="Arial"/>
                <a:sym typeface="Arial"/>
              </a:endParaRPr>
            </a:p>
          </p:txBody>
        </p:sp>
        <p:sp>
          <p:nvSpPr>
            <p:cNvPr id="22" name="Google Shape;376;p31">
              <a:extLst>
                <a:ext uri="{FF2B5EF4-FFF2-40B4-BE49-F238E27FC236}">
                  <a16:creationId xmlns:a16="http://schemas.microsoft.com/office/drawing/2014/main" id="{6785EC85-9C7D-8AEE-1D6A-074518249762}"/>
                </a:ext>
              </a:extLst>
            </p:cNvPr>
            <p:cNvSpPr txBox="1"/>
            <p:nvPr/>
          </p:nvSpPr>
          <p:spPr>
            <a:xfrm>
              <a:off x="6629400" y="1676400"/>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70,000 fry</a:t>
              </a:r>
              <a:endParaRPr sz="1800" dirty="0">
                <a:solidFill>
                  <a:schemeClr val="dk1"/>
                </a:solidFill>
                <a:latin typeface="+mj-lt"/>
                <a:ea typeface="Arial"/>
                <a:cs typeface="Arial"/>
                <a:sym typeface="Arial"/>
              </a:endParaRPr>
            </a:p>
          </p:txBody>
        </p:sp>
        <p:sp>
          <p:nvSpPr>
            <p:cNvPr id="23" name="Google Shape;377;p31">
              <a:extLst>
                <a:ext uri="{FF2B5EF4-FFF2-40B4-BE49-F238E27FC236}">
                  <a16:creationId xmlns:a16="http://schemas.microsoft.com/office/drawing/2014/main" id="{5C7B62B6-BA0F-AE92-CD45-6530B2814EDA}"/>
                </a:ext>
              </a:extLst>
            </p:cNvPr>
            <p:cNvSpPr txBox="1"/>
            <p:nvPr/>
          </p:nvSpPr>
          <p:spPr>
            <a:xfrm>
              <a:off x="6629400" y="3276600"/>
              <a:ext cx="914400" cy="914400"/>
            </a:xfrm>
            <a:prstGeom prst="rect">
              <a:avLst/>
            </a:prstGeom>
            <a:solidFill>
              <a:schemeClr val="accent6">
                <a:lumMod val="20000"/>
                <a:lumOff val="80000"/>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10,000 fry</a:t>
              </a:r>
              <a:endParaRPr sz="1800" dirty="0">
                <a:solidFill>
                  <a:schemeClr val="dk1"/>
                </a:solidFill>
                <a:latin typeface="+mj-lt"/>
                <a:ea typeface="Arial"/>
                <a:cs typeface="Arial"/>
                <a:sym typeface="Arial"/>
              </a:endParaRPr>
            </a:p>
          </p:txBody>
        </p:sp>
        <p:cxnSp>
          <p:nvCxnSpPr>
            <p:cNvPr id="24" name="Google Shape;378;p31">
              <a:extLst>
                <a:ext uri="{FF2B5EF4-FFF2-40B4-BE49-F238E27FC236}">
                  <a16:creationId xmlns:a16="http://schemas.microsoft.com/office/drawing/2014/main" id="{D97CD9F5-E7E9-3693-1894-55A0079F4183}"/>
                </a:ext>
              </a:extLst>
            </p:cNvPr>
            <p:cNvCxnSpPr>
              <a:stCxn id="19" idx="6"/>
              <a:endCxn id="22" idx="1"/>
            </p:cNvCxnSpPr>
            <p:nvPr/>
          </p:nvCxnSpPr>
          <p:spPr>
            <a:xfrm rot="10800000" flipH="1">
              <a:off x="5105400" y="2133600"/>
              <a:ext cx="1524000" cy="762000"/>
            </a:xfrm>
            <a:prstGeom prst="straightConnector1">
              <a:avLst/>
            </a:prstGeom>
            <a:noFill/>
            <a:ln w="76200" cap="flat" cmpd="sng">
              <a:solidFill>
                <a:schemeClr val="dk1"/>
              </a:solidFill>
              <a:prstDash val="solid"/>
              <a:round/>
              <a:headEnd type="none" w="sm" len="sm"/>
              <a:tailEnd type="stealth" w="sm" len="sm"/>
            </a:ln>
          </p:spPr>
        </p:cxnSp>
        <p:cxnSp>
          <p:nvCxnSpPr>
            <p:cNvPr id="25" name="Google Shape;379;p31">
              <a:extLst>
                <a:ext uri="{FF2B5EF4-FFF2-40B4-BE49-F238E27FC236}">
                  <a16:creationId xmlns:a16="http://schemas.microsoft.com/office/drawing/2014/main" id="{093C77C1-25B7-89D3-396D-2E88D57DF960}"/>
                </a:ext>
              </a:extLst>
            </p:cNvPr>
            <p:cNvCxnSpPr>
              <a:stCxn id="19" idx="6"/>
              <a:endCxn id="23" idx="1"/>
            </p:cNvCxnSpPr>
            <p:nvPr/>
          </p:nvCxnSpPr>
          <p:spPr>
            <a:xfrm>
              <a:off x="5105400" y="2895600"/>
              <a:ext cx="1524000" cy="838200"/>
            </a:xfrm>
            <a:prstGeom prst="straightConnector1">
              <a:avLst/>
            </a:prstGeom>
            <a:noFill/>
            <a:ln w="76200" cap="flat" cmpd="sng">
              <a:solidFill>
                <a:schemeClr val="dk1"/>
              </a:solidFill>
              <a:prstDash val="solid"/>
              <a:round/>
              <a:headEnd type="none" w="sm" len="sm"/>
              <a:tailEnd type="stealth" w="sm" len="sm"/>
            </a:ln>
          </p:spPr>
        </p:cxnSp>
        <p:cxnSp>
          <p:nvCxnSpPr>
            <p:cNvPr id="26" name="Google Shape;381;p31">
              <a:extLst>
                <a:ext uri="{FF2B5EF4-FFF2-40B4-BE49-F238E27FC236}">
                  <a16:creationId xmlns:a16="http://schemas.microsoft.com/office/drawing/2014/main" id="{257FECC0-80E2-4640-0454-C3C4FFEFFE40}"/>
                </a:ext>
              </a:extLst>
            </p:cNvPr>
            <p:cNvCxnSpPr>
              <a:stCxn id="18" idx="3"/>
              <a:endCxn id="21" idx="1"/>
            </p:cNvCxnSpPr>
            <p:nvPr/>
          </p:nvCxnSpPr>
          <p:spPr>
            <a:xfrm>
              <a:off x="2125816" y="4394181"/>
              <a:ext cx="4503584" cy="1218909"/>
            </a:xfrm>
            <a:prstGeom prst="straightConnector1">
              <a:avLst/>
            </a:prstGeom>
            <a:noFill/>
            <a:ln w="76200" cap="flat" cmpd="sng">
              <a:solidFill>
                <a:schemeClr val="dk1"/>
              </a:solidFill>
              <a:prstDash val="solid"/>
              <a:round/>
              <a:headEnd type="none" w="sm" len="sm"/>
              <a:tailEnd type="stealth" w="sm" len="sm"/>
            </a:ln>
          </p:spPr>
        </p:cxnSp>
        <p:sp>
          <p:nvSpPr>
            <p:cNvPr id="27" name="Google Shape;382;p31">
              <a:extLst>
                <a:ext uri="{FF2B5EF4-FFF2-40B4-BE49-F238E27FC236}">
                  <a16:creationId xmlns:a16="http://schemas.microsoft.com/office/drawing/2014/main" id="{DFE4FAF9-7FB5-36A5-7F6D-659D97225B8E}"/>
                </a:ext>
              </a:extLst>
            </p:cNvPr>
            <p:cNvSpPr txBox="1"/>
            <p:nvPr/>
          </p:nvSpPr>
          <p:spPr>
            <a:xfrm>
              <a:off x="2543499" y="2849557"/>
              <a:ext cx="709472" cy="369332"/>
            </a:xfrm>
            <a:prstGeom prst="rect">
              <a:avLst/>
            </a:prstGeom>
            <a:solidFill>
              <a:schemeClr val="bg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Yes</a:t>
              </a:r>
              <a:endParaRPr sz="2800" dirty="0">
                <a:solidFill>
                  <a:schemeClr val="dk1"/>
                </a:solidFill>
                <a:latin typeface="+mj-lt"/>
                <a:ea typeface="Arial"/>
                <a:cs typeface="Arial"/>
                <a:sym typeface="Arial"/>
              </a:endParaRPr>
            </a:p>
          </p:txBody>
        </p:sp>
        <p:sp>
          <p:nvSpPr>
            <p:cNvPr id="28" name="Google Shape;383;p31">
              <a:extLst>
                <a:ext uri="{FF2B5EF4-FFF2-40B4-BE49-F238E27FC236}">
                  <a16:creationId xmlns:a16="http://schemas.microsoft.com/office/drawing/2014/main" id="{B20A8403-91CC-6F32-B4F1-7A0366E0F547}"/>
                </a:ext>
              </a:extLst>
            </p:cNvPr>
            <p:cNvSpPr txBox="1"/>
            <p:nvPr/>
          </p:nvSpPr>
          <p:spPr>
            <a:xfrm>
              <a:off x="4903788" y="2209800"/>
              <a:ext cx="735012" cy="3698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Arial"/>
                  <a:cs typeface="Arial"/>
                  <a:sym typeface="Arial"/>
                </a:rPr>
                <a:t>Win</a:t>
              </a:r>
              <a:endParaRPr sz="2000" dirty="0">
                <a:latin typeface="+mj-lt"/>
              </a:endParaRPr>
            </a:p>
          </p:txBody>
        </p:sp>
        <p:sp>
          <p:nvSpPr>
            <p:cNvPr id="29" name="Google Shape;384;p31">
              <a:extLst>
                <a:ext uri="{FF2B5EF4-FFF2-40B4-BE49-F238E27FC236}">
                  <a16:creationId xmlns:a16="http://schemas.microsoft.com/office/drawing/2014/main" id="{C05345B1-6EEF-E250-E893-AC79F0DE5F57}"/>
                </a:ext>
              </a:extLst>
            </p:cNvPr>
            <p:cNvSpPr txBox="1"/>
            <p:nvPr/>
          </p:nvSpPr>
          <p:spPr>
            <a:xfrm>
              <a:off x="2708919" y="4789308"/>
              <a:ext cx="605077" cy="53050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dirty="0">
                  <a:solidFill>
                    <a:schemeClr val="dk1"/>
                  </a:solidFill>
                  <a:latin typeface="+mj-lt"/>
                  <a:ea typeface="Arial"/>
                  <a:cs typeface="Arial"/>
                  <a:sym typeface="Arial"/>
                </a:rPr>
                <a:t>No</a:t>
              </a:r>
              <a:endParaRPr sz="2800" dirty="0">
                <a:solidFill>
                  <a:schemeClr val="dk1"/>
                </a:solidFill>
                <a:latin typeface="+mj-lt"/>
                <a:ea typeface="Arial"/>
                <a:cs typeface="Arial"/>
                <a:sym typeface="Arial"/>
              </a:endParaRPr>
            </a:p>
          </p:txBody>
        </p:sp>
        <p:sp>
          <p:nvSpPr>
            <p:cNvPr id="30" name="Google Shape;385;p31">
              <a:extLst>
                <a:ext uri="{FF2B5EF4-FFF2-40B4-BE49-F238E27FC236}">
                  <a16:creationId xmlns:a16="http://schemas.microsoft.com/office/drawing/2014/main" id="{AB1046EB-B0AE-4E49-4D5E-157189DB8BA4}"/>
                </a:ext>
              </a:extLst>
            </p:cNvPr>
            <p:cNvSpPr txBox="1"/>
            <p:nvPr/>
          </p:nvSpPr>
          <p:spPr>
            <a:xfrm>
              <a:off x="4953000" y="3138488"/>
              <a:ext cx="863190" cy="36988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Arial"/>
                  <a:cs typeface="Arial"/>
                  <a:sym typeface="Arial"/>
                </a:rPr>
                <a:t>Lose</a:t>
              </a:r>
              <a:endParaRPr sz="2000">
                <a:latin typeface="+mj-lt"/>
              </a:endParaRPr>
            </a:p>
          </p:txBody>
        </p:sp>
        <p:grpSp>
          <p:nvGrpSpPr>
            <p:cNvPr id="31" name="Google Shape;386;p31">
              <a:extLst>
                <a:ext uri="{FF2B5EF4-FFF2-40B4-BE49-F238E27FC236}">
                  <a16:creationId xmlns:a16="http://schemas.microsoft.com/office/drawing/2014/main" id="{2E968D2A-242A-AD2E-0BF9-2ABD49A16736}"/>
                </a:ext>
              </a:extLst>
            </p:cNvPr>
            <p:cNvGrpSpPr/>
            <p:nvPr/>
          </p:nvGrpSpPr>
          <p:grpSpPr>
            <a:xfrm>
              <a:off x="5791200" y="2406649"/>
              <a:ext cx="990600" cy="838200"/>
              <a:chOff x="3648" y="1516"/>
              <a:chExt cx="624" cy="528"/>
            </a:xfrm>
          </p:grpSpPr>
          <p:sp>
            <p:nvSpPr>
              <p:cNvPr id="34" name="Google Shape;387;p31">
                <a:extLst>
                  <a:ext uri="{FF2B5EF4-FFF2-40B4-BE49-F238E27FC236}">
                    <a16:creationId xmlns:a16="http://schemas.microsoft.com/office/drawing/2014/main" id="{C0428EEC-8C6D-4177-82B4-BB3495C7C051}"/>
                  </a:ext>
                </a:extLst>
              </p:cNvPr>
              <p:cNvSpPr txBox="1"/>
              <p:nvPr/>
            </p:nvSpPr>
            <p:spPr>
              <a:xfrm>
                <a:off x="3648" y="1516"/>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0.8</a:t>
                </a:r>
                <a:endParaRPr sz="2000" dirty="0">
                  <a:solidFill>
                    <a:schemeClr val="dk2"/>
                  </a:solidFill>
                  <a:latin typeface="+mj-lt"/>
                  <a:ea typeface="Arial"/>
                  <a:cs typeface="Arial"/>
                  <a:sym typeface="Arial"/>
                </a:endParaRPr>
              </a:p>
            </p:txBody>
          </p:sp>
          <p:sp>
            <p:nvSpPr>
              <p:cNvPr id="35" name="Google Shape;388;p31">
                <a:extLst>
                  <a:ext uri="{FF2B5EF4-FFF2-40B4-BE49-F238E27FC236}">
                    <a16:creationId xmlns:a16="http://schemas.microsoft.com/office/drawing/2014/main" id="{290173F0-7E07-A0A9-FCDD-CFB7DAC50CB2}"/>
                  </a:ext>
                </a:extLst>
              </p:cNvPr>
              <p:cNvSpPr txBox="1"/>
              <p:nvPr/>
            </p:nvSpPr>
            <p:spPr>
              <a:xfrm>
                <a:off x="3648" y="1831"/>
                <a:ext cx="624" cy="2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2"/>
                    </a:solidFill>
                    <a:latin typeface="+mj-lt"/>
                    <a:ea typeface="Arial"/>
                    <a:cs typeface="Arial"/>
                    <a:sym typeface="Arial"/>
                  </a:rPr>
                  <a:t>p = 0.2</a:t>
                </a:r>
                <a:endParaRPr sz="2000" dirty="0">
                  <a:solidFill>
                    <a:schemeClr val="dk2"/>
                  </a:solidFill>
                  <a:latin typeface="+mj-lt"/>
                  <a:ea typeface="Arial"/>
                  <a:cs typeface="Arial"/>
                  <a:sym typeface="Arial"/>
                </a:endParaRPr>
              </a:p>
            </p:txBody>
          </p:sp>
        </p:grpSp>
      </p:grpSp>
      <p:cxnSp>
        <p:nvCxnSpPr>
          <p:cNvPr id="41" name="Straight Arrow Connector 40">
            <a:extLst>
              <a:ext uri="{FF2B5EF4-FFF2-40B4-BE49-F238E27FC236}">
                <a16:creationId xmlns:a16="http://schemas.microsoft.com/office/drawing/2014/main" id="{1D08CC79-142A-4509-1735-66B8BFE9A04C}"/>
              </a:ext>
            </a:extLst>
          </p:cNvPr>
          <p:cNvCxnSpPr/>
          <p:nvPr/>
        </p:nvCxnSpPr>
        <p:spPr>
          <a:xfrm flipH="1">
            <a:off x="8802477" y="5103333"/>
            <a:ext cx="1685581" cy="925634"/>
          </a:xfrm>
          <a:prstGeom prst="straightConnector1">
            <a:avLst/>
          </a:prstGeom>
          <a:ln w="76200">
            <a:solidFill>
              <a:schemeClr val="accent6"/>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6E3AF89-309F-4C71-3D91-F24C0D19AA0C}"/>
              </a:ext>
            </a:extLst>
          </p:cNvPr>
          <p:cNvSpPr txBox="1"/>
          <p:nvPr/>
        </p:nvSpPr>
        <p:spPr>
          <a:xfrm>
            <a:off x="9619560" y="4145019"/>
            <a:ext cx="2267639" cy="923330"/>
          </a:xfrm>
          <a:prstGeom prst="rect">
            <a:avLst/>
          </a:prstGeom>
          <a:noFill/>
        </p:spPr>
        <p:txBody>
          <a:bodyPr wrap="square">
            <a:spAutoFit/>
          </a:bodyPr>
          <a:lstStyle/>
          <a:p>
            <a:r>
              <a:rPr lang="en-US" sz="1800" dirty="0"/>
              <a:t>best of the worst = 40K so we would NOT add new technology</a:t>
            </a:r>
            <a:endParaRPr lang="en-US" dirty="0"/>
          </a:p>
        </p:txBody>
      </p:sp>
    </p:spTree>
    <p:extLst>
      <p:ext uri="{BB962C8B-B14F-4D97-AF65-F5344CB8AC3E}">
        <p14:creationId xmlns:p14="http://schemas.microsoft.com/office/powerpoint/2010/main" val="305322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524C-1B34-527E-1590-5507DAFB316A}"/>
              </a:ext>
            </a:extLst>
          </p:cNvPr>
          <p:cNvSpPr>
            <a:spLocks noGrp="1"/>
          </p:cNvSpPr>
          <p:nvPr>
            <p:ph type="title"/>
          </p:nvPr>
        </p:nvSpPr>
        <p:spPr>
          <a:xfrm>
            <a:off x="414984" y="228805"/>
            <a:ext cx="10515600" cy="439160"/>
          </a:xfrm>
        </p:spPr>
        <p:txBody>
          <a:bodyPr>
            <a:normAutofit fontScale="90000"/>
          </a:bodyPr>
          <a:lstStyle/>
          <a:p>
            <a:r>
              <a:rPr lang="en-US" dirty="0"/>
              <a:t>Mini-max vs expected value example #1</a:t>
            </a:r>
          </a:p>
        </p:txBody>
      </p:sp>
      <p:pic>
        <p:nvPicPr>
          <p:cNvPr id="4" name="Picture 3">
            <a:extLst>
              <a:ext uri="{FF2B5EF4-FFF2-40B4-BE49-F238E27FC236}">
                <a16:creationId xmlns:a16="http://schemas.microsoft.com/office/drawing/2014/main" id="{EFF3925B-7C80-1DB7-1909-0BBE0358ED23}"/>
              </a:ext>
            </a:extLst>
          </p:cNvPr>
          <p:cNvPicPr>
            <a:picLocks noChangeAspect="1"/>
          </p:cNvPicPr>
          <p:nvPr/>
        </p:nvPicPr>
        <p:blipFill>
          <a:blip r:embed="rId3"/>
          <a:srcRect t="56322" b="22265"/>
          <a:stretch>
            <a:fillRect/>
          </a:stretch>
        </p:blipFill>
        <p:spPr>
          <a:xfrm>
            <a:off x="1147425" y="2792411"/>
            <a:ext cx="10422850" cy="1257301"/>
          </a:xfrm>
          <a:prstGeom prst="rect">
            <a:avLst/>
          </a:prstGeom>
        </p:spPr>
      </p:pic>
      <p:pic>
        <p:nvPicPr>
          <p:cNvPr id="5" name="Picture 4">
            <a:extLst>
              <a:ext uri="{FF2B5EF4-FFF2-40B4-BE49-F238E27FC236}">
                <a16:creationId xmlns:a16="http://schemas.microsoft.com/office/drawing/2014/main" id="{C0042B7C-3A41-A5DD-7717-450CECF12767}"/>
              </a:ext>
            </a:extLst>
          </p:cNvPr>
          <p:cNvPicPr>
            <a:picLocks noChangeAspect="1"/>
          </p:cNvPicPr>
          <p:nvPr/>
        </p:nvPicPr>
        <p:blipFill>
          <a:blip r:embed="rId3"/>
          <a:srcRect b="89784"/>
          <a:stretch>
            <a:fillRect/>
          </a:stretch>
        </p:blipFill>
        <p:spPr>
          <a:xfrm>
            <a:off x="1096625" y="2184595"/>
            <a:ext cx="10422850" cy="599879"/>
          </a:xfrm>
          <a:prstGeom prst="rect">
            <a:avLst/>
          </a:prstGeom>
        </p:spPr>
      </p:pic>
      <p:pic>
        <p:nvPicPr>
          <p:cNvPr id="6" name="Picture 5">
            <a:extLst>
              <a:ext uri="{FF2B5EF4-FFF2-40B4-BE49-F238E27FC236}">
                <a16:creationId xmlns:a16="http://schemas.microsoft.com/office/drawing/2014/main" id="{2F08FAE5-11F1-ABD5-5BC4-CF896B867493}"/>
              </a:ext>
            </a:extLst>
          </p:cNvPr>
          <p:cNvPicPr>
            <a:picLocks noChangeAspect="1"/>
          </p:cNvPicPr>
          <p:nvPr/>
        </p:nvPicPr>
        <p:blipFill>
          <a:blip r:embed="rId3"/>
          <a:srcRect t="56322" r="22669" b="22265"/>
          <a:stretch>
            <a:fillRect/>
          </a:stretch>
        </p:blipFill>
        <p:spPr>
          <a:xfrm>
            <a:off x="1096625" y="2800349"/>
            <a:ext cx="8060075" cy="1257301"/>
          </a:xfrm>
          <a:prstGeom prst="rect">
            <a:avLst/>
          </a:prstGeom>
        </p:spPr>
      </p:pic>
      <p:cxnSp>
        <p:nvCxnSpPr>
          <p:cNvPr id="7" name="Straight Connector 6">
            <a:extLst>
              <a:ext uri="{FF2B5EF4-FFF2-40B4-BE49-F238E27FC236}">
                <a16:creationId xmlns:a16="http://schemas.microsoft.com/office/drawing/2014/main" id="{15E95927-560D-D5EF-40BB-03D2A18192AF}"/>
              </a:ext>
            </a:extLst>
          </p:cNvPr>
          <p:cNvCxnSpPr>
            <a:cxnSpLocks/>
          </p:cNvCxnSpPr>
          <p:nvPr/>
        </p:nvCxnSpPr>
        <p:spPr>
          <a:xfrm flipH="1">
            <a:off x="1160125" y="2800349"/>
            <a:ext cx="10260540"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2677541-CEFD-2F78-C6FC-F8947E27C375}"/>
              </a:ext>
            </a:extLst>
          </p:cNvPr>
          <p:cNvSpPr txBox="1"/>
          <p:nvPr/>
        </p:nvSpPr>
        <p:spPr>
          <a:xfrm>
            <a:off x="1061316" y="1182388"/>
            <a:ext cx="6747816" cy="954107"/>
          </a:xfrm>
          <a:prstGeom prst="rect">
            <a:avLst/>
          </a:prstGeom>
          <a:noFill/>
        </p:spPr>
        <p:txBody>
          <a:bodyPr wrap="square" rtlCol="0">
            <a:spAutoFit/>
          </a:bodyPr>
          <a:lstStyle/>
          <a:p>
            <a:r>
              <a:rPr lang="en-US" sz="2800" b="1" dirty="0"/>
              <a:t>Subset of the table: </a:t>
            </a:r>
            <a:r>
              <a:rPr lang="en-US" sz="2800" dirty="0"/>
              <a:t>management alternatives to control invasive rusty crayfish</a:t>
            </a:r>
          </a:p>
        </p:txBody>
      </p:sp>
      <p:sp>
        <p:nvSpPr>
          <p:cNvPr id="11" name="Rectangle 10">
            <a:extLst>
              <a:ext uri="{FF2B5EF4-FFF2-40B4-BE49-F238E27FC236}">
                <a16:creationId xmlns:a16="http://schemas.microsoft.com/office/drawing/2014/main" id="{6BB8C739-5078-8962-9815-813C1B6D5FFD}"/>
              </a:ext>
            </a:extLst>
          </p:cNvPr>
          <p:cNvSpPr/>
          <p:nvPr/>
        </p:nvSpPr>
        <p:spPr>
          <a:xfrm>
            <a:off x="3822448" y="2821953"/>
            <a:ext cx="1841752" cy="266238"/>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B396F6E-14F1-70B4-0E2C-D47DD729A756}"/>
              </a:ext>
            </a:extLst>
          </p:cNvPr>
          <p:cNvSpPr/>
          <p:nvPr/>
        </p:nvSpPr>
        <p:spPr>
          <a:xfrm>
            <a:off x="5664199" y="3557791"/>
            <a:ext cx="3526367" cy="237141"/>
          </a:xfrm>
          <a:prstGeom prst="rect">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D8461FF-EB62-F4BA-6D24-0AF4114CE7E9}"/>
              </a:ext>
            </a:extLst>
          </p:cNvPr>
          <p:cNvSpPr txBox="1"/>
          <p:nvPr/>
        </p:nvSpPr>
        <p:spPr>
          <a:xfrm>
            <a:off x="8985430" y="113967"/>
            <a:ext cx="296787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dirty="0">
                <a:ea typeface="Calibri"/>
                <a:cs typeface="Calibri"/>
                <a:hlinkClick r:id="rId4"/>
              </a:rPr>
              <a:t>Thompson, Olden, &amp; Converse 2024</a:t>
            </a:r>
            <a:endParaRPr lang="en-US" sz="1500" dirty="0">
              <a:ea typeface="Calibri"/>
              <a:cs typeface="Calibri"/>
            </a:endParaRPr>
          </a:p>
          <a:p>
            <a:r>
              <a:rPr lang="en-US" sz="1500" i="1" dirty="0">
                <a:ea typeface="Calibri"/>
                <a:cs typeface="Calibri"/>
                <a:hlinkClick r:id="rId4"/>
              </a:rPr>
              <a:t>NeoBiota</a:t>
            </a:r>
            <a:endParaRPr lang="en-US" sz="1500" dirty="0" err="1">
              <a:ea typeface="Calibri"/>
              <a:cs typeface="Calibri"/>
            </a:endParaRPr>
          </a:p>
        </p:txBody>
      </p:sp>
      <p:pic>
        <p:nvPicPr>
          <p:cNvPr id="27" name="Picture 26">
            <a:extLst>
              <a:ext uri="{FF2B5EF4-FFF2-40B4-BE49-F238E27FC236}">
                <a16:creationId xmlns:a16="http://schemas.microsoft.com/office/drawing/2014/main" id="{2378C95F-57DD-B8D3-083C-A6610703E99E}"/>
              </a:ext>
            </a:extLst>
          </p:cNvPr>
          <p:cNvPicPr>
            <a:picLocks noChangeAspect="1"/>
          </p:cNvPicPr>
          <p:nvPr/>
        </p:nvPicPr>
        <p:blipFill>
          <a:blip r:embed="rId5"/>
          <a:stretch>
            <a:fillRect/>
          </a:stretch>
        </p:blipFill>
        <p:spPr>
          <a:xfrm>
            <a:off x="1160125" y="4724379"/>
            <a:ext cx="10669489" cy="1619476"/>
          </a:xfrm>
          <a:prstGeom prst="rect">
            <a:avLst/>
          </a:prstGeom>
        </p:spPr>
      </p:pic>
      <p:pic>
        <p:nvPicPr>
          <p:cNvPr id="28" name="Picture 27">
            <a:extLst>
              <a:ext uri="{FF2B5EF4-FFF2-40B4-BE49-F238E27FC236}">
                <a16:creationId xmlns:a16="http://schemas.microsoft.com/office/drawing/2014/main" id="{86F26542-5E5E-BDAE-5A3C-3E1A4A54C2C0}"/>
              </a:ext>
            </a:extLst>
          </p:cNvPr>
          <p:cNvPicPr>
            <a:picLocks noChangeAspect="1"/>
          </p:cNvPicPr>
          <p:nvPr/>
        </p:nvPicPr>
        <p:blipFill>
          <a:blip r:embed="rId3"/>
          <a:srcRect b="89784"/>
          <a:stretch>
            <a:fillRect/>
          </a:stretch>
        </p:blipFill>
        <p:spPr>
          <a:xfrm>
            <a:off x="1160125" y="4124500"/>
            <a:ext cx="10422850" cy="599879"/>
          </a:xfrm>
          <a:prstGeom prst="rect">
            <a:avLst/>
          </a:prstGeom>
        </p:spPr>
      </p:pic>
      <p:sp>
        <p:nvSpPr>
          <p:cNvPr id="30" name="Rectangle 29">
            <a:extLst>
              <a:ext uri="{FF2B5EF4-FFF2-40B4-BE49-F238E27FC236}">
                <a16:creationId xmlns:a16="http://schemas.microsoft.com/office/drawing/2014/main" id="{AF527765-8D3B-1B1C-F44C-67FB41CAEC6B}"/>
              </a:ext>
            </a:extLst>
          </p:cNvPr>
          <p:cNvSpPr/>
          <p:nvPr/>
        </p:nvSpPr>
        <p:spPr>
          <a:xfrm>
            <a:off x="6279614" y="2357610"/>
            <a:ext cx="1178805" cy="169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1F0993A-6C83-7513-DBC5-261F1D582368}"/>
              </a:ext>
            </a:extLst>
          </p:cNvPr>
          <p:cNvSpPr/>
          <p:nvPr/>
        </p:nvSpPr>
        <p:spPr>
          <a:xfrm>
            <a:off x="6335463" y="4293992"/>
            <a:ext cx="1178805" cy="1694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91315CA-F8A0-F79F-1CF2-D154409C20E4}"/>
              </a:ext>
            </a:extLst>
          </p:cNvPr>
          <p:cNvSpPr txBox="1"/>
          <p:nvPr/>
        </p:nvSpPr>
        <p:spPr>
          <a:xfrm>
            <a:off x="6253600" y="4227608"/>
            <a:ext cx="1342529"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(minimum value)</a:t>
            </a:r>
          </a:p>
        </p:txBody>
      </p:sp>
      <p:sp>
        <p:nvSpPr>
          <p:cNvPr id="32" name="TextBox 31">
            <a:extLst>
              <a:ext uri="{FF2B5EF4-FFF2-40B4-BE49-F238E27FC236}">
                <a16:creationId xmlns:a16="http://schemas.microsoft.com/office/drawing/2014/main" id="{0998561D-5489-D876-E4B6-871150F4B93A}"/>
              </a:ext>
            </a:extLst>
          </p:cNvPr>
          <p:cNvSpPr txBox="1"/>
          <p:nvPr/>
        </p:nvSpPr>
        <p:spPr>
          <a:xfrm>
            <a:off x="6229526" y="2288550"/>
            <a:ext cx="1342529"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(expected value)</a:t>
            </a:r>
          </a:p>
        </p:txBody>
      </p:sp>
      <p:sp>
        <p:nvSpPr>
          <p:cNvPr id="33" name="Rectangle 32">
            <a:extLst>
              <a:ext uri="{FF2B5EF4-FFF2-40B4-BE49-F238E27FC236}">
                <a16:creationId xmlns:a16="http://schemas.microsoft.com/office/drawing/2014/main" id="{FDBC0F72-38F7-1C35-9663-99DE242C4163}"/>
              </a:ext>
            </a:extLst>
          </p:cNvPr>
          <p:cNvSpPr/>
          <p:nvPr/>
        </p:nvSpPr>
        <p:spPr>
          <a:xfrm>
            <a:off x="4029932" y="5080054"/>
            <a:ext cx="1533586" cy="266238"/>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DC4CF3E-47CD-273C-C075-5710CB42A69C}"/>
              </a:ext>
            </a:extLst>
          </p:cNvPr>
          <p:cNvSpPr/>
          <p:nvPr/>
        </p:nvSpPr>
        <p:spPr>
          <a:xfrm>
            <a:off x="7370284" y="5735435"/>
            <a:ext cx="859316" cy="237141"/>
          </a:xfrm>
          <a:prstGeom prst="rect">
            <a:avLst/>
          </a:prstGeom>
          <a:noFill/>
          <a:ln w="571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1F78F0A-7F8B-8333-DE7C-1E2F4D2F294D}"/>
              </a:ext>
            </a:extLst>
          </p:cNvPr>
          <p:cNvSpPr txBox="1"/>
          <p:nvPr/>
        </p:nvSpPr>
        <p:spPr>
          <a:xfrm>
            <a:off x="213110" y="3203848"/>
            <a:ext cx="947015" cy="707886"/>
          </a:xfrm>
          <a:prstGeom prst="rect">
            <a:avLst/>
          </a:prstGeom>
          <a:noFill/>
        </p:spPr>
        <p:txBody>
          <a:bodyPr wrap="square" rtlCol="0">
            <a:spAutoFit/>
          </a:bodyPr>
          <a:lstStyle/>
          <a:p>
            <a:r>
              <a:rPr lang="en-US" sz="4000" dirty="0"/>
              <a:t>EV</a:t>
            </a:r>
          </a:p>
        </p:txBody>
      </p:sp>
      <p:sp>
        <p:nvSpPr>
          <p:cNvPr id="36" name="TextBox 35">
            <a:extLst>
              <a:ext uri="{FF2B5EF4-FFF2-40B4-BE49-F238E27FC236}">
                <a16:creationId xmlns:a16="http://schemas.microsoft.com/office/drawing/2014/main" id="{7B50D042-1B83-277A-8607-B993FA4F0310}"/>
              </a:ext>
            </a:extLst>
          </p:cNvPr>
          <p:cNvSpPr txBox="1"/>
          <p:nvPr/>
        </p:nvSpPr>
        <p:spPr>
          <a:xfrm>
            <a:off x="110169" y="4979087"/>
            <a:ext cx="1417209" cy="1200329"/>
          </a:xfrm>
          <a:prstGeom prst="rect">
            <a:avLst/>
          </a:prstGeom>
          <a:noFill/>
        </p:spPr>
        <p:txBody>
          <a:bodyPr wrap="square" rtlCol="0">
            <a:spAutoFit/>
          </a:bodyPr>
          <a:lstStyle/>
          <a:p>
            <a:r>
              <a:rPr lang="en-US" sz="3600" dirty="0"/>
              <a:t>Mini-max</a:t>
            </a:r>
          </a:p>
        </p:txBody>
      </p:sp>
      <p:sp>
        <p:nvSpPr>
          <p:cNvPr id="37" name="TextBox 36">
            <a:extLst>
              <a:ext uri="{FF2B5EF4-FFF2-40B4-BE49-F238E27FC236}">
                <a16:creationId xmlns:a16="http://schemas.microsoft.com/office/drawing/2014/main" id="{38AEDB02-9CB4-5B62-FB16-0346E306359B}"/>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spTree>
    <p:extLst>
      <p:ext uri="{BB962C8B-B14F-4D97-AF65-F5344CB8AC3E}">
        <p14:creationId xmlns:p14="http://schemas.microsoft.com/office/powerpoint/2010/main" val="396024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9" grpId="0"/>
      <p:bldP spid="33" grpId="0" animBg="1"/>
      <p:bldP spid="34" grpId="0" animBg="1"/>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DEAB-1C53-6B35-285A-26C5FD82F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37816-3394-94BE-BDAB-13A6C20BE4B1}"/>
              </a:ext>
            </a:extLst>
          </p:cNvPr>
          <p:cNvSpPr>
            <a:spLocks noGrp="1"/>
          </p:cNvSpPr>
          <p:nvPr>
            <p:ph type="title"/>
          </p:nvPr>
        </p:nvSpPr>
        <p:spPr>
          <a:xfrm>
            <a:off x="414984" y="228805"/>
            <a:ext cx="10515600" cy="439160"/>
          </a:xfrm>
        </p:spPr>
        <p:txBody>
          <a:bodyPr>
            <a:normAutofit fontScale="90000"/>
          </a:bodyPr>
          <a:lstStyle/>
          <a:p>
            <a:r>
              <a:rPr lang="en-US" dirty="0"/>
              <a:t>Mini-max vs expected value example #2</a:t>
            </a:r>
          </a:p>
        </p:txBody>
      </p:sp>
      <p:pic>
        <p:nvPicPr>
          <p:cNvPr id="3" name="Picture 2">
            <a:extLst>
              <a:ext uri="{FF2B5EF4-FFF2-40B4-BE49-F238E27FC236}">
                <a16:creationId xmlns:a16="http://schemas.microsoft.com/office/drawing/2014/main" id="{027AAD40-B234-AD3E-19DA-10DA33208918}"/>
              </a:ext>
            </a:extLst>
          </p:cNvPr>
          <p:cNvPicPr>
            <a:picLocks noChangeAspect="1"/>
          </p:cNvPicPr>
          <p:nvPr/>
        </p:nvPicPr>
        <p:blipFill>
          <a:blip r:embed="rId3"/>
          <a:srcRect t="42563"/>
          <a:stretch>
            <a:fillRect/>
          </a:stretch>
        </p:blipFill>
        <p:spPr>
          <a:xfrm>
            <a:off x="1055038" y="2016829"/>
            <a:ext cx="10081923" cy="3921263"/>
          </a:xfrm>
          <a:prstGeom prst="rect">
            <a:avLst/>
          </a:prstGeom>
        </p:spPr>
      </p:pic>
      <p:sp>
        <p:nvSpPr>
          <p:cNvPr id="12" name="TextBox 11">
            <a:hlinkClick r:id="rId4"/>
            <a:extLst>
              <a:ext uri="{FF2B5EF4-FFF2-40B4-BE49-F238E27FC236}">
                <a16:creationId xmlns:a16="http://schemas.microsoft.com/office/drawing/2014/main" id="{907C3BD6-BFC6-A90F-8087-A6C14637E30A}"/>
              </a:ext>
            </a:extLst>
          </p:cNvPr>
          <p:cNvSpPr txBox="1"/>
          <p:nvPr/>
        </p:nvSpPr>
        <p:spPr>
          <a:xfrm>
            <a:off x="7623672" y="1146497"/>
            <a:ext cx="2864385" cy="461665"/>
          </a:xfrm>
          <a:prstGeom prst="rect">
            <a:avLst/>
          </a:prstGeom>
          <a:noFill/>
        </p:spPr>
        <p:txBody>
          <a:bodyPr wrap="square" rtlCol="0">
            <a:spAutoFit/>
          </a:bodyPr>
          <a:lstStyle/>
          <a:p>
            <a:r>
              <a:rPr lang="en-US" sz="2400" dirty="0">
                <a:hlinkClick r:id="rId4"/>
              </a:rPr>
              <a:t>Thompson et al. 2025</a:t>
            </a:r>
            <a:endParaRPr lang="en-US" sz="2400" dirty="0"/>
          </a:p>
        </p:txBody>
      </p:sp>
      <p:sp>
        <p:nvSpPr>
          <p:cNvPr id="13" name="TextBox 12">
            <a:extLst>
              <a:ext uri="{FF2B5EF4-FFF2-40B4-BE49-F238E27FC236}">
                <a16:creationId xmlns:a16="http://schemas.microsoft.com/office/drawing/2014/main" id="{C6D31357-01C9-CE0A-4011-2CF882D8709C}"/>
              </a:ext>
            </a:extLst>
          </p:cNvPr>
          <p:cNvSpPr txBox="1"/>
          <p:nvPr/>
        </p:nvSpPr>
        <p:spPr>
          <a:xfrm>
            <a:off x="1055038" y="1062722"/>
            <a:ext cx="4997961" cy="954107"/>
          </a:xfrm>
          <a:prstGeom prst="rect">
            <a:avLst/>
          </a:prstGeom>
          <a:noFill/>
        </p:spPr>
        <p:txBody>
          <a:bodyPr wrap="square" rtlCol="0">
            <a:spAutoFit/>
          </a:bodyPr>
          <a:lstStyle/>
          <a:p>
            <a:r>
              <a:rPr lang="en-US" sz="2800" b="1" dirty="0"/>
              <a:t>Management outcomes for invasive flowering rush</a:t>
            </a:r>
            <a:endParaRPr lang="en-US" sz="2800" dirty="0"/>
          </a:p>
        </p:txBody>
      </p:sp>
      <p:sp>
        <p:nvSpPr>
          <p:cNvPr id="15" name="TextBox 14">
            <a:extLst>
              <a:ext uri="{FF2B5EF4-FFF2-40B4-BE49-F238E27FC236}">
                <a16:creationId xmlns:a16="http://schemas.microsoft.com/office/drawing/2014/main" id="{573059FF-2F9D-A8E0-D228-D8452A7C0FC1}"/>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spTree>
    <p:extLst>
      <p:ext uri="{BB962C8B-B14F-4D97-AF65-F5344CB8AC3E}">
        <p14:creationId xmlns:p14="http://schemas.microsoft.com/office/powerpoint/2010/main" val="1906605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07188-37F2-A07A-8FC4-57125073DD77}"/>
              </a:ext>
            </a:extLst>
          </p:cNvPr>
          <p:cNvSpPr>
            <a:spLocks noGrp="1"/>
          </p:cNvSpPr>
          <p:nvPr>
            <p:ph type="title"/>
          </p:nvPr>
        </p:nvSpPr>
        <p:spPr/>
        <p:txBody>
          <a:bodyPr/>
          <a:lstStyle/>
          <a:p>
            <a:r>
              <a:rPr lang="en-US" dirty="0"/>
              <a:t>Robustness</a:t>
            </a:r>
          </a:p>
        </p:txBody>
      </p:sp>
      <p:sp>
        <p:nvSpPr>
          <p:cNvPr id="3" name="Content Placeholder 2">
            <a:extLst>
              <a:ext uri="{FF2B5EF4-FFF2-40B4-BE49-F238E27FC236}">
                <a16:creationId xmlns:a16="http://schemas.microsoft.com/office/drawing/2014/main" id="{3586CFE3-0A2E-FC83-4170-ED3388A83F86}"/>
              </a:ext>
            </a:extLst>
          </p:cNvPr>
          <p:cNvSpPr>
            <a:spLocks noGrp="1"/>
          </p:cNvSpPr>
          <p:nvPr>
            <p:ph idx="1"/>
          </p:nvPr>
        </p:nvSpPr>
        <p:spPr>
          <a:xfrm>
            <a:off x="838200" y="1451052"/>
            <a:ext cx="10515600" cy="4351338"/>
          </a:xfrm>
        </p:spPr>
        <p:txBody>
          <a:bodyPr>
            <a:normAutofit/>
          </a:bodyPr>
          <a:lstStyle/>
          <a:p>
            <a:r>
              <a:rPr lang="en-US" sz="3600" dirty="0"/>
              <a:t>Robust-satisficing: focus on attaining a minimum performance requirement over greatest range of uncertainty</a:t>
            </a:r>
          </a:p>
          <a:p>
            <a:pPr marL="457200" lvl="1" indent="0">
              <a:buNone/>
            </a:pPr>
            <a:r>
              <a:rPr lang="en-US" sz="3200" dirty="0"/>
              <a:t>“Decision maker defines a minimum level of performance they consider to be satisfactory and chooses the option that ensures at least that level of performance over the greatest range of uncertainty”</a:t>
            </a:r>
          </a:p>
          <a:p>
            <a:pPr marL="457200" lvl="1" indent="0">
              <a:buNone/>
            </a:pPr>
            <a:r>
              <a:rPr lang="en-US" sz="3200" dirty="0"/>
              <a:t>	*Ben-Haim 2006</a:t>
            </a:r>
          </a:p>
          <a:p>
            <a:endParaRPr lang="en-US" sz="3600" dirty="0"/>
          </a:p>
        </p:txBody>
      </p:sp>
      <p:sp>
        <p:nvSpPr>
          <p:cNvPr id="4" name="TextBox 3">
            <a:extLst>
              <a:ext uri="{FF2B5EF4-FFF2-40B4-BE49-F238E27FC236}">
                <a16:creationId xmlns:a16="http://schemas.microsoft.com/office/drawing/2014/main" id="{C174D310-291B-7753-738B-6FBD06967473}"/>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 see Runge et al. 2020 Ch 13</a:t>
            </a:r>
          </a:p>
        </p:txBody>
      </p:sp>
    </p:spTree>
    <p:extLst>
      <p:ext uri="{BB962C8B-B14F-4D97-AF65-F5344CB8AC3E}">
        <p14:creationId xmlns:p14="http://schemas.microsoft.com/office/powerpoint/2010/main" val="18853263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D5F6BF-143B-FF4C-0F50-9DDC35C6F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7DA5A-255F-A6E8-FDDD-02DEDDA17D3A}"/>
              </a:ext>
            </a:extLst>
          </p:cNvPr>
          <p:cNvSpPr>
            <a:spLocks noGrp="1"/>
          </p:cNvSpPr>
          <p:nvPr>
            <p:ph type="title"/>
          </p:nvPr>
        </p:nvSpPr>
        <p:spPr/>
        <p:txBody>
          <a:bodyPr/>
          <a:lstStyle/>
          <a:p>
            <a:r>
              <a:rPr lang="en-US" dirty="0"/>
              <a:t>Robustness</a:t>
            </a:r>
          </a:p>
        </p:txBody>
      </p:sp>
      <p:sp>
        <p:nvSpPr>
          <p:cNvPr id="4" name="TextBox 3">
            <a:extLst>
              <a:ext uri="{FF2B5EF4-FFF2-40B4-BE49-F238E27FC236}">
                <a16:creationId xmlns:a16="http://schemas.microsoft.com/office/drawing/2014/main" id="{76135075-71AD-57BC-FA91-C4E718B2C38B}"/>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cxnSp>
        <p:nvCxnSpPr>
          <p:cNvPr id="8" name="Straight Connector 7">
            <a:extLst>
              <a:ext uri="{FF2B5EF4-FFF2-40B4-BE49-F238E27FC236}">
                <a16:creationId xmlns:a16="http://schemas.microsoft.com/office/drawing/2014/main" id="{51DDEA8F-0451-5C12-6E1F-4505A88891BD}"/>
              </a:ext>
            </a:extLst>
          </p:cNvPr>
          <p:cNvCxnSpPr/>
          <p:nvPr/>
        </p:nvCxnSpPr>
        <p:spPr>
          <a:xfrm>
            <a:off x="1751682" y="1575412"/>
            <a:ext cx="0" cy="386692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3E3F261-85AC-904D-C4B3-D4AE420A9A61}"/>
              </a:ext>
            </a:extLst>
          </p:cNvPr>
          <p:cNvCxnSpPr>
            <a:cxnSpLocks/>
          </p:cNvCxnSpPr>
          <p:nvPr/>
        </p:nvCxnSpPr>
        <p:spPr>
          <a:xfrm flipH="1">
            <a:off x="1729648" y="5442333"/>
            <a:ext cx="7306019"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A63B7EB-C65F-9947-D428-1F09A96AC17B}"/>
              </a:ext>
            </a:extLst>
          </p:cNvPr>
          <p:cNvSpPr txBox="1"/>
          <p:nvPr/>
        </p:nvSpPr>
        <p:spPr>
          <a:xfrm>
            <a:off x="2402594" y="6036749"/>
            <a:ext cx="5960125" cy="584775"/>
          </a:xfrm>
          <a:prstGeom prst="rect">
            <a:avLst/>
          </a:prstGeom>
          <a:noFill/>
        </p:spPr>
        <p:txBody>
          <a:bodyPr wrap="square" rtlCol="0">
            <a:spAutoFit/>
          </a:bodyPr>
          <a:lstStyle/>
          <a:p>
            <a:pPr algn="ctr"/>
            <a:r>
              <a:rPr lang="en-US" sz="3200" b="1" dirty="0"/>
              <a:t>Management alternatives</a:t>
            </a:r>
          </a:p>
        </p:txBody>
      </p:sp>
      <p:sp>
        <p:nvSpPr>
          <p:cNvPr id="13" name="TextBox 12">
            <a:extLst>
              <a:ext uri="{FF2B5EF4-FFF2-40B4-BE49-F238E27FC236}">
                <a16:creationId xmlns:a16="http://schemas.microsoft.com/office/drawing/2014/main" id="{44190F5E-2B62-619E-008E-CC3A22900F01}"/>
              </a:ext>
            </a:extLst>
          </p:cNvPr>
          <p:cNvSpPr txBox="1"/>
          <p:nvPr/>
        </p:nvSpPr>
        <p:spPr>
          <a:xfrm>
            <a:off x="2358299" y="5447153"/>
            <a:ext cx="613731" cy="584775"/>
          </a:xfrm>
          <a:prstGeom prst="rect">
            <a:avLst/>
          </a:prstGeom>
          <a:noFill/>
        </p:spPr>
        <p:txBody>
          <a:bodyPr wrap="square" rtlCol="0">
            <a:spAutoFit/>
          </a:bodyPr>
          <a:lstStyle/>
          <a:p>
            <a:pPr algn="ctr"/>
            <a:r>
              <a:rPr lang="en-US" sz="3200" b="1" dirty="0"/>
              <a:t>A</a:t>
            </a:r>
          </a:p>
        </p:txBody>
      </p:sp>
      <p:sp>
        <p:nvSpPr>
          <p:cNvPr id="15" name="TextBox 14">
            <a:extLst>
              <a:ext uri="{FF2B5EF4-FFF2-40B4-BE49-F238E27FC236}">
                <a16:creationId xmlns:a16="http://schemas.microsoft.com/office/drawing/2014/main" id="{634D605C-CC54-0D15-4689-970B754FB685}"/>
              </a:ext>
            </a:extLst>
          </p:cNvPr>
          <p:cNvSpPr txBox="1"/>
          <p:nvPr/>
        </p:nvSpPr>
        <p:spPr>
          <a:xfrm>
            <a:off x="4688798" y="5449564"/>
            <a:ext cx="613731" cy="584775"/>
          </a:xfrm>
          <a:prstGeom prst="rect">
            <a:avLst/>
          </a:prstGeom>
          <a:noFill/>
        </p:spPr>
        <p:txBody>
          <a:bodyPr wrap="square" rtlCol="0">
            <a:spAutoFit/>
          </a:bodyPr>
          <a:lstStyle/>
          <a:p>
            <a:pPr algn="ctr"/>
            <a:r>
              <a:rPr lang="en-US" sz="3200" b="1" dirty="0"/>
              <a:t>B</a:t>
            </a:r>
          </a:p>
        </p:txBody>
      </p:sp>
      <p:sp>
        <p:nvSpPr>
          <p:cNvPr id="16" name="TextBox 15">
            <a:extLst>
              <a:ext uri="{FF2B5EF4-FFF2-40B4-BE49-F238E27FC236}">
                <a16:creationId xmlns:a16="http://schemas.microsoft.com/office/drawing/2014/main" id="{D18379D0-D070-9333-8F89-D5C176F84597}"/>
              </a:ext>
            </a:extLst>
          </p:cNvPr>
          <p:cNvSpPr txBox="1"/>
          <p:nvPr/>
        </p:nvSpPr>
        <p:spPr>
          <a:xfrm>
            <a:off x="7019297" y="5442333"/>
            <a:ext cx="613731" cy="584775"/>
          </a:xfrm>
          <a:prstGeom prst="rect">
            <a:avLst/>
          </a:prstGeom>
          <a:noFill/>
        </p:spPr>
        <p:txBody>
          <a:bodyPr wrap="square" rtlCol="0">
            <a:spAutoFit/>
          </a:bodyPr>
          <a:lstStyle/>
          <a:p>
            <a:pPr algn="ctr"/>
            <a:r>
              <a:rPr lang="en-US" sz="3200" b="1" dirty="0"/>
              <a:t>C</a:t>
            </a:r>
          </a:p>
        </p:txBody>
      </p:sp>
      <p:sp>
        <p:nvSpPr>
          <p:cNvPr id="17" name="TextBox 16">
            <a:extLst>
              <a:ext uri="{FF2B5EF4-FFF2-40B4-BE49-F238E27FC236}">
                <a16:creationId xmlns:a16="http://schemas.microsoft.com/office/drawing/2014/main" id="{2064B002-5AD8-46FE-08FE-2EA6BE00A885}"/>
              </a:ext>
            </a:extLst>
          </p:cNvPr>
          <p:cNvSpPr txBox="1"/>
          <p:nvPr/>
        </p:nvSpPr>
        <p:spPr>
          <a:xfrm rot="16200000">
            <a:off x="-811442" y="3186056"/>
            <a:ext cx="3558448" cy="954107"/>
          </a:xfrm>
          <a:prstGeom prst="rect">
            <a:avLst/>
          </a:prstGeom>
          <a:noFill/>
        </p:spPr>
        <p:txBody>
          <a:bodyPr wrap="square" rtlCol="0">
            <a:spAutoFit/>
          </a:bodyPr>
          <a:lstStyle/>
          <a:p>
            <a:pPr algn="ctr"/>
            <a:r>
              <a:rPr lang="en-US" sz="2800" dirty="0"/>
              <a:t>Endangered species population</a:t>
            </a:r>
          </a:p>
        </p:txBody>
      </p:sp>
      <p:sp>
        <p:nvSpPr>
          <p:cNvPr id="19" name="Oval 18">
            <a:extLst>
              <a:ext uri="{FF2B5EF4-FFF2-40B4-BE49-F238E27FC236}">
                <a16:creationId xmlns:a16="http://schemas.microsoft.com/office/drawing/2014/main" id="{7C2958BD-00DD-A4EA-53F0-50BA259ECC33}"/>
              </a:ext>
            </a:extLst>
          </p:cNvPr>
          <p:cNvSpPr/>
          <p:nvPr/>
        </p:nvSpPr>
        <p:spPr>
          <a:xfrm>
            <a:off x="2521946" y="3296115"/>
            <a:ext cx="286438" cy="265769"/>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FB486AA1-0EC8-894F-B3AA-607CC0781893}"/>
              </a:ext>
            </a:extLst>
          </p:cNvPr>
          <p:cNvCxnSpPr>
            <a:stCxn id="19" idx="0"/>
          </p:cNvCxnSpPr>
          <p:nvPr/>
        </p:nvCxnSpPr>
        <p:spPr>
          <a:xfrm flipH="1" flipV="1">
            <a:off x="2665164" y="2236424"/>
            <a:ext cx="1" cy="1059691"/>
          </a:xfrm>
          <a:prstGeom prst="line">
            <a:avLst/>
          </a:prstGeom>
          <a:ln w="762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9297C6C-A43F-D294-4B9A-9D3D7507EA3C}"/>
              </a:ext>
            </a:extLst>
          </p:cNvPr>
          <p:cNvCxnSpPr>
            <a:cxnSpLocks/>
          </p:cNvCxnSpPr>
          <p:nvPr/>
        </p:nvCxnSpPr>
        <p:spPr>
          <a:xfrm flipV="1">
            <a:off x="2665164" y="3497855"/>
            <a:ext cx="0" cy="913389"/>
          </a:xfrm>
          <a:prstGeom prst="line">
            <a:avLst/>
          </a:prstGeom>
          <a:ln w="762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62755F6-8B94-C916-6F8C-92FCE9A64433}"/>
              </a:ext>
            </a:extLst>
          </p:cNvPr>
          <p:cNvSpPr/>
          <p:nvPr/>
        </p:nvSpPr>
        <p:spPr>
          <a:xfrm>
            <a:off x="4909641" y="2637680"/>
            <a:ext cx="286438" cy="265769"/>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B802C720-33BB-93F0-052A-056ECA7D5510}"/>
              </a:ext>
            </a:extLst>
          </p:cNvPr>
          <p:cNvCxnSpPr>
            <a:cxnSpLocks/>
            <a:stCxn id="24" idx="0"/>
          </p:cNvCxnSpPr>
          <p:nvPr/>
        </p:nvCxnSpPr>
        <p:spPr>
          <a:xfrm flipH="1" flipV="1">
            <a:off x="5052859" y="1575412"/>
            <a:ext cx="1" cy="1062268"/>
          </a:xfrm>
          <a:prstGeom prst="line">
            <a:avLst/>
          </a:prstGeom>
          <a:ln w="76200">
            <a:solidFill>
              <a:srgbClr val="00B0F0"/>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6E79918-4CAE-8B83-1C70-36114A09223D}"/>
              </a:ext>
            </a:extLst>
          </p:cNvPr>
          <p:cNvCxnSpPr>
            <a:cxnSpLocks/>
          </p:cNvCxnSpPr>
          <p:nvPr/>
        </p:nvCxnSpPr>
        <p:spPr>
          <a:xfrm flipV="1">
            <a:off x="5052859" y="2839420"/>
            <a:ext cx="0" cy="456695"/>
          </a:xfrm>
          <a:prstGeom prst="line">
            <a:avLst/>
          </a:prstGeom>
          <a:ln w="76200">
            <a:solidFill>
              <a:srgbClr val="00B0F0"/>
            </a:solidFill>
            <a:prstDash val="sysDot"/>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2C3E6288-1CFA-6D3F-8E6A-E88C8436C31A}"/>
              </a:ext>
            </a:extLst>
          </p:cNvPr>
          <p:cNvSpPr/>
          <p:nvPr/>
        </p:nvSpPr>
        <p:spPr>
          <a:xfrm>
            <a:off x="7154117" y="2083363"/>
            <a:ext cx="286438" cy="265769"/>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31D89C3B-9B9B-AC45-A198-686037EBF698}"/>
              </a:ext>
            </a:extLst>
          </p:cNvPr>
          <p:cNvCxnSpPr>
            <a:cxnSpLocks/>
            <a:stCxn id="33" idx="0"/>
          </p:cNvCxnSpPr>
          <p:nvPr/>
        </p:nvCxnSpPr>
        <p:spPr>
          <a:xfrm flipV="1">
            <a:off x="7297336" y="1555236"/>
            <a:ext cx="0" cy="528127"/>
          </a:xfrm>
          <a:prstGeom prst="line">
            <a:avLst/>
          </a:prstGeom>
          <a:ln w="76200">
            <a:solidFill>
              <a:srgbClr val="7030A0"/>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6D5C59E-5A41-C137-096B-4CD137C1E7ED}"/>
              </a:ext>
            </a:extLst>
          </p:cNvPr>
          <p:cNvCxnSpPr>
            <a:cxnSpLocks/>
          </p:cNvCxnSpPr>
          <p:nvPr/>
        </p:nvCxnSpPr>
        <p:spPr>
          <a:xfrm flipH="1" flipV="1">
            <a:off x="7297335" y="2285103"/>
            <a:ext cx="1" cy="2773497"/>
          </a:xfrm>
          <a:prstGeom prst="line">
            <a:avLst/>
          </a:prstGeom>
          <a:ln w="76200">
            <a:solidFill>
              <a:srgbClr val="7030A0"/>
            </a:solidFill>
            <a:prstDash val="sysDot"/>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0DEB90B-D4A7-8903-456D-BCD0009C1601}"/>
              </a:ext>
            </a:extLst>
          </p:cNvPr>
          <p:cNvSpPr txBox="1"/>
          <p:nvPr/>
        </p:nvSpPr>
        <p:spPr>
          <a:xfrm>
            <a:off x="8503288" y="1429115"/>
            <a:ext cx="3444398" cy="2585323"/>
          </a:xfrm>
          <a:prstGeom prst="rect">
            <a:avLst/>
          </a:prstGeom>
          <a:noFill/>
        </p:spPr>
        <p:txBody>
          <a:bodyPr wrap="square">
            <a:spAutoFit/>
          </a:bodyPr>
          <a:lstStyle/>
          <a:p>
            <a:pPr marL="457200" lvl="1" indent="0">
              <a:buNone/>
            </a:pPr>
            <a:r>
              <a:rPr lang="en-US" sz="1800" dirty="0"/>
              <a:t>“Decision maker defines a minimum level of performance they consider to be satisfactory and chooses the option that ensures at least that level of performance over the greatest range of uncertainty” (Runge et al. 2020 Ch 13)</a:t>
            </a:r>
          </a:p>
        </p:txBody>
      </p:sp>
      <p:cxnSp>
        <p:nvCxnSpPr>
          <p:cNvPr id="41" name="Straight Connector 40">
            <a:extLst>
              <a:ext uri="{FF2B5EF4-FFF2-40B4-BE49-F238E27FC236}">
                <a16:creationId xmlns:a16="http://schemas.microsoft.com/office/drawing/2014/main" id="{86C6C89F-740B-E9AE-5C4C-7BDDC4E64783}"/>
              </a:ext>
            </a:extLst>
          </p:cNvPr>
          <p:cNvCxnSpPr>
            <a:cxnSpLocks/>
          </p:cNvCxnSpPr>
          <p:nvPr/>
        </p:nvCxnSpPr>
        <p:spPr>
          <a:xfrm flipV="1">
            <a:off x="1729648" y="3943091"/>
            <a:ext cx="6633071" cy="11458"/>
          </a:xfrm>
          <a:prstGeom prst="line">
            <a:avLst/>
          </a:prstGeom>
          <a:ln w="76200">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0CEC156C-AD2A-B070-C8A6-D6CF90BC17D6}"/>
              </a:ext>
            </a:extLst>
          </p:cNvPr>
          <p:cNvSpPr txBox="1"/>
          <p:nvPr/>
        </p:nvSpPr>
        <p:spPr>
          <a:xfrm>
            <a:off x="3358568" y="4041912"/>
            <a:ext cx="3119350" cy="369332"/>
          </a:xfrm>
          <a:prstGeom prst="rect">
            <a:avLst/>
          </a:prstGeom>
          <a:noFill/>
        </p:spPr>
        <p:txBody>
          <a:bodyPr wrap="square" rtlCol="0">
            <a:spAutoFit/>
          </a:bodyPr>
          <a:lstStyle/>
          <a:p>
            <a:r>
              <a:rPr lang="en-US" dirty="0"/>
              <a:t>Minimum level of performance</a:t>
            </a:r>
          </a:p>
        </p:txBody>
      </p:sp>
      <p:sp>
        <p:nvSpPr>
          <p:cNvPr id="44" name="Rectangle 43">
            <a:extLst>
              <a:ext uri="{FF2B5EF4-FFF2-40B4-BE49-F238E27FC236}">
                <a16:creationId xmlns:a16="http://schemas.microsoft.com/office/drawing/2014/main" id="{6253D17E-46D8-CEE6-6064-AA6D8126A788}"/>
              </a:ext>
            </a:extLst>
          </p:cNvPr>
          <p:cNvSpPr/>
          <p:nvPr/>
        </p:nvSpPr>
        <p:spPr>
          <a:xfrm>
            <a:off x="4688798" y="1429115"/>
            <a:ext cx="819635" cy="2132769"/>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6E29F187-2D89-6364-FFCE-EDDF5AC6E7B8}"/>
              </a:ext>
            </a:extLst>
          </p:cNvPr>
          <p:cNvSpPr txBox="1"/>
          <p:nvPr/>
        </p:nvSpPr>
        <p:spPr>
          <a:xfrm>
            <a:off x="4513409" y="1058578"/>
            <a:ext cx="1170412" cy="369332"/>
          </a:xfrm>
          <a:prstGeom prst="rect">
            <a:avLst/>
          </a:prstGeom>
          <a:noFill/>
        </p:spPr>
        <p:txBody>
          <a:bodyPr wrap="square" rtlCol="0">
            <a:spAutoFit/>
          </a:bodyPr>
          <a:lstStyle/>
          <a:p>
            <a:pPr algn="ctr"/>
            <a:r>
              <a:rPr lang="en-US" b="1" dirty="0">
                <a:solidFill>
                  <a:srgbClr val="00B0F0"/>
                </a:solidFill>
              </a:rPr>
              <a:t>Select B!</a:t>
            </a:r>
          </a:p>
        </p:txBody>
      </p:sp>
    </p:spTree>
    <p:extLst>
      <p:ext uri="{BB962C8B-B14F-4D97-AF65-F5344CB8AC3E}">
        <p14:creationId xmlns:p14="http://schemas.microsoft.com/office/powerpoint/2010/main" val="396571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Google Shape;374;p31">
            <a:extLst>
              <a:ext uri="{FF2B5EF4-FFF2-40B4-BE49-F238E27FC236}">
                <a16:creationId xmlns:a16="http://schemas.microsoft.com/office/drawing/2014/main" id="{584F6FD4-0D94-BCE0-CEF6-2A82ED382367}"/>
              </a:ext>
            </a:extLst>
          </p:cNvPr>
          <p:cNvCxnSpPr>
            <a:cxnSpLocks/>
            <a:stCxn id="52" idx="3"/>
            <a:endCxn id="110" idx="1"/>
          </p:cNvCxnSpPr>
          <p:nvPr/>
        </p:nvCxnSpPr>
        <p:spPr>
          <a:xfrm>
            <a:off x="4731796" y="3310266"/>
            <a:ext cx="1364204" cy="3091928"/>
          </a:xfrm>
          <a:prstGeom prst="straightConnector1">
            <a:avLst/>
          </a:prstGeom>
          <a:noFill/>
          <a:ln w="76200" cap="flat" cmpd="sng">
            <a:solidFill>
              <a:schemeClr val="dk1"/>
            </a:solidFill>
            <a:prstDash val="solid"/>
            <a:round/>
            <a:headEnd type="none" w="sm" len="sm"/>
            <a:tailEnd type="stealth" w="sm" len="sm"/>
          </a:ln>
        </p:spPr>
      </p:cxnSp>
      <p:sp>
        <p:nvSpPr>
          <p:cNvPr id="28" name="Google Shape;373;p31">
            <a:extLst>
              <a:ext uri="{FF2B5EF4-FFF2-40B4-BE49-F238E27FC236}">
                <a16:creationId xmlns:a16="http://schemas.microsoft.com/office/drawing/2014/main" id="{4EAE5C03-3974-F5C0-79F8-C02417915F6F}"/>
              </a:ext>
            </a:extLst>
          </p:cNvPr>
          <p:cNvSpPr/>
          <p:nvPr/>
        </p:nvSpPr>
        <p:spPr>
          <a:xfrm>
            <a:off x="6518353" y="2853066"/>
            <a:ext cx="1066800" cy="914400"/>
          </a:xfrm>
          <a:prstGeom prst="ellipse">
            <a:avLst/>
          </a:prstGeom>
          <a:noFill/>
          <a:ln w="2857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sp>
        <p:nvSpPr>
          <p:cNvPr id="30" name="Google Shape;376;p31">
            <a:extLst>
              <a:ext uri="{FF2B5EF4-FFF2-40B4-BE49-F238E27FC236}">
                <a16:creationId xmlns:a16="http://schemas.microsoft.com/office/drawing/2014/main" id="{408DE050-8C5E-03AF-FD92-A353BF5ABFEE}"/>
              </a:ext>
            </a:extLst>
          </p:cNvPr>
          <p:cNvSpPr txBox="1"/>
          <p:nvPr/>
        </p:nvSpPr>
        <p:spPr>
          <a:xfrm>
            <a:off x="9415929" y="3401654"/>
            <a:ext cx="1066800" cy="731624"/>
          </a:xfrm>
          <a:prstGeom prst="rect">
            <a:avLst/>
          </a:prstGeom>
          <a:noFill/>
          <a:ln w="38100" cap="flat" cmpd="sng">
            <a:solidFill>
              <a:schemeClr val="accent6"/>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3,500 removed</a:t>
            </a:r>
            <a:endParaRPr sz="1800" dirty="0">
              <a:solidFill>
                <a:schemeClr val="dk1"/>
              </a:solidFill>
              <a:latin typeface="+mj-lt"/>
              <a:ea typeface="Arial"/>
              <a:cs typeface="Arial"/>
              <a:sym typeface="Arial"/>
            </a:endParaRPr>
          </a:p>
        </p:txBody>
      </p:sp>
      <p:sp>
        <p:nvSpPr>
          <p:cNvPr id="31" name="Google Shape;377;p31">
            <a:extLst>
              <a:ext uri="{FF2B5EF4-FFF2-40B4-BE49-F238E27FC236}">
                <a16:creationId xmlns:a16="http://schemas.microsoft.com/office/drawing/2014/main" id="{B4760B3F-ABDC-E85F-340A-7B8C341E7BA5}"/>
              </a:ext>
            </a:extLst>
          </p:cNvPr>
          <p:cNvSpPr txBox="1"/>
          <p:nvPr/>
        </p:nvSpPr>
        <p:spPr>
          <a:xfrm>
            <a:off x="9415929" y="2504830"/>
            <a:ext cx="1066800" cy="731624"/>
          </a:xfrm>
          <a:prstGeom prst="rect">
            <a:avLst/>
          </a:prstGeom>
          <a:noFill/>
          <a:ln w="38100" cap="flat" cmpd="sng">
            <a:solidFill>
              <a:schemeClr val="accent6"/>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15,000 removed</a:t>
            </a:r>
            <a:endParaRPr sz="1800" dirty="0">
              <a:solidFill>
                <a:schemeClr val="dk1"/>
              </a:solidFill>
              <a:latin typeface="+mj-lt"/>
              <a:ea typeface="Arial"/>
              <a:cs typeface="Arial"/>
              <a:sym typeface="Arial"/>
            </a:endParaRPr>
          </a:p>
        </p:txBody>
      </p:sp>
      <p:cxnSp>
        <p:nvCxnSpPr>
          <p:cNvPr id="32" name="Google Shape;378;p31">
            <a:extLst>
              <a:ext uri="{FF2B5EF4-FFF2-40B4-BE49-F238E27FC236}">
                <a16:creationId xmlns:a16="http://schemas.microsoft.com/office/drawing/2014/main" id="{5E9EC0ED-781B-75EA-8C4E-E8A040B516CF}"/>
              </a:ext>
            </a:extLst>
          </p:cNvPr>
          <p:cNvCxnSpPr>
            <a:cxnSpLocks/>
            <a:stCxn id="28" idx="6"/>
            <a:endCxn id="30" idx="1"/>
          </p:cNvCxnSpPr>
          <p:nvPr/>
        </p:nvCxnSpPr>
        <p:spPr>
          <a:xfrm>
            <a:off x="7585153" y="3310266"/>
            <a:ext cx="1830776" cy="457200"/>
          </a:xfrm>
          <a:prstGeom prst="straightConnector1">
            <a:avLst/>
          </a:prstGeom>
          <a:noFill/>
          <a:ln w="76200" cap="flat" cmpd="sng">
            <a:solidFill>
              <a:schemeClr val="accent6"/>
            </a:solidFill>
            <a:prstDash val="solid"/>
            <a:round/>
            <a:headEnd type="none" w="sm" len="sm"/>
            <a:tailEnd type="stealth" w="sm" len="sm"/>
          </a:ln>
        </p:spPr>
      </p:cxnSp>
      <p:cxnSp>
        <p:nvCxnSpPr>
          <p:cNvPr id="33" name="Google Shape;379;p31">
            <a:extLst>
              <a:ext uri="{FF2B5EF4-FFF2-40B4-BE49-F238E27FC236}">
                <a16:creationId xmlns:a16="http://schemas.microsoft.com/office/drawing/2014/main" id="{395A6CEF-D96D-10EB-AF64-6035D89BBFC5}"/>
              </a:ext>
            </a:extLst>
          </p:cNvPr>
          <p:cNvCxnSpPr>
            <a:cxnSpLocks/>
            <a:stCxn id="28" idx="6"/>
            <a:endCxn id="31" idx="1"/>
          </p:cNvCxnSpPr>
          <p:nvPr/>
        </p:nvCxnSpPr>
        <p:spPr>
          <a:xfrm flipV="1">
            <a:off x="7585153" y="2870642"/>
            <a:ext cx="1830776" cy="439624"/>
          </a:xfrm>
          <a:prstGeom prst="straightConnector1">
            <a:avLst/>
          </a:prstGeom>
          <a:noFill/>
          <a:ln w="76200" cap="flat" cmpd="sng">
            <a:solidFill>
              <a:schemeClr val="accent6"/>
            </a:solidFill>
            <a:prstDash val="solid"/>
            <a:round/>
            <a:headEnd type="none" w="sm" len="sm"/>
            <a:tailEnd type="stealth" w="sm" len="sm"/>
          </a:ln>
        </p:spPr>
      </p:cxnSp>
      <p:sp>
        <p:nvSpPr>
          <p:cNvPr id="52" name="Google Shape;372;p31">
            <a:extLst>
              <a:ext uri="{FF2B5EF4-FFF2-40B4-BE49-F238E27FC236}">
                <a16:creationId xmlns:a16="http://schemas.microsoft.com/office/drawing/2014/main" id="{C55947F2-85AD-72B2-C90E-DB3AC5F1159E}"/>
              </a:ext>
            </a:extLst>
          </p:cNvPr>
          <p:cNvSpPr txBox="1"/>
          <p:nvPr/>
        </p:nvSpPr>
        <p:spPr>
          <a:xfrm>
            <a:off x="3664996" y="2853066"/>
            <a:ext cx="1066800" cy="914400"/>
          </a:xfrm>
          <a:prstGeom prst="rect">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dirty="0">
                <a:solidFill>
                  <a:schemeClr val="dk1"/>
                </a:solidFill>
                <a:latin typeface="+mj-lt"/>
                <a:ea typeface="Arial"/>
                <a:cs typeface="Arial"/>
                <a:sym typeface="Arial"/>
              </a:rPr>
              <a:t>Removal strategy</a:t>
            </a:r>
            <a:r>
              <a:rPr lang="en-US" sz="1800" dirty="0">
                <a:solidFill>
                  <a:schemeClr val="dk1"/>
                </a:solidFill>
                <a:latin typeface="+mj-lt"/>
                <a:ea typeface="Arial"/>
                <a:cs typeface="Arial"/>
                <a:sym typeface="Arial"/>
              </a:rPr>
              <a:t>?</a:t>
            </a:r>
            <a:endParaRPr sz="1800" dirty="0">
              <a:solidFill>
                <a:schemeClr val="dk1"/>
              </a:solidFill>
              <a:latin typeface="+mj-lt"/>
              <a:ea typeface="Arial"/>
              <a:cs typeface="Arial"/>
              <a:sym typeface="Arial"/>
            </a:endParaRPr>
          </a:p>
        </p:txBody>
      </p:sp>
      <p:cxnSp>
        <p:nvCxnSpPr>
          <p:cNvPr id="53" name="Google Shape;381;p31">
            <a:extLst>
              <a:ext uri="{FF2B5EF4-FFF2-40B4-BE49-F238E27FC236}">
                <a16:creationId xmlns:a16="http://schemas.microsoft.com/office/drawing/2014/main" id="{7DB4C26C-4031-4825-9F4F-812B89A2B8BE}"/>
              </a:ext>
            </a:extLst>
          </p:cNvPr>
          <p:cNvCxnSpPr>
            <a:cxnSpLocks/>
            <a:stCxn id="52" idx="3"/>
            <a:endCxn id="28" idx="2"/>
          </p:cNvCxnSpPr>
          <p:nvPr/>
        </p:nvCxnSpPr>
        <p:spPr>
          <a:xfrm>
            <a:off x="4731796" y="3310266"/>
            <a:ext cx="1786557" cy="0"/>
          </a:xfrm>
          <a:prstGeom prst="straightConnector1">
            <a:avLst/>
          </a:prstGeom>
          <a:noFill/>
          <a:ln w="76200" cap="flat" cmpd="sng">
            <a:solidFill>
              <a:schemeClr val="accent6"/>
            </a:solidFill>
            <a:prstDash val="solid"/>
            <a:round/>
            <a:headEnd type="none" w="sm" len="sm"/>
            <a:tailEnd type="stealth" w="sm" len="sm"/>
          </a:ln>
        </p:spPr>
      </p:cxnSp>
      <p:sp>
        <p:nvSpPr>
          <p:cNvPr id="60" name="Google Shape;373;p31">
            <a:extLst>
              <a:ext uri="{FF2B5EF4-FFF2-40B4-BE49-F238E27FC236}">
                <a16:creationId xmlns:a16="http://schemas.microsoft.com/office/drawing/2014/main" id="{01CEDF6C-3196-E36D-2418-949CEABC1CD9}"/>
              </a:ext>
            </a:extLst>
          </p:cNvPr>
          <p:cNvSpPr/>
          <p:nvPr/>
        </p:nvSpPr>
        <p:spPr>
          <a:xfrm>
            <a:off x="6518353" y="838106"/>
            <a:ext cx="1066800" cy="914400"/>
          </a:xfrm>
          <a:prstGeom prst="ellipse">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sp>
        <p:nvSpPr>
          <p:cNvPr id="61" name="Google Shape;376;p31">
            <a:extLst>
              <a:ext uri="{FF2B5EF4-FFF2-40B4-BE49-F238E27FC236}">
                <a16:creationId xmlns:a16="http://schemas.microsoft.com/office/drawing/2014/main" id="{39237400-0B56-53E8-4EEC-C2699C6E3137}"/>
              </a:ext>
            </a:extLst>
          </p:cNvPr>
          <p:cNvSpPr txBox="1"/>
          <p:nvPr/>
        </p:nvSpPr>
        <p:spPr>
          <a:xfrm>
            <a:off x="9420351" y="1398097"/>
            <a:ext cx="1062378" cy="734412"/>
          </a:xfrm>
          <a:prstGeom prst="rect">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 removed</a:t>
            </a:r>
            <a:endParaRPr sz="1800" dirty="0">
              <a:solidFill>
                <a:schemeClr val="dk1"/>
              </a:solidFill>
              <a:latin typeface="+mj-lt"/>
              <a:ea typeface="Arial"/>
              <a:cs typeface="Arial"/>
              <a:sym typeface="Arial"/>
            </a:endParaRPr>
          </a:p>
        </p:txBody>
      </p:sp>
      <p:sp>
        <p:nvSpPr>
          <p:cNvPr id="62" name="Google Shape;377;p31">
            <a:extLst>
              <a:ext uri="{FF2B5EF4-FFF2-40B4-BE49-F238E27FC236}">
                <a16:creationId xmlns:a16="http://schemas.microsoft.com/office/drawing/2014/main" id="{B24E3B9A-7938-6627-8D13-0256B68EA508}"/>
              </a:ext>
            </a:extLst>
          </p:cNvPr>
          <p:cNvSpPr txBox="1"/>
          <p:nvPr/>
        </p:nvSpPr>
        <p:spPr>
          <a:xfrm>
            <a:off x="9415928" y="501831"/>
            <a:ext cx="1062377" cy="734412"/>
          </a:xfrm>
          <a:prstGeom prst="rect">
            <a:avLst/>
          </a:prstGeom>
          <a:noFill/>
          <a:ln w="38100" cap="flat" cmpd="sng">
            <a:solidFill>
              <a:schemeClr val="accent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dirty="0">
                <a:solidFill>
                  <a:schemeClr val="dk1"/>
                </a:solidFill>
                <a:latin typeface="+mj-lt"/>
                <a:ea typeface="Arial"/>
                <a:cs typeface="Arial"/>
                <a:sym typeface="Arial"/>
              </a:rPr>
              <a:t>5,000 removed</a:t>
            </a:r>
            <a:endParaRPr sz="1800" dirty="0">
              <a:solidFill>
                <a:schemeClr val="dk1"/>
              </a:solidFill>
              <a:latin typeface="+mj-lt"/>
              <a:ea typeface="Arial"/>
              <a:cs typeface="Arial"/>
              <a:sym typeface="Arial"/>
            </a:endParaRPr>
          </a:p>
        </p:txBody>
      </p:sp>
      <p:cxnSp>
        <p:nvCxnSpPr>
          <p:cNvPr id="63" name="Google Shape;378;p31">
            <a:extLst>
              <a:ext uri="{FF2B5EF4-FFF2-40B4-BE49-F238E27FC236}">
                <a16:creationId xmlns:a16="http://schemas.microsoft.com/office/drawing/2014/main" id="{31D423E3-7C80-CC2B-A385-E792F2AF87B9}"/>
              </a:ext>
            </a:extLst>
          </p:cNvPr>
          <p:cNvCxnSpPr>
            <a:cxnSpLocks/>
            <a:stCxn id="60" idx="6"/>
            <a:endCxn id="61" idx="1"/>
          </p:cNvCxnSpPr>
          <p:nvPr/>
        </p:nvCxnSpPr>
        <p:spPr>
          <a:xfrm>
            <a:off x="7585153" y="1295306"/>
            <a:ext cx="1835198" cy="469997"/>
          </a:xfrm>
          <a:prstGeom prst="straightConnector1">
            <a:avLst/>
          </a:prstGeom>
          <a:noFill/>
          <a:ln w="76200" cap="flat" cmpd="sng">
            <a:solidFill>
              <a:schemeClr val="accent1"/>
            </a:solidFill>
            <a:prstDash val="solid"/>
            <a:round/>
            <a:headEnd type="none" w="sm" len="sm"/>
            <a:tailEnd type="stealth" w="sm" len="sm"/>
          </a:ln>
        </p:spPr>
      </p:cxnSp>
      <p:cxnSp>
        <p:nvCxnSpPr>
          <p:cNvPr id="64" name="Google Shape;379;p31">
            <a:extLst>
              <a:ext uri="{FF2B5EF4-FFF2-40B4-BE49-F238E27FC236}">
                <a16:creationId xmlns:a16="http://schemas.microsoft.com/office/drawing/2014/main" id="{B2DA08D1-9A17-7BB8-5AA6-0A37FB6E6E5E}"/>
              </a:ext>
            </a:extLst>
          </p:cNvPr>
          <p:cNvCxnSpPr>
            <a:cxnSpLocks/>
            <a:stCxn id="60" idx="6"/>
            <a:endCxn id="62" idx="1"/>
          </p:cNvCxnSpPr>
          <p:nvPr/>
        </p:nvCxnSpPr>
        <p:spPr>
          <a:xfrm flipV="1">
            <a:off x="7585153" y="869037"/>
            <a:ext cx="1830775" cy="426269"/>
          </a:xfrm>
          <a:prstGeom prst="straightConnector1">
            <a:avLst/>
          </a:prstGeom>
          <a:noFill/>
          <a:ln w="76200" cap="flat" cmpd="sng">
            <a:solidFill>
              <a:schemeClr val="accent1"/>
            </a:solidFill>
            <a:prstDash val="solid"/>
            <a:round/>
            <a:headEnd type="none" w="sm" len="sm"/>
            <a:tailEnd type="stealth" w="sm" len="sm"/>
          </a:ln>
        </p:spPr>
      </p:cxnSp>
      <p:cxnSp>
        <p:nvCxnSpPr>
          <p:cNvPr id="65" name="Google Shape;381;p31">
            <a:extLst>
              <a:ext uri="{FF2B5EF4-FFF2-40B4-BE49-F238E27FC236}">
                <a16:creationId xmlns:a16="http://schemas.microsoft.com/office/drawing/2014/main" id="{2E79C33D-86A9-CC4F-4DB9-FDE8EE711328}"/>
              </a:ext>
            </a:extLst>
          </p:cNvPr>
          <p:cNvCxnSpPr>
            <a:cxnSpLocks/>
            <a:stCxn id="52" idx="3"/>
            <a:endCxn id="60" idx="2"/>
          </p:cNvCxnSpPr>
          <p:nvPr/>
        </p:nvCxnSpPr>
        <p:spPr>
          <a:xfrm flipV="1">
            <a:off x="4731796" y="1295306"/>
            <a:ext cx="1786557" cy="2014960"/>
          </a:xfrm>
          <a:prstGeom prst="straightConnector1">
            <a:avLst/>
          </a:prstGeom>
          <a:noFill/>
          <a:ln w="76200" cap="flat" cmpd="sng">
            <a:solidFill>
              <a:schemeClr val="accent1"/>
            </a:solidFill>
            <a:prstDash val="solid"/>
            <a:round/>
            <a:headEnd type="none" w="sm" len="sm"/>
            <a:tailEnd type="stealth" w="sm" len="sm"/>
          </a:ln>
        </p:spPr>
      </p:cxnSp>
      <p:sp>
        <p:nvSpPr>
          <p:cNvPr id="67" name="Google Shape;373;p31">
            <a:extLst>
              <a:ext uri="{FF2B5EF4-FFF2-40B4-BE49-F238E27FC236}">
                <a16:creationId xmlns:a16="http://schemas.microsoft.com/office/drawing/2014/main" id="{7C5403BB-22BF-A219-1EF4-B3F1D24925B2}"/>
              </a:ext>
            </a:extLst>
          </p:cNvPr>
          <p:cNvSpPr/>
          <p:nvPr/>
        </p:nvSpPr>
        <p:spPr>
          <a:xfrm>
            <a:off x="6518353" y="4804183"/>
            <a:ext cx="1066800" cy="914400"/>
          </a:xfrm>
          <a:prstGeom prst="ellipse">
            <a:avLst/>
          </a:prstGeom>
          <a:noFill/>
          <a:ln w="28575"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dk2"/>
                </a:solidFill>
                <a:latin typeface="+mj-lt"/>
                <a:ea typeface="Palatino Linotype"/>
                <a:cs typeface="Palatino Linotype"/>
                <a:sym typeface="Palatino Linotype"/>
              </a:rPr>
              <a:t>Does it work?</a:t>
            </a:r>
            <a:endParaRPr dirty="0">
              <a:solidFill>
                <a:schemeClr val="dk2"/>
              </a:solidFill>
              <a:latin typeface="+mj-lt"/>
              <a:ea typeface="Palatino Linotype"/>
              <a:cs typeface="Palatino Linotype"/>
              <a:sym typeface="Palatino Linotype"/>
            </a:endParaRPr>
          </a:p>
        </p:txBody>
      </p:sp>
      <p:sp>
        <p:nvSpPr>
          <p:cNvPr id="68" name="Google Shape;376;p31">
            <a:extLst>
              <a:ext uri="{FF2B5EF4-FFF2-40B4-BE49-F238E27FC236}">
                <a16:creationId xmlns:a16="http://schemas.microsoft.com/office/drawing/2014/main" id="{3D56CA0E-61F0-C655-0FE7-5D55FAD3C52F}"/>
              </a:ext>
            </a:extLst>
          </p:cNvPr>
          <p:cNvSpPr txBox="1"/>
          <p:nvPr/>
        </p:nvSpPr>
        <p:spPr>
          <a:xfrm>
            <a:off x="9415929" y="5397788"/>
            <a:ext cx="1066800" cy="731624"/>
          </a:xfrm>
          <a:prstGeom prst="rect">
            <a:avLst/>
          </a:prstGeom>
          <a:no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2,000 removed</a:t>
            </a:r>
            <a:endParaRPr sz="1800" dirty="0">
              <a:solidFill>
                <a:schemeClr val="dk1"/>
              </a:solidFill>
              <a:latin typeface="+mj-lt"/>
              <a:ea typeface="Arial"/>
              <a:cs typeface="Arial"/>
              <a:sym typeface="Arial"/>
            </a:endParaRPr>
          </a:p>
        </p:txBody>
      </p:sp>
      <p:sp>
        <p:nvSpPr>
          <p:cNvPr id="69" name="Google Shape;377;p31">
            <a:extLst>
              <a:ext uri="{FF2B5EF4-FFF2-40B4-BE49-F238E27FC236}">
                <a16:creationId xmlns:a16="http://schemas.microsoft.com/office/drawing/2014/main" id="{81B9004F-552A-0DDF-8E6B-D70BDB390E54}"/>
              </a:ext>
            </a:extLst>
          </p:cNvPr>
          <p:cNvSpPr txBox="1"/>
          <p:nvPr/>
        </p:nvSpPr>
        <p:spPr>
          <a:xfrm>
            <a:off x="9415929" y="4502214"/>
            <a:ext cx="1066800" cy="731624"/>
          </a:xfrm>
          <a:prstGeom prst="rect">
            <a:avLst/>
          </a:prstGeom>
          <a:no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25,000 removed</a:t>
            </a:r>
            <a:endParaRPr sz="1800" dirty="0">
              <a:solidFill>
                <a:schemeClr val="dk1"/>
              </a:solidFill>
              <a:latin typeface="+mj-lt"/>
              <a:ea typeface="Arial"/>
              <a:cs typeface="Arial"/>
              <a:sym typeface="Arial"/>
            </a:endParaRPr>
          </a:p>
        </p:txBody>
      </p:sp>
      <p:cxnSp>
        <p:nvCxnSpPr>
          <p:cNvPr id="70" name="Google Shape;378;p31">
            <a:extLst>
              <a:ext uri="{FF2B5EF4-FFF2-40B4-BE49-F238E27FC236}">
                <a16:creationId xmlns:a16="http://schemas.microsoft.com/office/drawing/2014/main" id="{6BD68A19-E76F-33F2-0A0C-F27CE2780B3F}"/>
              </a:ext>
            </a:extLst>
          </p:cNvPr>
          <p:cNvCxnSpPr>
            <a:cxnSpLocks/>
            <a:stCxn id="67" idx="6"/>
            <a:endCxn id="68" idx="1"/>
          </p:cNvCxnSpPr>
          <p:nvPr/>
        </p:nvCxnSpPr>
        <p:spPr>
          <a:xfrm>
            <a:off x="7585153" y="5261383"/>
            <a:ext cx="1830776" cy="502217"/>
          </a:xfrm>
          <a:prstGeom prst="straightConnector1">
            <a:avLst/>
          </a:prstGeom>
          <a:noFill/>
          <a:ln w="76200" cap="flat" cmpd="sng">
            <a:solidFill>
              <a:schemeClr val="accent2"/>
            </a:solidFill>
            <a:prstDash val="solid"/>
            <a:round/>
            <a:headEnd type="none" w="sm" len="sm"/>
            <a:tailEnd type="stealth" w="sm" len="sm"/>
          </a:ln>
        </p:spPr>
      </p:cxnSp>
      <p:cxnSp>
        <p:nvCxnSpPr>
          <p:cNvPr id="71" name="Google Shape;379;p31">
            <a:extLst>
              <a:ext uri="{FF2B5EF4-FFF2-40B4-BE49-F238E27FC236}">
                <a16:creationId xmlns:a16="http://schemas.microsoft.com/office/drawing/2014/main" id="{06034159-E625-D0C2-1A9C-E81366CE00E3}"/>
              </a:ext>
            </a:extLst>
          </p:cNvPr>
          <p:cNvCxnSpPr>
            <a:cxnSpLocks/>
            <a:stCxn id="67" idx="6"/>
            <a:endCxn id="69" idx="1"/>
          </p:cNvCxnSpPr>
          <p:nvPr/>
        </p:nvCxnSpPr>
        <p:spPr>
          <a:xfrm flipV="1">
            <a:off x="7585153" y="4868026"/>
            <a:ext cx="1830776" cy="393357"/>
          </a:xfrm>
          <a:prstGeom prst="straightConnector1">
            <a:avLst/>
          </a:prstGeom>
          <a:noFill/>
          <a:ln w="76200" cap="flat" cmpd="sng">
            <a:solidFill>
              <a:schemeClr val="accent2"/>
            </a:solidFill>
            <a:prstDash val="solid"/>
            <a:round/>
            <a:headEnd type="none" w="sm" len="sm"/>
            <a:tailEnd type="stealth" w="sm" len="sm"/>
          </a:ln>
        </p:spPr>
      </p:cxnSp>
      <p:cxnSp>
        <p:nvCxnSpPr>
          <p:cNvPr id="72" name="Google Shape;381;p31">
            <a:extLst>
              <a:ext uri="{FF2B5EF4-FFF2-40B4-BE49-F238E27FC236}">
                <a16:creationId xmlns:a16="http://schemas.microsoft.com/office/drawing/2014/main" id="{54D04562-D6EA-B3BC-7774-C1D25FAEF6E0}"/>
              </a:ext>
            </a:extLst>
          </p:cNvPr>
          <p:cNvCxnSpPr>
            <a:cxnSpLocks/>
            <a:stCxn id="52" idx="3"/>
            <a:endCxn id="67" idx="2"/>
          </p:cNvCxnSpPr>
          <p:nvPr/>
        </p:nvCxnSpPr>
        <p:spPr>
          <a:xfrm>
            <a:off x="4731796" y="3310266"/>
            <a:ext cx="1786557" cy="1951117"/>
          </a:xfrm>
          <a:prstGeom prst="straightConnector1">
            <a:avLst/>
          </a:prstGeom>
          <a:noFill/>
          <a:ln w="76200" cap="flat" cmpd="sng">
            <a:solidFill>
              <a:schemeClr val="accent2"/>
            </a:solidFill>
            <a:prstDash val="solid"/>
            <a:round/>
            <a:headEnd type="none" w="sm" len="sm"/>
            <a:tailEnd type="stealth" w="sm" len="sm"/>
          </a:ln>
        </p:spPr>
      </p:cxnSp>
      <p:sp>
        <p:nvSpPr>
          <p:cNvPr id="110" name="Google Shape;376;p31">
            <a:extLst>
              <a:ext uri="{FF2B5EF4-FFF2-40B4-BE49-F238E27FC236}">
                <a16:creationId xmlns:a16="http://schemas.microsoft.com/office/drawing/2014/main" id="{A7FE8FCC-FE99-F25D-E625-E2842B9CAAA6}"/>
              </a:ext>
            </a:extLst>
          </p:cNvPr>
          <p:cNvSpPr txBox="1"/>
          <p:nvPr/>
        </p:nvSpPr>
        <p:spPr>
          <a:xfrm>
            <a:off x="6096000" y="6036382"/>
            <a:ext cx="1066800" cy="731624"/>
          </a:xfrm>
          <a:prstGeom prst="rect">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0 removed</a:t>
            </a:r>
            <a:endParaRPr sz="1800" dirty="0">
              <a:solidFill>
                <a:schemeClr val="dk1"/>
              </a:solidFill>
              <a:latin typeface="+mj-lt"/>
              <a:ea typeface="Arial"/>
              <a:cs typeface="Arial"/>
              <a:sym typeface="Arial"/>
            </a:endParaRPr>
          </a:p>
        </p:txBody>
      </p:sp>
      <p:sp>
        <p:nvSpPr>
          <p:cNvPr id="123" name="TextBox 122">
            <a:extLst>
              <a:ext uri="{FF2B5EF4-FFF2-40B4-BE49-F238E27FC236}">
                <a16:creationId xmlns:a16="http://schemas.microsoft.com/office/drawing/2014/main" id="{D6AD711A-251C-137C-FC60-3725C955EDB4}"/>
              </a:ext>
            </a:extLst>
          </p:cNvPr>
          <p:cNvSpPr txBox="1"/>
          <p:nvPr/>
        </p:nvSpPr>
        <p:spPr>
          <a:xfrm>
            <a:off x="4866503" y="5578358"/>
            <a:ext cx="1115540" cy="646331"/>
          </a:xfrm>
          <a:prstGeom prst="rect">
            <a:avLst/>
          </a:prstGeom>
          <a:noFill/>
        </p:spPr>
        <p:txBody>
          <a:bodyPr wrap="square" rtlCol="0">
            <a:spAutoFit/>
          </a:bodyPr>
          <a:lstStyle/>
          <a:p>
            <a:pPr algn="ctr"/>
            <a:r>
              <a:rPr lang="en-US" b="1" dirty="0"/>
              <a:t>No removal</a:t>
            </a:r>
          </a:p>
        </p:txBody>
      </p:sp>
      <p:sp>
        <p:nvSpPr>
          <p:cNvPr id="124" name="TextBox 123">
            <a:extLst>
              <a:ext uri="{FF2B5EF4-FFF2-40B4-BE49-F238E27FC236}">
                <a16:creationId xmlns:a16="http://schemas.microsoft.com/office/drawing/2014/main" id="{1DE08222-FAAC-5E7B-A949-99F977B64093}"/>
              </a:ext>
            </a:extLst>
          </p:cNvPr>
          <p:cNvSpPr txBox="1"/>
          <p:nvPr/>
        </p:nvSpPr>
        <p:spPr>
          <a:xfrm>
            <a:off x="5481715" y="3930329"/>
            <a:ext cx="1487075" cy="369332"/>
          </a:xfrm>
          <a:prstGeom prst="rect">
            <a:avLst/>
          </a:prstGeom>
          <a:noFill/>
        </p:spPr>
        <p:txBody>
          <a:bodyPr wrap="square" rtlCol="0">
            <a:spAutoFit/>
          </a:bodyPr>
          <a:lstStyle/>
          <a:p>
            <a:pPr algn="ctr"/>
            <a:r>
              <a:rPr lang="en-US" b="1" dirty="0">
                <a:solidFill>
                  <a:schemeClr val="accent2"/>
                </a:solidFill>
              </a:rPr>
              <a:t>Strategy C</a:t>
            </a:r>
          </a:p>
        </p:txBody>
      </p:sp>
      <p:sp>
        <p:nvSpPr>
          <p:cNvPr id="125" name="TextBox 124">
            <a:extLst>
              <a:ext uri="{FF2B5EF4-FFF2-40B4-BE49-F238E27FC236}">
                <a16:creationId xmlns:a16="http://schemas.microsoft.com/office/drawing/2014/main" id="{BCB4B5A7-7D1D-1059-BB44-F61DA5968CED}"/>
              </a:ext>
            </a:extLst>
          </p:cNvPr>
          <p:cNvSpPr txBox="1"/>
          <p:nvPr/>
        </p:nvSpPr>
        <p:spPr>
          <a:xfrm>
            <a:off x="5075497" y="2853963"/>
            <a:ext cx="1487075" cy="369332"/>
          </a:xfrm>
          <a:prstGeom prst="rect">
            <a:avLst/>
          </a:prstGeom>
          <a:noFill/>
        </p:spPr>
        <p:txBody>
          <a:bodyPr wrap="square" rtlCol="0">
            <a:spAutoFit/>
          </a:bodyPr>
          <a:lstStyle/>
          <a:p>
            <a:pPr algn="ctr"/>
            <a:r>
              <a:rPr lang="en-US" b="1" dirty="0">
                <a:solidFill>
                  <a:schemeClr val="accent6"/>
                </a:solidFill>
              </a:rPr>
              <a:t>Strategy B</a:t>
            </a:r>
          </a:p>
        </p:txBody>
      </p:sp>
      <p:sp>
        <p:nvSpPr>
          <p:cNvPr id="126" name="TextBox 125">
            <a:extLst>
              <a:ext uri="{FF2B5EF4-FFF2-40B4-BE49-F238E27FC236}">
                <a16:creationId xmlns:a16="http://schemas.microsoft.com/office/drawing/2014/main" id="{D2E9C179-4990-2844-AA15-1CAE05F7263F}"/>
              </a:ext>
            </a:extLst>
          </p:cNvPr>
          <p:cNvSpPr txBox="1"/>
          <p:nvPr/>
        </p:nvSpPr>
        <p:spPr>
          <a:xfrm>
            <a:off x="4560565" y="1548622"/>
            <a:ext cx="1487075" cy="369332"/>
          </a:xfrm>
          <a:prstGeom prst="rect">
            <a:avLst/>
          </a:prstGeom>
          <a:noFill/>
        </p:spPr>
        <p:txBody>
          <a:bodyPr wrap="square" rtlCol="0">
            <a:spAutoFit/>
          </a:bodyPr>
          <a:lstStyle/>
          <a:p>
            <a:pPr algn="ctr"/>
            <a:r>
              <a:rPr lang="en-US" b="1" dirty="0">
                <a:solidFill>
                  <a:schemeClr val="accent5"/>
                </a:solidFill>
              </a:rPr>
              <a:t>Strategy A</a:t>
            </a:r>
          </a:p>
        </p:txBody>
      </p:sp>
      <p:sp>
        <p:nvSpPr>
          <p:cNvPr id="134" name="Google Shape;383;p31">
            <a:extLst>
              <a:ext uri="{FF2B5EF4-FFF2-40B4-BE49-F238E27FC236}">
                <a16:creationId xmlns:a16="http://schemas.microsoft.com/office/drawing/2014/main" id="{166F02A3-E31A-198D-6246-4871BBDFD9BC}"/>
              </a:ext>
            </a:extLst>
          </p:cNvPr>
          <p:cNvSpPr txBox="1"/>
          <p:nvPr/>
        </p:nvSpPr>
        <p:spPr>
          <a:xfrm>
            <a:off x="7439104" y="717456"/>
            <a:ext cx="735012" cy="36988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mj-lt"/>
                <a:ea typeface="Arial"/>
                <a:cs typeface="Arial"/>
                <a:sym typeface="Arial"/>
              </a:rPr>
              <a:t>Yes</a:t>
            </a:r>
            <a:endParaRPr sz="2000" dirty="0">
              <a:latin typeface="+mj-lt"/>
            </a:endParaRPr>
          </a:p>
        </p:txBody>
      </p:sp>
      <p:sp>
        <p:nvSpPr>
          <p:cNvPr id="135" name="Google Shape;385;p31">
            <a:extLst>
              <a:ext uri="{FF2B5EF4-FFF2-40B4-BE49-F238E27FC236}">
                <a16:creationId xmlns:a16="http://schemas.microsoft.com/office/drawing/2014/main" id="{EB8DDBCE-1EC3-823F-78A3-89FED55510D0}"/>
              </a:ext>
            </a:extLst>
          </p:cNvPr>
          <p:cNvSpPr txBox="1"/>
          <p:nvPr/>
        </p:nvSpPr>
        <p:spPr>
          <a:xfrm>
            <a:off x="7370206" y="1634413"/>
            <a:ext cx="863190" cy="36988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mj-lt"/>
                <a:ea typeface="Arial"/>
                <a:cs typeface="Arial"/>
                <a:sym typeface="Arial"/>
              </a:rPr>
              <a:t>No</a:t>
            </a:r>
            <a:endParaRPr sz="2000" dirty="0">
              <a:latin typeface="+mj-lt"/>
            </a:endParaRPr>
          </a:p>
        </p:txBody>
      </p:sp>
      <p:sp>
        <p:nvSpPr>
          <p:cNvPr id="136" name="Google Shape;387;p31">
            <a:extLst>
              <a:ext uri="{FF2B5EF4-FFF2-40B4-BE49-F238E27FC236}">
                <a16:creationId xmlns:a16="http://schemas.microsoft.com/office/drawing/2014/main" id="{92E2B404-A744-C948-04FC-7FD987E02B7C}"/>
              </a:ext>
            </a:extLst>
          </p:cNvPr>
          <p:cNvSpPr txBox="1"/>
          <p:nvPr/>
        </p:nvSpPr>
        <p:spPr>
          <a:xfrm>
            <a:off x="8104267" y="625831"/>
            <a:ext cx="990600" cy="3381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accent5"/>
                </a:solidFill>
                <a:latin typeface="+mj-lt"/>
                <a:ea typeface="Arial"/>
                <a:cs typeface="Arial"/>
                <a:sym typeface="Arial"/>
              </a:rPr>
              <a:t>p = 0.8</a:t>
            </a:r>
            <a:endParaRPr sz="2000" dirty="0">
              <a:solidFill>
                <a:schemeClr val="accent5"/>
              </a:solidFill>
              <a:latin typeface="+mj-lt"/>
              <a:ea typeface="Arial"/>
              <a:cs typeface="Arial"/>
              <a:sym typeface="Arial"/>
            </a:endParaRPr>
          </a:p>
        </p:txBody>
      </p:sp>
      <p:sp>
        <p:nvSpPr>
          <p:cNvPr id="137" name="Google Shape;388;p31">
            <a:extLst>
              <a:ext uri="{FF2B5EF4-FFF2-40B4-BE49-F238E27FC236}">
                <a16:creationId xmlns:a16="http://schemas.microsoft.com/office/drawing/2014/main" id="{1FAFA1B2-6242-BDDC-9152-758C3BF1B578}"/>
              </a:ext>
            </a:extLst>
          </p:cNvPr>
          <p:cNvSpPr txBox="1"/>
          <p:nvPr/>
        </p:nvSpPr>
        <p:spPr>
          <a:xfrm>
            <a:off x="8104267" y="1661118"/>
            <a:ext cx="990600" cy="3381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accent5"/>
                </a:solidFill>
                <a:latin typeface="+mj-lt"/>
                <a:ea typeface="Arial"/>
                <a:cs typeface="Arial"/>
                <a:sym typeface="Arial"/>
              </a:rPr>
              <a:t>p = 0.2</a:t>
            </a:r>
            <a:endParaRPr sz="2000" dirty="0">
              <a:solidFill>
                <a:schemeClr val="accent5"/>
              </a:solidFill>
              <a:latin typeface="+mj-lt"/>
              <a:ea typeface="Arial"/>
              <a:cs typeface="Arial"/>
              <a:sym typeface="Arial"/>
            </a:endParaRPr>
          </a:p>
        </p:txBody>
      </p:sp>
      <p:sp>
        <p:nvSpPr>
          <p:cNvPr id="138" name="Google Shape;387;p31">
            <a:extLst>
              <a:ext uri="{FF2B5EF4-FFF2-40B4-BE49-F238E27FC236}">
                <a16:creationId xmlns:a16="http://schemas.microsoft.com/office/drawing/2014/main" id="{71C73CCE-34E1-2F41-B5FD-871FDCA078DA}"/>
              </a:ext>
            </a:extLst>
          </p:cNvPr>
          <p:cNvSpPr txBox="1"/>
          <p:nvPr/>
        </p:nvSpPr>
        <p:spPr>
          <a:xfrm>
            <a:off x="8166825" y="2580686"/>
            <a:ext cx="990600" cy="3381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accent6"/>
                </a:solidFill>
                <a:latin typeface="+mj-lt"/>
                <a:ea typeface="Arial"/>
                <a:cs typeface="Arial"/>
                <a:sym typeface="Arial"/>
              </a:rPr>
              <a:t>p = 0.5</a:t>
            </a:r>
            <a:endParaRPr sz="2000" dirty="0">
              <a:solidFill>
                <a:schemeClr val="accent6"/>
              </a:solidFill>
              <a:latin typeface="+mj-lt"/>
              <a:ea typeface="Arial"/>
              <a:cs typeface="Arial"/>
              <a:sym typeface="Arial"/>
            </a:endParaRPr>
          </a:p>
        </p:txBody>
      </p:sp>
      <p:sp>
        <p:nvSpPr>
          <p:cNvPr id="139" name="Google Shape;388;p31">
            <a:extLst>
              <a:ext uri="{FF2B5EF4-FFF2-40B4-BE49-F238E27FC236}">
                <a16:creationId xmlns:a16="http://schemas.microsoft.com/office/drawing/2014/main" id="{3E9B3C9F-F481-8E90-592C-FFDF38A56606}"/>
              </a:ext>
            </a:extLst>
          </p:cNvPr>
          <p:cNvSpPr txBox="1"/>
          <p:nvPr/>
        </p:nvSpPr>
        <p:spPr>
          <a:xfrm>
            <a:off x="8166825" y="3615973"/>
            <a:ext cx="990600" cy="3381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accent6"/>
                </a:solidFill>
                <a:latin typeface="+mj-lt"/>
                <a:ea typeface="Arial"/>
                <a:cs typeface="Arial"/>
                <a:sym typeface="Arial"/>
              </a:rPr>
              <a:t>p = 0.5</a:t>
            </a:r>
            <a:endParaRPr sz="2000" dirty="0">
              <a:solidFill>
                <a:schemeClr val="accent6"/>
              </a:solidFill>
              <a:latin typeface="+mj-lt"/>
              <a:ea typeface="Arial"/>
              <a:cs typeface="Arial"/>
              <a:sym typeface="Arial"/>
            </a:endParaRPr>
          </a:p>
        </p:txBody>
      </p:sp>
      <p:sp>
        <p:nvSpPr>
          <p:cNvPr id="140" name="Google Shape;387;p31">
            <a:extLst>
              <a:ext uri="{FF2B5EF4-FFF2-40B4-BE49-F238E27FC236}">
                <a16:creationId xmlns:a16="http://schemas.microsoft.com/office/drawing/2014/main" id="{26EE6515-CF4A-AF4E-A79F-83266786B1BD}"/>
              </a:ext>
            </a:extLst>
          </p:cNvPr>
          <p:cNvSpPr txBox="1"/>
          <p:nvPr/>
        </p:nvSpPr>
        <p:spPr>
          <a:xfrm>
            <a:off x="8104267" y="4559244"/>
            <a:ext cx="990600" cy="3381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accent2"/>
                </a:solidFill>
                <a:latin typeface="+mj-lt"/>
                <a:ea typeface="Arial"/>
                <a:cs typeface="Arial"/>
                <a:sym typeface="Arial"/>
              </a:rPr>
              <a:t>p = 0.2</a:t>
            </a:r>
            <a:endParaRPr sz="2000" dirty="0">
              <a:solidFill>
                <a:schemeClr val="accent2"/>
              </a:solidFill>
              <a:latin typeface="+mj-lt"/>
              <a:ea typeface="Arial"/>
              <a:cs typeface="Arial"/>
              <a:sym typeface="Arial"/>
            </a:endParaRPr>
          </a:p>
        </p:txBody>
      </p:sp>
      <p:sp>
        <p:nvSpPr>
          <p:cNvPr id="141" name="Google Shape;388;p31">
            <a:extLst>
              <a:ext uri="{FF2B5EF4-FFF2-40B4-BE49-F238E27FC236}">
                <a16:creationId xmlns:a16="http://schemas.microsoft.com/office/drawing/2014/main" id="{6FD43FA4-D341-0E6C-9FAC-A9841995BCC6}"/>
              </a:ext>
            </a:extLst>
          </p:cNvPr>
          <p:cNvSpPr txBox="1"/>
          <p:nvPr/>
        </p:nvSpPr>
        <p:spPr>
          <a:xfrm>
            <a:off x="8104267" y="5594531"/>
            <a:ext cx="990600" cy="33813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accent2"/>
                </a:solidFill>
                <a:latin typeface="+mj-lt"/>
                <a:ea typeface="Arial"/>
                <a:cs typeface="Arial"/>
                <a:sym typeface="Arial"/>
              </a:rPr>
              <a:t>p = 0.8</a:t>
            </a:r>
            <a:endParaRPr sz="2000" dirty="0">
              <a:solidFill>
                <a:schemeClr val="accent2"/>
              </a:solidFill>
              <a:latin typeface="+mj-lt"/>
              <a:ea typeface="Arial"/>
              <a:cs typeface="Arial"/>
              <a:sym typeface="Arial"/>
            </a:endParaRPr>
          </a:p>
        </p:txBody>
      </p:sp>
      <p:sp>
        <p:nvSpPr>
          <p:cNvPr id="142" name="Google Shape;383;p31">
            <a:extLst>
              <a:ext uri="{FF2B5EF4-FFF2-40B4-BE49-F238E27FC236}">
                <a16:creationId xmlns:a16="http://schemas.microsoft.com/office/drawing/2014/main" id="{FA3D6CE4-73C3-AB2A-58A9-40B095587E0C}"/>
              </a:ext>
            </a:extLst>
          </p:cNvPr>
          <p:cNvSpPr txBox="1"/>
          <p:nvPr/>
        </p:nvSpPr>
        <p:spPr>
          <a:xfrm>
            <a:off x="7532160" y="2676517"/>
            <a:ext cx="735012" cy="36988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mj-lt"/>
                <a:ea typeface="Arial"/>
                <a:cs typeface="Arial"/>
                <a:sym typeface="Arial"/>
              </a:rPr>
              <a:t>Yes</a:t>
            </a:r>
            <a:endParaRPr sz="2000" dirty="0">
              <a:latin typeface="+mj-lt"/>
            </a:endParaRPr>
          </a:p>
        </p:txBody>
      </p:sp>
      <p:sp>
        <p:nvSpPr>
          <p:cNvPr id="143" name="Google Shape;385;p31">
            <a:extLst>
              <a:ext uri="{FF2B5EF4-FFF2-40B4-BE49-F238E27FC236}">
                <a16:creationId xmlns:a16="http://schemas.microsoft.com/office/drawing/2014/main" id="{1E56DF8F-3FDC-E789-4F46-F7BBFE5EA560}"/>
              </a:ext>
            </a:extLst>
          </p:cNvPr>
          <p:cNvSpPr txBox="1"/>
          <p:nvPr/>
        </p:nvSpPr>
        <p:spPr>
          <a:xfrm>
            <a:off x="7468071" y="3549263"/>
            <a:ext cx="863190" cy="36988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mj-lt"/>
                <a:cs typeface="Arial"/>
                <a:sym typeface="Arial"/>
              </a:rPr>
              <a:t>No</a:t>
            </a:r>
            <a:endParaRPr sz="2000" dirty="0">
              <a:latin typeface="+mj-lt"/>
            </a:endParaRPr>
          </a:p>
        </p:txBody>
      </p:sp>
      <p:sp>
        <p:nvSpPr>
          <p:cNvPr id="144" name="Google Shape;383;p31">
            <a:extLst>
              <a:ext uri="{FF2B5EF4-FFF2-40B4-BE49-F238E27FC236}">
                <a16:creationId xmlns:a16="http://schemas.microsoft.com/office/drawing/2014/main" id="{3474374F-D9D5-413E-B3E7-473FCF4FB447}"/>
              </a:ext>
            </a:extLst>
          </p:cNvPr>
          <p:cNvSpPr txBox="1"/>
          <p:nvPr/>
        </p:nvSpPr>
        <p:spPr>
          <a:xfrm>
            <a:off x="7521868" y="4615620"/>
            <a:ext cx="735012" cy="36988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mj-lt"/>
                <a:ea typeface="Arial"/>
                <a:cs typeface="Arial"/>
                <a:sym typeface="Arial"/>
              </a:rPr>
              <a:t>Yes</a:t>
            </a:r>
            <a:endParaRPr sz="2000" dirty="0">
              <a:latin typeface="+mj-lt"/>
            </a:endParaRPr>
          </a:p>
        </p:txBody>
      </p:sp>
      <p:sp>
        <p:nvSpPr>
          <p:cNvPr id="145" name="Google Shape;385;p31">
            <a:extLst>
              <a:ext uri="{FF2B5EF4-FFF2-40B4-BE49-F238E27FC236}">
                <a16:creationId xmlns:a16="http://schemas.microsoft.com/office/drawing/2014/main" id="{CD94C201-9453-4249-81F8-61CBE1E0E63C}"/>
              </a:ext>
            </a:extLst>
          </p:cNvPr>
          <p:cNvSpPr txBox="1"/>
          <p:nvPr/>
        </p:nvSpPr>
        <p:spPr>
          <a:xfrm>
            <a:off x="7485939" y="5515461"/>
            <a:ext cx="863190" cy="36988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dk1"/>
                </a:solidFill>
                <a:latin typeface="+mj-lt"/>
                <a:ea typeface="Arial"/>
                <a:cs typeface="Arial"/>
                <a:sym typeface="Arial"/>
              </a:rPr>
              <a:t>No</a:t>
            </a:r>
            <a:endParaRPr sz="2000" dirty="0">
              <a:latin typeface="+mj-lt"/>
            </a:endParaRPr>
          </a:p>
        </p:txBody>
      </p:sp>
      <p:sp>
        <p:nvSpPr>
          <p:cNvPr id="146" name="TextBox 145">
            <a:extLst>
              <a:ext uri="{FF2B5EF4-FFF2-40B4-BE49-F238E27FC236}">
                <a16:creationId xmlns:a16="http://schemas.microsoft.com/office/drawing/2014/main" id="{CEA8B346-548C-4C5C-EE54-ADAA7433240F}"/>
              </a:ext>
            </a:extLst>
          </p:cNvPr>
          <p:cNvSpPr txBox="1"/>
          <p:nvPr/>
        </p:nvSpPr>
        <p:spPr>
          <a:xfrm>
            <a:off x="10499193" y="1290272"/>
            <a:ext cx="1512711" cy="830997"/>
          </a:xfrm>
          <a:prstGeom prst="rect">
            <a:avLst/>
          </a:prstGeom>
          <a:noFill/>
        </p:spPr>
        <p:txBody>
          <a:bodyPr wrap="square" rtlCol="0">
            <a:spAutoFit/>
          </a:bodyPr>
          <a:lstStyle/>
          <a:p>
            <a:pPr algn="ctr"/>
            <a:r>
              <a:rPr lang="en-US" sz="1600" dirty="0"/>
              <a:t>Minimum # that could be removed</a:t>
            </a:r>
          </a:p>
        </p:txBody>
      </p:sp>
      <p:sp>
        <p:nvSpPr>
          <p:cNvPr id="147" name="TextBox 146">
            <a:extLst>
              <a:ext uri="{FF2B5EF4-FFF2-40B4-BE49-F238E27FC236}">
                <a16:creationId xmlns:a16="http://schemas.microsoft.com/office/drawing/2014/main" id="{91648DBD-9E16-BAC0-CA61-95990817D65E}"/>
              </a:ext>
            </a:extLst>
          </p:cNvPr>
          <p:cNvSpPr txBox="1"/>
          <p:nvPr/>
        </p:nvSpPr>
        <p:spPr>
          <a:xfrm>
            <a:off x="10499193" y="407372"/>
            <a:ext cx="1512711" cy="830997"/>
          </a:xfrm>
          <a:prstGeom prst="rect">
            <a:avLst/>
          </a:prstGeom>
          <a:noFill/>
        </p:spPr>
        <p:txBody>
          <a:bodyPr wrap="square" rtlCol="0">
            <a:spAutoFit/>
          </a:bodyPr>
          <a:lstStyle/>
          <a:p>
            <a:pPr algn="ctr"/>
            <a:r>
              <a:rPr lang="en-US" sz="1600" dirty="0"/>
              <a:t>Maximum # that could be removed</a:t>
            </a:r>
          </a:p>
        </p:txBody>
      </p:sp>
      <p:sp>
        <p:nvSpPr>
          <p:cNvPr id="148" name="TextBox 147">
            <a:extLst>
              <a:ext uri="{FF2B5EF4-FFF2-40B4-BE49-F238E27FC236}">
                <a16:creationId xmlns:a16="http://schemas.microsoft.com/office/drawing/2014/main" id="{B4D06A87-4188-7996-0380-E4080DF33CA0}"/>
              </a:ext>
            </a:extLst>
          </p:cNvPr>
          <p:cNvSpPr txBox="1"/>
          <p:nvPr/>
        </p:nvSpPr>
        <p:spPr>
          <a:xfrm>
            <a:off x="10472481" y="3351967"/>
            <a:ext cx="1512711" cy="830997"/>
          </a:xfrm>
          <a:prstGeom prst="rect">
            <a:avLst/>
          </a:prstGeom>
          <a:noFill/>
        </p:spPr>
        <p:txBody>
          <a:bodyPr wrap="square" rtlCol="0">
            <a:spAutoFit/>
          </a:bodyPr>
          <a:lstStyle/>
          <a:p>
            <a:pPr algn="ctr"/>
            <a:r>
              <a:rPr lang="en-US" sz="1600" dirty="0"/>
              <a:t>Minimum # that could be removed</a:t>
            </a:r>
          </a:p>
        </p:txBody>
      </p:sp>
      <p:sp>
        <p:nvSpPr>
          <p:cNvPr id="149" name="TextBox 148">
            <a:extLst>
              <a:ext uri="{FF2B5EF4-FFF2-40B4-BE49-F238E27FC236}">
                <a16:creationId xmlns:a16="http://schemas.microsoft.com/office/drawing/2014/main" id="{9AFFA536-546D-217D-9115-7328801CEDBE}"/>
              </a:ext>
            </a:extLst>
          </p:cNvPr>
          <p:cNvSpPr txBox="1"/>
          <p:nvPr/>
        </p:nvSpPr>
        <p:spPr>
          <a:xfrm>
            <a:off x="10472481" y="2469067"/>
            <a:ext cx="1512711" cy="830997"/>
          </a:xfrm>
          <a:prstGeom prst="rect">
            <a:avLst/>
          </a:prstGeom>
          <a:noFill/>
        </p:spPr>
        <p:txBody>
          <a:bodyPr wrap="square" rtlCol="0">
            <a:spAutoFit/>
          </a:bodyPr>
          <a:lstStyle/>
          <a:p>
            <a:pPr algn="ctr"/>
            <a:r>
              <a:rPr lang="en-US" sz="1600" dirty="0"/>
              <a:t>Maximum # that could be removed</a:t>
            </a:r>
          </a:p>
        </p:txBody>
      </p:sp>
      <p:sp>
        <p:nvSpPr>
          <p:cNvPr id="150" name="TextBox 149">
            <a:extLst>
              <a:ext uri="{FF2B5EF4-FFF2-40B4-BE49-F238E27FC236}">
                <a16:creationId xmlns:a16="http://schemas.microsoft.com/office/drawing/2014/main" id="{75C63D86-2D0C-1F4D-741A-3B3591345A12}"/>
              </a:ext>
            </a:extLst>
          </p:cNvPr>
          <p:cNvSpPr txBox="1"/>
          <p:nvPr/>
        </p:nvSpPr>
        <p:spPr>
          <a:xfrm>
            <a:off x="10499193" y="5397788"/>
            <a:ext cx="1512711" cy="830997"/>
          </a:xfrm>
          <a:prstGeom prst="rect">
            <a:avLst/>
          </a:prstGeom>
          <a:noFill/>
        </p:spPr>
        <p:txBody>
          <a:bodyPr wrap="square" rtlCol="0">
            <a:spAutoFit/>
          </a:bodyPr>
          <a:lstStyle/>
          <a:p>
            <a:pPr algn="ctr"/>
            <a:r>
              <a:rPr lang="en-US" sz="1600" dirty="0"/>
              <a:t>Minimum # that could be removed</a:t>
            </a:r>
          </a:p>
        </p:txBody>
      </p:sp>
      <p:sp>
        <p:nvSpPr>
          <p:cNvPr id="151" name="TextBox 150">
            <a:extLst>
              <a:ext uri="{FF2B5EF4-FFF2-40B4-BE49-F238E27FC236}">
                <a16:creationId xmlns:a16="http://schemas.microsoft.com/office/drawing/2014/main" id="{4BFC758A-D62E-5A78-6FE3-97DA1F43FAFE}"/>
              </a:ext>
            </a:extLst>
          </p:cNvPr>
          <p:cNvSpPr txBox="1"/>
          <p:nvPr/>
        </p:nvSpPr>
        <p:spPr>
          <a:xfrm>
            <a:off x="10499193" y="4514888"/>
            <a:ext cx="1512711" cy="830997"/>
          </a:xfrm>
          <a:prstGeom prst="rect">
            <a:avLst/>
          </a:prstGeom>
          <a:noFill/>
        </p:spPr>
        <p:txBody>
          <a:bodyPr wrap="square" rtlCol="0">
            <a:spAutoFit/>
          </a:bodyPr>
          <a:lstStyle/>
          <a:p>
            <a:pPr algn="ctr"/>
            <a:r>
              <a:rPr lang="en-US" sz="1600" dirty="0"/>
              <a:t>Maximum # that could be removed</a:t>
            </a:r>
          </a:p>
        </p:txBody>
      </p:sp>
      <p:sp>
        <p:nvSpPr>
          <p:cNvPr id="163" name="TextBox 162">
            <a:extLst>
              <a:ext uri="{FF2B5EF4-FFF2-40B4-BE49-F238E27FC236}">
                <a16:creationId xmlns:a16="http://schemas.microsoft.com/office/drawing/2014/main" id="{7F4B9320-0402-0DE2-55C3-4769324DA572}"/>
              </a:ext>
            </a:extLst>
          </p:cNvPr>
          <p:cNvSpPr txBox="1"/>
          <p:nvPr/>
        </p:nvSpPr>
        <p:spPr>
          <a:xfrm>
            <a:off x="559900" y="1511448"/>
            <a:ext cx="2915997" cy="3170099"/>
          </a:xfrm>
          <a:prstGeom prst="rect">
            <a:avLst/>
          </a:prstGeom>
          <a:solidFill>
            <a:schemeClr val="accent5">
              <a:lumMod val="20000"/>
              <a:lumOff val="80000"/>
            </a:schemeClr>
          </a:solidFill>
        </p:spPr>
        <p:txBody>
          <a:bodyPr wrap="square" rtlCol="0">
            <a:spAutoFit/>
          </a:bodyPr>
          <a:lstStyle/>
          <a:p>
            <a:pPr algn="ctr"/>
            <a:r>
              <a:rPr lang="en-US" sz="2000" b="1" dirty="0"/>
              <a:t>Across removal strategies identify:</a:t>
            </a:r>
          </a:p>
          <a:p>
            <a:pPr marL="342900" indent="-342900">
              <a:buAutoNum type="arabicParenR"/>
            </a:pPr>
            <a:r>
              <a:rPr lang="en-US" sz="2000" dirty="0"/>
              <a:t>The strategy for a risk-neutral decision maker (the highest EV)</a:t>
            </a:r>
          </a:p>
          <a:p>
            <a:pPr marL="342900" indent="-342900">
              <a:buAutoNum type="arabicParenR"/>
            </a:pPr>
            <a:r>
              <a:rPr lang="en-US" sz="2000" dirty="0"/>
              <a:t>The strategy for a risk-averse decision maker (best mini-max)</a:t>
            </a:r>
          </a:p>
          <a:p>
            <a:pPr marL="342900" indent="-342900">
              <a:buAutoNum type="arabicParenR"/>
            </a:pPr>
            <a:r>
              <a:rPr lang="en-US" sz="2000" dirty="0"/>
              <a:t>Identify the strategy for a risk-seeker</a:t>
            </a:r>
          </a:p>
        </p:txBody>
      </p:sp>
      <p:sp>
        <p:nvSpPr>
          <p:cNvPr id="169" name="TextBox 168">
            <a:extLst>
              <a:ext uri="{FF2B5EF4-FFF2-40B4-BE49-F238E27FC236}">
                <a16:creationId xmlns:a16="http://schemas.microsoft.com/office/drawing/2014/main" id="{BA4B9B1E-9604-CC5D-14FD-33CAF3FEA5F4}"/>
              </a:ext>
            </a:extLst>
          </p:cNvPr>
          <p:cNvSpPr txBox="1"/>
          <p:nvPr/>
        </p:nvSpPr>
        <p:spPr>
          <a:xfrm>
            <a:off x="278953" y="4856230"/>
            <a:ext cx="4590845" cy="1754326"/>
          </a:xfrm>
          <a:prstGeom prst="rect">
            <a:avLst/>
          </a:prstGeom>
          <a:solidFill>
            <a:schemeClr val="accent5">
              <a:lumMod val="20000"/>
              <a:lumOff val="80000"/>
            </a:schemeClr>
          </a:solidFill>
        </p:spPr>
        <p:txBody>
          <a:bodyPr wrap="square" rtlCol="0">
            <a:spAutoFit/>
          </a:bodyPr>
          <a:lstStyle/>
          <a:p>
            <a:pPr algn="ctr"/>
            <a:r>
              <a:rPr lang="en-US" b="1" dirty="0"/>
              <a:t>&amp; Answer the questions:</a:t>
            </a:r>
          </a:p>
          <a:p>
            <a:pPr marL="285750" indent="-285750">
              <a:buFont typeface="Arial" panose="020B0604020202020204" pitchFamily="34" charset="0"/>
              <a:buChar char="•"/>
            </a:pPr>
            <a:r>
              <a:rPr lang="en-US" dirty="0"/>
              <a:t>Which strategy would you choose?</a:t>
            </a:r>
          </a:p>
          <a:p>
            <a:pPr marL="285750" indent="-285750">
              <a:buFont typeface="Arial" panose="020B0604020202020204" pitchFamily="34" charset="0"/>
              <a:buChar char="•"/>
            </a:pPr>
            <a:r>
              <a:rPr lang="en-US" dirty="0"/>
              <a:t>What if this was a decision where we are reintroducing endangered species does this change which strategy you would choose? Would you address risk differently?</a:t>
            </a:r>
          </a:p>
        </p:txBody>
      </p:sp>
      <p:sp>
        <p:nvSpPr>
          <p:cNvPr id="170" name="Title 1">
            <a:extLst>
              <a:ext uri="{FF2B5EF4-FFF2-40B4-BE49-F238E27FC236}">
                <a16:creationId xmlns:a16="http://schemas.microsoft.com/office/drawing/2014/main" id="{F590AE25-83D6-A570-AC8C-F99C3637AB5F}"/>
              </a:ext>
            </a:extLst>
          </p:cNvPr>
          <p:cNvSpPr>
            <a:spLocks noGrp="1"/>
          </p:cNvSpPr>
          <p:nvPr>
            <p:ph type="title"/>
          </p:nvPr>
        </p:nvSpPr>
        <p:spPr>
          <a:xfrm>
            <a:off x="0" y="94038"/>
            <a:ext cx="12192000" cy="359557"/>
          </a:xfrm>
          <a:solidFill>
            <a:schemeClr val="accent5">
              <a:lumMod val="20000"/>
              <a:lumOff val="80000"/>
            </a:schemeClr>
          </a:solidFill>
        </p:spPr>
        <p:txBody>
          <a:bodyPr>
            <a:normAutofit fontScale="90000"/>
          </a:bodyPr>
          <a:lstStyle/>
          <a:p>
            <a:pPr algn="ctr"/>
            <a:r>
              <a:rPr lang="en-US" b="1" dirty="0"/>
              <a:t>Skills Check: Risk attitudes</a:t>
            </a:r>
          </a:p>
        </p:txBody>
      </p:sp>
      <p:sp>
        <p:nvSpPr>
          <p:cNvPr id="171" name="TextBox 170">
            <a:extLst>
              <a:ext uri="{FF2B5EF4-FFF2-40B4-BE49-F238E27FC236}">
                <a16:creationId xmlns:a16="http://schemas.microsoft.com/office/drawing/2014/main" id="{37C1B719-543C-3D1A-28D4-72215D03BC28}"/>
              </a:ext>
            </a:extLst>
          </p:cNvPr>
          <p:cNvSpPr txBox="1"/>
          <p:nvPr/>
        </p:nvSpPr>
        <p:spPr>
          <a:xfrm>
            <a:off x="109542" y="530483"/>
            <a:ext cx="5938098" cy="707886"/>
          </a:xfrm>
          <a:prstGeom prst="rect">
            <a:avLst/>
          </a:prstGeom>
          <a:noFill/>
        </p:spPr>
        <p:txBody>
          <a:bodyPr wrap="square" rtlCol="0">
            <a:spAutoFit/>
          </a:bodyPr>
          <a:lstStyle/>
          <a:p>
            <a:pPr algn="ctr"/>
            <a:r>
              <a:rPr lang="en-US" sz="2000" b="1" dirty="0"/>
              <a:t>You are choosing between different invasive carp removal strategies (you want more carp removed)</a:t>
            </a:r>
          </a:p>
        </p:txBody>
      </p:sp>
    </p:spTree>
    <p:extLst>
      <p:ext uri="{BB962C8B-B14F-4D97-AF65-F5344CB8AC3E}">
        <p14:creationId xmlns:p14="http://schemas.microsoft.com/office/powerpoint/2010/main" val="478953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BA16A-A9D7-F421-B4AB-9B8D3CF78268}"/>
              </a:ext>
            </a:extLst>
          </p:cNvPr>
          <p:cNvSpPr>
            <a:spLocks noGrp="1"/>
          </p:cNvSpPr>
          <p:nvPr>
            <p:ph type="title"/>
          </p:nvPr>
        </p:nvSpPr>
        <p:spPr>
          <a:xfrm>
            <a:off x="474643" y="500062"/>
            <a:ext cx="11467641" cy="1325563"/>
          </a:xfrm>
        </p:spPr>
        <p:txBody>
          <a:bodyPr/>
          <a:lstStyle/>
          <a:p>
            <a:r>
              <a:rPr lang="en-US" dirty="0"/>
              <a:t>Tools to handle identify and deal with uncertainty:</a:t>
            </a:r>
          </a:p>
        </p:txBody>
      </p:sp>
      <p:sp>
        <p:nvSpPr>
          <p:cNvPr id="3" name="Content Placeholder 2">
            <a:extLst>
              <a:ext uri="{FF2B5EF4-FFF2-40B4-BE49-F238E27FC236}">
                <a16:creationId xmlns:a16="http://schemas.microsoft.com/office/drawing/2014/main" id="{10860212-1489-025B-8B6E-9E6BDBBB3642}"/>
              </a:ext>
            </a:extLst>
          </p:cNvPr>
          <p:cNvSpPr>
            <a:spLocks noGrp="1"/>
          </p:cNvSpPr>
          <p:nvPr>
            <p:ph idx="1"/>
          </p:nvPr>
        </p:nvSpPr>
        <p:spPr/>
        <p:txBody>
          <a:bodyPr/>
          <a:lstStyle/>
          <a:p>
            <a:r>
              <a:rPr lang="en-US" dirty="0"/>
              <a:t>Decision trees </a:t>
            </a:r>
          </a:p>
          <a:p>
            <a:r>
              <a:rPr lang="en-US" dirty="0"/>
              <a:t>Fault trees</a:t>
            </a:r>
          </a:p>
        </p:txBody>
      </p:sp>
      <p:sp>
        <p:nvSpPr>
          <p:cNvPr id="5" name="TextBox 4">
            <a:extLst>
              <a:ext uri="{FF2B5EF4-FFF2-40B4-BE49-F238E27FC236}">
                <a16:creationId xmlns:a16="http://schemas.microsoft.com/office/drawing/2014/main" id="{C247FEAB-5871-613C-6482-12CD54884704}"/>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 see Runge et al. 2020 Ch 13</a:t>
            </a:r>
          </a:p>
        </p:txBody>
      </p:sp>
    </p:spTree>
    <p:extLst>
      <p:ext uri="{BB962C8B-B14F-4D97-AF65-F5344CB8AC3E}">
        <p14:creationId xmlns:p14="http://schemas.microsoft.com/office/powerpoint/2010/main" val="2424143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E77D2-7CD1-8670-D7FB-5E9FE362C51B}"/>
              </a:ext>
            </a:extLst>
          </p:cNvPr>
          <p:cNvSpPr>
            <a:spLocks noGrp="1"/>
          </p:cNvSpPr>
          <p:nvPr>
            <p:ph type="title"/>
          </p:nvPr>
        </p:nvSpPr>
        <p:spPr>
          <a:xfrm>
            <a:off x="838200" y="365125"/>
            <a:ext cx="2764316" cy="1325563"/>
          </a:xfrm>
        </p:spPr>
        <p:txBody>
          <a:bodyPr/>
          <a:lstStyle/>
          <a:p>
            <a:r>
              <a:rPr lang="en-US" dirty="0"/>
              <a:t>Fault trees</a:t>
            </a:r>
          </a:p>
        </p:txBody>
      </p:sp>
      <p:sp>
        <p:nvSpPr>
          <p:cNvPr id="3" name="Content Placeholder 2">
            <a:extLst>
              <a:ext uri="{FF2B5EF4-FFF2-40B4-BE49-F238E27FC236}">
                <a16:creationId xmlns:a16="http://schemas.microsoft.com/office/drawing/2014/main" id="{8CECC709-F6BC-419B-5F3D-3319EDEC3CB9}"/>
              </a:ext>
            </a:extLst>
          </p:cNvPr>
          <p:cNvSpPr>
            <a:spLocks noGrp="1"/>
          </p:cNvSpPr>
          <p:nvPr>
            <p:ph idx="1"/>
          </p:nvPr>
        </p:nvSpPr>
        <p:spPr>
          <a:xfrm>
            <a:off x="838200" y="1825625"/>
            <a:ext cx="3171940" cy="686221"/>
          </a:xfrm>
        </p:spPr>
        <p:txBody>
          <a:bodyPr/>
          <a:lstStyle/>
          <a:p>
            <a:r>
              <a:rPr lang="en-US" dirty="0"/>
              <a:t>Infrequently used</a:t>
            </a:r>
          </a:p>
        </p:txBody>
      </p:sp>
      <p:pic>
        <p:nvPicPr>
          <p:cNvPr id="5" name="Picture 4">
            <a:extLst>
              <a:ext uri="{FF2B5EF4-FFF2-40B4-BE49-F238E27FC236}">
                <a16:creationId xmlns:a16="http://schemas.microsoft.com/office/drawing/2014/main" id="{718790B4-449F-80F0-7795-2EFF1E259BF0}"/>
              </a:ext>
            </a:extLst>
          </p:cNvPr>
          <p:cNvPicPr>
            <a:picLocks noChangeAspect="1"/>
          </p:cNvPicPr>
          <p:nvPr/>
        </p:nvPicPr>
        <p:blipFill>
          <a:blip r:embed="rId2"/>
          <a:stretch>
            <a:fillRect/>
          </a:stretch>
        </p:blipFill>
        <p:spPr>
          <a:xfrm>
            <a:off x="4283190" y="290480"/>
            <a:ext cx="7692145" cy="6567520"/>
          </a:xfrm>
          <a:prstGeom prst="rect">
            <a:avLst/>
          </a:prstGeom>
        </p:spPr>
      </p:pic>
      <p:sp>
        <p:nvSpPr>
          <p:cNvPr id="6" name="Content Placeholder 2">
            <a:extLst>
              <a:ext uri="{FF2B5EF4-FFF2-40B4-BE49-F238E27FC236}">
                <a16:creationId xmlns:a16="http://schemas.microsoft.com/office/drawing/2014/main" id="{B57FFD00-7DEC-A0FE-EA61-82381E44EA83}"/>
              </a:ext>
            </a:extLst>
          </p:cNvPr>
          <p:cNvSpPr txBox="1">
            <a:spLocks/>
          </p:cNvSpPr>
          <p:nvPr/>
        </p:nvSpPr>
        <p:spPr>
          <a:xfrm>
            <a:off x="4511139" y="5203902"/>
            <a:ext cx="3932104" cy="30061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Runge et al. 2020 Ch 13</a:t>
            </a:r>
          </a:p>
        </p:txBody>
      </p:sp>
      <p:sp>
        <p:nvSpPr>
          <p:cNvPr id="7" name="TextBox 6">
            <a:extLst>
              <a:ext uri="{FF2B5EF4-FFF2-40B4-BE49-F238E27FC236}">
                <a16:creationId xmlns:a16="http://schemas.microsoft.com/office/drawing/2014/main" id="{A1A7A074-2397-1189-2756-FFE1119995E1}"/>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 see Runge et al. 2020 Ch 13</a:t>
            </a:r>
          </a:p>
        </p:txBody>
      </p:sp>
    </p:spTree>
    <p:extLst>
      <p:ext uri="{BB962C8B-B14F-4D97-AF65-F5344CB8AC3E}">
        <p14:creationId xmlns:p14="http://schemas.microsoft.com/office/powerpoint/2010/main" val="950168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39ED2-4674-BB6B-7AAE-67C653588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6A0D6-376C-49A4-7AE2-A9B36897782C}"/>
              </a:ext>
            </a:extLst>
          </p:cNvPr>
          <p:cNvSpPr>
            <a:spLocks noGrp="1"/>
          </p:cNvSpPr>
          <p:nvPr>
            <p:ph type="title"/>
          </p:nvPr>
        </p:nvSpPr>
        <p:spPr>
          <a:xfrm>
            <a:off x="474643" y="500062"/>
            <a:ext cx="11467641" cy="1325563"/>
          </a:xfrm>
        </p:spPr>
        <p:txBody>
          <a:bodyPr/>
          <a:lstStyle/>
          <a:p>
            <a:r>
              <a:rPr lang="en-US" dirty="0"/>
              <a:t>Tools to handle identify and deal with uncertainty:</a:t>
            </a:r>
          </a:p>
        </p:txBody>
      </p:sp>
      <p:sp>
        <p:nvSpPr>
          <p:cNvPr id="3" name="Content Placeholder 2">
            <a:extLst>
              <a:ext uri="{FF2B5EF4-FFF2-40B4-BE49-F238E27FC236}">
                <a16:creationId xmlns:a16="http://schemas.microsoft.com/office/drawing/2014/main" id="{52E3C118-1CFD-A59E-0031-383E90B7505F}"/>
              </a:ext>
            </a:extLst>
          </p:cNvPr>
          <p:cNvSpPr>
            <a:spLocks noGrp="1"/>
          </p:cNvSpPr>
          <p:nvPr>
            <p:ph idx="1"/>
          </p:nvPr>
        </p:nvSpPr>
        <p:spPr/>
        <p:txBody>
          <a:bodyPr/>
          <a:lstStyle/>
          <a:p>
            <a:r>
              <a:rPr lang="en-US" dirty="0"/>
              <a:t>Decision trees </a:t>
            </a:r>
          </a:p>
          <a:p>
            <a:r>
              <a:rPr lang="en-US" dirty="0"/>
              <a:t>Fault trees</a:t>
            </a:r>
          </a:p>
          <a:p>
            <a:r>
              <a:rPr lang="en-US" dirty="0"/>
              <a:t>Bayesian belief nets</a:t>
            </a:r>
          </a:p>
        </p:txBody>
      </p:sp>
      <p:sp>
        <p:nvSpPr>
          <p:cNvPr id="4" name="TextBox 3">
            <a:extLst>
              <a:ext uri="{FF2B5EF4-FFF2-40B4-BE49-F238E27FC236}">
                <a16:creationId xmlns:a16="http://schemas.microsoft.com/office/drawing/2014/main" id="{7E7AA789-8E65-2B7A-C06E-51E2E0F3611E}"/>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 see Runge et al. 2020 Ch 13</a:t>
            </a:r>
          </a:p>
        </p:txBody>
      </p:sp>
    </p:spTree>
    <p:extLst>
      <p:ext uri="{BB962C8B-B14F-4D97-AF65-F5344CB8AC3E}">
        <p14:creationId xmlns:p14="http://schemas.microsoft.com/office/powerpoint/2010/main" val="29345977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104FD-9EAE-9E96-D760-F5AE62DB1446}"/>
              </a:ext>
            </a:extLst>
          </p:cNvPr>
          <p:cNvSpPr>
            <a:spLocks noGrp="1"/>
          </p:cNvSpPr>
          <p:nvPr>
            <p:ph type="title"/>
          </p:nvPr>
        </p:nvSpPr>
        <p:spPr>
          <a:xfrm>
            <a:off x="515809" y="456923"/>
            <a:ext cx="3544711" cy="1593984"/>
          </a:xfrm>
        </p:spPr>
        <p:txBody>
          <a:bodyPr>
            <a:normAutofit fontScale="90000"/>
          </a:bodyPr>
          <a:lstStyle/>
          <a:p>
            <a:pPr algn="ctr"/>
            <a:r>
              <a:rPr lang="en-US" dirty="0"/>
              <a:t>Bayesian Belief Network (BBN) models</a:t>
            </a:r>
          </a:p>
        </p:txBody>
      </p:sp>
      <p:sp>
        <p:nvSpPr>
          <p:cNvPr id="3" name="Content Placeholder 2">
            <a:extLst>
              <a:ext uri="{FF2B5EF4-FFF2-40B4-BE49-F238E27FC236}">
                <a16:creationId xmlns:a16="http://schemas.microsoft.com/office/drawing/2014/main" id="{AADED847-0BE6-95CC-AF07-15C9A9936577}"/>
              </a:ext>
            </a:extLst>
          </p:cNvPr>
          <p:cNvSpPr>
            <a:spLocks noGrp="1"/>
          </p:cNvSpPr>
          <p:nvPr>
            <p:ph idx="1"/>
          </p:nvPr>
        </p:nvSpPr>
        <p:spPr>
          <a:xfrm>
            <a:off x="847795" y="2233676"/>
            <a:ext cx="2880737" cy="4022309"/>
          </a:xfrm>
        </p:spPr>
        <p:txBody>
          <a:bodyPr>
            <a:normAutofit lnSpcReduction="10000"/>
          </a:bodyPr>
          <a:lstStyle/>
          <a:p>
            <a:r>
              <a:rPr lang="en-US" dirty="0"/>
              <a:t>Model that incorporates </a:t>
            </a:r>
            <a:r>
              <a:rPr lang="en-US" b="1" dirty="0"/>
              <a:t>Bayesian</a:t>
            </a:r>
            <a:r>
              <a:rPr lang="en-US" dirty="0"/>
              <a:t> </a:t>
            </a:r>
            <a:r>
              <a:rPr lang="en-US" b="1" dirty="0"/>
              <a:t>inference</a:t>
            </a:r>
            <a:r>
              <a:rPr lang="en-US" dirty="0"/>
              <a:t> to estimate uncertainty in its predictions</a:t>
            </a:r>
          </a:p>
          <a:p>
            <a:pPr lvl="1"/>
            <a:r>
              <a:rPr lang="en-US" dirty="0"/>
              <a:t>Incorporates data, prior distributions, likelihood functions</a:t>
            </a:r>
          </a:p>
        </p:txBody>
      </p:sp>
      <p:sp>
        <p:nvSpPr>
          <p:cNvPr id="4" name="TextBox 3">
            <a:extLst>
              <a:ext uri="{FF2B5EF4-FFF2-40B4-BE49-F238E27FC236}">
                <a16:creationId xmlns:a16="http://schemas.microsoft.com/office/drawing/2014/main" id="{4C091FC3-AC4B-8B90-E48C-9B381A108E9D}"/>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 see Landuyt et al. 2013</a:t>
            </a:r>
          </a:p>
        </p:txBody>
      </p:sp>
      <p:pic>
        <p:nvPicPr>
          <p:cNvPr id="9" name="Picture 8">
            <a:extLst>
              <a:ext uri="{FF2B5EF4-FFF2-40B4-BE49-F238E27FC236}">
                <a16:creationId xmlns:a16="http://schemas.microsoft.com/office/drawing/2014/main" id="{597EB916-42C4-9182-2E33-FA18BF93CB7B}"/>
              </a:ext>
            </a:extLst>
          </p:cNvPr>
          <p:cNvPicPr>
            <a:picLocks noChangeAspect="1"/>
          </p:cNvPicPr>
          <p:nvPr/>
        </p:nvPicPr>
        <p:blipFill>
          <a:blip r:embed="rId3"/>
          <a:stretch>
            <a:fillRect/>
          </a:stretch>
        </p:blipFill>
        <p:spPr>
          <a:xfrm>
            <a:off x="4229100" y="1106541"/>
            <a:ext cx="7763743" cy="5070422"/>
          </a:xfrm>
          <a:prstGeom prst="rect">
            <a:avLst/>
          </a:prstGeom>
        </p:spPr>
      </p:pic>
      <p:sp>
        <p:nvSpPr>
          <p:cNvPr id="8" name="TextBox 7">
            <a:extLst>
              <a:ext uri="{FF2B5EF4-FFF2-40B4-BE49-F238E27FC236}">
                <a16:creationId xmlns:a16="http://schemas.microsoft.com/office/drawing/2014/main" id="{168DB895-83F2-8469-0AA6-D9ABCC13F8BD}"/>
              </a:ext>
            </a:extLst>
          </p:cNvPr>
          <p:cNvSpPr txBox="1"/>
          <p:nvPr/>
        </p:nvSpPr>
        <p:spPr>
          <a:xfrm>
            <a:off x="10096558" y="5807631"/>
            <a:ext cx="2095442" cy="369332"/>
          </a:xfrm>
          <a:prstGeom prst="rect">
            <a:avLst/>
          </a:prstGeom>
          <a:noFill/>
        </p:spPr>
        <p:txBody>
          <a:bodyPr wrap="square">
            <a:spAutoFit/>
          </a:bodyPr>
          <a:lstStyle/>
          <a:p>
            <a:r>
              <a:rPr lang="en-US" sz="1800" dirty="0">
                <a:solidFill>
                  <a:schemeClr val="accent1"/>
                </a:solidFill>
              </a:rPr>
              <a:t>Landuyt et al. 2013</a:t>
            </a:r>
            <a:endParaRPr lang="en-US" dirty="0">
              <a:solidFill>
                <a:schemeClr val="accent1"/>
              </a:solidFill>
            </a:endParaRPr>
          </a:p>
        </p:txBody>
      </p:sp>
      <p:sp>
        <p:nvSpPr>
          <p:cNvPr id="10" name="TextBox 9">
            <a:extLst>
              <a:ext uri="{FF2B5EF4-FFF2-40B4-BE49-F238E27FC236}">
                <a16:creationId xmlns:a16="http://schemas.microsoft.com/office/drawing/2014/main" id="{0B29FAAF-741F-E539-8A56-1C621053D06D}"/>
              </a:ext>
            </a:extLst>
          </p:cNvPr>
          <p:cNvSpPr txBox="1"/>
          <p:nvPr/>
        </p:nvSpPr>
        <p:spPr>
          <a:xfrm>
            <a:off x="8110971" y="595799"/>
            <a:ext cx="1512711" cy="646331"/>
          </a:xfrm>
          <a:prstGeom prst="rect">
            <a:avLst/>
          </a:prstGeom>
          <a:noFill/>
        </p:spPr>
        <p:txBody>
          <a:bodyPr wrap="square" rtlCol="0">
            <a:spAutoFit/>
          </a:bodyPr>
          <a:lstStyle/>
          <a:p>
            <a:pPr algn="ctr"/>
            <a:r>
              <a:rPr lang="en-US" b="1" dirty="0"/>
              <a:t>Intermediate calculation</a:t>
            </a:r>
          </a:p>
        </p:txBody>
      </p:sp>
      <p:sp>
        <p:nvSpPr>
          <p:cNvPr id="11" name="TextBox 10">
            <a:extLst>
              <a:ext uri="{FF2B5EF4-FFF2-40B4-BE49-F238E27FC236}">
                <a16:creationId xmlns:a16="http://schemas.microsoft.com/office/drawing/2014/main" id="{AE5BF2D5-722E-5C80-5837-9EE5926BEA45}"/>
              </a:ext>
            </a:extLst>
          </p:cNvPr>
          <p:cNvSpPr txBox="1"/>
          <p:nvPr/>
        </p:nvSpPr>
        <p:spPr>
          <a:xfrm>
            <a:off x="6170035" y="737209"/>
            <a:ext cx="1512711" cy="369332"/>
          </a:xfrm>
          <a:prstGeom prst="rect">
            <a:avLst/>
          </a:prstGeom>
          <a:noFill/>
        </p:spPr>
        <p:txBody>
          <a:bodyPr wrap="square" rtlCol="0">
            <a:spAutoFit/>
          </a:bodyPr>
          <a:lstStyle/>
          <a:p>
            <a:pPr algn="ctr"/>
            <a:r>
              <a:rPr lang="en-US" b="1" dirty="0"/>
              <a:t>Parameters</a:t>
            </a:r>
          </a:p>
        </p:txBody>
      </p:sp>
      <p:sp>
        <p:nvSpPr>
          <p:cNvPr id="12" name="TextBox 11">
            <a:extLst>
              <a:ext uri="{FF2B5EF4-FFF2-40B4-BE49-F238E27FC236}">
                <a16:creationId xmlns:a16="http://schemas.microsoft.com/office/drawing/2014/main" id="{EB1CBD23-B1E2-4F02-1A31-4D63A2C0EA39}"/>
              </a:ext>
            </a:extLst>
          </p:cNvPr>
          <p:cNvSpPr txBox="1"/>
          <p:nvPr/>
        </p:nvSpPr>
        <p:spPr>
          <a:xfrm>
            <a:off x="10480132" y="596169"/>
            <a:ext cx="1512711" cy="646331"/>
          </a:xfrm>
          <a:prstGeom prst="rect">
            <a:avLst/>
          </a:prstGeom>
          <a:noFill/>
        </p:spPr>
        <p:txBody>
          <a:bodyPr wrap="square" rtlCol="0">
            <a:spAutoFit/>
          </a:bodyPr>
          <a:lstStyle/>
          <a:p>
            <a:pPr algn="ctr"/>
            <a:r>
              <a:rPr lang="en-US" b="1" dirty="0"/>
              <a:t>Posterior prediction</a:t>
            </a:r>
          </a:p>
        </p:txBody>
      </p:sp>
    </p:spTree>
    <p:extLst>
      <p:ext uri="{BB962C8B-B14F-4D97-AF65-F5344CB8AC3E}">
        <p14:creationId xmlns:p14="http://schemas.microsoft.com/office/powerpoint/2010/main" val="6762587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4BC5B-0DB5-0182-4156-C19007B31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C6307-5588-0815-F1AB-B26D54DCDBBD}"/>
              </a:ext>
            </a:extLst>
          </p:cNvPr>
          <p:cNvSpPr>
            <a:spLocks noGrp="1"/>
          </p:cNvSpPr>
          <p:nvPr>
            <p:ph type="title"/>
          </p:nvPr>
        </p:nvSpPr>
        <p:spPr>
          <a:xfrm>
            <a:off x="474643" y="500062"/>
            <a:ext cx="11467641" cy="1325563"/>
          </a:xfrm>
        </p:spPr>
        <p:txBody>
          <a:bodyPr/>
          <a:lstStyle/>
          <a:p>
            <a:r>
              <a:rPr lang="en-US" dirty="0"/>
              <a:t>Tools to handle identify and deal with uncertainty:</a:t>
            </a:r>
          </a:p>
        </p:txBody>
      </p:sp>
      <p:sp>
        <p:nvSpPr>
          <p:cNvPr id="3" name="Content Placeholder 2">
            <a:extLst>
              <a:ext uri="{FF2B5EF4-FFF2-40B4-BE49-F238E27FC236}">
                <a16:creationId xmlns:a16="http://schemas.microsoft.com/office/drawing/2014/main" id="{86B6EB50-D994-6D80-6AF6-83090D15E06A}"/>
              </a:ext>
            </a:extLst>
          </p:cNvPr>
          <p:cNvSpPr>
            <a:spLocks noGrp="1"/>
          </p:cNvSpPr>
          <p:nvPr>
            <p:ph idx="1"/>
          </p:nvPr>
        </p:nvSpPr>
        <p:spPr>
          <a:xfrm>
            <a:off x="838200" y="1683224"/>
            <a:ext cx="8823593" cy="4795899"/>
          </a:xfrm>
        </p:spPr>
        <p:txBody>
          <a:bodyPr>
            <a:normAutofit fontScale="92500" lnSpcReduction="20000"/>
          </a:bodyPr>
          <a:lstStyle/>
          <a:p>
            <a:r>
              <a:rPr lang="en-US" dirty="0"/>
              <a:t>Decision trees </a:t>
            </a:r>
          </a:p>
          <a:p>
            <a:r>
              <a:rPr lang="en-US" dirty="0"/>
              <a:t>Fault trees</a:t>
            </a:r>
          </a:p>
          <a:p>
            <a:r>
              <a:rPr lang="en-US" dirty="0"/>
              <a:t>Bayesian belief nets</a:t>
            </a:r>
          </a:p>
          <a:p>
            <a:r>
              <a:rPr lang="en-US" dirty="0"/>
              <a:t>Integrated population models</a:t>
            </a:r>
          </a:p>
          <a:p>
            <a:pPr lvl="1"/>
            <a:r>
              <a:rPr lang="en-US" dirty="0"/>
              <a:t>Integrate data streams to better estimate parameter values</a:t>
            </a:r>
          </a:p>
          <a:p>
            <a:r>
              <a:rPr lang="en-US" dirty="0"/>
              <a:t>Expert judgement methods</a:t>
            </a:r>
          </a:p>
          <a:p>
            <a:r>
              <a:rPr lang="en-US" dirty="0"/>
              <a:t>Expected value</a:t>
            </a:r>
          </a:p>
          <a:p>
            <a:r>
              <a:rPr lang="en-US" dirty="0"/>
              <a:t>Expected utility analysis (utilities elicited via gambles)</a:t>
            </a:r>
          </a:p>
          <a:p>
            <a:r>
              <a:rPr lang="en-US" dirty="0"/>
              <a:t>Maxi-min criterion</a:t>
            </a:r>
          </a:p>
          <a:p>
            <a:r>
              <a:rPr lang="en-US" dirty="0"/>
              <a:t>Robust satisficing</a:t>
            </a:r>
          </a:p>
          <a:p>
            <a:r>
              <a:rPr lang="en-US" dirty="0"/>
              <a:t>Last week (Value of information, adaptive management, sensitivity analysis)</a:t>
            </a:r>
          </a:p>
        </p:txBody>
      </p:sp>
      <p:sp>
        <p:nvSpPr>
          <p:cNvPr id="4" name="TextBox 3">
            <a:extLst>
              <a:ext uri="{FF2B5EF4-FFF2-40B4-BE49-F238E27FC236}">
                <a16:creationId xmlns:a16="http://schemas.microsoft.com/office/drawing/2014/main" id="{F3DB2633-FC0B-1C35-5990-125C69A46126}"/>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 see Runge et al. 2020 Ch 13</a:t>
            </a:r>
          </a:p>
        </p:txBody>
      </p:sp>
    </p:spTree>
    <p:extLst>
      <p:ext uri="{BB962C8B-B14F-4D97-AF65-F5344CB8AC3E}">
        <p14:creationId xmlns:p14="http://schemas.microsoft.com/office/powerpoint/2010/main" val="181893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FE3D2-94A6-70E8-3C42-0A98455B101A}"/>
              </a:ext>
            </a:extLst>
          </p:cNvPr>
          <p:cNvSpPr>
            <a:spLocks noGrp="1"/>
          </p:cNvSpPr>
          <p:nvPr>
            <p:ph type="title"/>
          </p:nvPr>
        </p:nvSpPr>
        <p:spPr/>
        <p:txBody>
          <a:bodyPr/>
          <a:lstStyle/>
          <a:p>
            <a:r>
              <a:rPr lang="en-US" dirty="0"/>
              <a:t>Risk summary</a:t>
            </a:r>
          </a:p>
        </p:txBody>
      </p:sp>
      <p:sp>
        <p:nvSpPr>
          <p:cNvPr id="3" name="Content Placeholder 2">
            <a:extLst>
              <a:ext uri="{FF2B5EF4-FFF2-40B4-BE49-F238E27FC236}">
                <a16:creationId xmlns:a16="http://schemas.microsoft.com/office/drawing/2014/main" id="{51286DB8-5A73-331D-2327-F3AA05B07C4A}"/>
              </a:ext>
            </a:extLst>
          </p:cNvPr>
          <p:cNvSpPr>
            <a:spLocks noGrp="1"/>
          </p:cNvSpPr>
          <p:nvPr>
            <p:ph idx="1"/>
          </p:nvPr>
        </p:nvSpPr>
        <p:spPr>
          <a:xfrm>
            <a:off x="838200" y="1612900"/>
            <a:ext cx="5370689" cy="4879975"/>
          </a:xfrm>
        </p:spPr>
        <p:txBody>
          <a:bodyPr>
            <a:normAutofit fontScale="92500" lnSpcReduction="10000"/>
          </a:bodyPr>
          <a:lstStyle/>
          <a:p>
            <a:r>
              <a:rPr lang="en-US" sz="3600" dirty="0"/>
              <a:t>Decisions in the face of uncertainty</a:t>
            </a:r>
          </a:p>
          <a:p>
            <a:pPr lvl="1"/>
            <a:r>
              <a:rPr lang="en-US" sz="3200" dirty="0"/>
              <a:t>Need to consider decision maker’s attitude toward risk</a:t>
            </a:r>
          </a:p>
          <a:p>
            <a:pPr lvl="1"/>
            <a:r>
              <a:rPr lang="en-US" sz="3200" dirty="0"/>
              <a:t>This amounts to valuing outcomes in a way that is not necessarily linear relative to gain or loss</a:t>
            </a:r>
          </a:p>
          <a:p>
            <a:pPr lvl="1"/>
            <a:r>
              <a:rPr lang="en-US" sz="3200" dirty="0"/>
              <a:t>A utility function can be used to capture the decision maker’s risk attitude</a:t>
            </a:r>
          </a:p>
          <a:p>
            <a:endParaRPr lang="en-US" sz="3600" dirty="0"/>
          </a:p>
        </p:txBody>
      </p:sp>
      <p:sp>
        <p:nvSpPr>
          <p:cNvPr id="5" name="TextBox 4">
            <a:extLst>
              <a:ext uri="{FF2B5EF4-FFF2-40B4-BE49-F238E27FC236}">
                <a16:creationId xmlns:a16="http://schemas.microsoft.com/office/drawing/2014/main" id="{1BECF992-3835-9715-8640-95E431E3E4CF}"/>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pic>
        <p:nvPicPr>
          <p:cNvPr id="6" name="Picture 5">
            <a:extLst>
              <a:ext uri="{FF2B5EF4-FFF2-40B4-BE49-F238E27FC236}">
                <a16:creationId xmlns:a16="http://schemas.microsoft.com/office/drawing/2014/main" id="{38BD062C-E430-A685-4359-7CC4B703DF38}"/>
              </a:ext>
            </a:extLst>
          </p:cNvPr>
          <p:cNvPicPr>
            <a:picLocks noChangeAspect="1"/>
          </p:cNvPicPr>
          <p:nvPr/>
        </p:nvPicPr>
        <p:blipFill>
          <a:blip r:embed="rId3"/>
          <a:stretch>
            <a:fillRect/>
          </a:stretch>
        </p:blipFill>
        <p:spPr>
          <a:xfrm>
            <a:off x="6506634" y="1833562"/>
            <a:ext cx="5410200" cy="3190875"/>
          </a:xfrm>
          <a:prstGeom prst="rect">
            <a:avLst/>
          </a:prstGeom>
        </p:spPr>
      </p:pic>
    </p:spTree>
    <p:extLst>
      <p:ext uri="{BB962C8B-B14F-4D97-AF65-F5344CB8AC3E}">
        <p14:creationId xmlns:p14="http://schemas.microsoft.com/office/powerpoint/2010/main" val="21693511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5DAFC-F606-566F-2604-A2CBF88C2FB2}"/>
              </a:ext>
            </a:extLst>
          </p:cNvPr>
          <p:cNvSpPr>
            <a:spLocks noGrp="1"/>
          </p:cNvSpPr>
          <p:nvPr>
            <p:ph type="title"/>
          </p:nvPr>
        </p:nvSpPr>
        <p:spPr/>
        <p:txBody>
          <a:bodyPr/>
          <a:lstStyle/>
          <a:p>
            <a:r>
              <a:rPr lang="en-US" dirty="0"/>
              <a:t>Discussion</a:t>
            </a:r>
          </a:p>
        </p:txBody>
      </p:sp>
      <p:sp>
        <p:nvSpPr>
          <p:cNvPr id="5" name="Content Placeholder 2">
            <a:extLst>
              <a:ext uri="{FF2B5EF4-FFF2-40B4-BE49-F238E27FC236}">
                <a16:creationId xmlns:a16="http://schemas.microsoft.com/office/drawing/2014/main" id="{9C9D3865-51BA-5287-CDD9-32877C42A261}"/>
              </a:ext>
            </a:extLst>
          </p:cNvPr>
          <p:cNvSpPr txBox="1">
            <a:spLocks/>
          </p:cNvSpPr>
          <p:nvPr/>
        </p:nvSpPr>
        <p:spPr>
          <a:xfrm>
            <a:off x="4954002" y="283309"/>
            <a:ext cx="6006164" cy="4118571"/>
          </a:xfrm>
          <a:prstGeom prst="cloudCallout">
            <a:avLst>
              <a:gd name="adj1" fmla="val -75412"/>
              <a:gd name="adj2" fmla="val 21512"/>
            </a:avLst>
          </a:prstGeom>
          <a:solidFill>
            <a:schemeClr val="tx1"/>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Why should risk tolerance be understood?</a:t>
            </a:r>
          </a:p>
          <a:p>
            <a:r>
              <a:rPr lang="en-US" dirty="0">
                <a:solidFill>
                  <a:schemeClr val="bg1"/>
                </a:solidFill>
              </a:rPr>
              <a:t>In what ways might a risk-averse decision maker approach a conservation problem differently than a risk-seeking one? </a:t>
            </a:r>
          </a:p>
          <a:p>
            <a:endParaRPr lang="en-US" dirty="0">
              <a:solidFill>
                <a:schemeClr val="bg1"/>
              </a:solidFill>
            </a:endParaRPr>
          </a:p>
        </p:txBody>
      </p:sp>
      <p:pic>
        <p:nvPicPr>
          <p:cNvPr id="6" name="Graphic 5" descr="Head with gears with solid fill">
            <a:extLst>
              <a:ext uri="{FF2B5EF4-FFF2-40B4-BE49-F238E27FC236}">
                <a16:creationId xmlns:a16="http://schemas.microsoft.com/office/drawing/2014/main" id="{44CA4457-1E97-F5EC-E199-7DDAE005B7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6308" y="2628217"/>
            <a:ext cx="4327191" cy="4327191"/>
          </a:xfrm>
          <a:prstGeom prst="rect">
            <a:avLst/>
          </a:prstGeom>
        </p:spPr>
      </p:pic>
    </p:spTree>
    <p:extLst>
      <p:ext uri="{BB962C8B-B14F-4D97-AF65-F5344CB8AC3E}">
        <p14:creationId xmlns:p14="http://schemas.microsoft.com/office/powerpoint/2010/main" val="3538668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86BEE49-F3E9-135C-E475-245529FE6E61}"/>
              </a:ext>
            </a:extLst>
          </p:cNvPr>
          <p:cNvPicPr>
            <a:picLocks noChangeAspect="1"/>
          </p:cNvPicPr>
          <p:nvPr/>
        </p:nvPicPr>
        <p:blipFill>
          <a:blip r:embed="rId2"/>
          <a:srcRect r="2570"/>
          <a:stretch/>
        </p:blipFill>
        <p:spPr>
          <a:xfrm>
            <a:off x="6015748" y="1513531"/>
            <a:ext cx="6095025" cy="4388588"/>
          </a:xfrm>
          <a:prstGeom prst="rect">
            <a:avLst/>
          </a:prstGeom>
        </p:spPr>
      </p:pic>
      <p:sp>
        <p:nvSpPr>
          <p:cNvPr id="2" name="Title 1">
            <a:extLst>
              <a:ext uri="{FF2B5EF4-FFF2-40B4-BE49-F238E27FC236}">
                <a16:creationId xmlns:a16="http://schemas.microsoft.com/office/drawing/2014/main" id="{63A20C1A-4914-2FAF-8554-DBB34247A9E4}"/>
              </a:ext>
            </a:extLst>
          </p:cNvPr>
          <p:cNvSpPr>
            <a:spLocks noGrp="1"/>
          </p:cNvSpPr>
          <p:nvPr>
            <p:ph type="title"/>
          </p:nvPr>
        </p:nvSpPr>
        <p:spPr>
          <a:xfrm>
            <a:off x="838200" y="281945"/>
            <a:ext cx="10515600" cy="807459"/>
          </a:xfrm>
        </p:spPr>
        <p:txBody>
          <a:bodyPr/>
          <a:lstStyle/>
          <a:p>
            <a:r>
              <a:rPr lang="en-US" dirty="0"/>
              <a:t>Closing thoughts – what </a:t>
            </a:r>
            <a:r>
              <a:rPr lang="en-US" b="1" dirty="0"/>
              <a:t>did</a:t>
            </a:r>
            <a:r>
              <a:rPr lang="en-US" dirty="0"/>
              <a:t> you learn?</a:t>
            </a:r>
          </a:p>
        </p:txBody>
      </p:sp>
      <p:sp>
        <p:nvSpPr>
          <p:cNvPr id="6" name="Title 1">
            <a:extLst>
              <a:ext uri="{FF2B5EF4-FFF2-40B4-BE49-F238E27FC236}">
                <a16:creationId xmlns:a16="http://schemas.microsoft.com/office/drawing/2014/main" id="{B335A69E-B00D-6F92-3BE5-CD38F21DFE4B}"/>
              </a:ext>
            </a:extLst>
          </p:cNvPr>
          <p:cNvSpPr txBox="1">
            <a:spLocks/>
          </p:cNvSpPr>
          <p:nvPr/>
        </p:nvSpPr>
        <p:spPr>
          <a:xfrm>
            <a:off x="665050" y="1072086"/>
            <a:ext cx="5036503" cy="118234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latin typeface="+mn-lt"/>
              </a:rPr>
              <a:t>Two key elements of Structured Decision Making</a:t>
            </a:r>
          </a:p>
        </p:txBody>
      </p:sp>
      <p:sp>
        <p:nvSpPr>
          <p:cNvPr id="7" name="Content Placeholder 2">
            <a:extLst>
              <a:ext uri="{FF2B5EF4-FFF2-40B4-BE49-F238E27FC236}">
                <a16:creationId xmlns:a16="http://schemas.microsoft.com/office/drawing/2014/main" id="{9170E734-E07B-A136-45D3-E1D0300A5651}"/>
              </a:ext>
            </a:extLst>
          </p:cNvPr>
          <p:cNvSpPr txBox="1">
            <a:spLocks/>
          </p:cNvSpPr>
          <p:nvPr/>
        </p:nvSpPr>
        <p:spPr>
          <a:xfrm>
            <a:off x="1329929" y="2212097"/>
            <a:ext cx="4685819" cy="16649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2400" b="1" dirty="0"/>
              <a:t>1. Values-focused</a:t>
            </a:r>
          </a:p>
          <a:p>
            <a:pPr>
              <a:lnSpc>
                <a:spcPct val="100000"/>
              </a:lnSpc>
              <a:spcBef>
                <a:spcPts val="0"/>
              </a:spcBef>
            </a:pPr>
            <a:r>
              <a:rPr lang="en-US" sz="2400" dirty="0"/>
              <a:t>Objectives are discussed first</a:t>
            </a:r>
          </a:p>
          <a:p>
            <a:pPr>
              <a:lnSpc>
                <a:spcPct val="100000"/>
              </a:lnSpc>
              <a:spcBef>
                <a:spcPts val="0"/>
              </a:spcBef>
            </a:pPr>
            <a:r>
              <a:rPr lang="en-US" sz="2400" dirty="0"/>
              <a:t>Contrasts with alternative-focused methods</a:t>
            </a:r>
          </a:p>
          <a:p>
            <a:pPr marL="0" indent="0">
              <a:buFont typeface="Arial" panose="020B0604020202020204" pitchFamily="34" charset="0"/>
              <a:buNone/>
            </a:pPr>
            <a:endParaRPr lang="en-US" sz="2400" dirty="0"/>
          </a:p>
        </p:txBody>
      </p:sp>
      <p:pic>
        <p:nvPicPr>
          <p:cNvPr id="8" name="Graphic 7" descr="Comment Heart with solid fill">
            <a:extLst>
              <a:ext uri="{FF2B5EF4-FFF2-40B4-BE49-F238E27FC236}">
                <a16:creationId xmlns:a16="http://schemas.microsoft.com/office/drawing/2014/main" id="{6A5EB302-E8CF-2793-A870-9CB5871D6E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0290" y="2133756"/>
            <a:ext cx="914400" cy="914400"/>
          </a:xfrm>
          <a:prstGeom prst="rect">
            <a:avLst/>
          </a:prstGeom>
        </p:spPr>
      </p:pic>
      <p:sp>
        <p:nvSpPr>
          <p:cNvPr id="9" name="Content Placeholder 2">
            <a:extLst>
              <a:ext uri="{FF2B5EF4-FFF2-40B4-BE49-F238E27FC236}">
                <a16:creationId xmlns:a16="http://schemas.microsoft.com/office/drawing/2014/main" id="{40BF7BDD-1401-3C91-0736-615A4D548160}"/>
              </a:ext>
            </a:extLst>
          </p:cNvPr>
          <p:cNvSpPr txBox="1">
            <a:spLocks/>
          </p:cNvSpPr>
          <p:nvPr/>
        </p:nvSpPr>
        <p:spPr>
          <a:xfrm>
            <a:off x="1195908" y="3762556"/>
            <a:ext cx="5422750" cy="2781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sz="2400" b="1" dirty="0"/>
              <a:t>2. Problem decomposition (</a:t>
            </a:r>
            <a:r>
              <a:rPr lang="en-US" sz="2400" b="1" dirty="0" err="1"/>
              <a:t>PrOACT</a:t>
            </a:r>
            <a:r>
              <a:rPr lang="en-US" sz="2400" b="1" dirty="0"/>
              <a:t>)</a:t>
            </a:r>
          </a:p>
          <a:p>
            <a:pPr>
              <a:lnSpc>
                <a:spcPct val="100000"/>
              </a:lnSpc>
              <a:spcBef>
                <a:spcPts val="0"/>
              </a:spcBef>
            </a:pPr>
            <a:r>
              <a:rPr lang="en-US" sz="2400" dirty="0"/>
              <a:t>Break problem into components, separating science from values </a:t>
            </a:r>
          </a:p>
          <a:p>
            <a:pPr>
              <a:lnSpc>
                <a:spcPct val="100000"/>
              </a:lnSpc>
              <a:spcBef>
                <a:spcPts val="0"/>
              </a:spcBef>
            </a:pPr>
            <a:r>
              <a:rPr lang="en-US" sz="2400" dirty="0"/>
              <a:t>Complete relevant analysis</a:t>
            </a:r>
          </a:p>
          <a:p>
            <a:pPr>
              <a:lnSpc>
                <a:spcPct val="100000"/>
              </a:lnSpc>
              <a:spcBef>
                <a:spcPts val="0"/>
              </a:spcBef>
            </a:pPr>
            <a:r>
              <a:rPr lang="en-US" sz="2400" dirty="0"/>
              <a:t>Recompose the parts to make a decision</a:t>
            </a:r>
          </a:p>
          <a:p>
            <a:pPr>
              <a:lnSpc>
                <a:spcPct val="100000"/>
              </a:lnSpc>
              <a:spcBef>
                <a:spcPts val="0"/>
              </a:spcBef>
            </a:pPr>
            <a:r>
              <a:rPr lang="en-US" sz="2400" u="sng" dirty="0"/>
              <a:t>Additional considerations</a:t>
            </a:r>
            <a:r>
              <a:rPr lang="en-US" sz="2400" dirty="0"/>
              <a:t>: risk, uncertainty, adaptive management</a:t>
            </a:r>
          </a:p>
        </p:txBody>
      </p:sp>
      <p:pic>
        <p:nvPicPr>
          <p:cNvPr id="10" name="Graphic 9" descr="Puzzle pieces with solid fill">
            <a:extLst>
              <a:ext uri="{FF2B5EF4-FFF2-40B4-BE49-F238E27FC236}">
                <a16:creationId xmlns:a16="http://schemas.microsoft.com/office/drawing/2014/main" id="{C3DC2100-1404-B74B-8817-94D1DC9D25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5529" y="3653093"/>
            <a:ext cx="914400" cy="914400"/>
          </a:xfrm>
          <a:prstGeom prst="rect">
            <a:avLst/>
          </a:prstGeom>
        </p:spPr>
      </p:pic>
      <p:sp>
        <p:nvSpPr>
          <p:cNvPr id="13" name="TextBox 12">
            <a:extLst>
              <a:ext uri="{FF2B5EF4-FFF2-40B4-BE49-F238E27FC236}">
                <a16:creationId xmlns:a16="http://schemas.microsoft.com/office/drawing/2014/main" id="{49D6A36E-5CC3-7A3C-8AAE-BC39EB46115B}"/>
              </a:ext>
            </a:extLst>
          </p:cNvPr>
          <p:cNvSpPr txBox="1"/>
          <p:nvPr/>
        </p:nvSpPr>
        <p:spPr>
          <a:xfrm>
            <a:off x="0" y="6581001"/>
            <a:ext cx="8016412" cy="276999"/>
          </a:xfrm>
          <a:prstGeom prst="rect">
            <a:avLst/>
          </a:prstGeom>
          <a:noFill/>
        </p:spPr>
        <p:txBody>
          <a:bodyPr wrap="square">
            <a:spAutoFit/>
          </a:bodyPr>
          <a:lstStyle/>
          <a:p>
            <a:r>
              <a:rPr lang="en-US" sz="1200" dirty="0"/>
              <a:t>Developed by Ashley Fortune Isham, Jim Lyons, Sarah J Converse, Brielle Thompson</a:t>
            </a:r>
          </a:p>
        </p:txBody>
      </p:sp>
    </p:spTree>
    <p:extLst>
      <p:ext uri="{BB962C8B-B14F-4D97-AF65-F5344CB8AC3E}">
        <p14:creationId xmlns:p14="http://schemas.microsoft.com/office/powerpoint/2010/main" val="271557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C88F94-FB33-5210-B483-39F4BB1B7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5CAB0-5C67-4865-D647-F2F453B2480C}"/>
              </a:ext>
            </a:extLst>
          </p:cNvPr>
          <p:cNvSpPr>
            <a:spLocks noGrp="1"/>
          </p:cNvSpPr>
          <p:nvPr>
            <p:ph type="title"/>
          </p:nvPr>
        </p:nvSpPr>
        <p:spPr>
          <a:xfrm>
            <a:off x="838200" y="365125"/>
            <a:ext cx="10515600" cy="925793"/>
          </a:xfrm>
        </p:spPr>
        <p:txBody>
          <a:bodyPr/>
          <a:lstStyle/>
          <a:p>
            <a:r>
              <a:rPr lang="en-US" dirty="0"/>
              <a:t>Closing thoughts – what </a:t>
            </a:r>
            <a:r>
              <a:rPr lang="en-US" b="1" dirty="0"/>
              <a:t>didn’t</a:t>
            </a:r>
            <a:r>
              <a:rPr lang="en-US" dirty="0"/>
              <a:t> you learn?</a:t>
            </a:r>
          </a:p>
        </p:txBody>
      </p:sp>
      <p:sp>
        <p:nvSpPr>
          <p:cNvPr id="6" name="Content Placeholder 2">
            <a:extLst>
              <a:ext uri="{FF2B5EF4-FFF2-40B4-BE49-F238E27FC236}">
                <a16:creationId xmlns:a16="http://schemas.microsoft.com/office/drawing/2014/main" id="{DBBCA15A-6291-EB8A-5CDE-D9858C8D8674}"/>
              </a:ext>
            </a:extLst>
          </p:cNvPr>
          <p:cNvSpPr txBox="1">
            <a:spLocks/>
          </p:cNvSpPr>
          <p:nvPr/>
        </p:nvSpPr>
        <p:spPr>
          <a:xfrm>
            <a:off x="963641" y="1215615"/>
            <a:ext cx="7734300" cy="523951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What we didn’t cover:</a:t>
            </a:r>
          </a:p>
          <a:p>
            <a:pPr lvl="1"/>
            <a:r>
              <a:rPr lang="en-US" sz="3200" b="1" dirty="0"/>
              <a:t>Variety of quantitative tools</a:t>
            </a:r>
            <a:endParaRPr lang="en-US" sz="2800" dirty="0"/>
          </a:p>
          <a:p>
            <a:pPr lvl="2"/>
            <a:r>
              <a:rPr lang="en-US" sz="2800" dirty="0"/>
              <a:t>Other types of value of information analysis</a:t>
            </a:r>
          </a:p>
          <a:p>
            <a:pPr lvl="2"/>
            <a:r>
              <a:rPr lang="en-US" sz="2800" dirty="0"/>
              <a:t>Multi-Criteria Decision analysis tools</a:t>
            </a:r>
          </a:p>
          <a:p>
            <a:pPr lvl="2"/>
            <a:r>
              <a:rPr lang="en-US" sz="2800" dirty="0"/>
              <a:t>Bayesian Belief Networks</a:t>
            </a:r>
          </a:p>
          <a:p>
            <a:pPr lvl="2"/>
            <a:r>
              <a:rPr lang="en-US" sz="2800" dirty="0"/>
              <a:t>Adaptive management modeling techniques</a:t>
            </a:r>
          </a:p>
          <a:p>
            <a:pPr lvl="2"/>
            <a:r>
              <a:rPr lang="en-US" sz="2800" dirty="0"/>
              <a:t>Projection modeling</a:t>
            </a:r>
          </a:p>
          <a:p>
            <a:pPr lvl="2"/>
            <a:r>
              <a:rPr lang="en-US" sz="2800" dirty="0"/>
              <a:t>Optimization modeling</a:t>
            </a:r>
          </a:p>
          <a:p>
            <a:pPr lvl="1"/>
            <a:r>
              <a:rPr lang="en-US" sz="3200" b="1" dirty="0"/>
              <a:t>Dealing with people</a:t>
            </a:r>
          </a:p>
          <a:p>
            <a:pPr lvl="2"/>
            <a:r>
              <a:rPr lang="en-US" sz="2800" dirty="0"/>
              <a:t>Stakeholder analysis, forming a team</a:t>
            </a:r>
          </a:p>
          <a:p>
            <a:pPr lvl="2"/>
            <a:r>
              <a:rPr lang="en-US" sz="2800" dirty="0"/>
              <a:t>Facilitation</a:t>
            </a:r>
          </a:p>
          <a:p>
            <a:pPr lvl="2"/>
            <a:r>
              <a:rPr lang="en-US" sz="2800" dirty="0"/>
              <a:t>Expert elicitation</a:t>
            </a:r>
          </a:p>
          <a:p>
            <a:pPr lvl="1"/>
            <a:endParaRPr lang="en-US" dirty="0"/>
          </a:p>
          <a:p>
            <a:endParaRPr lang="en-US" dirty="0"/>
          </a:p>
        </p:txBody>
      </p:sp>
      <p:pic>
        <p:nvPicPr>
          <p:cNvPr id="8" name="Graphic 7" descr="Programmer female with solid fill">
            <a:extLst>
              <a:ext uri="{FF2B5EF4-FFF2-40B4-BE49-F238E27FC236}">
                <a16:creationId xmlns:a16="http://schemas.microsoft.com/office/drawing/2014/main" id="{AF6AB866-276B-9538-582A-8E73FD098E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63057" y="1417772"/>
            <a:ext cx="2290743" cy="2290743"/>
          </a:xfrm>
          <a:prstGeom prst="rect">
            <a:avLst/>
          </a:prstGeom>
        </p:spPr>
      </p:pic>
      <p:pic>
        <p:nvPicPr>
          <p:cNvPr id="9" name="Graphic 8" descr="Cycle with people with solid fill">
            <a:extLst>
              <a:ext uri="{FF2B5EF4-FFF2-40B4-BE49-F238E27FC236}">
                <a16:creationId xmlns:a16="http://schemas.microsoft.com/office/drawing/2014/main" id="{CA1C6E53-9B82-9E3B-740C-47014461CE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44571" y="3566428"/>
            <a:ext cx="2781300" cy="2781300"/>
          </a:xfrm>
          <a:prstGeom prst="rect">
            <a:avLst/>
          </a:prstGeom>
        </p:spPr>
      </p:pic>
      <p:sp>
        <p:nvSpPr>
          <p:cNvPr id="10" name="TextBox 9">
            <a:extLst>
              <a:ext uri="{FF2B5EF4-FFF2-40B4-BE49-F238E27FC236}">
                <a16:creationId xmlns:a16="http://schemas.microsoft.com/office/drawing/2014/main" id="{60745C87-3E06-9056-609B-72E09C90E763}"/>
              </a:ext>
            </a:extLst>
          </p:cNvPr>
          <p:cNvSpPr txBox="1"/>
          <p:nvPr/>
        </p:nvSpPr>
        <p:spPr>
          <a:xfrm>
            <a:off x="0" y="6581001"/>
            <a:ext cx="8016412" cy="276999"/>
          </a:xfrm>
          <a:prstGeom prst="rect">
            <a:avLst/>
          </a:prstGeom>
          <a:noFill/>
        </p:spPr>
        <p:txBody>
          <a:bodyPr wrap="square">
            <a:spAutoFit/>
          </a:bodyPr>
          <a:lstStyle/>
          <a:p>
            <a:r>
              <a:rPr lang="en-US" sz="1200" dirty="0"/>
              <a:t>Developed by Ashley Fortune Isham, Jim Lyons, Sarah J Converse, Brielle Thompson</a:t>
            </a:r>
          </a:p>
        </p:txBody>
      </p:sp>
    </p:spTree>
    <p:extLst>
      <p:ext uri="{BB962C8B-B14F-4D97-AF65-F5344CB8AC3E}">
        <p14:creationId xmlns:p14="http://schemas.microsoft.com/office/powerpoint/2010/main" val="153409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148E07-0CBD-4B16-EC22-A3974ECA2C6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442FB79-7C16-A40A-1600-6478F246C306}"/>
              </a:ext>
            </a:extLst>
          </p:cNvPr>
          <p:cNvSpPr/>
          <p:nvPr/>
        </p:nvSpPr>
        <p:spPr>
          <a:xfrm>
            <a:off x="7394233" y="1173382"/>
            <a:ext cx="4550208" cy="4922618"/>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BA144-6049-A0BE-2E28-095FE863A431}"/>
              </a:ext>
            </a:extLst>
          </p:cNvPr>
          <p:cNvSpPr>
            <a:spLocks noGrp="1"/>
          </p:cNvSpPr>
          <p:nvPr>
            <p:ph type="title"/>
          </p:nvPr>
        </p:nvSpPr>
        <p:spPr>
          <a:xfrm>
            <a:off x="838200" y="365126"/>
            <a:ext cx="10927814" cy="646331"/>
          </a:xfrm>
        </p:spPr>
        <p:txBody>
          <a:bodyPr>
            <a:normAutofit fontScale="90000"/>
          </a:bodyPr>
          <a:lstStyle/>
          <a:p>
            <a:r>
              <a:rPr lang="en-US" dirty="0"/>
              <a:t>Closing thoughts – What can SDM be used for?</a:t>
            </a:r>
          </a:p>
        </p:txBody>
      </p:sp>
      <p:pic>
        <p:nvPicPr>
          <p:cNvPr id="4" name="Picture 3" descr="A group of white birds standing on the ground&#10;&#10;Description automatically generated">
            <a:extLst>
              <a:ext uri="{FF2B5EF4-FFF2-40B4-BE49-F238E27FC236}">
                <a16:creationId xmlns:a16="http://schemas.microsoft.com/office/drawing/2014/main" id="{DB194074-5C3F-0D20-665B-50327C4940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8585" y="3611298"/>
            <a:ext cx="1700575" cy="1132016"/>
          </a:xfrm>
          <a:prstGeom prst="rect">
            <a:avLst/>
          </a:prstGeom>
        </p:spPr>
      </p:pic>
      <p:sp>
        <p:nvSpPr>
          <p:cNvPr id="5" name="TextBox 4">
            <a:extLst>
              <a:ext uri="{FF2B5EF4-FFF2-40B4-BE49-F238E27FC236}">
                <a16:creationId xmlns:a16="http://schemas.microsoft.com/office/drawing/2014/main" id="{9924AB0D-EEB6-23A6-496A-CFA4B1917B81}"/>
              </a:ext>
            </a:extLst>
          </p:cNvPr>
          <p:cNvSpPr txBox="1"/>
          <p:nvPr/>
        </p:nvSpPr>
        <p:spPr>
          <a:xfrm>
            <a:off x="512190" y="2944344"/>
            <a:ext cx="3013277" cy="646331"/>
          </a:xfrm>
          <a:prstGeom prst="rect">
            <a:avLst/>
          </a:prstGeom>
          <a:noFill/>
        </p:spPr>
        <p:txBody>
          <a:bodyPr wrap="square" rtlCol="0">
            <a:spAutoFit/>
          </a:bodyPr>
          <a:lstStyle/>
          <a:p>
            <a:pPr algn="ctr"/>
            <a:r>
              <a:rPr lang="en-US" dirty="0"/>
              <a:t>Whooping crane management</a:t>
            </a:r>
          </a:p>
          <a:p>
            <a:pPr algn="ctr"/>
            <a:r>
              <a:rPr lang="en-US" dirty="0"/>
              <a:t>(Moore et al. 2008)</a:t>
            </a:r>
          </a:p>
        </p:txBody>
      </p:sp>
      <p:sp>
        <p:nvSpPr>
          <p:cNvPr id="6" name="TextBox 5">
            <a:extLst>
              <a:ext uri="{FF2B5EF4-FFF2-40B4-BE49-F238E27FC236}">
                <a16:creationId xmlns:a16="http://schemas.microsoft.com/office/drawing/2014/main" id="{CA7DA22C-A193-C785-EDB1-FCF40D2F0448}"/>
              </a:ext>
            </a:extLst>
          </p:cNvPr>
          <p:cNvSpPr txBox="1"/>
          <p:nvPr/>
        </p:nvSpPr>
        <p:spPr>
          <a:xfrm>
            <a:off x="442235" y="1173383"/>
            <a:ext cx="3013278" cy="646331"/>
          </a:xfrm>
          <a:prstGeom prst="rect">
            <a:avLst/>
          </a:prstGeom>
          <a:noFill/>
        </p:spPr>
        <p:txBody>
          <a:bodyPr wrap="square" rtlCol="0">
            <a:spAutoFit/>
          </a:bodyPr>
          <a:lstStyle/>
          <a:p>
            <a:pPr algn="ctr"/>
            <a:r>
              <a:rPr lang="en-US" dirty="0"/>
              <a:t>Waterfowl harvests</a:t>
            </a:r>
          </a:p>
          <a:p>
            <a:pPr algn="ctr"/>
            <a:r>
              <a:rPr lang="en-US" dirty="0"/>
              <a:t>(Williams and Johnson 1995)</a:t>
            </a:r>
          </a:p>
        </p:txBody>
      </p:sp>
      <p:sp>
        <p:nvSpPr>
          <p:cNvPr id="7" name="TextBox 6">
            <a:extLst>
              <a:ext uri="{FF2B5EF4-FFF2-40B4-BE49-F238E27FC236}">
                <a16:creationId xmlns:a16="http://schemas.microsoft.com/office/drawing/2014/main" id="{BEF19360-9993-B38A-7AE9-402B251E87AF}"/>
              </a:ext>
            </a:extLst>
          </p:cNvPr>
          <p:cNvSpPr txBox="1"/>
          <p:nvPr/>
        </p:nvSpPr>
        <p:spPr>
          <a:xfrm>
            <a:off x="3500378" y="1173382"/>
            <a:ext cx="3490730" cy="646331"/>
          </a:xfrm>
          <a:prstGeom prst="rect">
            <a:avLst/>
          </a:prstGeom>
          <a:noFill/>
        </p:spPr>
        <p:txBody>
          <a:bodyPr wrap="square" rtlCol="0">
            <a:spAutoFit/>
          </a:bodyPr>
          <a:lstStyle/>
          <a:p>
            <a:pPr algn="ctr"/>
            <a:r>
              <a:rPr lang="en-US" dirty="0"/>
              <a:t>Bighorn Sheep disease mitigation</a:t>
            </a:r>
          </a:p>
          <a:p>
            <a:pPr algn="ctr"/>
            <a:r>
              <a:rPr lang="en-US" dirty="0"/>
              <a:t>(Sells et al. 2016)</a:t>
            </a:r>
          </a:p>
        </p:txBody>
      </p:sp>
      <p:pic>
        <p:nvPicPr>
          <p:cNvPr id="8" name="Picture 7">
            <a:extLst>
              <a:ext uri="{FF2B5EF4-FFF2-40B4-BE49-F238E27FC236}">
                <a16:creationId xmlns:a16="http://schemas.microsoft.com/office/drawing/2014/main" id="{14324DB0-83C0-3FF7-EB6D-4CCB91CCD5DD}"/>
              </a:ext>
            </a:extLst>
          </p:cNvPr>
          <p:cNvPicPr>
            <a:picLocks noChangeAspect="1"/>
          </p:cNvPicPr>
          <p:nvPr/>
        </p:nvPicPr>
        <p:blipFill>
          <a:blip r:embed="rId4"/>
          <a:stretch>
            <a:fillRect/>
          </a:stretch>
        </p:blipFill>
        <p:spPr>
          <a:xfrm>
            <a:off x="4582252" y="1819713"/>
            <a:ext cx="1513748" cy="1009481"/>
          </a:xfrm>
          <a:prstGeom prst="rect">
            <a:avLst/>
          </a:prstGeom>
        </p:spPr>
      </p:pic>
      <p:sp>
        <p:nvSpPr>
          <p:cNvPr id="9" name="TextBox 8">
            <a:extLst>
              <a:ext uri="{FF2B5EF4-FFF2-40B4-BE49-F238E27FC236}">
                <a16:creationId xmlns:a16="http://schemas.microsoft.com/office/drawing/2014/main" id="{FC0FDC75-722D-47D0-54C7-4AE626541D6A}"/>
              </a:ext>
            </a:extLst>
          </p:cNvPr>
          <p:cNvSpPr txBox="1"/>
          <p:nvPr/>
        </p:nvSpPr>
        <p:spPr>
          <a:xfrm>
            <a:off x="715384" y="4706681"/>
            <a:ext cx="2466975" cy="646331"/>
          </a:xfrm>
          <a:prstGeom prst="rect">
            <a:avLst/>
          </a:prstGeom>
          <a:noFill/>
        </p:spPr>
        <p:txBody>
          <a:bodyPr wrap="square" rtlCol="0">
            <a:spAutoFit/>
          </a:bodyPr>
          <a:lstStyle/>
          <a:p>
            <a:pPr algn="ctr"/>
            <a:r>
              <a:rPr lang="en-US" dirty="0"/>
              <a:t>Bull trout reintroduction</a:t>
            </a:r>
          </a:p>
          <a:p>
            <a:pPr algn="ctr"/>
            <a:r>
              <a:rPr lang="en-US" dirty="0"/>
              <a:t>(</a:t>
            </a:r>
            <a:r>
              <a:rPr lang="en-US" dirty="0" err="1"/>
              <a:t>Brignon</a:t>
            </a:r>
            <a:r>
              <a:rPr lang="en-US" dirty="0"/>
              <a:t> et al. 2017)</a:t>
            </a:r>
          </a:p>
        </p:txBody>
      </p:sp>
      <p:pic>
        <p:nvPicPr>
          <p:cNvPr id="10" name="Picture 9">
            <a:extLst>
              <a:ext uri="{FF2B5EF4-FFF2-40B4-BE49-F238E27FC236}">
                <a16:creationId xmlns:a16="http://schemas.microsoft.com/office/drawing/2014/main" id="{3A75CA23-80DB-632A-BFEB-EE54FB3DD3CF}"/>
              </a:ext>
            </a:extLst>
          </p:cNvPr>
          <p:cNvPicPr>
            <a:picLocks noChangeAspect="1"/>
          </p:cNvPicPr>
          <p:nvPr/>
        </p:nvPicPr>
        <p:blipFill>
          <a:blip r:embed="rId5"/>
          <a:stretch>
            <a:fillRect/>
          </a:stretch>
        </p:blipFill>
        <p:spPr>
          <a:xfrm>
            <a:off x="1013869" y="5330819"/>
            <a:ext cx="1700239" cy="1273538"/>
          </a:xfrm>
          <a:prstGeom prst="rect">
            <a:avLst/>
          </a:prstGeom>
        </p:spPr>
      </p:pic>
      <p:sp>
        <p:nvSpPr>
          <p:cNvPr id="11" name="TextBox 10">
            <a:extLst>
              <a:ext uri="{FF2B5EF4-FFF2-40B4-BE49-F238E27FC236}">
                <a16:creationId xmlns:a16="http://schemas.microsoft.com/office/drawing/2014/main" id="{6DF8E0AF-F591-9A23-0CE1-5A32D68BD067}"/>
              </a:ext>
            </a:extLst>
          </p:cNvPr>
          <p:cNvSpPr txBox="1"/>
          <p:nvPr/>
        </p:nvSpPr>
        <p:spPr>
          <a:xfrm>
            <a:off x="3763040" y="2942441"/>
            <a:ext cx="3152172" cy="646331"/>
          </a:xfrm>
          <a:prstGeom prst="rect">
            <a:avLst/>
          </a:prstGeom>
          <a:noFill/>
        </p:spPr>
        <p:txBody>
          <a:bodyPr wrap="square" rtlCol="0">
            <a:spAutoFit/>
          </a:bodyPr>
          <a:lstStyle/>
          <a:p>
            <a:pPr algn="ctr"/>
            <a:r>
              <a:rPr lang="en-US" dirty="0" err="1"/>
              <a:t>Dreissenid</a:t>
            </a:r>
            <a:r>
              <a:rPr lang="en-US" dirty="0"/>
              <a:t> mussel management</a:t>
            </a:r>
          </a:p>
          <a:p>
            <a:pPr algn="ctr"/>
            <a:r>
              <a:rPr lang="en-US" dirty="0"/>
              <a:t>(Sepulveda et al. 2022)</a:t>
            </a:r>
          </a:p>
        </p:txBody>
      </p:sp>
      <p:pic>
        <p:nvPicPr>
          <p:cNvPr id="12" name="Picture 11">
            <a:extLst>
              <a:ext uri="{FF2B5EF4-FFF2-40B4-BE49-F238E27FC236}">
                <a16:creationId xmlns:a16="http://schemas.microsoft.com/office/drawing/2014/main" id="{805E18BA-3E4E-E569-2056-D71BE541CC62}"/>
              </a:ext>
            </a:extLst>
          </p:cNvPr>
          <p:cNvPicPr>
            <a:picLocks noChangeAspect="1"/>
          </p:cNvPicPr>
          <p:nvPr/>
        </p:nvPicPr>
        <p:blipFill>
          <a:blip r:embed="rId6"/>
          <a:stretch>
            <a:fillRect/>
          </a:stretch>
        </p:blipFill>
        <p:spPr>
          <a:xfrm>
            <a:off x="4529614" y="3588772"/>
            <a:ext cx="1619024" cy="983782"/>
          </a:xfrm>
          <a:prstGeom prst="rect">
            <a:avLst/>
          </a:prstGeom>
        </p:spPr>
      </p:pic>
      <p:pic>
        <p:nvPicPr>
          <p:cNvPr id="13" name="Picture 12">
            <a:extLst>
              <a:ext uri="{FF2B5EF4-FFF2-40B4-BE49-F238E27FC236}">
                <a16:creationId xmlns:a16="http://schemas.microsoft.com/office/drawing/2014/main" id="{A437425C-CB67-1FF4-BF7C-9A122C03D32E}"/>
              </a:ext>
            </a:extLst>
          </p:cNvPr>
          <p:cNvPicPr>
            <a:picLocks noChangeAspect="1"/>
          </p:cNvPicPr>
          <p:nvPr/>
        </p:nvPicPr>
        <p:blipFill>
          <a:blip r:embed="rId7"/>
          <a:stretch>
            <a:fillRect/>
          </a:stretch>
        </p:blipFill>
        <p:spPr>
          <a:xfrm>
            <a:off x="1191999" y="1859923"/>
            <a:ext cx="1513748" cy="1038956"/>
          </a:xfrm>
          <a:prstGeom prst="rect">
            <a:avLst/>
          </a:prstGeom>
        </p:spPr>
      </p:pic>
      <p:sp>
        <p:nvSpPr>
          <p:cNvPr id="14" name="TextBox 13">
            <a:extLst>
              <a:ext uri="{FF2B5EF4-FFF2-40B4-BE49-F238E27FC236}">
                <a16:creationId xmlns:a16="http://schemas.microsoft.com/office/drawing/2014/main" id="{BE0E4482-B84F-9E82-8371-7AC4F0962525}"/>
              </a:ext>
            </a:extLst>
          </p:cNvPr>
          <p:cNvSpPr txBox="1"/>
          <p:nvPr/>
        </p:nvSpPr>
        <p:spPr>
          <a:xfrm>
            <a:off x="-14056" y="6628191"/>
            <a:ext cx="6094476" cy="261610"/>
          </a:xfrm>
          <a:prstGeom prst="rect">
            <a:avLst/>
          </a:prstGeom>
          <a:noFill/>
        </p:spPr>
        <p:txBody>
          <a:bodyPr wrap="square">
            <a:spAutoFit/>
          </a:bodyPr>
          <a:lstStyle/>
          <a:p>
            <a:r>
              <a:rPr lang="en-US" sz="1100" dirty="0"/>
              <a:t>Developed by Brielle Thompson, Michael C. Runge</a:t>
            </a:r>
          </a:p>
        </p:txBody>
      </p:sp>
      <p:pic>
        <p:nvPicPr>
          <p:cNvPr id="15" name="Picture 14">
            <a:extLst>
              <a:ext uri="{FF2B5EF4-FFF2-40B4-BE49-F238E27FC236}">
                <a16:creationId xmlns:a16="http://schemas.microsoft.com/office/drawing/2014/main" id="{C52C43E8-45C2-63D1-515F-13DEC92079DE}"/>
              </a:ext>
            </a:extLst>
          </p:cNvPr>
          <p:cNvPicPr>
            <a:picLocks noChangeAspect="1"/>
          </p:cNvPicPr>
          <p:nvPr/>
        </p:nvPicPr>
        <p:blipFill>
          <a:blip r:embed="rId8"/>
          <a:stretch>
            <a:fillRect/>
          </a:stretch>
        </p:blipFill>
        <p:spPr>
          <a:xfrm>
            <a:off x="4448399" y="5353011"/>
            <a:ext cx="1700239" cy="1275180"/>
          </a:xfrm>
          <a:prstGeom prst="rect">
            <a:avLst/>
          </a:prstGeom>
        </p:spPr>
      </p:pic>
      <p:sp>
        <p:nvSpPr>
          <p:cNvPr id="16" name="TextBox 15">
            <a:extLst>
              <a:ext uri="{FF2B5EF4-FFF2-40B4-BE49-F238E27FC236}">
                <a16:creationId xmlns:a16="http://schemas.microsoft.com/office/drawing/2014/main" id="{68AD116E-C2F2-960A-99A9-1AC76C1FCC11}"/>
              </a:ext>
            </a:extLst>
          </p:cNvPr>
          <p:cNvSpPr txBox="1"/>
          <p:nvPr/>
        </p:nvSpPr>
        <p:spPr>
          <a:xfrm>
            <a:off x="3338561" y="4706680"/>
            <a:ext cx="4010807" cy="646331"/>
          </a:xfrm>
          <a:prstGeom prst="rect">
            <a:avLst/>
          </a:prstGeom>
          <a:noFill/>
        </p:spPr>
        <p:txBody>
          <a:bodyPr wrap="square" rtlCol="0">
            <a:spAutoFit/>
          </a:bodyPr>
          <a:lstStyle/>
          <a:p>
            <a:pPr algn="ctr"/>
            <a:r>
              <a:rPr lang="en-US" dirty="0"/>
              <a:t>Prairie Pothole wetland management</a:t>
            </a:r>
          </a:p>
          <a:p>
            <a:pPr algn="ctr"/>
            <a:r>
              <a:rPr lang="en-US" dirty="0"/>
              <a:t>(Hunt et al. 2020)</a:t>
            </a:r>
          </a:p>
        </p:txBody>
      </p:sp>
      <p:sp>
        <p:nvSpPr>
          <p:cNvPr id="19" name="Content Placeholder 2">
            <a:extLst>
              <a:ext uri="{FF2B5EF4-FFF2-40B4-BE49-F238E27FC236}">
                <a16:creationId xmlns:a16="http://schemas.microsoft.com/office/drawing/2014/main" id="{DCB5E701-BD7A-EF53-234A-5B866503DB1D}"/>
              </a:ext>
            </a:extLst>
          </p:cNvPr>
          <p:cNvSpPr>
            <a:spLocks noGrp="1"/>
          </p:cNvSpPr>
          <p:nvPr>
            <p:ph idx="1"/>
          </p:nvPr>
        </p:nvSpPr>
        <p:spPr>
          <a:xfrm>
            <a:off x="7394233" y="1819713"/>
            <a:ext cx="4582081" cy="4276287"/>
          </a:xfrm>
        </p:spPr>
        <p:txBody>
          <a:bodyPr>
            <a:normAutofit lnSpcReduction="10000"/>
          </a:bodyPr>
          <a:lstStyle/>
          <a:p>
            <a:pPr lvl="0"/>
            <a:r>
              <a:rPr lang="en-US" dirty="0"/>
              <a:t>Routine, one decision maker</a:t>
            </a:r>
          </a:p>
          <a:p>
            <a:pPr lvl="0"/>
            <a:r>
              <a:rPr lang="en-US" dirty="0"/>
              <a:t>Small‐scale, one decision maker or closely collaborating decision makers, few stakeholders</a:t>
            </a:r>
          </a:p>
          <a:p>
            <a:pPr lvl="0"/>
            <a:r>
              <a:rPr lang="en-US" dirty="0"/>
              <a:t>Medium‐scale, multiple collaborative decision makers, many stakeholders</a:t>
            </a:r>
          </a:p>
          <a:p>
            <a:pPr lvl="0"/>
            <a:r>
              <a:rPr lang="en-US" dirty="0"/>
              <a:t>Large‐scale, multiple collaborative decision makers, many stakeholders</a:t>
            </a:r>
          </a:p>
        </p:txBody>
      </p:sp>
      <p:sp>
        <p:nvSpPr>
          <p:cNvPr id="21" name="TextBox 20">
            <a:extLst>
              <a:ext uri="{FF2B5EF4-FFF2-40B4-BE49-F238E27FC236}">
                <a16:creationId xmlns:a16="http://schemas.microsoft.com/office/drawing/2014/main" id="{0446FD63-9ADB-0B38-6A05-1D1530968C73}"/>
              </a:ext>
            </a:extLst>
          </p:cNvPr>
          <p:cNvSpPr txBox="1"/>
          <p:nvPr/>
        </p:nvSpPr>
        <p:spPr>
          <a:xfrm>
            <a:off x="7470129" y="1111827"/>
            <a:ext cx="4241800" cy="707886"/>
          </a:xfrm>
          <a:prstGeom prst="rect">
            <a:avLst/>
          </a:prstGeom>
          <a:noFill/>
        </p:spPr>
        <p:txBody>
          <a:bodyPr wrap="square">
            <a:spAutoFit/>
          </a:bodyPr>
          <a:lstStyle/>
          <a:p>
            <a:pPr algn="ctr"/>
            <a:r>
              <a:rPr lang="en-US" sz="4000" dirty="0"/>
              <a:t>Across many scales</a:t>
            </a:r>
          </a:p>
        </p:txBody>
      </p:sp>
    </p:spTree>
    <p:extLst>
      <p:ext uri="{BB962C8B-B14F-4D97-AF65-F5344CB8AC3E}">
        <p14:creationId xmlns:p14="http://schemas.microsoft.com/office/powerpoint/2010/main" val="258799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9" grpId="0" uiExpand="1" build="p"/>
      <p:bldP spid="21"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9478E7-DFE5-6923-0FCB-81ABE047E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10BD3-C2DD-F65F-847F-7FA25D4265E5}"/>
              </a:ext>
            </a:extLst>
          </p:cNvPr>
          <p:cNvSpPr>
            <a:spLocks noGrp="1"/>
          </p:cNvSpPr>
          <p:nvPr>
            <p:ph type="title"/>
          </p:nvPr>
        </p:nvSpPr>
        <p:spPr>
          <a:xfrm>
            <a:off x="854917" y="322311"/>
            <a:ext cx="10640209" cy="1325563"/>
          </a:xfrm>
        </p:spPr>
        <p:txBody>
          <a:bodyPr/>
          <a:lstStyle/>
          <a:p>
            <a:pPr algn="ctr"/>
            <a:r>
              <a:rPr lang="en-US" dirty="0"/>
              <a:t>Closing thoughts – What can SDM be used for</a:t>
            </a:r>
            <a:br>
              <a:rPr lang="en-US" dirty="0"/>
            </a:br>
            <a:r>
              <a:rPr lang="en-US" b="1" dirty="0"/>
              <a:t>beyond natural resources</a:t>
            </a:r>
            <a:r>
              <a:rPr lang="en-US" dirty="0"/>
              <a:t>?</a:t>
            </a:r>
          </a:p>
        </p:txBody>
      </p:sp>
      <p:pic>
        <p:nvPicPr>
          <p:cNvPr id="3" name="Graphic 2" descr="Car with solid fill">
            <a:extLst>
              <a:ext uri="{FF2B5EF4-FFF2-40B4-BE49-F238E27FC236}">
                <a16:creationId xmlns:a16="http://schemas.microsoft.com/office/drawing/2014/main" id="{C6DEAD00-1FD6-CDEF-4EE0-8FDC6BF57B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10047" y="1695994"/>
            <a:ext cx="1664822" cy="1664822"/>
          </a:xfrm>
          <a:prstGeom prst="rect">
            <a:avLst/>
          </a:prstGeom>
        </p:spPr>
      </p:pic>
      <p:pic>
        <p:nvPicPr>
          <p:cNvPr id="4" name="Graphic 3" descr="Schoolhouse with solid fill">
            <a:extLst>
              <a:ext uri="{FF2B5EF4-FFF2-40B4-BE49-F238E27FC236}">
                <a16:creationId xmlns:a16="http://schemas.microsoft.com/office/drawing/2014/main" id="{68AD51D5-2FFD-9569-E09E-5A08ED44260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48825" y="1572415"/>
            <a:ext cx="1664822" cy="1664822"/>
          </a:xfrm>
          <a:prstGeom prst="rect">
            <a:avLst/>
          </a:prstGeom>
        </p:spPr>
      </p:pic>
      <p:pic>
        <p:nvPicPr>
          <p:cNvPr id="5" name="Graphic 4" descr="Briefcase with solid fill">
            <a:extLst>
              <a:ext uri="{FF2B5EF4-FFF2-40B4-BE49-F238E27FC236}">
                <a16:creationId xmlns:a16="http://schemas.microsoft.com/office/drawing/2014/main" id="{236D832A-4D97-21C2-1D2F-6D798E77AEB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21617" y="1641813"/>
            <a:ext cx="1551011" cy="1551011"/>
          </a:xfrm>
          <a:prstGeom prst="rect">
            <a:avLst/>
          </a:prstGeom>
        </p:spPr>
      </p:pic>
      <p:pic>
        <p:nvPicPr>
          <p:cNvPr id="7" name="Graphic 6" descr="House with solid fill">
            <a:extLst>
              <a:ext uri="{FF2B5EF4-FFF2-40B4-BE49-F238E27FC236}">
                <a16:creationId xmlns:a16="http://schemas.microsoft.com/office/drawing/2014/main" id="{C9A47595-8534-393D-5BD2-E5B96A157D4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66630" y="3887598"/>
            <a:ext cx="1645920" cy="1645920"/>
          </a:xfrm>
          <a:prstGeom prst="rect">
            <a:avLst/>
          </a:prstGeom>
        </p:spPr>
      </p:pic>
      <p:sp>
        <p:nvSpPr>
          <p:cNvPr id="8" name="TextBox 7">
            <a:extLst>
              <a:ext uri="{FF2B5EF4-FFF2-40B4-BE49-F238E27FC236}">
                <a16:creationId xmlns:a16="http://schemas.microsoft.com/office/drawing/2014/main" id="{17DCE010-3AFC-5EC6-97AE-ABDB079E8AB4}"/>
              </a:ext>
            </a:extLst>
          </p:cNvPr>
          <p:cNvSpPr txBox="1"/>
          <p:nvPr/>
        </p:nvSpPr>
        <p:spPr>
          <a:xfrm>
            <a:off x="4686471" y="2933491"/>
            <a:ext cx="2148056" cy="954107"/>
          </a:xfrm>
          <a:prstGeom prst="rect">
            <a:avLst/>
          </a:prstGeom>
          <a:noFill/>
        </p:spPr>
        <p:txBody>
          <a:bodyPr wrap="square" rtlCol="0">
            <a:spAutoFit/>
          </a:bodyPr>
          <a:lstStyle/>
          <a:p>
            <a:pPr algn="ctr"/>
            <a:r>
              <a:rPr lang="en-US" sz="2800" dirty="0"/>
              <a:t>Choosing a college</a:t>
            </a:r>
          </a:p>
        </p:txBody>
      </p:sp>
      <p:sp>
        <p:nvSpPr>
          <p:cNvPr id="9" name="TextBox 8">
            <a:extLst>
              <a:ext uri="{FF2B5EF4-FFF2-40B4-BE49-F238E27FC236}">
                <a16:creationId xmlns:a16="http://schemas.microsoft.com/office/drawing/2014/main" id="{D5C6A906-ACC4-94AF-36AE-45BDE66826DE}"/>
              </a:ext>
            </a:extLst>
          </p:cNvPr>
          <p:cNvSpPr txBox="1"/>
          <p:nvPr/>
        </p:nvSpPr>
        <p:spPr>
          <a:xfrm>
            <a:off x="2419634" y="2928692"/>
            <a:ext cx="1387936" cy="954107"/>
          </a:xfrm>
          <a:prstGeom prst="rect">
            <a:avLst/>
          </a:prstGeom>
          <a:noFill/>
        </p:spPr>
        <p:txBody>
          <a:bodyPr wrap="square" rtlCol="0">
            <a:spAutoFit/>
          </a:bodyPr>
          <a:lstStyle/>
          <a:p>
            <a:pPr algn="ctr"/>
            <a:r>
              <a:rPr lang="en-US" sz="2800" dirty="0"/>
              <a:t>Buying a car</a:t>
            </a:r>
          </a:p>
        </p:txBody>
      </p:sp>
      <p:sp>
        <p:nvSpPr>
          <p:cNvPr id="10" name="TextBox 9">
            <a:extLst>
              <a:ext uri="{FF2B5EF4-FFF2-40B4-BE49-F238E27FC236}">
                <a16:creationId xmlns:a16="http://schemas.microsoft.com/office/drawing/2014/main" id="{F9D554CD-8737-3F26-C946-AECC8734EDDA}"/>
              </a:ext>
            </a:extLst>
          </p:cNvPr>
          <p:cNvSpPr txBox="1"/>
          <p:nvPr/>
        </p:nvSpPr>
        <p:spPr>
          <a:xfrm>
            <a:off x="7323095" y="2928692"/>
            <a:ext cx="2148056" cy="954107"/>
          </a:xfrm>
          <a:prstGeom prst="rect">
            <a:avLst/>
          </a:prstGeom>
          <a:noFill/>
        </p:spPr>
        <p:txBody>
          <a:bodyPr wrap="square" rtlCol="0">
            <a:spAutoFit/>
          </a:bodyPr>
          <a:lstStyle/>
          <a:p>
            <a:pPr algn="ctr"/>
            <a:r>
              <a:rPr lang="en-US" sz="2800" dirty="0"/>
              <a:t>Career decisions</a:t>
            </a:r>
          </a:p>
        </p:txBody>
      </p:sp>
      <p:sp>
        <p:nvSpPr>
          <p:cNvPr id="11" name="TextBox 10">
            <a:extLst>
              <a:ext uri="{FF2B5EF4-FFF2-40B4-BE49-F238E27FC236}">
                <a16:creationId xmlns:a16="http://schemas.microsoft.com/office/drawing/2014/main" id="{6113ADE9-0356-9684-D53B-448F13978E5A}"/>
              </a:ext>
            </a:extLst>
          </p:cNvPr>
          <p:cNvSpPr txBox="1"/>
          <p:nvPr/>
        </p:nvSpPr>
        <p:spPr>
          <a:xfrm>
            <a:off x="4626889" y="5474050"/>
            <a:ext cx="2125402" cy="954107"/>
          </a:xfrm>
          <a:prstGeom prst="rect">
            <a:avLst/>
          </a:prstGeom>
          <a:noFill/>
        </p:spPr>
        <p:txBody>
          <a:bodyPr wrap="square" rtlCol="0">
            <a:spAutoFit/>
          </a:bodyPr>
          <a:lstStyle/>
          <a:p>
            <a:pPr algn="ctr"/>
            <a:r>
              <a:rPr lang="en-US" sz="2800" dirty="0"/>
              <a:t>Buying a house</a:t>
            </a:r>
          </a:p>
        </p:txBody>
      </p:sp>
      <p:sp>
        <p:nvSpPr>
          <p:cNvPr id="12" name="TextBox 11">
            <a:extLst>
              <a:ext uri="{FF2B5EF4-FFF2-40B4-BE49-F238E27FC236}">
                <a16:creationId xmlns:a16="http://schemas.microsoft.com/office/drawing/2014/main" id="{1284E003-DCBE-64A5-734A-49D44DD9F4D7}"/>
              </a:ext>
            </a:extLst>
          </p:cNvPr>
          <p:cNvSpPr txBox="1"/>
          <p:nvPr/>
        </p:nvSpPr>
        <p:spPr>
          <a:xfrm>
            <a:off x="1524" y="6596390"/>
            <a:ext cx="6094476" cy="261610"/>
          </a:xfrm>
          <a:prstGeom prst="rect">
            <a:avLst/>
          </a:prstGeom>
          <a:noFill/>
        </p:spPr>
        <p:txBody>
          <a:bodyPr wrap="square">
            <a:spAutoFit/>
          </a:bodyPr>
          <a:lstStyle/>
          <a:p>
            <a:r>
              <a:rPr lang="en-US" sz="1100" dirty="0"/>
              <a:t>Developed by Brielle Thompson</a:t>
            </a:r>
          </a:p>
        </p:txBody>
      </p:sp>
      <p:sp>
        <p:nvSpPr>
          <p:cNvPr id="13" name="TextBox 12">
            <a:extLst>
              <a:ext uri="{FF2B5EF4-FFF2-40B4-BE49-F238E27FC236}">
                <a16:creationId xmlns:a16="http://schemas.microsoft.com/office/drawing/2014/main" id="{057E6140-1AC9-8F05-D6C8-92F8B1097BBD}"/>
              </a:ext>
            </a:extLst>
          </p:cNvPr>
          <p:cNvSpPr txBox="1"/>
          <p:nvPr/>
        </p:nvSpPr>
        <p:spPr>
          <a:xfrm>
            <a:off x="1852790" y="5474050"/>
            <a:ext cx="2223505" cy="954107"/>
          </a:xfrm>
          <a:prstGeom prst="rect">
            <a:avLst/>
          </a:prstGeom>
          <a:noFill/>
        </p:spPr>
        <p:txBody>
          <a:bodyPr wrap="square" rtlCol="0">
            <a:spAutoFit/>
          </a:bodyPr>
          <a:lstStyle/>
          <a:p>
            <a:pPr algn="ctr"/>
            <a:r>
              <a:rPr lang="en-US" sz="2800" dirty="0"/>
              <a:t>Deciding dinner plans</a:t>
            </a:r>
          </a:p>
        </p:txBody>
      </p:sp>
      <p:pic>
        <p:nvPicPr>
          <p:cNvPr id="14" name="Graphic 13" descr="Fork and knife with solid fill">
            <a:extLst>
              <a:ext uri="{FF2B5EF4-FFF2-40B4-BE49-F238E27FC236}">
                <a16:creationId xmlns:a16="http://schemas.microsoft.com/office/drawing/2014/main" id="{469A2D47-0035-ABEF-106D-6048B7992283}"/>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2187303" y="3979038"/>
            <a:ext cx="1554480" cy="1554480"/>
          </a:xfrm>
          <a:prstGeom prst="rect">
            <a:avLst/>
          </a:prstGeom>
        </p:spPr>
      </p:pic>
      <p:pic>
        <p:nvPicPr>
          <p:cNvPr id="15" name="Graphic 14" descr="Travel with solid fill">
            <a:extLst>
              <a:ext uri="{FF2B5EF4-FFF2-40B4-BE49-F238E27FC236}">
                <a16:creationId xmlns:a16="http://schemas.microsoft.com/office/drawing/2014/main" id="{33A02C97-E923-96AE-4B85-A1D7266D9722}"/>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637397" y="3887598"/>
            <a:ext cx="1645920" cy="1645920"/>
          </a:xfrm>
          <a:prstGeom prst="rect">
            <a:avLst/>
          </a:prstGeom>
        </p:spPr>
      </p:pic>
      <p:sp>
        <p:nvSpPr>
          <p:cNvPr id="16" name="TextBox 15">
            <a:extLst>
              <a:ext uri="{FF2B5EF4-FFF2-40B4-BE49-F238E27FC236}">
                <a16:creationId xmlns:a16="http://schemas.microsoft.com/office/drawing/2014/main" id="{5031E185-C1CE-DDDD-0ECB-DA4D89496F84}"/>
              </a:ext>
            </a:extLst>
          </p:cNvPr>
          <p:cNvSpPr txBox="1"/>
          <p:nvPr/>
        </p:nvSpPr>
        <p:spPr>
          <a:xfrm>
            <a:off x="7157915" y="5474050"/>
            <a:ext cx="2125402" cy="954107"/>
          </a:xfrm>
          <a:prstGeom prst="rect">
            <a:avLst/>
          </a:prstGeom>
          <a:noFill/>
        </p:spPr>
        <p:txBody>
          <a:bodyPr wrap="square" rtlCol="0">
            <a:spAutoFit/>
          </a:bodyPr>
          <a:lstStyle/>
          <a:p>
            <a:pPr algn="ctr"/>
            <a:r>
              <a:rPr lang="en-US" sz="2800" dirty="0"/>
              <a:t>Making travel plans</a:t>
            </a:r>
          </a:p>
        </p:txBody>
      </p:sp>
    </p:spTree>
    <p:extLst>
      <p:ext uri="{BB962C8B-B14F-4D97-AF65-F5344CB8AC3E}">
        <p14:creationId xmlns:p14="http://schemas.microsoft.com/office/powerpoint/2010/main" val="9504024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A6F5A-257E-97E6-83AA-4696B79EF0C5}"/>
              </a:ext>
            </a:extLst>
          </p:cNvPr>
          <p:cNvSpPr>
            <a:spLocks noGrp="1"/>
          </p:cNvSpPr>
          <p:nvPr>
            <p:ph type="title"/>
          </p:nvPr>
        </p:nvSpPr>
        <p:spPr>
          <a:xfrm>
            <a:off x="838200" y="328710"/>
            <a:ext cx="10515600" cy="2513642"/>
          </a:xfrm>
        </p:spPr>
        <p:txBody>
          <a:bodyPr anchor="ctr">
            <a:normAutofit fontScale="90000"/>
          </a:bodyPr>
          <a:lstStyle/>
          <a:p>
            <a:r>
              <a:rPr lang="en-US" sz="8000" dirty="0"/>
              <a:t>Next week:</a:t>
            </a:r>
            <a:br>
              <a:rPr lang="en-US" dirty="0"/>
            </a:br>
            <a:r>
              <a:rPr lang="en-US" dirty="0"/>
              <a:t> </a:t>
            </a:r>
            <a:br>
              <a:rPr lang="en-US" dirty="0"/>
            </a:br>
            <a:r>
              <a:rPr lang="en-US" sz="3600" dirty="0"/>
              <a:t>final class period </a:t>
            </a:r>
            <a:br>
              <a:rPr lang="en-US" sz="3600" dirty="0"/>
            </a:br>
            <a:r>
              <a:rPr lang="en-US" sz="3600" dirty="0"/>
              <a:t>2-4pm ABNR 210</a:t>
            </a:r>
            <a:endParaRPr lang="en-US" dirty="0"/>
          </a:p>
        </p:txBody>
      </p:sp>
      <p:sp>
        <p:nvSpPr>
          <p:cNvPr id="3" name="TextBox 2">
            <a:extLst>
              <a:ext uri="{FF2B5EF4-FFF2-40B4-BE49-F238E27FC236}">
                <a16:creationId xmlns:a16="http://schemas.microsoft.com/office/drawing/2014/main" id="{B345E01A-AEC6-B3DB-F5CB-086D84BA8E7A}"/>
              </a:ext>
            </a:extLst>
          </p:cNvPr>
          <p:cNvSpPr txBox="1"/>
          <p:nvPr/>
        </p:nvSpPr>
        <p:spPr>
          <a:xfrm>
            <a:off x="0" y="6621524"/>
            <a:ext cx="6097554" cy="307777"/>
          </a:xfrm>
          <a:prstGeom prst="rect">
            <a:avLst/>
          </a:prstGeom>
          <a:noFill/>
        </p:spPr>
        <p:txBody>
          <a:bodyPr wrap="square">
            <a:spAutoFit/>
          </a:bodyPr>
          <a:lstStyle/>
          <a:p>
            <a:r>
              <a:rPr lang="en-US" sz="1400" dirty="0"/>
              <a:t>Developed by Brielle Thompson</a:t>
            </a:r>
          </a:p>
        </p:txBody>
      </p:sp>
      <p:sp>
        <p:nvSpPr>
          <p:cNvPr id="7" name="Rectangle 6" descr="End with solid fill">
            <a:extLst>
              <a:ext uri="{FF2B5EF4-FFF2-40B4-BE49-F238E27FC236}">
                <a16:creationId xmlns:a16="http://schemas.microsoft.com/office/drawing/2014/main" id="{F4EBFBD8-D5D1-6E5C-6AD5-EEF15D60642B}"/>
              </a:ext>
            </a:extLst>
          </p:cNvPr>
          <p:cNvSpPr/>
          <p:nvPr/>
        </p:nvSpPr>
        <p:spPr>
          <a:xfrm>
            <a:off x="1619482" y="3014847"/>
            <a:ext cx="2308436" cy="2268095"/>
          </a:xfrm>
          <a:prstGeom prst="rect">
            <a:avLst/>
          </a:prstGeom>
          <a:blipFill>
            <a:blip r:embed="rId3">
              <a:extLst>
                <a:ext uri="{96DAC541-7B7A-43D3-8B79-37D633B846F1}">
                  <asvg:svgBlip xmlns:asvg="http://schemas.microsoft.com/office/drawing/2016/SVG/main" r:embed="rId4"/>
                </a:ext>
              </a:extLst>
            </a:blip>
            <a:srcRect/>
            <a:stretch>
              <a:fillRect/>
            </a:stretch>
          </a:blipFill>
          <a:ln>
            <a:noFill/>
          </a:ln>
        </p:spPr>
        <p:style>
          <a:lnRef idx="2">
            <a:scrgbClr r="0" g="0" b="0"/>
          </a:lnRef>
          <a:fillRef idx="1">
            <a:scrgbClr r="0" g="0" b="0"/>
          </a:fillRef>
          <a:effectRef idx="0">
            <a:schemeClr val="accent4">
              <a:hueOff val="9800891"/>
              <a:satOff val="-40777"/>
              <a:lumOff val="9608"/>
              <a:alphaOff val="0"/>
            </a:schemeClr>
          </a:effectRef>
          <a:fontRef idx="minor">
            <a:schemeClr val="lt1"/>
          </a:fontRef>
        </p:style>
        <p:txBody>
          <a:bodyPr/>
          <a:lstStyle/>
          <a:p>
            <a:endParaRPr lang="en-US"/>
          </a:p>
        </p:txBody>
      </p:sp>
      <p:sp>
        <p:nvSpPr>
          <p:cNvPr id="8" name="TextBox 7">
            <a:extLst>
              <a:ext uri="{FF2B5EF4-FFF2-40B4-BE49-F238E27FC236}">
                <a16:creationId xmlns:a16="http://schemas.microsoft.com/office/drawing/2014/main" id="{FECDBE7B-05AB-B78B-1843-DFBE16204CC3}"/>
              </a:ext>
            </a:extLst>
          </p:cNvPr>
          <p:cNvSpPr txBox="1"/>
          <p:nvPr/>
        </p:nvSpPr>
        <p:spPr>
          <a:xfrm>
            <a:off x="4038086" y="3687230"/>
            <a:ext cx="6841474" cy="923330"/>
          </a:xfrm>
          <a:prstGeom prst="rect">
            <a:avLst/>
          </a:prstGeom>
          <a:noFill/>
        </p:spPr>
        <p:txBody>
          <a:bodyPr wrap="square" rtlCol="0">
            <a:spAutoFit/>
          </a:bodyPr>
          <a:lstStyle/>
          <a:p>
            <a:r>
              <a:rPr lang="en-US" sz="5400" dirty="0"/>
              <a:t>Final presentations!</a:t>
            </a:r>
          </a:p>
        </p:txBody>
      </p:sp>
    </p:spTree>
    <p:extLst>
      <p:ext uri="{BB962C8B-B14F-4D97-AF65-F5344CB8AC3E}">
        <p14:creationId xmlns:p14="http://schemas.microsoft.com/office/powerpoint/2010/main" val="19720887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1DB82-1DE0-B78B-AB52-6E66ADCAD0EF}"/>
              </a:ext>
            </a:extLst>
          </p:cNvPr>
          <p:cNvSpPr>
            <a:spLocks noGrp="1"/>
          </p:cNvSpPr>
          <p:nvPr>
            <p:ph type="title"/>
          </p:nvPr>
        </p:nvSpPr>
        <p:spPr>
          <a:xfrm>
            <a:off x="838200" y="365125"/>
            <a:ext cx="10515600" cy="1325563"/>
          </a:xfrm>
        </p:spPr>
        <p:txBody>
          <a:bodyPr anchor="ctr">
            <a:normAutofit/>
          </a:bodyPr>
          <a:lstStyle/>
          <a:p>
            <a:r>
              <a:rPr lang="en-US" dirty="0"/>
              <a:t>Extra time activities:</a:t>
            </a:r>
            <a:endParaRPr lang="en-US"/>
          </a:p>
        </p:txBody>
      </p:sp>
      <p:pic>
        <p:nvPicPr>
          <p:cNvPr id="4" name="Picture 3" descr="Alarm clocks in a line">
            <a:extLst>
              <a:ext uri="{FF2B5EF4-FFF2-40B4-BE49-F238E27FC236}">
                <a16:creationId xmlns:a16="http://schemas.microsoft.com/office/drawing/2014/main" id="{893D1E89-BB04-80A9-9C6C-90FFCF680AC5}"/>
              </a:ext>
            </a:extLst>
          </p:cNvPr>
          <p:cNvPicPr>
            <a:picLocks noChangeAspect="1"/>
          </p:cNvPicPr>
          <p:nvPr/>
        </p:nvPicPr>
        <p:blipFill>
          <a:blip r:embed="rId2"/>
          <a:srcRect t="26436"/>
          <a:stretch>
            <a:fillRect/>
          </a:stretch>
        </p:blipFill>
        <p:spPr>
          <a:xfrm>
            <a:off x="838200" y="1825625"/>
            <a:ext cx="10515600" cy="4351338"/>
          </a:xfrm>
          <a:prstGeom prst="rect">
            <a:avLst/>
          </a:prstGeom>
          <a:noFill/>
        </p:spPr>
      </p:pic>
    </p:spTree>
    <p:extLst>
      <p:ext uri="{BB962C8B-B14F-4D97-AF65-F5344CB8AC3E}">
        <p14:creationId xmlns:p14="http://schemas.microsoft.com/office/powerpoint/2010/main" val="31854182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8BE13-D1E2-87EB-A0B9-43584577649E}"/>
              </a:ext>
            </a:extLst>
          </p:cNvPr>
          <p:cNvSpPr>
            <a:spLocks noGrp="1"/>
          </p:cNvSpPr>
          <p:nvPr>
            <p:ph type="title"/>
          </p:nvPr>
        </p:nvSpPr>
        <p:spPr>
          <a:xfrm>
            <a:off x="0" y="516683"/>
            <a:ext cx="12192000" cy="689952"/>
          </a:xfrm>
          <a:solidFill>
            <a:schemeClr val="accent6">
              <a:lumMod val="20000"/>
              <a:lumOff val="80000"/>
            </a:schemeClr>
          </a:solidFill>
        </p:spPr>
        <p:txBody>
          <a:bodyPr>
            <a:normAutofit fontScale="90000"/>
          </a:bodyPr>
          <a:lstStyle/>
          <a:p>
            <a:pPr algn="ctr"/>
            <a:r>
              <a:rPr lang="en-US" dirty="0"/>
              <a:t>Activity: Risk attitude debate</a:t>
            </a:r>
          </a:p>
        </p:txBody>
      </p:sp>
      <p:sp>
        <p:nvSpPr>
          <p:cNvPr id="3" name="Content Placeholder 2">
            <a:extLst>
              <a:ext uri="{FF2B5EF4-FFF2-40B4-BE49-F238E27FC236}">
                <a16:creationId xmlns:a16="http://schemas.microsoft.com/office/drawing/2014/main" id="{36AFC5AD-0F02-4728-39AB-4DE95438ED15}"/>
              </a:ext>
            </a:extLst>
          </p:cNvPr>
          <p:cNvSpPr>
            <a:spLocks noGrp="1"/>
          </p:cNvSpPr>
          <p:nvPr>
            <p:ph idx="1"/>
          </p:nvPr>
        </p:nvSpPr>
        <p:spPr>
          <a:xfrm>
            <a:off x="616117" y="1385357"/>
            <a:ext cx="8078996" cy="5214949"/>
          </a:xfrm>
        </p:spPr>
        <p:txBody>
          <a:bodyPr>
            <a:normAutofit fontScale="92500" lnSpcReduction="10000"/>
          </a:bodyPr>
          <a:lstStyle/>
          <a:p>
            <a:pPr marL="0" indent="0">
              <a:buNone/>
            </a:pPr>
            <a:r>
              <a:rPr lang="en-US" dirty="0"/>
              <a:t>In the skills check exercise on invasive carp removal strategy B was the best for a risk neutral decision maker, strategy A was the best for a risk-averse decision maker, and strategy C was the best for a risk-seeker.</a:t>
            </a:r>
          </a:p>
          <a:p>
            <a:endParaRPr lang="en-US" dirty="0"/>
          </a:p>
          <a:p>
            <a:r>
              <a:rPr lang="en-US" dirty="0"/>
              <a:t>Let’s have a risk attitude debate!</a:t>
            </a:r>
          </a:p>
          <a:p>
            <a:pPr lvl="1"/>
            <a:r>
              <a:rPr lang="en-US" dirty="0"/>
              <a:t>Group 1 decision maker: Risk-neutral</a:t>
            </a:r>
          </a:p>
          <a:p>
            <a:pPr lvl="1"/>
            <a:r>
              <a:rPr lang="en-US" dirty="0"/>
              <a:t>Group 2 decision maker: Risk-averse</a:t>
            </a:r>
          </a:p>
          <a:p>
            <a:pPr lvl="1"/>
            <a:r>
              <a:rPr lang="en-US" dirty="0"/>
              <a:t>Group 3 decision maker: Risk-seeking</a:t>
            </a:r>
          </a:p>
          <a:p>
            <a:pPr marL="457200" lvl="1" indent="0">
              <a:buNone/>
            </a:pPr>
            <a:endParaRPr lang="en-US" dirty="0"/>
          </a:p>
          <a:p>
            <a:pPr marL="457200" lvl="1" indent="0">
              <a:buNone/>
            </a:pPr>
            <a:r>
              <a:rPr lang="en-US" b="1" dirty="0"/>
              <a:t>Instructions:</a:t>
            </a:r>
          </a:p>
          <a:p>
            <a:pPr lvl="1"/>
            <a:r>
              <a:rPr lang="en-US" dirty="0"/>
              <a:t>You have 5-10 minutes to produce your arguments</a:t>
            </a:r>
          </a:p>
          <a:p>
            <a:pPr lvl="1"/>
            <a:r>
              <a:rPr lang="en-US" dirty="0"/>
              <a:t>You will have one spokesperson per team for round 1 of arguments</a:t>
            </a:r>
          </a:p>
          <a:p>
            <a:pPr lvl="1"/>
            <a:r>
              <a:rPr lang="en-US" dirty="0"/>
              <a:t>A separate spokesperson will argue for round 2 -rebuttals</a:t>
            </a:r>
          </a:p>
          <a:p>
            <a:pPr lvl="1"/>
            <a:endParaRPr lang="en-US" dirty="0"/>
          </a:p>
        </p:txBody>
      </p:sp>
      <p:pic>
        <p:nvPicPr>
          <p:cNvPr id="5" name="Graphic 4" descr="Judge female with solid fill">
            <a:extLst>
              <a:ext uri="{FF2B5EF4-FFF2-40B4-BE49-F238E27FC236}">
                <a16:creationId xmlns:a16="http://schemas.microsoft.com/office/drawing/2014/main" id="{FB553511-0E8A-9924-E0F6-95ABCF4F98D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229599" y="1978526"/>
            <a:ext cx="3494117" cy="3494117"/>
          </a:xfrm>
          <a:prstGeom prst="rect">
            <a:avLst/>
          </a:prstGeom>
        </p:spPr>
      </p:pic>
    </p:spTree>
    <p:extLst>
      <p:ext uri="{BB962C8B-B14F-4D97-AF65-F5344CB8AC3E}">
        <p14:creationId xmlns:p14="http://schemas.microsoft.com/office/powerpoint/2010/main" val="12398227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FA586B-A6A6-EDE7-0AD3-F0C650678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63E9C-D802-494B-E610-5C8CFCDC9666}"/>
              </a:ext>
            </a:extLst>
          </p:cNvPr>
          <p:cNvSpPr>
            <a:spLocks noGrp="1"/>
          </p:cNvSpPr>
          <p:nvPr>
            <p:ph type="title"/>
          </p:nvPr>
        </p:nvSpPr>
        <p:spPr>
          <a:xfrm>
            <a:off x="0" y="283927"/>
            <a:ext cx="12192000" cy="689952"/>
          </a:xfrm>
          <a:solidFill>
            <a:schemeClr val="accent6">
              <a:lumMod val="20000"/>
              <a:lumOff val="80000"/>
            </a:schemeClr>
          </a:solidFill>
        </p:spPr>
        <p:txBody>
          <a:bodyPr>
            <a:normAutofit fontScale="90000"/>
          </a:bodyPr>
          <a:lstStyle/>
          <a:p>
            <a:pPr algn="ctr"/>
            <a:r>
              <a:rPr lang="en-US" dirty="0"/>
              <a:t>Activity: Risk Discussion</a:t>
            </a:r>
          </a:p>
        </p:txBody>
      </p:sp>
      <p:sp>
        <p:nvSpPr>
          <p:cNvPr id="6" name="Content Placeholder 5">
            <a:extLst>
              <a:ext uri="{FF2B5EF4-FFF2-40B4-BE49-F238E27FC236}">
                <a16:creationId xmlns:a16="http://schemas.microsoft.com/office/drawing/2014/main" id="{1123BEA7-8581-B9CB-A03C-87F381DE30D2}"/>
              </a:ext>
            </a:extLst>
          </p:cNvPr>
          <p:cNvSpPr>
            <a:spLocks noGrp="1"/>
          </p:cNvSpPr>
          <p:nvPr>
            <p:ph idx="1"/>
          </p:nvPr>
        </p:nvSpPr>
        <p:spPr>
          <a:xfrm>
            <a:off x="654627" y="1203438"/>
            <a:ext cx="11199322" cy="4861656"/>
          </a:xfrm>
        </p:spPr>
        <p:txBody>
          <a:bodyPr>
            <a:normAutofit fontScale="85000" lnSpcReduction="20000"/>
          </a:bodyPr>
          <a:lstStyle/>
          <a:p>
            <a:r>
              <a:rPr lang="en-US" b="1" dirty="0"/>
              <a:t>Scenario 1</a:t>
            </a:r>
            <a:r>
              <a:rPr lang="en-US" dirty="0"/>
              <a:t>: You can either reintroduce an endangered species now with limited data or wait 3 years for better data but risk habitat degradation</a:t>
            </a:r>
          </a:p>
          <a:p>
            <a:pPr lvl="1"/>
            <a:r>
              <a:rPr lang="en-US" dirty="0"/>
              <a:t>Option A: Reintroduce now</a:t>
            </a:r>
          </a:p>
          <a:p>
            <a:pPr lvl="1"/>
            <a:r>
              <a:rPr lang="en-US" dirty="0"/>
              <a:t>Option B: Wait for data</a:t>
            </a:r>
          </a:p>
          <a:p>
            <a:pPr marL="457200" lvl="1" indent="0">
              <a:buNone/>
            </a:pPr>
            <a:endParaRPr lang="en-US" dirty="0"/>
          </a:p>
          <a:p>
            <a:r>
              <a:rPr lang="en-US" b="1" dirty="0"/>
              <a:t>Scenario 2</a:t>
            </a:r>
            <a:r>
              <a:rPr lang="en-US" dirty="0"/>
              <a:t>: You can invest in a new monitoring technology that might double detection rates, but it could fail completely. Or you can continue to use your current monitoring technology which produces worse detection but is consistent </a:t>
            </a:r>
          </a:p>
          <a:p>
            <a:pPr lvl="1"/>
            <a:r>
              <a:rPr lang="en-US" dirty="0"/>
              <a:t>Option A: Invest in new technology</a:t>
            </a:r>
          </a:p>
          <a:p>
            <a:pPr lvl="1"/>
            <a:r>
              <a:rPr lang="en-US" dirty="0"/>
              <a:t>Option B: Use current technology</a:t>
            </a:r>
          </a:p>
          <a:p>
            <a:pPr lvl="1"/>
            <a:endParaRPr lang="en-US" dirty="0"/>
          </a:p>
          <a:p>
            <a:r>
              <a:rPr lang="en-US" b="1" dirty="0"/>
              <a:t>Scenario 3</a:t>
            </a:r>
            <a:r>
              <a:rPr lang="en-US" dirty="0"/>
              <a:t>: You can implement a prescribed burn now to reduce wildfire risk, but weather conditions are marginal and could lead to unintended spread. Waiting for ideal conditions may delay the burn for months.</a:t>
            </a:r>
          </a:p>
          <a:p>
            <a:pPr lvl="1"/>
            <a:r>
              <a:rPr lang="en-US" dirty="0"/>
              <a:t>Option A: Burn now</a:t>
            </a:r>
          </a:p>
          <a:p>
            <a:pPr lvl="1"/>
            <a:r>
              <a:rPr lang="en-US" dirty="0"/>
              <a:t>Option B: Wait </a:t>
            </a:r>
          </a:p>
        </p:txBody>
      </p:sp>
      <p:sp>
        <p:nvSpPr>
          <p:cNvPr id="7" name="TextBox 6">
            <a:extLst>
              <a:ext uri="{FF2B5EF4-FFF2-40B4-BE49-F238E27FC236}">
                <a16:creationId xmlns:a16="http://schemas.microsoft.com/office/drawing/2014/main" id="{5D0B0DCF-5DA0-CFAC-2A95-84AE07B36DF6}"/>
              </a:ext>
            </a:extLst>
          </p:cNvPr>
          <p:cNvSpPr txBox="1"/>
          <p:nvPr/>
        </p:nvSpPr>
        <p:spPr>
          <a:xfrm>
            <a:off x="0" y="6294654"/>
            <a:ext cx="8944495" cy="461665"/>
          </a:xfrm>
          <a:prstGeom prst="rect">
            <a:avLst/>
          </a:prstGeom>
          <a:solidFill>
            <a:schemeClr val="accent6">
              <a:lumMod val="20000"/>
              <a:lumOff val="80000"/>
            </a:schemeClr>
          </a:solidFill>
        </p:spPr>
        <p:txBody>
          <a:bodyPr wrap="square" rtlCol="0">
            <a:spAutoFit/>
          </a:bodyPr>
          <a:lstStyle/>
          <a:p>
            <a:pPr algn="ctr"/>
            <a:r>
              <a:rPr lang="en-US" sz="2400" dirty="0"/>
              <a:t>For each scenario would you rather choose option A or B. Why?</a:t>
            </a:r>
          </a:p>
        </p:txBody>
      </p:sp>
    </p:spTree>
    <p:extLst>
      <p:ext uri="{BB962C8B-B14F-4D97-AF65-F5344CB8AC3E}">
        <p14:creationId xmlns:p14="http://schemas.microsoft.com/office/powerpoint/2010/main" val="9254924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ED602-EC27-67AB-41A7-EA2E6E2F1A3F}"/>
              </a:ext>
            </a:extLst>
          </p:cNvPr>
          <p:cNvSpPr>
            <a:spLocks noGrp="1"/>
          </p:cNvSpPr>
          <p:nvPr>
            <p:ph type="title"/>
          </p:nvPr>
        </p:nvSpPr>
        <p:spPr>
          <a:xfrm>
            <a:off x="838200" y="365126"/>
            <a:ext cx="10515600" cy="560426"/>
          </a:xfrm>
        </p:spPr>
        <p:txBody>
          <a:bodyPr>
            <a:normAutofit fontScale="90000"/>
          </a:bodyPr>
          <a:lstStyle/>
          <a:p>
            <a:r>
              <a:rPr lang="en-US" dirty="0"/>
              <a:t>Reading discussion (Runge et al. 2020 Ch 13)</a:t>
            </a:r>
          </a:p>
        </p:txBody>
      </p:sp>
      <p:sp>
        <p:nvSpPr>
          <p:cNvPr id="3" name="Content Placeholder 2">
            <a:extLst>
              <a:ext uri="{FF2B5EF4-FFF2-40B4-BE49-F238E27FC236}">
                <a16:creationId xmlns:a16="http://schemas.microsoft.com/office/drawing/2014/main" id="{532F6CCB-9497-D52A-E563-EA564D079580}"/>
              </a:ext>
            </a:extLst>
          </p:cNvPr>
          <p:cNvSpPr>
            <a:spLocks noGrp="1"/>
          </p:cNvSpPr>
          <p:nvPr>
            <p:ph idx="1"/>
          </p:nvPr>
        </p:nvSpPr>
        <p:spPr>
          <a:xfrm>
            <a:off x="838200" y="1067342"/>
            <a:ext cx="10515600" cy="5032244"/>
          </a:xfrm>
        </p:spPr>
        <p:txBody>
          <a:bodyPr>
            <a:normAutofit/>
          </a:bodyPr>
          <a:lstStyle/>
          <a:p>
            <a:pPr marL="514350" indent="-514350">
              <a:buFont typeface="+mj-lt"/>
              <a:buAutoNum type="arabicPeriod"/>
            </a:pPr>
            <a:r>
              <a:rPr lang="en-US" dirty="0"/>
              <a:t>How does risk tolerance influence the choice between management actions with uncertain outcomes?</a:t>
            </a:r>
          </a:p>
          <a:p>
            <a:pPr marL="514350" indent="-514350">
              <a:buFont typeface="+mj-lt"/>
              <a:buAutoNum type="arabicPeriod"/>
            </a:pPr>
            <a:r>
              <a:rPr lang="en-US" dirty="0"/>
              <a:t>How does expected utility theory help integrate scientific uncertainty with stakeholder values? What challenges might arise when eliciting utility functions from decision makers?</a:t>
            </a:r>
          </a:p>
          <a:p>
            <a:pPr marL="514350" indent="-514350">
              <a:buFont typeface="+mj-lt"/>
              <a:buAutoNum type="arabicPeriod"/>
            </a:pPr>
            <a:r>
              <a:rPr lang="en-US" dirty="0"/>
              <a:t>How might cognitive biases affect how decision makers perceive and respond to risk in conservation settings? What strategies can help mitigate these biases?</a:t>
            </a:r>
          </a:p>
          <a:p>
            <a:pPr marL="514350" indent="-514350">
              <a:buFont typeface="+mj-lt"/>
              <a:buAutoNum type="arabicPeriod"/>
            </a:pPr>
            <a:r>
              <a:rPr lang="en-US" dirty="0"/>
              <a:t>In what ways can structured decision making tools help clarify value-based disagreements among stakeholders in conservation planning?</a:t>
            </a:r>
          </a:p>
        </p:txBody>
      </p:sp>
    </p:spTree>
    <p:extLst>
      <p:ext uri="{BB962C8B-B14F-4D97-AF65-F5344CB8AC3E}">
        <p14:creationId xmlns:p14="http://schemas.microsoft.com/office/powerpoint/2010/main" val="3019933041"/>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6a3c90f-7163-42dd-89ea-fb04cd484268" xsi:nil="true"/>
    <lcf76f155ced4ddcb4097134ff3c332f xmlns="050c1e3a-3f2f-46e4-a7ea-a86e3cc5eb79">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05C470770B0D4ABF8826612BE84D5C" ma:contentTypeVersion="11" ma:contentTypeDescription="Create a new document." ma:contentTypeScope="" ma:versionID="d7fafb7966f5382a7b5f49eb7fca42a7">
  <xsd:schema xmlns:xsd="http://www.w3.org/2001/XMLSchema" xmlns:xs="http://www.w3.org/2001/XMLSchema" xmlns:p="http://schemas.microsoft.com/office/2006/metadata/properties" xmlns:ns2="050c1e3a-3f2f-46e4-a7ea-a86e3cc5eb79" xmlns:ns3="46a3c90f-7163-42dd-89ea-fb04cd484268" targetNamespace="http://schemas.microsoft.com/office/2006/metadata/properties" ma:root="true" ma:fieldsID="9d965f3a61d4a60a0bcdf4e7f4aceea8" ns2:_="" ns3:_="">
    <xsd:import namespace="050c1e3a-3f2f-46e4-a7ea-a86e3cc5eb79"/>
    <xsd:import namespace="46a3c90f-7163-42dd-89ea-fb04cd48426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0c1e3a-3f2f-46e4-a7ea-a86e3cc5eb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c5df3ad-b4e5-45d1-88c9-23db5f1fe61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a3c90f-7163-42dd-89ea-fb04cd48426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2362f2d-49b2-4aec-879b-1d5b4696d909}" ma:internalName="TaxCatchAll" ma:showField="CatchAllData" ma:web="46a3c90f-7163-42dd-89ea-fb04cd48426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B6C8A5A-3C6E-4AD9-AAB6-4593C0D01033}">
  <ds:schemaRefs>
    <ds:schemaRef ds:uri="http://schemas.microsoft.com/sharepoint/v3/contenttype/forms"/>
  </ds:schemaRefs>
</ds:datastoreItem>
</file>

<file path=customXml/itemProps2.xml><?xml version="1.0" encoding="utf-8"?>
<ds:datastoreItem xmlns:ds="http://schemas.openxmlformats.org/officeDocument/2006/customXml" ds:itemID="{EA6358A4-AB2B-46A6-8A66-ED7466D63DD5}">
  <ds:schemaRefs>
    <ds:schemaRef ds:uri="050c1e3a-3f2f-46e4-a7ea-a86e3cc5eb79"/>
    <ds:schemaRef ds:uri="46a3c90f-7163-42dd-89ea-fb04cd484268"/>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DCFB6C1-0DFB-464F-A4E0-4B9110FCE372}">
  <ds:schemaRefs>
    <ds:schemaRef ds:uri="050c1e3a-3f2f-46e4-a7ea-a86e3cc5eb79"/>
    <ds:schemaRef ds:uri="46a3c90f-7163-42dd-89ea-fb04cd48426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1236</TotalTime>
  <Words>4017</Words>
  <Application>Microsoft Office PowerPoint</Application>
  <PresentationFormat>Widescreen</PresentationFormat>
  <Paragraphs>780</Paragraphs>
  <Slides>54</Slides>
  <Notes>25</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54</vt:i4>
      </vt:variant>
    </vt:vector>
  </HeadingPairs>
  <TitlesOfParts>
    <vt:vector size="65" baseType="lpstr">
      <vt:lpstr>Amasis MT Pro</vt:lpstr>
      <vt:lpstr>Aptos</vt:lpstr>
      <vt:lpstr>Arial</vt:lpstr>
      <vt:lpstr>Arial (Headings)</vt:lpstr>
      <vt:lpstr>Calibri</vt:lpstr>
      <vt:lpstr>Calibri Light</vt:lpstr>
      <vt:lpstr>Century Gothic</vt:lpstr>
      <vt:lpstr>Courier New</vt:lpstr>
      <vt:lpstr>Palatino Linotype</vt:lpstr>
      <vt:lpstr>Times New Roman</vt:lpstr>
      <vt:lpstr>Office 2013 - 2022 Theme</vt:lpstr>
      <vt:lpstr>Week 7:  Decisions under uncertainty part 2 + Risk</vt:lpstr>
      <vt:lpstr>Begin with a few final presentations</vt:lpstr>
      <vt:lpstr>Review of last week</vt:lpstr>
      <vt:lpstr>Working with uncertainty</vt:lpstr>
      <vt:lpstr>Assessing risk</vt:lpstr>
      <vt:lpstr>Risk attitude</vt:lpstr>
      <vt:lpstr>Risk attitude examples</vt:lpstr>
      <vt:lpstr>Risk attitude: examples</vt:lpstr>
      <vt:lpstr>Back to decision trees:</vt:lpstr>
      <vt:lpstr>Decision tree example:</vt:lpstr>
      <vt:lpstr>Decision tree example:</vt:lpstr>
      <vt:lpstr>Decision tree example:</vt:lpstr>
      <vt:lpstr>Decision tree example:</vt:lpstr>
      <vt:lpstr>Activity: Your risk attitude</vt:lpstr>
      <vt:lpstr>Activity: Your risk attitude</vt:lpstr>
      <vt:lpstr>Approaches to risk:</vt:lpstr>
      <vt:lpstr>Approaches to risk example:</vt:lpstr>
      <vt:lpstr>Expected utility:</vt:lpstr>
      <vt:lpstr>Approaches to risk example:</vt:lpstr>
      <vt:lpstr>Approaches to risk example:</vt:lpstr>
      <vt:lpstr>Approaches to risk example:</vt:lpstr>
      <vt:lpstr>Aside: diminishing utility</vt:lpstr>
      <vt:lpstr>Approaches to risk example:</vt:lpstr>
      <vt:lpstr>Using Gambles to Determine Utility</vt:lpstr>
      <vt:lpstr>Probability equivalence:</vt:lpstr>
      <vt:lpstr>Probability equivalence:</vt:lpstr>
      <vt:lpstr>Probability equivalence:</vt:lpstr>
      <vt:lpstr>Probability equivalence:</vt:lpstr>
      <vt:lpstr>Probability equivalence:</vt:lpstr>
      <vt:lpstr>Probability equivalence:</vt:lpstr>
      <vt:lpstr>Approaches to risk:</vt:lpstr>
      <vt:lpstr>Mini-max</vt:lpstr>
      <vt:lpstr>Mini-max</vt:lpstr>
      <vt:lpstr>Mini-max vs expected value example #1</vt:lpstr>
      <vt:lpstr>Mini-max vs expected value example #2</vt:lpstr>
      <vt:lpstr>Robustness</vt:lpstr>
      <vt:lpstr>Robustness</vt:lpstr>
      <vt:lpstr>Skills Check: Risk attitudes</vt:lpstr>
      <vt:lpstr>Tools to handle identify and deal with uncertainty:</vt:lpstr>
      <vt:lpstr>Fault trees</vt:lpstr>
      <vt:lpstr>Tools to handle identify and deal with uncertainty:</vt:lpstr>
      <vt:lpstr>Bayesian Belief Network (BBN) models</vt:lpstr>
      <vt:lpstr>Tools to handle identify and deal with uncertainty:</vt:lpstr>
      <vt:lpstr>Risk summary</vt:lpstr>
      <vt:lpstr>Discussion</vt:lpstr>
      <vt:lpstr>Closing thoughts – what did you learn?</vt:lpstr>
      <vt:lpstr>Closing thoughts – what didn’t you learn?</vt:lpstr>
      <vt:lpstr>Closing thoughts – What can SDM be used for?</vt:lpstr>
      <vt:lpstr>Closing thoughts – What can SDM be used for beyond natural resources?</vt:lpstr>
      <vt:lpstr>Next week:   final class period  2-4pm ABNR 210</vt:lpstr>
      <vt:lpstr>Extra time activities:</vt:lpstr>
      <vt:lpstr>Activity: Risk attitude debate</vt:lpstr>
      <vt:lpstr>Activity: Risk Discussion</vt:lpstr>
      <vt:lpstr>Reading discussion (Runge et al. 2020 Ch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Motivation for Structured Decision Making</dc:title>
  <dc:creator>Thompson, Brielle</dc:creator>
  <cp:lastModifiedBy>Thompson, Brielle</cp:lastModifiedBy>
  <cp:revision>54</cp:revision>
  <dcterms:created xsi:type="dcterms:W3CDTF">2024-12-30T15:57:04Z</dcterms:created>
  <dcterms:modified xsi:type="dcterms:W3CDTF">2025-10-04T19:54:38Z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0x010100D205C470770B0D4ABF8826612BE84D5C</vt:lpwstr>
  </property>
  <property fmtid="{D5CDD505-2E9C-101B-9397-08002B2CF9AE}" pid="3" name="MediaServiceImageTags">
    <vt:lpwstr/>
  </property>
</Properties>
</file>