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67"/>
  </p:notesMasterIdLst>
  <p:sldIdLst>
    <p:sldId id="434" r:id="rId5"/>
    <p:sldId id="511" r:id="rId6"/>
    <p:sldId id="509" r:id="rId7"/>
    <p:sldId id="510" r:id="rId8"/>
    <p:sldId id="515" r:id="rId9"/>
    <p:sldId id="520" r:id="rId10"/>
    <p:sldId id="528" r:id="rId11"/>
    <p:sldId id="521" r:id="rId12"/>
    <p:sldId id="522" r:id="rId13"/>
    <p:sldId id="523" r:id="rId14"/>
    <p:sldId id="524" r:id="rId15"/>
    <p:sldId id="525" r:id="rId16"/>
    <p:sldId id="526" r:id="rId17"/>
    <p:sldId id="527" r:id="rId18"/>
    <p:sldId id="529" r:id="rId19"/>
    <p:sldId id="532" r:id="rId20"/>
    <p:sldId id="566" r:id="rId21"/>
    <p:sldId id="567" r:id="rId22"/>
    <p:sldId id="534" r:id="rId23"/>
    <p:sldId id="533" r:id="rId24"/>
    <p:sldId id="535" r:id="rId25"/>
    <p:sldId id="537" r:id="rId26"/>
    <p:sldId id="544" r:id="rId27"/>
    <p:sldId id="538" r:id="rId28"/>
    <p:sldId id="536" r:id="rId29"/>
    <p:sldId id="539" r:id="rId30"/>
    <p:sldId id="540" r:id="rId31"/>
    <p:sldId id="541" r:id="rId32"/>
    <p:sldId id="542" r:id="rId33"/>
    <p:sldId id="543" r:id="rId34"/>
    <p:sldId id="545" r:id="rId35"/>
    <p:sldId id="570" r:id="rId36"/>
    <p:sldId id="571" r:id="rId37"/>
    <p:sldId id="572" r:id="rId38"/>
    <p:sldId id="573" r:id="rId39"/>
    <p:sldId id="574" r:id="rId40"/>
    <p:sldId id="575" r:id="rId41"/>
    <p:sldId id="576" r:id="rId42"/>
    <p:sldId id="568" r:id="rId43"/>
    <p:sldId id="548" r:id="rId44"/>
    <p:sldId id="530" r:id="rId45"/>
    <p:sldId id="531" r:id="rId46"/>
    <p:sldId id="552" r:id="rId47"/>
    <p:sldId id="550" r:id="rId48"/>
    <p:sldId id="559" r:id="rId49"/>
    <p:sldId id="565" r:id="rId50"/>
    <p:sldId id="553" r:id="rId51"/>
    <p:sldId id="555" r:id="rId52"/>
    <p:sldId id="554" r:id="rId53"/>
    <p:sldId id="557" r:id="rId54"/>
    <p:sldId id="556" r:id="rId55"/>
    <p:sldId id="547" r:id="rId56"/>
    <p:sldId id="558" r:id="rId57"/>
    <p:sldId id="561" r:id="rId58"/>
    <p:sldId id="569" r:id="rId59"/>
    <p:sldId id="518" r:id="rId60"/>
    <p:sldId id="562" r:id="rId61"/>
    <p:sldId id="563" r:id="rId62"/>
    <p:sldId id="564" r:id="rId63"/>
    <p:sldId id="452" r:id="rId64"/>
    <p:sldId id="384" r:id="rId65"/>
    <p:sldId id="459" r:id="rId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0E1"/>
    <a:srgbClr val="20A9C7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01A3C7-D580-48EE-AD66-C1B6C20A138C}" v="68" dt="2025-10-14T18:41:11.3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66" autoAdjust="0"/>
    <p:restoredTop sz="93020" autoAdjust="0"/>
  </p:normalViewPr>
  <p:slideViewPr>
    <p:cSldViewPr snapToGrid="0">
      <p:cViewPr varScale="1">
        <p:scale>
          <a:sx n="99" d="100"/>
          <a:sy n="99" d="100"/>
        </p:scale>
        <p:origin x="10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pson, Brielle" userId="f0ea580a-03ee-4a63-bd84-436803179175" providerId="ADAL" clId="{AF01A3C7-D580-48EE-AD66-C1B6C20A138C}"/>
    <pc:docChg chg="undo custSel addSld delSld modSld sldOrd">
      <pc:chgData name="Thompson, Brielle" userId="f0ea580a-03ee-4a63-bd84-436803179175" providerId="ADAL" clId="{AF01A3C7-D580-48EE-AD66-C1B6C20A138C}" dt="2025-10-14T18:42:47.173" v="15107" actId="478"/>
      <pc:docMkLst>
        <pc:docMk/>
      </pc:docMkLst>
      <pc:sldChg chg="del">
        <pc:chgData name="Thompson, Brielle" userId="f0ea580a-03ee-4a63-bd84-436803179175" providerId="ADAL" clId="{AF01A3C7-D580-48EE-AD66-C1B6C20A138C}" dt="2025-09-08T15:50:38.722" v="426" actId="47"/>
        <pc:sldMkLst>
          <pc:docMk/>
          <pc:sldMk cId="2342776510" sldId="291"/>
        </pc:sldMkLst>
      </pc:sldChg>
      <pc:sldChg chg="modSp mod">
        <pc:chgData name="Thompson, Brielle" userId="f0ea580a-03ee-4a63-bd84-436803179175" providerId="ADAL" clId="{AF01A3C7-D580-48EE-AD66-C1B6C20A138C}" dt="2025-09-08T15:26:30.359" v="21" actId="404"/>
        <pc:sldMkLst>
          <pc:docMk/>
          <pc:sldMk cId="2472309090" sldId="434"/>
        </pc:sldMkLst>
      </pc:sldChg>
      <pc:sldChg chg="addSp delSp modSp mod setBg">
        <pc:chgData name="Thompson, Brielle" userId="f0ea580a-03ee-4a63-bd84-436803179175" providerId="ADAL" clId="{AF01A3C7-D580-48EE-AD66-C1B6C20A138C}" dt="2025-09-08T20:58:08.034" v="7920" actId="20577"/>
        <pc:sldMkLst>
          <pc:docMk/>
          <pc:sldMk cId="1972088792" sldId="452"/>
        </pc:sldMkLst>
      </pc:sldChg>
      <pc:sldChg chg="modSp mod">
        <pc:chgData name="Thompson, Brielle" userId="f0ea580a-03ee-4a63-bd84-436803179175" providerId="ADAL" clId="{AF01A3C7-D580-48EE-AD66-C1B6C20A138C}" dt="2025-09-08T20:40:50.243" v="7314" actId="20577"/>
        <pc:sldMkLst>
          <pc:docMk/>
          <pc:sldMk cId="3019933041" sldId="459"/>
        </pc:sldMkLst>
      </pc:sldChg>
      <pc:sldChg chg="delSp new del mod">
        <pc:chgData name="Thompson, Brielle" userId="f0ea580a-03ee-4a63-bd84-436803179175" providerId="ADAL" clId="{AF01A3C7-D580-48EE-AD66-C1B6C20A138C}" dt="2025-09-08T15:41:01.906" v="25" actId="47"/>
        <pc:sldMkLst>
          <pc:docMk/>
          <pc:sldMk cId="2500027569" sldId="460"/>
        </pc:sldMkLst>
      </pc:sldChg>
      <pc:sldChg chg="addSp delSp modSp add mod setBg modAnim">
        <pc:chgData name="Thompson, Brielle" userId="f0ea580a-03ee-4a63-bd84-436803179175" providerId="ADAL" clId="{AF01A3C7-D580-48EE-AD66-C1B6C20A138C}" dt="2025-09-08T16:13:19.707" v="851" actId="1076"/>
        <pc:sldMkLst>
          <pc:docMk/>
          <pc:sldMk cId="2716345525" sldId="509"/>
        </pc:sldMkLst>
      </pc:sldChg>
      <pc:sldChg chg="addSp delSp modSp new mod">
        <pc:chgData name="Thompson, Brielle" userId="f0ea580a-03ee-4a63-bd84-436803179175" providerId="ADAL" clId="{AF01A3C7-D580-48EE-AD66-C1B6C20A138C}" dt="2025-09-26T15:13:22.991" v="12580" actId="1076"/>
        <pc:sldMkLst>
          <pc:docMk/>
          <pc:sldMk cId="1327887575" sldId="510"/>
        </pc:sldMkLst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5" creationId="{22F6E9EB-4F71-C462-D00E-D3DA9E6D1B63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6" creationId="{E93A738D-6A80-68A0-1C0A-DB16F7AC9FD4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7" creationId="{07B1F812-8ED7-E681-64BD-4BC6A0C6A772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8" creationId="{AD366DA0-28A7-CDB4-2B3C-F4EF32569D17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9" creationId="{C7420F4D-6CF1-C42A-8BBE-A931A9772913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10" creationId="{3F64A884-3101-9FF2-A336-E6E5AF36DE49}"/>
          </ac:spMkLst>
        </pc:spChg>
      </pc:sldChg>
      <pc:sldChg chg="addSp delSp modSp new mod ord">
        <pc:chgData name="Thompson, Brielle" userId="f0ea580a-03ee-4a63-bd84-436803179175" providerId="ADAL" clId="{AF01A3C7-D580-48EE-AD66-C1B6C20A138C}" dt="2025-10-09T16:18:05.864" v="12631" actId="255"/>
        <pc:sldMkLst>
          <pc:docMk/>
          <pc:sldMk cId="439288971" sldId="511"/>
        </pc:sldMkLst>
        <pc:spChg chg="mod">
          <ac:chgData name="Thompson, Brielle" userId="f0ea580a-03ee-4a63-bd84-436803179175" providerId="ADAL" clId="{AF01A3C7-D580-48EE-AD66-C1B6C20A138C}" dt="2025-10-09T16:17:45.230" v="12590" actId="1076"/>
          <ac:spMkLst>
            <pc:docMk/>
            <pc:sldMk cId="439288971" sldId="511"/>
            <ac:spMk id="2" creationId="{77BFA329-D94B-EFFA-DCFC-F0C25F316EDA}"/>
          </ac:spMkLst>
        </pc:spChg>
        <pc:spChg chg="add mod">
          <ac:chgData name="Thompson, Brielle" userId="f0ea580a-03ee-4a63-bd84-436803179175" providerId="ADAL" clId="{AF01A3C7-D580-48EE-AD66-C1B6C20A138C}" dt="2025-10-09T16:18:05.864" v="12631" actId="255"/>
          <ac:spMkLst>
            <pc:docMk/>
            <pc:sldMk cId="439288971" sldId="511"/>
            <ac:spMk id="3" creationId="{ECF800B1-1F6A-2B00-D2A8-A9307FA72001}"/>
          </ac:spMkLst>
        </pc:spChg>
      </pc:sldChg>
      <pc:sldChg chg="addSp delSp modSp new del mod">
        <pc:chgData name="Thompson, Brielle" userId="f0ea580a-03ee-4a63-bd84-436803179175" providerId="ADAL" clId="{AF01A3C7-D580-48EE-AD66-C1B6C20A138C}" dt="2025-09-26T15:40:47" v="12583" actId="47"/>
        <pc:sldMkLst>
          <pc:docMk/>
          <pc:sldMk cId="3242379407" sldId="512"/>
        </pc:sldMkLst>
      </pc:sldChg>
      <pc:sldChg chg="addSp delSp modSp add del mod modAnim">
        <pc:chgData name="Thompson, Brielle" userId="f0ea580a-03ee-4a63-bd84-436803179175" providerId="ADAL" clId="{AF01A3C7-D580-48EE-AD66-C1B6C20A138C}" dt="2025-09-26T15:40:47.678" v="12584" actId="47"/>
        <pc:sldMkLst>
          <pc:docMk/>
          <pc:sldMk cId="536492146" sldId="513"/>
        </pc:sldMkLst>
      </pc:sldChg>
      <pc:sldChg chg="addSp modSp new del mod">
        <pc:chgData name="Thompson, Brielle" userId="f0ea580a-03ee-4a63-bd84-436803179175" providerId="ADAL" clId="{AF01A3C7-D580-48EE-AD66-C1B6C20A138C}" dt="2025-09-26T15:16:26.310" v="12582" actId="2696"/>
        <pc:sldMkLst>
          <pc:docMk/>
          <pc:sldMk cId="1671058396" sldId="514"/>
        </pc:sldMkLst>
      </pc:sldChg>
      <pc:sldChg chg="addSp delSp modSp new mod">
        <pc:chgData name="Thompson, Brielle" userId="f0ea580a-03ee-4a63-bd84-436803179175" providerId="ADAL" clId="{AF01A3C7-D580-48EE-AD66-C1B6C20A138C}" dt="2025-10-13T13:55:34.572" v="13988" actId="1076"/>
        <pc:sldMkLst>
          <pc:docMk/>
          <pc:sldMk cId="2349421958" sldId="515"/>
        </pc:sldMkLst>
        <pc:spChg chg="mod">
          <ac:chgData name="Thompson, Brielle" userId="f0ea580a-03ee-4a63-bd84-436803179175" providerId="ADAL" clId="{AF01A3C7-D580-48EE-AD66-C1B6C20A138C}" dt="2025-10-13T13:55:29.766" v="13987" actId="1076"/>
          <ac:spMkLst>
            <pc:docMk/>
            <pc:sldMk cId="2349421958" sldId="515"/>
            <ac:spMk id="3" creationId="{7F0BDD8F-96CE-7525-AFA2-9328BB110C29}"/>
          </ac:spMkLst>
        </pc:spChg>
        <pc:spChg chg="add mod">
          <ac:chgData name="Thompson, Brielle" userId="f0ea580a-03ee-4a63-bd84-436803179175" providerId="ADAL" clId="{AF01A3C7-D580-48EE-AD66-C1B6C20A138C}" dt="2025-10-13T13:55:34.572" v="13988" actId="1076"/>
          <ac:spMkLst>
            <pc:docMk/>
            <pc:sldMk cId="2349421958" sldId="515"/>
            <ac:spMk id="4" creationId="{331E6DAA-5351-04D7-CFE4-7D968ED17845}"/>
          </ac:spMkLst>
        </pc:spChg>
        <pc:picChg chg="add mod">
          <ac:chgData name="Thompson, Brielle" userId="f0ea580a-03ee-4a63-bd84-436803179175" providerId="ADAL" clId="{AF01A3C7-D580-48EE-AD66-C1B6C20A138C}" dt="2025-10-13T13:55:19.705" v="13984" actId="1076"/>
          <ac:picMkLst>
            <pc:docMk/>
            <pc:sldMk cId="2349421958" sldId="515"/>
            <ac:picMk id="8" creationId="{75D9F978-305A-1918-2E5E-2C2844F2FEBB}"/>
          </ac:picMkLst>
        </pc:picChg>
      </pc:sldChg>
      <pc:sldChg chg="addSp delSp modSp add del mod">
        <pc:chgData name="Thompson, Brielle" userId="f0ea580a-03ee-4a63-bd84-436803179175" providerId="ADAL" clId="{AF01A3C7-D580-48EE-AD66-C1B6C20A138C}" dt="2025-10-04T19:54:29.117" v="12585" actId="47"/>
        <pc:sldMkLst>
          <pc:docMk/>
          <pc:sldMk cId="226684243" sldId="516"/>
        </pc:sldMkLst>
      </pc:sldChg>
      <pc:sldChg chg="addSp modSp new del mod modAnim">
        <pc:chgData name="Thompson, Brielle" userId="f0ea580a-03ee-4a63-bd84-436803179175" providerId="ADAL" clId="{AF01A3C7-D580-48EE-AD66-C1B6C20A138C}" dt="2025-09-26T15:16:26.310" v="12582" actId="2696"/>
        <pc:sldMkLst>
          <pc:docMk/>
          <pc:sldMk cId="3392784615" sldId="517"/>
        </pc:sldMkLst>
      </pc:sldChg>
      <pc:sldChg chg="add del">
        <pc:chgData name="Thompson, Brielle" userId="f0ea580a-03ee-4a63-bd84-436803179175" providerId="ADAL" clId="{AF01A3C7-D580-48EE-AD66-C1B6C20A138C}" dt="2025-09-08T17:51:35.102" v="2501"/>
        <pc:sldMkLst>
          <pc:docMk/>
          <pc:sldMk cId="1207897243" sldId="518"/>
        </pc:sldMkLst>
      </pc:sldChg>
      <pc:sldChg chg="addSp delSp modSp new add del mod setBg modAnim">
        <pc:chgData name="Thompson, Brielle" userId="f0ea580a-03ee-4a63-bd84-436803179175" providerId="ADAL" clId="{AF01A3C7-D580-48EE-AD66-C1B6C20A138C}" dt="2025-09-12T19:25:52.227" v="8114" actId="20577"/>
        <pc:sldMkLst>
          <pc:docMk/>
          <pc:sldMk cId="2715570016" sldId="518"/>
        </pc:sldMkLst>
      </pc:sldChg>
      <pc:sldChg chg="add del">
        <pc:chgData name="Thompson, Brielle" userId="f0ea580a-03ee-4a63-bd84-436803179175" providerId="ADAL" clId="{AF01A3C7-D580-48EE-AD66-C1B6C20A138C}" dt="2025-09-08T17:51:33.019" v="2499"/>
        <pc:sldMkLst>
          <pc:docMk/>
          <pc:sldMk cId="3579143424" sldId="518"/>
        </pc:sldMkLst>
      </pc:sldChg>
      <pc:sldChg chg="modSp add del mod">
        <pc:chgData name="Thompson, Brielle" userId="f0ea580a-03ee-4a63-bd84-436803179175" providerId="ADAL" clId="{AF01A3C7-D580-48EE-AD66-C1B6C20A138C}" dt="2025-10-09T16:18:56.940" v="12632" actId="47"/>
        <pc:sldMkLst>
          <pc:docMk/>
          <pc:sldMk cId="2285836825" sldId="519"/>
        </pc:sldMkLst>
      </pc:sldChg>
      <pc:sldChg chg="addSp modSp add mod modNotesTx">
        <pc:chgData name="Thompson, Brielle" userId="f0ea580a-03ee-4a63-bd84-436803179175" providerId="ADAL" clId="{AF01A3C7-D580-48EE-AD66-C1B6C20A138C}" dt="2025-10-13T13:56:23.697" v="14001" actId="1076"/>
        <pc:sldMkLst>
          <pc:docMk/>
          <pc:sldMk cId="2761458070" sldId="520"/>
        </pc:sldMkLst>
        <pc:spChg chg="mod">
          <ac:chgData name="Thompson, Brielle" userId="f0ea580a-03ee-4a63-bd84-436803179175" providerId="ADAL" clId="{AF01A3C7-D580-48EE-AD66-C1B6C20A138C}" dt="2025-10-13T13:56:08.437" v="13998" actId="27636"/>
          <ac:spMkLst>
            <pc:docMk/>
            <pc:sldMk cId="2761458070" sldId="520"/>
            <ac:spMk id="3" creationId="{939665E9-F8EC-C2ED-CC31-385B9F71213C}"/>
          </ac:spMkLst>
        </pc:spChg>
        <pc:picChg chg="mod">
          <ac:chgData name="Thompson, Brielle" userId="f0ea580a-03ee-4a63-bd84-436803179175" providerId="ADAL" clId="{AF01A3C7-D580-48EE-AD66-C1B6C20A138C}" dt="2025-10-13T13:56:23.697" v="14001" actId="1076"/>
          <ac:picMkLst>
            <pc:docMk/>
            <pc:sldMk cId="2761458070" sldId="520"/>
            <ac:picMk id="4" creationId="{AA482166-1B21-88AF-E0F4-F246CDC59BB2}"/>
          </ac:picMkLst>
        </pc:picChg>
        <pc:picChg chg="mod">
          <ac:chgData name="Thompson, Brielle" userId="f0ea580a-03ee-4a63-bd84-436803179175" providerId="ADAL" clId="{AF01A3C7-D580-48EE-AD66-C1B6C20A138C}" dt="2025-10-13T13:55:58.220" v="13990" actId="1076"/>
          <ac:picMkLst>
            <pc:docMk/>
            <pc:sldMk cId="2761458070" sldId="520"/>
            <ac:picMk id="8" creationId="{04DFAB6F-6B4E-4492-84F2-CFC1AD9A3C6C}"/>
          </ac:picMkLst>
        </pc:picChg>
        <pc:picChg chg="mod">
          <ac:chgData name="Thompson, Brielle" userId="f0ea580a-03ee-4a63-bd84-436803179175" providerId="ADAL" clId="{AF01A3C7-D580-48EE-AD66-C1B6C20A138C}" dt="2025-10-13T13:56:18.162" v="14000" actId="1076"/>
          <ac:picMkLst>
            <pc:docMk/>
            <pc:sldMk cId="2761458070" sldId="520"/>
            <ac:picMk id="10" creationId="{85047E19-1599-2D96-547C-734C0674ED34}"/>
          </ac:picMkLst>
        </pc:picChg>
      </pc:sldChg>
      <pc:sldChg chg="addSp delSp modSp add mod modNotesTx">
        <pc:chgData name="Thompson, Brielle" userId="f0ea580a-03ee-4a63-bd84-436803179175" providerId="ADAL" clId="{AF01A3C7-D580-48EE-AD66-C1B6C20A138C}" dt="2025-09-08T18:36:48.255" v="3496" actId="14100"/>
        <pc:sldMkLst>
          <pc:docMk/>
          <pc:sldMk cId="77739371" sldId="521"/>
        </pc:sldMkLst>
      </pc:sldChg>
      <pc:sldChg chg="addSp delSp modSp new mod">
        <pc:chgData name="Thompson, Brielle" userId="f0ea580a-03ee-4a63-bd84-436803179175" providerId="ADAL" clId="{AF01A3C7-D580-48EE-AD66-C1B6C20A138C}" dt="2025-09-08T18:47:43.500" v="3734"/>
        <pc:sldMkLst>
          <pc:docMk/>
          <pc:sldMk cId="3834790751" sldId="522"/>
        </pc:sldMkLst>
      </pc:sldChg>
      <pc:sldChg chg="addSp delSp modSp add mod">
        <pc:chgData name="Thompson, Brielle" userId="f0ea580a-03ee-4a63-bd84-436803179175" providerId="ADAL" clId="{AF01A3C7-D580-48EE-AD66-C1B6C20A138C}" dt="2025-09-08T18:47:44.513" v="3735"/>
        <pc:sldMkLst>
          <pc:docMk/>
          <pc:sldMk cId="1475396684" sldId="523"/>
        </pc:sldMkLst>
      </pc:sldChg>
      <pc:sldChg chg="addSp modSp add mod">
        <pc:chgData name="Thompson, Brielle" userId="f0ea580a-03ee-4a63-bd84-436803179175" providerId="ADAL" clId="{AF01A3C7-D580-48EE-AD66-C1B6C20A138C}" dt="2025-10-09T16:20:13.897" v="12661" actId="1076"/>
        <pc:sldMkLst>
          <pc:docMk/>
          <pc:sldMk cId="3250611365" sldId="524"/>
        </pc:sldMkLst>
        <pc:spChg chg="add mod">
          <ac:chgData name="Thompson, Brielle" userId="f0ea580a-03ee-4a63-bd84-436803179175" providerId="ADAL" clId="{AF01A3C7-D580-48EE-AD66-C1B6C20A138C}" dt="2025-10-09T16:20:13.897" v="12661" actId="1076"/>
          <ac:spMkLst>
            <pc:docMk/>
            <pc:sldMk cId="3250611365" sldId="524"/>
            <ac:spMk id="36" creationId="{4FFA9B10-6D92-E8FF-E3B4-46EAF2E57CFA}"/>
          </ac:spMkLst>
        </pc:spChg>
      </pc:sldChg>
      <pc:sldChg chg="addSp modSp add mod">
        <pc:chgData name="Thompson, Brielle" userId="f0ea580a-03ee-4a63-bd84-436803179175" providerId="ADAL" clId="{AF01A3C7-D580-48EE-AD66-C1B6C20A138C}" dt="2025-09-08T18:47:46.359" v="3737"/>
        <pc:sldMkLst>
          <pc:docMk/>
          <pc:sldMk cId="231654197" sldId="525"/>
        </pc:sldMkLst>
      </pc:sldChg>
      <pc:sldChg chg="addSp modSp new mod">
        <pc:chgData name="Thompson, Brielle" userId="f0ea580a-03ee-4a63-bd84-436803179175" providerId="ADAL" clId="{AF01A3C7-D580-48EE-AD66-C1B6C20A138C}" dt="2025-09-08T18:50:38.928" v="3836" actId="113"/>
        <pc:sldMkLst>
          <pc:docMk/>
          <pc:sldMk cId="3463542947" sldId="526"/>
        </pc:sldMkLst>
      </pc:sldChg>
      <pc:sldChg chg="addSp delSp modSp add mod modAnim modNotesTx">
        <pc:chgData name="Thompson, Brielle" userId="f0ea580a-03ee-4a63-bd84-436803179175" providerId="ADAL" clId="{AF01A3C7-D580-48EE-AD66-C1B6C20A138C}" dt="2025-10-09T16:35:28.358" v="13094" actId="1076"/>
        <pc:sldMkLst>
          <pc:docMk/>
          <pc:sldMk cId="1410594402" sldId="527"/>
        </pc:sldMkLst>
        <pc:spChg chg="mod">
          <ac:chgData name="Thompson, Brielle" userId="f0ea580a-03ee-4a63-bd84-436803179175" providerId="ADAL" clId="{AF01A3C7-D580-48EE-AD66-C1B6C20A138C}" dt="2025-10-09T16:31:34.608" v="12808" actId="20577"/>
          <ac:spMkLst>
            <pc:docMk/>
            <pc:sldMk cId="1410594402" sldId="527"/>
            <ac:spMk id="2" creationId="{F3EF029D-D3C0-6D88-DC4B-D9D53AB6C482}"/>
          </ac:spMkLst>
        </pc:spChg>
        <pc:spChg chg="mod">
          <ac:chgData name="Thompson, Brielle" userId="f0ea580a-03ee-4a63-bd84-436803179175" providerId="ADAL" clId="{AF01A3C7-D580-48EE-AD66-C1B6C20A138C}" dt="2025-10-09T16:33:14.738" v="13047" actId="20577"/>
          <ac:spMkLst>
            <pc:docMk/>
            <pc:sldMk cId="1410594402" sldId="527"/>
            <ac:spMk id="4" creationId="{09E44408-AE21-5487-44BB-46C4BC615CCD}"/>
          </ac:spMkLst>
        </pc:spChg>
        <pc:spChg chg="add mod">
          <ac:chgData name="Thompson, Brielle" userId="f0ea580a-03ee-4a63-bd84-436803179175" providerId="ADAL" clId="{AF01A3C7-D580-48EE-AD66-C1B6C20A138C}" dt="2025-10-09T16:34:32.355" v="13083" actId="14100"/>
          <ac:spMkLst>
            <pc:docMk/>
            <pc:sldMk cId="1410594402" sldId="527"/>
            <ac:spMk id="5" creationId="{75BB8DEC-0B8C-885F-7A5B-2CB1B4533F68}"/>
          </ac:spMkLst>
        </pc:spChg>
        <pc:spChg chg="mod">
          <ac:chgData name="Thompson, Brielle" userId="f0ea580a-03ee-4a63-bd84-436803179175" providerId="ADAL" clId="{AF01A3C7-D580-48EE-AD66-C1B6C20A138C}" dt="2025-10-09T16:33:03.006" v="13026" actId="1076"/>
          <ac:spMkLst>
            <pc:docMk/>
            <pc:sldMk cId="1410594402" sldId="527"/>
            <ac:spMk id="7" creationId="{A2D19264-5CFD-FD25-9B85-A35E13787E26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8" creationId="{0F500C40-5A9A-2872-96A3-CCC99EC1163B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0" creationId="{73A0F8B7-3DAC-EB8C-E5C7-4C3E5F92C3B1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1" creationId="{5918BDE6-5DD7-A73A-74B4-0D5F6C179D2A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2" creationId="{625CED24-27E4-6898-110C-E24A75CCA145}"/>
          </ac:spMkLst>
        </pc:spChg>
        <pc:spChg chg="mod">
          <ac:chgData name="Thompson, Brielle" userId="f0ea580a-03ee-4a63-bd84-436803179175" providerId="ADAL" clId="{AF01A3C7-D580-48EE-AD66-C1B6C20A138C}" dt="2025-10-09T16:35:04.308" v="13092" actId="1076"/>
          <ac:spMkLst>
            <pc:docMk/>
            <pc:sldMk cId="1410594402" sldId="527"/>
            <ac:spMk id="16" creationId="{59451E15-DD18-BA56-8F64-C11E227207D4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7" creationId="{07089861-1D02-33A7-28A1-9EB39D3C4467}"/>
          </ac:spMkLst>
        </pc:spChg>
        <pc:spChg chg="mod">
          <ac:chgData name="Thompson, Brielle" userId="f0ea580a-03ee-4a63-bd84-436803179175" providerId="ADAL" clId="{AF01A3C7-D580-48EE-AD66-C1B6C20A138C}" dt="2025-10-09T16:33:09.640" v="13029" actId="1076"/>
          <ac:spMkLst>
            <pc:docMk/>
            <pc:sldMk cId="1410594402" sldId="527"/>
            <ac:spMk id="18" creationId="{D2A8F4EC-8660-429E-630A-D475800BBC97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9" creationId="{E708F579-CD3C-147C-068B-58381AC8503E}"/>
          </ac:spMkLst>
        </pc:spChg>
        <pc:spChg chg="mod">
          <ac:chgData name="Thompson, Brielle" userId="f0ea580a-03ee-4a63-bd84-436803179175" providerId="ADAL" clId="{AF01A3C7-D580-48EE-AD66-C1B6C20A138C}" dt="2025-10-09T16:35:28.358" v="13094" actId="1076"/>
          <ac:spMkLst>
            <pc:docMk/>
            <pc:sldMk cId="1410594402" sldId="527"/>
            <ac:spMk id="38" creationId="{CD9349B7-8ABF-038C-3E0B-03BE3F6137BB}"/>
          </ac:spMkLst>
        </pc:spChg>
        <pc:spChg chg="mod">
          <ac:chgData name="Thompson, Brielle" userId="f0ea580a-03ee-4a63-bd84-436803179175" providerId="ADAL" clId="{AF01A3C7-D580-48EE-AD66-C1B6C20A138C}" dt="2025-10-09T16:34:55.869" v="13089" actId="1076"/>
          <ac:spMkLst>
            <pc:docMk/>
            <pc:sldMk cId="1410594402" sldId="527"/>
            <ac:spMk id="39" creationId="{15B6BA11-573B-4A1F-3B4B-4EA9E0BBBA46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40" creationId="{83B772E9-26AE-133B-ADA8-59BB28CB28F5}"/>
          </ac:spMkLst>
        </pc:spChg>
        <pc:grpChg chg="mod">
          <ac:chgData name="Thompson, Brielle" userId="f0ea580a-03ee-4a63-bd84-436803179175" providerId="ADAL" clId="{AF01A3C7-D580-48EE-AD66-C1B6C20A138C}" dt="2025-10-09T16:34:47.278" v="13086" actId="1076"/>
          <ac:grpSpMkLst>
            <pc:docMk/>
            <pc:sldMk cId="1410594402" sldId="527"/>
            <ac:grpSpMk id="20" creationId="{3F1D8E03-079C-19BA-6FE5-F94C5EF91E5E}"/>
          </ac:grpSpMkLst>
        </pc:grpChg>
        <pc:cxnChg chg="mod">
          <ac:chgData name="Thompson, Brielle" userId="f0ea580a-03ee-4a63-bd84-436803179175" providerId="ADAL" clId="{AF01A3C7-D580-48EE-AD66-C1B6C20A138C}" dt="2025-10-09T16:34:38.396" v="13085" actId="1076"/>
          <ac:cxnSpMkLst>
            <pc:docMk/>
            <pc:sldMk cId="1410594402" sldId="527"/>
            <ac:cxnSpMk id="9" creationId="{9FBB5193-47FA-F991-7027-1CF34FB4DECF}"/>
          </ac:cxnSpMkLst>
        </pc:cxnChg>
        <pc:cxnChg chg="mod">
          <ac:chgData name="Thompson, Brielle" userId="f0ea580a-03ee-4a63-bd84-436803179175" providerId="ADAL" clId="{AF01A3C7-D580-48EE-AD66-C1B6C20A138C}" dt="2025-10-09T16:34:47.278" v="13086" actId="1076"/>
          <ac:cxnSpMkLst>
            <pc:docMk/>
            <pc:sldMk cId="1410594402" sldId="527"/>
            <ac:cxnSpMk id="13" creationId="{056B2D0D-7A98-CE58-EDA1-F805349BFC9C}"/>
          </ac:cxnSpMkLst>
        </pc:cxnChg>
        <pc:cxnChg chg="mod">
          <ac:chgData name="Thompson, Brielle" userId="f0ea580a-03ee-4a63-bd84-436803179175" providerId="ADAL" clId="{AF01A3C7-D580-48EE-AD66-C1B6C20A138C}" dt="2025-10-09T16:34:38.396" v="13085" actId="1076"/>
          <ac:cxnSpMkLst>
            <pc:docMk/>
            <pc:sldMk cId="1410594402" sldId="527"/>
            <ac:cxnSpMk id="14" creationId="{188B9025-B524-2C8D-CE33-F351A8338F36}"/>
          </ac:cxnSpMkLst>
        </pc:cxnChg>
        <pc:cxnChg chg="mod">
          <ac:chgData name="Thompson, Brielle" userId="f0ea580a-03ee-4a63-bd84-436803179175" providerId="ADAL" clId="{AF01A3C7-D580-48EE-AD66-C1B6C20A138C}" dt="2025-10-09T16:33:03.006" v="13026" actId="1076"/>
          <ac:cxnSpMkLst>
            <pc:docMk/>
            <pc:sldMk cId="1410594402" sldId="527"/>
            <ac:cxnSpMk id="15" creationId="{4986E1E3-7D91-8438-5960-EFA11AEA0C14}"/>
          </ac:cxnSpMkLst>
        </pc:cxnChg>
      </pc:sldChg>
      <pc:sldChg chg="addSp modSp add mod modNotesTx">
        <pc:chgData name="Thompson, Brielle" userId="f0ea580a-03ee-4a63-bd84-436803179175" providerId="ADAL" clId="{AF01A3C7-D580-48EE-AD66-C1B6C20A138C}" dt="2025-10-13T13:56:39.660" v="14008" actId="27636"/>
        <pc:sldMkLst>
          <pc:docMk/>
          <pc:sldMk cId="2158331706" sldId="528"/>
        </pc:sldMkLst>
        <pc:spChg chg="mod">
          <ac:chgData name="Thompson, Brielle" userId="f0ea580a-03ee-4a63-bd84-436803179175" providerId="ADAL" clId="{AF01A3C7-D580-48EE-AD66-C1B6C20A138C}" dt="2025-10-13T13:56:39.660" v="14008" actId="27636"/>
          <ac:spMkLst>
            <pc:docMk/>
            <pc:sldMk cId="2158331706" sldId="528"/>
            <ac:spMk id="3" creationId="{134D9DF2-5E69-D267-D754-B169BB5F5E9D}"/>
          </ac:spMkLst>
        </pc:spChg>
        <pc:spChg chg="mod">
          <ac:chgData name="Thompson, Brielle" userId="f0ea580a-03ee-4a63-bd84-436803179175" providerId="ADAL" clId="{AF01A3C7-D580-48EE-AD66-C1B6C20A138C}" dt="2025-10-09T16:19:10.755" v="12633" actId="20577"/>
          <ac:spMkLst>
            <pc:docMk/>
            <pc:sldMk cId="2158331706" sldId="528"/>
            <ac:spMk id="5" creationId="{D29280D5-3755-58F5-EE99-7DE79D2EF9F1}"/>
          </ac:spMkLst>
        </pc:spChg>
        <pc:picChg chg="mod">
          <ac:chgData name="Thompson, Brielle" userId="f0ea580a-03ee-4a63-bd84-436803179175" providerId="ADAL" clId="{AF01A3C7-D580-48EE-AD66-C1B6C20A138C}" dt="2025-10-13T13:56:29.142" v="14002" actId="1076"/>
          <ac:picMkLst>
            <pc:docMk/>
            <pc:sldMk cId="2158331706" sldId="528"/>
            <ac:picMk id="4" creationId="{03A7865E-3D77-6443-1F83-BE6D26E6B0C4}"/>
          </ac:picMkLst>
        </pc:picChg>
        <pc:picChg chg="mod">
          <ac:chgData name="Thompson, Brielle" userId="f0ea580a-03ee-4a63-bd84-436803179175" providerId="ADAL" clId="{AF01A3C7-D580-48EE-AD66-C1B6C20A138C}" dt="2025-10-13T13:56:33.435" v="14004" actId="1076"/>
          <ac:picMkLst>
            <pc:docMk/>
            <pc:sldMk cId="2158331706" sldId="528"/>
            <ac:picMk id="8" creationId="{FEC7C9CE-4053-1CD3-BC24-09CC34729F78}"/>
          </ac:picMkLst>
        </pc:picChg>
        <pc:picChg chg="mod">
          <ac:chgData name="Thompson, Brielle" userId="f0ea580a-03ee-4a63-bd84-436803179175" providerId="ADAL" clId="{AF01A3C7-D580-48EE-AD66-C1B6C20A138C}" dt="2025-10-13T13:56:30.953" v="14003" actId="1076"/>
          <ac:picMkLst>
            <pc:docMk/>
            <pc:sldMk cId="2158331706" sldId="528"/>
            <ac:picMk id="10" creationId="{2F53DBCC-49D7-1E68-9029-17C8D3CF9E7F}"/>
          </ac:picMkLst>
        </pc:picChg>
      </pc:sldChg>
      <pc:sldChg chg="addSp modSp new mod">
        <pc:chgData name="Thompson, Brielle" userId="f0ea580a-03ee-4a63-bd84-436803179175" providerId="ADAL" clId="{AF01A3C7-D580-48EE-AD66-C1B6C20A138C}" dt="2025-10-09T16:22:07.797" v="12668" actId="20577"/>
        <pc:sldMkLst>
          <pc:docMk/>
          <pc:sldMk cId="3474721591" sldId="529"/>
        </pc:sldMkLst>
        <pc:spChg chg="mod">
          <ac:chgData name="Thompson, Brielle" userId="f0ea580a-03ee-4a63-bd84-436803179175" providerId="ADAL" clId="{AF01A3C7-D580-48EE-AD66-C1B6C20A138C}" dt="2025-10-09T16:22:07.797" v="12668" actId="20577"/>
          <ac:spMkLst>
            <pc:docMk/>
            <pc:sldMk cId="3474721591" sldId="529"/>
            <ac:spMk id="3" creationId="{B8BAD438-B5F2-EEE7-74D8-CFEC0F81C43E}"/>
          </ac:spMkLst>
        </pc:spChg>
      </pc:sldChg>
      <pc:sldChg chg="addSp delSp modSp new mod delAnim modAnim">
        <pc:chgData name="Thompson, Brielle" userId="f0ea580a-03ee-4a63-bd84-436803179175" providerId="ADAL" clId="{AF01A3C7-D580-48EE-AD66-C1B6C20A138C}" dt="2025-09-12T20:58:40.480" v="9199" actId="571"/>
        <pc:sldMkLst>
          <pc:docMk/>
          <pc:sldMk cId="3053225918" sldId="530"/>
        </pc:sldMkLst>
      </pc:sldChg>
      <pc:sldChg chg="addSp delSp modSp new mod delAnim modAnim">
        <pc:chgData name="Thompson, Brielle" userId="f0ea580a-03ee-4a63-bd84-436803179175" providerId="ADAL" clId="{AF01A3C7-D580-48EE-AD66-C1B6C20A138C}" dt="2025-09-08T20:35:12.256" v="7128"/>
        <pc:sldMkLst>
          <pc:docMk/>
          <pc:sldMk cId="3960244900" sldId="531"/>
        </pc:sldMkLst>
      </pc:sldChg>
      <pc:sldChg chg="addSp modSp new mod modAnim modNotesTx">
        <pc:chgData name="Thompson, Brielle" userId="f0ea580a-03ee-4a63-bd84-436803179175" providerId="ADAL" clId="{AF01A3C7-D580-48EE-AD66-C1B6C20A138C}" dt="2025-10-09T16:38:16.040" v="13113" actId="20577"/>
        <pc:sldMkLst>
          <pc:docMk/>
          <pc:sldMk cId="1979084416" sldId="532"/>
        </pc:sldMkLst>
        <pc:spChg chg="mod">
          <ac:chgData name="Thompson, Brielle" userId="f0ea580a-03ee-4a63-bd84-436803179175" providerId="ADAL" clId="{AF01A3C7-D580-48EE-AD66-C1B6C20A138C}" dt="2025-10-09T16:38:02.229" v="13102" actId="20577"/>
          <ac:spMkLst>
            <pc:docMk/>
            <pc:sldMk cId="1979084416" sldId="532"/>
            <ac:spMk id="2" creationId="{8AD5C257-2991-99F6-180F-41C1414FEAF9}"/>
          </ac:spMkLst>
        </pc:spChg>
      </pc:sldChg>
      <pc:sldChg chg="addSp delSp modSp add mod">
        <pc:chgData name="Thompson, Brielle" userId="f0ea580a-03ee-4a63-bd84-436803179175" providerId="ADAL" clId="{AF01A3C7-D580-48EE-AD66-C1B6C20A138C}" dt="2025-09-08T19:34:09.621" v="5122" actId="115"/>
        <pc:sldMkLst>
          <pc:docMk/>
          <pc:sldMk cId="929494753" sldId="533"/>
        </pc:sldMkLst>
      </pc:sldChg>
      <pc:sldChg chg="addSp modSp new mod">
        <pc:chgData name="Thompson, Brielle" userId="f0ea580a-03ee-4a63-bd84-436803179175" providerId="ADAL" clId="{AF01A3C7-D580-48EE-AD66-C1B6C20A138C}" dt="2025-10-09T16:49:18" v="13198" actId="113"/>
        <pc:sldMkLst>
          <pc:docMk/>
          <pc:sldMk cId="912795969" sldId="534"/>
        </pc:sldMkLst>
        <pc:spChg chg="mod">
          <ac:chgData name="Thompson, Brielle" userId="f0ea580a-03ee-4a63-bd84-436803179175" providerId="ADAL" clId="{AF01A3C7-D580-48EE-AD66-C1B6C20A138C}" dt="2025-10-09T16:49:18" v="13198" actId="113"/>
          <ac:spMkLst>
            <pc:docMk/>
            <pc:sldMk cId="912795969" sldId="534"/>
            <ac:spMk id="3" creationId="{51FEED94-24D1-4254-72DE-1D041A65591E}"/>
          </ac:spMkLst>
        </pc:spChg>
      </pc:sldChg>
      <pc:sldChg chg="addSp delSp modSp add mod">
        <pc:chgData name="Thompson, Brielle" userId="f0ea580a-03ee-4a63-bd84-436803179175" providerId="ADAL" clId="{AF01A3C7-D580-48EE-AD66-C1B6C20A138C}" dt="2025-09-08T19:37:01.274" v="5247" actId="14100"/>
        <pc:sldMkLst>
          <pc:docMk/>
          <pc:sldMk cId="1956647531" sldId="535"/>
        </pc:sldMkLst>
      </pc:sldChg>
      <pc:sldChg chg="delSp modSp add mod">
        <pc:chgData name="Thompson, Brielle" userId="f0ea580a-03ee-4a63-bd84-436803179175" providerId="ADAL" clId="{AF01A3C7-D580-48EE-AD66-C1B6C20A138C}" dt="2025-09-08T19:43:15.525" v="5466" actId="404"/>
        <pc:sldMkLst>
          <pc:docMk/>
          <pc:sldMk cId="805635790" sldId="536"/>
        </pc:sldMkLst>
      </pc:sldChg>
      <pc:sldChg chg="addSp delSp modSp add mod">
        <pc:chgData name="Thompson, Brielle" userId="f0ea580a-03ee-4a63-bd84-436803179175" providerId="ADAL" clId="{AF01A3C7-D580-48EE-AD66-C1B6C20A138C}" dt="2025-09-08T19:41:04.394" v="5351" actId="1076"/>
        <pc:sldMkLst>
          <pc:docMk/>
          <pc:sldMk cId="952712080" sldId="537"/>
        </pc:sldMkLst>
      </pc:sldChg>
      <pc:sldChg chg="addSp modSp add mod">
        <pc:chgData name="Thompson, Brielle" userId="f0ea580a-03ee-4a63-bd84-436803179175" providerId="ADAL" clId="{AF01A3C7-D580-48EE-AD66-C1B6C20A138C}" dt="2025-09-08T19:41:35.104" v="5379" actId="20577"/>
        <pc:sldMkLst>
          <pc:docMk/>
          <pc:sldMk cId="3451812574" sldId="538"/>
        </pc:sldMkLst>
      </pc:sldChg>
      <pc:sldChg chg="addSp delSp modSp add mod">
        <pc:chgData name="Thompson, Brielle" userId="f0ea580a-03ee-4a63-bd84-436803179175" providerId="ADAL" clId="{AF01A3C7-D580-48EE-AD66-C1B6C20A138C}" dt="2025-09-08T19:44:54.299" v="5520" actId="207"/>
        <pc:sldMkLst>
          <pc:docMk/>
          <pc:sldMk cId="2357053733" sldId="539"/>
        </pc:sldMkLst>
      </pc:sldChg>
      <pc:sldChg chg="add del">
        <pc:chgData name="Thompson, Brielle" userId="f0ea580a-03ee-4a63-bd84-436803179175" providerId="ADAL" clId="{AF01A3C7-D580-48EE-AD66-C1B6C20A138C}" dt="2025-09-08T19:45:43.603" v="5522"/>
        <pc:sldMkLst>
          <pc:docMk/>
          <pc:sldMk cId="3095058176" sldId="540"/>
        </pc:sldMkLst>
      </pc:sldChg>
      <pc:sldChg chg="addSp delSp modSp add mod">
        <pc:chgData name="Thompson, Brielle" userId="f0ea580a-03ee-4a63-bd84-436803179175" providerId="ADAL" clId="{AF01A3C7-D580-48EE-AD66-C1B6C20A138C}" dt="2025-09-08T19:53:02.730" v="5620" actId="1076"/>
        <pc:sldMkLst>
          <pc:docMk/>
          <pc:sldMk cId="3862443717" sldId="540"/>
        </pc:sldMkLst>
      </pc:sldChg>
      <pc:sldChg chg="addSp modSp add mod ord">
        <pc:chgData name="Thompson, Brielle" userId="f0ea580a-03ee-4a63-bd84-436803179175" providerId="ADAL" clId="{AF01A3C7-D580-48EE-AD66-C1B6C20A138C}" dt="2025-09-08T19:53:05.873" v="5621"/>
        <pc:sldMkLst>
          <pc:docMk/>
          <pc:sldMk cId="4255908981" sldId="541"/>
        </pc:sldMkLst>
      </pc:sldChg>
      <pc:sldChg chg="addSp modSp add mod ord">
        <pc:chgData name="Thompson, Brielle" userId="f0ea580a-03ee-4a63-bd84-436803179175" providerId="ADAL" clId="{AF01A3C7-D580-48EE-AD66-C1B6C20A138C}" dt="2025-09-08T19:53:17.903" v="5633" actId="207"/>
        <pc:sldMkLst>
          <pc:docMk/>
          <pc:sldMk cId="662651062" sldId="542"/>
        </pc:sldMkLst>
      </pc:sldChg>
      <pc:sldChg chg="modSp add mod ord">
        <pc:chgData name="Thompson, Brielle" userId="f0ea580a-03ee-4a63-bd84-436803179175" providerId="ADAL" clId="{AF01A3C7-D580-48EE-AD66-C1B6C20A138C}" dt="2025-10-09T16:21:16.418" v="12663" actId="20577"/>
        <pc:sldMkLst>
          <pc:docMk/>
          <pc:sldMk cId="2044048576" sldId="543"/>
        </pc:sldMkLst>
        <pc:spChg chg="mod">
          <ac:chgData name="Thompson, Brielle" userId="f0ea580a-03ee-4a63-bd84-436803179175" providerId="ADAL" clId="{AF01A3C7-D580-48EE-AD66-C1B6C20A138C}" dt="2025-10-09T16:21:16.418" v="12663" actId="20577"/>
          <ac:spMkLst>
            <pc:docMk/>
            <pc:sldMk cId="2044048576" sldId="543"/>
            <ac:spMk id="51" creationId="{2C540B12-356D-4F0C-48B2-1CC0149B0420}"/>
          </ac:spMkLst>
        </pc:spChg>
      </pc:sldChg>
      <pc:sldChg chg="addSp delSp modSp new mod modAnim">
        <pc:chgData name="Thompson, Brielle" userId="f0ea580a-03ee-4a63-bd84-436803179175" providerId="ADAL" clId="{AF01A3C7-D580-48EE-AD66-C1B6C20A138C}" dt="2025-09-08T19:51:59.873" v="5597" actId="1076"/>
        <pc:sldMkLst>
          <pc:docMk/>
          <pc:sldMk cId="3198629729" sldId="544"/>
        </pc:sldMkLst>
      </pc:sldChg>
      <pc:sldChg chg="modSp add mod ord">
        <pc:chgData name="Thompson, Brielle" userId="f0ea580a-03ee-4a63-bd84-436803179175" providerId="ADAL" clId="{AF01A3C7-D580-48EE-AD66-C1B6C20A138C}" dt="2025-09-08T19:54:41.484" v="5669" actId="20577"/>
        <pc:sldMkLst>
          <pc:docMk/>
          <pc:sldMk cId="1015079093" sldId="545"/>
        </pc:sldMkLst>
      </pc:sldChg>
      <pc:sldChg chg="addSp delSp modSp add del mod ord">
        <pc:chgData name="Thompson, Brielle" userId="f0ea580a-03ee-4a63-bd84-436803179175" providerId="ADAL" clId="{AF01A3C7-D580-48EE-AD66-C1B6C20A138C}" dt="2025-10-09T16:22:55.474" v="12680" actId="47"/>
        <pc:sldMkLst>
          <pc:docMk/>
          <pc:sldMk cId="111856878" sldId="546"/>
        </pc:sldMkLst>
      </pc:sldChg>
      <pc:sldChg chg="addSp delSp modSp new mod setBg">
        <pc:chgData name="Thompson, Brielle" userId="f0ea580a-03ee-4a63-bd84-436803179175" providerId="ADAL" clId="{AF01A3C7-D580-48EE-AD66-C1B6C20A138C}" dt="2025-09-12T20:09:53.231" v="8599"/>
        <pc:sldMkLst>
          <pc:docMk/>
          <pc:sldMk cId="2169351180" sldId="547"/>
        </pc:sldMkLst>
      </pc:sldChg>
      <pc:sldChg chg="addSp modSp add mod ord modAnim modNotesTx">
        <pc:chgData name="Thompson, Brielle" userId="f0ea580a-03ee-4a63-bd84-436803179175" providerId="ADAL" clId="{AF01A3C7-D580-48EE-AD66-C1B6C20A138C}" dt="2025-09-08T20:35:08.279" v="7127" actId="20577"/>
        <pc:sldMkLst>
          <pc:docMk/>
          <pc:sldMk cId="759421562" sldId="548"/>
        </pc:sldMkLst>
      </pc:sldChg>
      <pc:sldChg chg="modSp add del mod">
        <pc:chgData name="Thompson, Brielle" userId="f0ea580a-03ee-4a63-bd84-436803179175" providerId="ADAL" clId="{AF01A3C7-D580-48EE-AD66-C1B6C20A138C}" dt="2025-09-08T20:23:59.133" v="6298" actId="47"/>
        <pc:sldMkLst>
          <pc:docMk/>
          <pc:sldMk cId="301120604" sldId="549"/>
        </pc:sldMkLst>
      </pc:sldChg>
      <pc:sldChg chg="addSp modSp new mod setBg">
        <pc:chgData name="Thompson, Brielle" userId="f0ea580a-03ee-4a63-bd84-436803179175" providerId="ADAL" clId="{AF01A3C7-D580-48EE-AD66-C1B6C20A138C}" dt="2025-09-08T20:41:05.987" v="7315"/>
        <pc:sldMkLst>
          <pc:docMk/>
          <pc:sldMk cId="1885326327" sldId="550"/>
        </pc:sldMkLst>
      </pc:sldChg>
      <pc:sldChg chg="add del">
        <pc:chgData name="Thompson, Brielle" userId="f0ea580a-03ee-4a63-bd84-436803179175" providerId="ADAL" clId="{AF01A3C7-D580-48EE-AD66-C1B6C20A138C}" dt="2025-09-08T20:19:43.898" v="6197" actId="47"/>
        <pc:sldMkLst>
          <pc:docMk/>
          <pc:sldMk cId="3693957016" sldId="551"/>
        </pc:sldMkLst>
      </pc:sldChg>
      <pc:sldChg chg="addSp delSp modSp add mod delAnim">
        <pc:chgData name="Thompson, Brielle" userId="f0ea580a-03ee-4a63-bd84-436803179175" providerId="ADAL" clId="{AF01A3C7-D580-48EE-AD66-C1B6C20A138C}" dt="2025-09-08T20:35:13.280" v="7129"/>
        <pc:sldMkLst>
          <pc:docMk/>
          <pc:sldMk cId="1906605901" sldId="552"/>
        </pc:sldMkLst>
      </pc:sldChg>
      <pc:sldChg chg="addSp modSp new mod">
        <pc:chgData name="Thompson, Brielle" userId="f0ea580a-03ee-4a63-bd84-436803179175" providerId="ADAL" clId="{AF01A3C7-D580-48EE-AD66-C1B6C20A138C}" dt="2025-09-08T20:35:33.953" v="7163"/>
        <pc:sldMkLst>
          <pc:docMk/>
          <pc:sldMk cId="2424143968" sldId="553"/>
        </pc:sldMkLst>
      </pc:sldChg>
      <pc:sldChg chg="addSp modSp add mod">
        <pc:chgData name="Thompson, Brielle" userId="f0ea580a-03ee-4a63-bd84-436803179175" providerId="ADAL" clId="{AF01A3C7-D580-48EE-AD66-C1B6C20A138C}" dt="2025-09-08T20:35:47.121" v="7166"/>
        <pc:sldMkLst>
          <pc:docMk/>
          <pc:sldMk cId="2934597712" sldId="554"/>
        </pc:sldMkLst>
      </pc:sldChg>
      <pc:sldChg chg="addSp modSp new mod">
        <pc:chgData name="Thompson, Brielle" userId="f0ea580a-03ee-4a63-bd84-436803179175" providerId="ADAL" clId="{AF01A3C7-D580-48EE-AD66-C1B6C20A138C}" dt="2025-09-08T20:35:43.960" v="7165"/>
        <pc:sldMkLst>
          <pc:docMk/>
          <pc:sldMk cId="950168313" sldId="555"/>
        </pc:sldMkLst>
      </pc:sldChg>
      <pc:sldChg chg="addSp modSp add mod modAnim">
        <pc:chgData name="Thompson, Brielle" userId="f0ea580a-03ee-4a63-bd84-436803179175" providerId="ADAL" clId="{AF01A3C7-D580-48EE-AD66-C1B6C20A138C}" dt="2025-09-08T20:57:43.425" v="7916"/>
        <pc:sldMkLst>
          <pc:docMk/>
          <pc:sldMk cId="1818936223" sldId="556"/>
        </pc:sldMkLst>
      </pc:sldChg>
      <pc:sldChg chg="addSp delSp modSp new mod setBg">
        <pc:chgData name="Thompson, Brielle" userId="f0ea580a-03ee-4a63-bd84-436803179175" providerId="ADAL" clId="{AF01A3C7-D580-48EE-AD66-C1B6C20A138C}" dt="2025-09-12T20:29:26.568" v="8907" actId="1076"/>
        <pc:sldMkLst>
          <pc:docMk/>
          <pc:sldMk cId="676258735" sldId="557"/>
        </pc:sldMkLst>
      </pc:sldChg>
      <pc:sldChg chg="addSp delSp modSp new mod setBg">
        <pc:chgData name="Thompson, Brielle" userId="f0ea580a-03ee-4a63-bd84-436803179175" providerId="ADAL" clId="{AF01A3C7-D580-48EE-AD66-C1B6C20A138C}" dt="2025-09-12T19:19:49.702" v="7928"/>
        <pc:sldMkLst>
          <pc:docMk/>
          <pc:sldMk cId="3538668779" sldId="558"/>
        </pc:sldMkLst>
      </pc:sldChg>
      <pc:sldChg chg="addSp delSp modSp add mod modAnim">
        <pc:chgData name="Thompson, Brielle" userId="f0ea580a-03ee-4a63-bd84-436803179175" providerId="ADAL" clId="{AF01A3C7-D580-48EE-AD66-C1B6C20A138C}" dt="2025-10-09T16:30:22.653" v="12717" actId="1076"/>
        <pc:sldMkLst>
          <pc:docMk/>
          <pc:sldMk cId="3965713363" sldId="559"/>
        </pc:sldMkLst>
        <pc:spChg chg="add mod">
          <ac:chgData name="Thompson, Brielle" userId="f0ea580a-03ee-4a63-bd84-436803179175" providerId="ADAL" clId="{AF01A3C7-D580-48EE-AD66-C1B6C20A138C}" dt="2025-10-09T16:30:22.653" v="12717" actId="1076"/>
          <ac:spMkLst>
            <pc:docMk/>
            <pc:sldMk cId="3965713363" sldId="559"/>
            <ac:spMk id="39" creationId="{80DEB90B-D4A7-8903-456D-BCD0009C1601}"/>
          </ac:spMkLst>
        </pc:spChg>
      </pc:sldChg>
      <pc:sldChg chg="modSp new del mod setBg">
        <pc:chgData name="Thompson, Brielle" userId="f0ea580a-03ee-4a63-bd84-436803179175" providerId="ADAL" clId="{AF01A3C7-D580-48EE-AD66-C1B6C20A138C}" dt="2025-09-12T21:22:39.947" v="10569" actId="47"/>
        <pc:sldMkLst>
          <pc:docMk/>
          <pc:sldMk cId="652316067" sldId="560"/>
        </pc:sldMkLst>
      </pc:sldChg>
      <pc:sldChg chg="addSp modSp new mod ord setBg modNotesTx">
        <pc:chgData name="Thompson, Brielle" userId="f0ea580a-03ee-4a63-bd84-436803179175" providerId="ADAL" clId="{AF01A3C7-D580-48EE-AD66-C1B6C20A138C}" dt="2025-10-09T16:27:49.684" v="12687"/>
        <pc:sldMkLst>
          <pc:docMk/>
          <pc:sldMk cId="1239822754" sldId="561"/>
        </pc:sldMkLst>
      </pc:sldChg>
      <pc:sldChg chg="addSp delSp modSp add mod setBg modAnim">
        <pc:chgData name="Thompson, Brielle" userId="f0ea580a-03ee-4a63-bd84-436803179175" providerId="ADAL" clId="{AF01A3C7-D580-48EE-AD66-C1B6C20A138C}" dt="2025-09-12T20:20:45.077" v="8671" actId="20577"/>
        <pc:sldMkLst>
          <pc:docMk/>
          <pc:sldMk cId="1534090240" sldId="562"/>
        </pc:sldMkLst>
      </pc:sldChg>
      <pc:sldChg chg="addSp delSp modSp add mod setBg modAnim">
        <pc:chgData name="Thompson, Brielle" userId="f0ea580a-03ee-4a63-bd84-436803179175" providerId="ADAL" clId="{AF01A3C7-D580-48EE-AD66-C1B6C20A138C}" dt="2025-10-09T17:05:43.643" v="13893" actId="20577"/>
        <pc:sldMkLst>
          <pc:docMk/>
          <pc:sldMk cId="2587991440" sldId="563"/>
        </pc:sldMkLst>
        <pc:spChg chg="add mod">
          <ac:chgData name="Thompson, Brielle" userId="f0ea580a-03ee-4a63-bd84-436803179175" providerId="ADAL" clId="{AF01A3C7-D580-48EE-AD66-C1B6C20A138C}" dt="2025-10-09T17:05:43.643" v="13893" actId="20577"/>
          <ac:spMkLst>
            <pc:docMk/>
            <pc:sldMk cId="2587991440" sldId="563"/>
            <ac:spMk id="19" creationId="{DCB5E701-BD7A-EF53-234A-5B866503DB1D}"/>
          </ac:spMkLst>
        </pc:spChg>
      </pc:sldChg>
      <pc:sldChg chg="addSp delSp modSp add mod setBg">
        <pc:chgData name="Thompson, Brielle" userId="f0ea580a-03ee-4a63-bd84-436803179175" providerId="ADAL" clId="{AF01A3C7-D580-48EE-AD66-C1B6C20A138C}" dt="2025-09-12T19:36:53.446" v="8465"/>
        <pc:sldMkLst>
          <pc:docMk/>
          <pc:sldMk cId="950402498" sldId="564"/>
        </pc:sldMkLst>
      </pc:sldChg>
      <pc:sldChg chg="addSp delSp modSp new mod modNotesTx">
        <pc:chgData name="Thompson, Brielle" userId="f0ea580a-03ee-4a63-bd84-436803179175" providerId="ADAL" clId="{AF01A3C7-D580-48EE-AD66-C1B6C20A138C}" dt="2025-10-09T16:48:12.140" v="13197" actId="1076"/>
        <pc:sldMkLst>
          <pc:docMk/>
          <pc:sldMk cId="478953774" sldId="565"/>
        </pc:sldMkLst>
        <pc:spChg chg="add mod">
          <ac:chgData name="Thompson, Brielle" userId="f0ea580a-03ee-4a63-bd84-436803179175" providerId="ADAL" clId="{AF01A3C7-D580-48EE-AD66-C1B6C20A138C}" dt="2025-10-09T16:40:56.218" v="13114"/>
          <ac:spMkLst>
            <pc:docMk/>
            <pc:sldMk cId="478953774" sldId="565"/>
            <ac:spMk id="2" creationId="{A8A229F7-0695-6C07-A421-1A40203A78F6}"/>
          </ac:spMkLst>
        </pc:spChg>
        <pc:spChg chg="add mod">
          <ac:chgData name="Thompson, Brielle" userId="f0ea580a-03ee-4a63-bd84-436803179175" providerId="ADAL" clId="{AF01A3C7-D580-48EE-AD66-C1B6C20A138C}" dt="2025-10-09T16:44:38.622" v="13165" actId="1076"/>
          <ac:spMkLst>
            <pc:docMk/>
            <pc:sldMk cId="478953774" sldId="565"/>
            <ac:spMk id="3" creationId="{F44134CE-A30B-75EF-DA03-491CA3A12271}"/>
          </ac:spMkLst>
        </pc:spChg>
        <pc:spChg chg="add mod">
          <ac:chgData name="Thompson, Brielle" userId="f0ea580a-03ee-4a63-bd84-436803179175" providerId="ADAL" clId="{AF01A3C7-D580-48EE-AD66-C1B6C20A138C}" dt="2025-10-09T16:44:34.072" v="13164" actId="1076"/>
          <ac:spMkLst>
            <pc:docMk/>
            <pc:sldMk cId="478953774" sldId="565"/>
            <ac:spMk id="140" creationId="{26EE6515-CF4A-AF4E-A79F-83266786B1BD}"/>
          </ac:spMkLst>
        </pc:spChg>
        <pc:spChg chg="add mod">
          <ac:chgData name="Thompson, Brielle" userId="f0ea580a-03ee-4a63-bd84-436803179175" providerId="ADAL" clId="{AF01A3C7-D580-48EE-AD66-C1B6C20A138C}" dt="2025-10-09T16:48:12.140" v="13197" actId="1076"/>
          <ac:spMkLst>
            <pc:docMk/>
            <pc:sldMk cId="478953774" sldId="565"/>
            <ac:spMk id="163" creationId="{7F4B9320-0402-0DE2-55C3-4769324DA572}"/>
          </ac:spMkLst>
        </pc:spChg>
      </pc:sldChg>
      <pc:sldChg chg="addSp delSp modSp add mod ord modNotesTx">
        <pc:chgData name="Thompson, Brielle" userId="f0ea580a-03ee-4a63-bd84-436803179175" providerId="ADAL" clId="{AF01A3C7-D580-48EE-AD66-C1B6C20A138C}" dt="2025-10-09T16:26:38.188" v="12685"/>
        <pc:sldMkLst>
          <pc:docMk/>
          <pc:sldMk cId="925492406" sldId="566"/>
        </pc:sldMkLst>
      </pc:sldChg>
      <pc:sldChg chg="addSp delSp modSp add del mod">
        <pc:chgData name="Thompson, Brielle" userId="f0ea580a-03ee-4a63-bd84-436803179175" providerId="ADAL" clId="{AF01A3C7-D580-48EE-AD66-C1B6C20A138C}" dt="2025-09-12T21:30:34.384" v="10626" actId="47"/>
        <pc:sldMkLst>
          <pc:docMk/>
          <pc:sldMk cId="1258024625" sldId="566"/>
        </pc:sldMkLst>
      </pc:sldChg>
      <pc:sldChg chg="modSp add mod ord">
        <pc:chgData name="Thompson, Brielle" userId="f0ea580a-03ee-4a63-bd84-436803179175" providerId="ADAL" clId="{AF01A3C7-D580-48EE-AD66-C1B6C20A138C}" dt="2025-10-09T16:22:23.483" v="12673" actId="20577"/>
        <pc:sldMkLst>
          <pc:docMk/>
          <pc:sldMk cId="2739235522" sldId="567"/>
        </pc:sldMkLst>
        <pc:spChg chg="mod">
          <ac:chgData name="Thompson, Brielle" userId="f0ea580a-03ee-4a63-bd84-436803179175" providerId="ADAL" clId="{AF01A3C7-D580-48EE-AD66-C1B6C20A138C}" dt="2025-10-09T16:22:23.483" v="12673" actId="20577"/>
          <ac:spMkLst>
            <pc:docMk/>
            <pc:sldMk cId="2739235522" sldId="567"/>
            <ac:spMk id="3" creationId="{7DDDB03B-FED4-1D7E-63A3-61BB265DFBEF}"/>
          </ac:spMkLst>
        </pc:spChg>
      </pc:sldChg>
      <pc:sldChg chg="modSp add mod ord">
        <pc:chgData name="Thompson, Brielle" userId="f0ea580a-03ee-4a63-bd84-436803179175" providerId="ADAL" clId="{AF01A3C7-D580-48EE-AD66-C1B6C20A138C}" dt="2025-10-09T16:22:51.595" v="12679" actId="113"/>
        <pc:sldMkLst>
          <pc:docMk/>
          <pc:sldMk cId="655891476" sldId="568"/>
        </pc:sldMkLst>
        <pc:spChg chg="mod">
          <ac:chgData name="Thompson, Brielle" userId="f0ea580a-03ee-4a63-bd84-436803179175" providerId="ADAL" clId="{AF01A3C7-D580-48EE-AD66-C1B6C20A138C}" dt="2025-10-09T16:22:51.595" v="12679" actId="113"/>
          <ac:spMkLst>
            <pc:docMk/>
            <pc:sldMk cId="655891476" sldId="568"/>
            <ac:spMk id="3" creationId="{DD2A7715-F175-8D8D-3233-20913D12474E}"/>
          </ac:spMkLst>
        </pc:spChg>
      </pc:sldChg>
      <pc:sldChg chg="new">
        <pc:chgData name="Thompson, Brielle" userId="f0ea580a-03ee-4a63-bd84-436803179175" providerId="ADAL" clId="{AF01A3C7-D580-48EE-AD66-C1B6C20A138C}" dt="2025-10-09T16:23:55.242" v="12681" actId="680"/>
        <pc:sldMkLst>
          <pc:docMk/>
          <pc:sldMk cId="1535791614" sldId="569"/>
        </pc:sldMkLst>
      </pc:sldChg>
      <pc:sldChg chg="addSp delSp modSp add mod">
        <pc:chgData name="Thompson, Brielle" userId="f0ea580a-03ee-4a63-bd84-436803179175" providerId="ADAL" clId="{AF01A3C7-D580-48EE-AD66-C1B6C20A138C}" dt="2025-10-09T17:01:43.412" v="13706" actId="20577"/>
        <pc:sldMkLst>
          <pc:docMk/>
          <pc:sldMk cId="2745456617" sldId="570"/>
        </pc:sldMkLst>
        <pc:spChg chg="add mod">
          <ac:chgData name="Thompson, Brielle" userId="f0ea580a-03ee-4a63-bd84-436803179175" providerId="ADAL" clId="{AF01A3C7-D580-48EE-AD66-C1B6C20A138C}" dt="2025-10-09T17:01:43.412" v="13706" actId="20577"/>
          <ac:spMkLst>
            <pc:docMk/>
            <pc:sldMk cId="2745456617" sldId="570"/>
            <ac:spMk id="3" creationId="{FC302BAB-5863-77AE-04FB-FDC019E3AC03}"/>
          </ac:spMkLst>
        </pc:spChg>
        <pc:grpChg chg="mod">
          <ac:chgData name="Thompson, Brielle" userId="f0ea580a-03ee-4a63-bd84-436803179175" providerId="ADAL" clId="{AF01A3C7-D580-48EE-AD66-C1B6C20A138C}" dt="2025-10-09T16:50:56.155" v="13204" actId="1076"/>
          <ac:grpSpMkLst>
            <pc:docMk/>
            <pc:sldMk cId="2745456617" sldId="570"/>
            <ac:grpSpMk id="74" creationId="{5160974A-8E2A-6161-9954-D4AA4D0B8E79}"/>
          </ac:grpSpMkLst>
        </pc:grpChg>
      </pc:sldChg>
      <pc:sldChg chg="addSp delSp modSp add mod">
        <pc:chgData name="Thompson, Brielle" userId="f0ea580a-03ee-4a63-bd84-436803179175" providerId="ADAL" clId="{AF01A3C7-D580-48EE-AD66-C1B6C20A138C}" dt="2025-10-09T17:03:43.654" v="13885" actId="115"/>
        <pc:sldMkLst>
          <pc:docMk/>
          <pc:sldMk cId="1617856563" sldId="571"/>
        </pc:sldMkLst>
        <pc:spChg chg="mod">
          <ac:chgData name="Thompson, Brielle" userId="f0ea580a-03ee-4a63-bd84-436803179175" providerId="ADAL" clId="{AF01A3C7-D580-48EE-AD66-C1B6C20A138C}" dt="2025-10-09T17:02:46.939" v="13790" actId="20577"/>
          <ac:spMkLst>
            <pc:docMk/>
            <pc:sldMk cId="1617856563" sldId="571"/>
            <ac:spMk id="2" creationId="{D4535D8B-2C10-5D11-1671-B2948FE7332E}"/>
          </ac:spMkLst>
        </pc:spChg>
        <pc:spChg chg="mod">
          <ac:chgData name="Thompson, Brielle" userId="f0ea580a-03ee-4a63-bd84-436803179175" providerId="ADAL" clId="{AF01A3C7-D580-48EE-AD66-C1B6C20A138C}" dt="2025-10-09T17:03:38.488" v="13883" actId="1076"/>
          <ac:spMkLst>
            <pc:docMk/>
            <pc:sldMk cId="1617856563" sldId="571"/>
            <ac:spMk id="3" creationId="{DD4A2773-812F-4750-1B3A-F5EE39645ECC}"/>
          </ac:spMkLst>
        </pc:spChg>
        <pc:spChg chg="add mod">
          <ac:chgData name="Thompson, Brielle" userId="f0ea580a-03ee-4a63-bd84-436803179175" providerId="ADAL" clId="{AF01A3C7-D580-48EE-AD66-C1B6C20A138C}" dt="2025-10-09T17:03:43.654" v="13885" actId="115"/>
          <ac:spMkLst>
            <pc:docMk/>
            <pc:sldMk cId="1617856563" sldId="571"/>
            <ac:spMk id="4" creationId="{665BFE6E-98EC-620E-27E9-F596E5155683}"/>
          </ac:spMkLst>
        </pc:spChg>
      </pc:sldChg>
      <pc:sldChg chg="addSp delSp modSp new mod ord">
        <pc:chgData name="Thompson, Brielle" userId="f0ea580a-03ee-4a63-bd84-436803179175" providerId="ADAL" clId="{AF01A3C7-D580-48EE-AD66-C1B6C20A138C}" dt="2025-10-14T18:11:36.833" v="14119"/>
        <pc:sldMkLst>
          <pc:docMk/>
          <pc:sldMk cId="1604726816" sldId="572"/>
        </pc:sldMkLst>
        <pc:spChg chg="mod">
          <ac:chgData name="Thompson, Brielle" userId="f0ea580a-03ee-4a63-bd84-436803179175" providerId="ADAL" clId="{AF01A3C7-D580-48EE-AD66-C1B6C20A138C}" dt="2025-10-13T13:57:12.319" v="14042" actId="27636"/>
          <ac:spMkLst>
            <pc:docMk/>
            <pc:sldMk cId="1604726816" sldId="572"/>
            <ac:spMk id="2" creationId="{37E86D26-A9DE-5253-CAE4-E5AA48A0EEFC}"/>
          </ac:spMkLst>
        </pc:spChg>
        <pc:spChg chg="del mod">
          <ac:chgData name="Thompson, Brielle" userId="f0ea580a-03ee-4a63-bd84-436803179175" providerId="ADAL" clId="{AF01A3C7-D580-48EE-AD66-C1B6C20A138C}" dt="2025-10-13T13:58:54.835" v="14045" actId="478"/>
          <ac:spMkLst>
            <pc:docMk/>
            <pc:sldMk cId="1604726816" sldId="572"/>
            <ac:spMk id="3" creationId="{BFC08F60-D7F8-F30F-BC9A-E284C8CEFA03}"/>
          </ac:spMkLst>
        </pc:spChg>
        <pc:picChg chg="add mod">
          <ac:chgData name="Thompson, Brielle" userId="f0ea580a-03ee-4a63-bd84-436803179175" providerId="ADAL" clId="{AF01A3C7-D580-48EE-AD66-C1B6C20A138C}" dt="2025-10-13T13:59:07.551" v="14052" actId="1582"/>
          <ac:picMkLst>
            <pc:docMk/>
            <pc:sldMk cId="1604726816" sldId="572"/>
            <ac:picMk id="5" creationId="{8FE1627E-8AD1-3A2F-52E1-7A998E5FFD8B}"/>
          </ac:picMkLst>
        </pc:picChg>
      </pc:sldChg>
      <pc:sldChg chg="addSp delSp modSp add mod ord setBg">
        <pc:chgData name="Thompson, Brielle" userId="f0ea580a-03ee-4a63-bd84-436803179175" providerId="ADAL" clId="{AF01A3C7-D580-48EE-AD66-C1B6C20A138C}" dt="2025-10-14T18:42:10.257" v="15092" actId="478"/>
        <pc:sldMkLst>
          <pc:docMk/>
          <pc:sldMk cId="927766694" sldId="573"/>
        </pc:sldMkLst>
        <pc:spChg chg="add mod">
          <ac:chgData name="Thompson, Brielle" userId="f0ea580a-03ee-4a63-bd84-436803179175" providerId="ADAL" clId="{AF01A3C7-D580-48EE-AD66-C1B6C20A138C}" dt="2025-10-14T18:30:17.464" v="14869" actId="14100"/>
          <ac:spMkLst>
            <pc:docMk/>
            <pc:sldMk cId="927766694" sldId="573"/>
            <ac:spMk id="3" creationId="{D81220FD-E2B2-5191-FE10-24EEDB78A270}"/>
          </ac:spMkLst>
        </pc:spChg>
        <pc:spChg chg="add mod">
          <ac:chgData name="Thompson, Brielle" userId="f0ea580a-03ee-4a63-bd84-436803179175" providerId="ADAL" clId="{AF01A3C7-D580-48EE-AD66-C1B6C20A138C}" dt="2025-10-14T18:30:24.850" v="14872" actId="1076"/>
          <ac:spMkLst>
            <pc:docMk/>
            <pc:sldMk cId="927766694" sldId="573"/>
            <ac:spMk id="11" creationId="{CF17B2C4-E921-15BE-D5B4-EAC9E144F981}"/>
          </ac:spMkLst>
        </pc:spChg>
        <pc:spChg chg="add mod">
          <ac:chgData name="Thompson, Brielle" userId="f0ea580a-03ee-4a63-bd84-436803179175" providerId="ADAL" clId="{AF01A3C7-D580-48EE-AD66-C1B6C20A138C}" dt="2025-10-14T18:31:21.068" v="14894" actId="1076"/>
          <ac:spMkLst>
            <pc:docMk/>
            <pc:sldMk cId="927766694" sldId="573"/>
            <ac:spMk id="14" creationId="{11D1006C-AC73-017B-8391-7DDF3B11A6B0}"/>
          </ac:spMkLst>
        </pc:spChg>
        <pc:spChg chg="add mod">
          <ac:chgData name="Thompson, Brielle" userId="f0ea580a-03ee-4a63-bd84-436803179175" providerId="ADAL" clId="{AF01A3C7-D580-48EE-AD66-C1B6C20A138C}" dt="2025-10-14T18:30:22.284" v="14871" actId="1076"/>
          <ac:spMkLst>
            <pc:docMk/>
            <pc:sldMk cId="927766694" sldId="573"/>
            <ac:spMk id="15" creationId="{86D91D2D-E708-678F-E2F5-64D90DA0074F}"/>
          </ac:spMkLst>
        </pc:spChg>
        <pc:spChg chg="add mod">
          <ac:chgData name="Thompson, Brielle" userId="f0ea580a-03ee-4a63-bd84-436803179175" providerId="ADAL" clId="{AF01A3C7-D580-48EE-AD66-C1B6C20A138C}" dt="2025-10-14T18:30:27.311" v="14873" actId="1076"/>
          <ac:spMkLst>
            <pc:docMk/>
            <pc:sldMk cId="927766694" sldId="573"/>
            <ac:spMk id="18" creationId="{32DB5637-32E7-0437-1CDC-09B4EDCAAF66}"/>
          </ac:spMkLst>
        </pc:spChg>
        <pc:spChg chg="add mod">
          <ac:chgData name="Thompson, Brielle" userId="f0ea580a-03ee-4a63-bd84-436803179175" providerId="ADAL" clId="{AF01A3C7-D580-48EE-AD66-C1B6C20A138C}" dt="2025-10-14T18:30:34.095" v="14875" actId="14100"/>
          <ac:spMkLst>
            <pc:docMk/>
            <pc:sldMk cId="927766694" sldId="573"/>
            <ac:spMk id="19" creationId="{78FA470F-1723-781D-2C03-DD778145481E}"/>
          </ac:spMkLst>
        </pc:spChg>
        <pc:spChg chg="add mod">
          <ac:chgData name="Thompson, Brielle" userId="f0ea580a-03ee-4a63-bd84-436803179175" providerId="ADAL" clId="{AF01A3C7-D580-48EE-AD66-C1B6C20A138C}" dt="2025-10-14T18:32:42.786" v="14923" actId="14100"/>
          <ac:spMkLst>
            <pc:docMk/>
            <pc:sldMk cId="927766694" sldId="573"/>
            <ac:spMk id="20" creationId="{37F1BA8E-D361-C42B-5AE0-02E39A344FBD}"/>
          </ac:spMkLst>
        </pc:spChg>
        <pc:spChg chg="add del mod">
          <ac:chgData name="Thompson, Brielle" userId="f0ea580a-03ee-4a63-bd84-436803179175" providerId="ADAL" clId="{AF01A3C7-D580-48EE-AD66-C1B6C20A138C}" dt="2025-10-14T18:42:05.250" v="15087" actId="478"/>
          <ac:spMkLst>
            <pc:docMk/>
            <pc:sldMk cId="927766694" sldId="573"/>
            <ac:spMk id="34" creationId="{FB305051-7831-5239-73D1-798AFCF2D8F6}"/>
          </ac:spMkLst>
        </pc:spChg>
        <pc:spChg chg="add del mod">
          <ac:chgData name="Thompson, Brielle" userId="f0ea580a-03ee-4a63-bd84-436803179175" providerId="ADAL" clId="{AF01A3C7-D580-48EE-AD66-C1B6C20A138C}" dt="2025-10-14T18:42:06.344" v="15088" actId="478"/>
          <ac:spMkLst>
            <pc:docMk/>
            <pc:sldMk cId="927766694" sldId="573"/>
            <ac:spMk id="35" creationId="{39936B37-409A-C69E-AFB0-DDE5DEA104C5}"/>
          </ac:spMkLst>
        </pc:spChg>
        <pc:spChg chg="add del mod">
          <ac:chgData name="Thompson, Brielle" userId="f0ea580a-03ee-4a63-bd84-436803179175" providerId="ADAL" clId="{AF01A3C7-D580-48EE-AD66-C1B6C20A138C}" dt="2025-10-14T18:23:10.996" v="14594" actId="478"/>
          <ac:spMkLst>
            <pc:docMk/>
            <pc:sldMk cId="927766694" sldId="573"/>
            <ac:spMk id="45" creationId="{CC14390F-8EA5-C6E5-9472-007A21352790}"/>
          </ac:spMkLst>
        </pc:spChg>
        <pc:spChg chg="add del mod">
          <ac:chgData name="Thompson, Brielle" userId="f0ea580a-03ee-4a63-bd84-436803179175" providerId="ADAL" clId="{AF01A3C7-D580-48EE-AD66-C1B6C20A138C}" dt="2025-10-14T18:22:26.712" v="14559" actId="478"/>
          <ac:spMkLst>
            <pc:docMk/>
            <pc:sldMk cId="927766694" sldId="573"/>
            <ac:spMk id="46" creationId="{9DF8C9E7-8468-493E-BAB5-5D417F1C6168}"/>
          </ac:spMkLst>
        </pc:spChg>
        <pc:spChg chg="add mod">
          <ac:chgData name="Thompson, Brielle" userId="f0ea580a-03ee-4a63-bd84-436803179175" providerId="ADAL" clId="{AF01A3C7-D580-48EE-AD66-C1B6C20A138C}" dt="2025-10-14T18:41:32.422" v="15072" actId="13926"/>
          <ac:spMkLst>
            <pc:docMk/>
            <pc:sldMk cId="927766694" sldId="573"/>
            <ac:spMk id="49" creationId="{8F956ABD-CC93-AE1E-4B39-C3D34A94B32F}"/>
          </ac:spMkLst>
        </pc:spChg>
        <pc:spChg chg="add mod">
          <ac:chgData name="Thompson, Brielle" userId="f0ea580a-03ee-4a63-bd84-436803179175" providerId="ADAL" clId="{AF01A3C7-D580-48EE-AD66-C1B6C20A138C}" dt="2025-10-14T18:31:35.576" v="14899" actId="1076"/>
          <ac:spMkLst>
            <pc:docMk/>
            <pc:sldMk cId="927766694" sldId="573"/>
            <ac:spMk id="60" creationId="{B44D5753-BFC5-3ECC-578C-1B46AB56077C}"/>
          </ac:spMkLst>
        </pc:spChg>
        <pc:spChg chg="add mod">
          <ac:chgData name="Thompson, Brielle" userId="f0ea580a-03ee-4a63-bd84-436803179175" providerId="ADAL" clId="{AF01A3C7-D580-48EE-AD66-C1B6C20A138C}" dt="2025-10-14T18:30:54.138" v="14882" actId="1076"/>
          <ac:spMkLst>
            <pc:docMk/>
            <pc:sldMk cId="927766694" sldId="573"/>
            <ac:spMk id="62" creationId="{65B25AF2-0C0D-0C0E-7C44-6A6D9FC3E487}"/>
          </ac:spMkLst>
        </pc:spChg>
        <pc:spChg chg="add mod">
          <ac:chgData name="Thompson, Brielle" userId="f0ea580a-03ee-4a63-bd84-436803179175" providerId="ADAL" clId="{AF01A3C7-D580-48EE-AD66-C1B6C20A138C}" dt="2025-10-14T18:30:39.281" v="14877" actId="1076"/>
          <ac:spMkLst>
            <pc:docMk/>
            <pc:sldMk cId="927766694" sldId="573"/>
            <ac:spMk id="65" creationId="{BBFFF53E-FCE9-D59A-CD1C-AE45B703CAA4}"/>
          </ac:spMkLst>
        </pc:spChg>
        <pc:spChg chg="add mod">
          <ac:chgData name="Thompson, Brielle" userId="f0ea580a-03ee-4a63-bd84-436803179175" providerId="ADAL" clId="{AF01A3C7-D580-48EE-AD66-C1B6C20A138C}" dt="2025-10-14T18:41:42.815" v="15084" actId="1076"/>
          <ac:spMkLst>
            <pc:docMk/>
            <pc:sldMk cId="927766694" sldId="573"/>
            <ac:spMk id="98" creationId="{598502B8-1E8B-3D97-C3C2-1BB913EBF7F1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0" creationId="{E4EDCE55-B240-1F00-463C-0AA6336B9FD1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1" creationId="{35FD0F2B-3277-C78F-95E9-EC59BB88B449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2" creationId="{D451082B-1A5A-BD65-27E5-59C357D7E859}"/>
          </ac:spMkLst>
        </pc:spChg>
        <pc:spChg chg="add mod">
          <ac:chgData name="Thompson, Brielle" userId="f0ea580a-03ee-4a63-bd84-436803179175" providerId="ADAL" clId="{AF01A3C7-D580-48EE-AD66-C1B6C20A138C}" dt="2025-10-14T18:31:48.153" v="14901" actId="1076"/>
          <ac:spMkLst>
            <pc:docMk/>
            <pc:sldMk cId="927766694" sldId="573"/>
            <ac:spMk id="103" creationId="{61CD0FAE-C20B-7E22-D2FA-FF48B4883F9B}"/>
          </ac:spMkLst>
        </pc:spChg>
        <pc:spChg chg="add mod">
          <ac:chgData name="Thompson, Brielle" userId="f0ea580a-03ee-4a63-bd84-436803179175" providerId="ADAL" clId="{AF01A3C7-D580-48EE-AD66-C1B6C20A138C}" dt="2025-10-14T18:31:48.153" v="14901" actId="1076"/>
          <ac:spMkLst>
            <pc:docMk/>
            <pc:sldMk cId="927766694" sldId="573"/>
            <ac:spMk id="104" creationId="{0062CDA9-2AB2-3A58-42F7-ECD8DAB668EF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5" creationId="{C7734EB8-153F-1681-C598-15D9C877D580}"/>
          </ac:spMkLst>
        </pc:spChg>
        <pc:spChg chg="add mod">
          <ac:chgData name="Thompson, Brielle" userId="f0ea580a-03ee-4a63-bd84-436803179175" providerId="ADAL" clId="{AF01A3C7-D580-48EE-AD66-C1B6C20A138C}" dt="2025-10-14T18:31:48.153" v="14901" actId="1076"/>
          <ac:spMkLst>
            <pc:docMk/>
            <pc:sldMk cId="927766694" sldId="573"/>
            <ac:spMk id="106" creationId="{D78BB99B-DE66-B98C-27A5-4A778022AC70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7" creationId="{9A8A4919-56AE-36EE-649E-5F37F8ED0ADB}"/>
          </ac:spMkLst>
        </pc:spChg>
        <pc:spChg chg="add del mod">
          <ac:chgData name="Thompson, Brielle" userId="f0ea580a-03ee-4a63-bd84-436803179175" providerId="ADAL" clId="{AF01A3C7-D580-48EE-AD66-C1B6C20A138C}" dt="2025-10-14T18:28:55.728" v="14841" actId="478"/>
          <ac:spMkLst>
            <pc:docMk/>
            <pc:sldMk cId="927766694" sldId="573"/>
            <ac:spMk id="108" creationId="{FA4DCB23-39C8-3AF0-3DA2-8B7ED6419756}"/>
          </ac:spMkLst>
        </pc:spChg>
        <pc:spChg chg="add mod">
          <ac:chgData name="Thompson, Brielle" userId="f0ea580a-03ee-4a63-bd84-436803179175" providerId="ADAL" clId="{AF01A3C7-D580-48EE-AD66-C1B6C20A138C}" dt="2025-10-14T18:31:56.089" v="14903" actId="1076"/>
          <ac:spMkLst>
            <pc:docMk/>
            <pc:sldMk cId="927766694" sldId="573"/>
            <ac:spMk id="155" creationId="{6D329FE9-139F-E176-87F5-74291972D4AF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56" creationId="{3FDD54E1-A388-B928-5C8F-7A6F400C41FA}"/>
          </ac:spMkLst>
        </pc:spChg>
        <pc:spChg chg="add mod">
          <ac:chgData name="Thompson, Brielle" userId="f0ea580a-03ee-4a63-bd84-436803179175" providerId="ADAL" clId="{AF01A3C7-D580-48EE-AD66-C1B6C20A138C}" dt="2025-10-14T18:35:38.784" v="15028" actId="1076"/>
          <ac:spMkLst>
            <pc:docMk/>
            <pc:sldMk cId="927766694" sldId="573"/>
            <ac:spMk id="157" creationId="{AFBCE29F-600A-A5CD-8D72-8E4FF30BBF1B}"/>
          </ac:spMkLst>
        </pc:spChg>
        <pc:spChg chg="add mod">
          <ac:chgData name="Thompson, Brielle" userId="f0ea580a-03ee-4a63-bd84-436803179175" providerId="ADAL" clId="{AF01A3C7-D580-48EE-AD66-C1B6C20A138C}" dt="2025-10-14T18:32:09.957" v="14910" actId="20577"/>
          <ac:spMkLst>
            <pc:docMk/>
            <pc:sldMk cId="927766694" sldId="573"/>
            <ac:spMk id="158" creationId="{18EDD455-B651-B3E8-D3E4-3C630E02BEFC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59" creationId="{194EC3A4-7E7D-444F-8E5D-A190047A0A37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60" creationId="{66855572-D13F-E717-3BAA-77AC8D035BEF}"/>
          </ac:spMkLst>
        </pc:spChg>
        <pc:spChg chg="add mod">
          <ac:chgData name="Thompson, Brielle" userId="f0ea580a-03ee-4a63-bd84-436803179175" providerId="ADAL" clId="{AF01A3C7-D580-48EE-AD66-C1B6C20A138C}" dt="2025-10-14T18:35:40.095" v="15029" actId="1076"/>
          <ac:spMkLst>
            <pc:docMk/>
            <pc:sldMk cId="927766694" sldId="573"/>
            <ac:spMk id="161" creationId="{0858F9F8-49C6-2307-B0E9-3B6A77BB82BA}"/>
          </ac:spMkLst>
        </pc:spChg>
        <pc:spChg chg="add mod">
          <ac:chgData name="Thompson, Brielle" userId="f0ea580a-03ee-4a63-bd84-436803179175" providerId="ADAL" clId="{AF01A3C7-D580-48EE-AD66-C1B6C20A138C}" dt="2025-10-14T18:32:59.873" v="14929" actId="20577"/>
          <ac:spMkLst>
            <pc:docMk/>
            <pc:sldMk cId="927766694" sldId="573"/>
            <ac:spMk id="162" creationId="{CE5D17A0-4859-EBAA-20A2-E361CF43A7B9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63" creationId="{8DEE05FC-FAD1-BD6D-8B7D-AEFBED33F89D}"/>
          </ac:spMkLst>
        </pc:spChg>
        <pc:spChg chg="add mod">
          <ac:chgData name="Thompson, Brielle" userId="f0ea580a-03ee-4a63-bd84-436803179175" providerId="ADAL" clId="{AF01A3C7-D580-48EE-AD66-C1B6C20A138C}" dt="2025-10-14T18:33:44.438" v="14969" actId="20577"/>
          <ac:spMkLst>
            <pc:docMk/>
            <pc:sldMk cId="927766694" sldId="573"/>
            <ac:spMk id="164" creationId="{86C935BB-0724-E73B-1B4F-F168C6EF7726}"/>
          </ac:spMkLst>
        </pc:spChg>
        <pc:spChg chg="add mod">
          <ac:chgData name="Thompson, Brielle" userId="f0ea580a-03ee-4a63-bd84-436803179175" providerId="ADAL" clId="{AF01A3C7-D580-48EE-AD66-C1B6C20A138C}" dt="2025-10-14T18:33:48.087" v="14971" actId="688"/>
          <ac:spMkLst>
            <pc:docMk/>
            <pc:sldMk cId="927766694" sldId="573"/>
            <ac:spMk id="165" creationId="{7826A193-6325-214E-5C80-19BA62F27DED}"/>
          </ac:spMkLst>
        </pc:spChg>
        <pc:spChg chg="add mod">
          <ac:chgData name="Thompson, Brielle" userId="f0ea580a-03ee-4a63-bd84-436803179175" providerId="ADAL" clId="{AF01A3C7-D580-48EE-AD66-C1B6C20A138C}" dt="2025-10-14T18:34:09.056" v="14980" actId="14100"/>
          <ac:spMkLst>
            <pc:docMk/>
            <pc:sldMk cId="927766694" sldId="573"/>
            <ac:spMk id="166" creationId="{EE43FD3A-F261-22AA-0B5E-A4A3F1572A51}"/>
          </ac:spMkLst>
        </pc:spChg>
        <pc:spChg chg="add mod">
          <ac:chgData name="Thompson, Brielle" userId="f0ea580a-03ee-4a63-bd84-436803179175" providerId="ADAL" clId="{AF01A3C7-D580-48EE-AD66-C1B6C20A138C}" dt="2025-10-14T18:40:36.843" v="15054" actId="1076"/>
          <ac:spMkLst>
            <pc:docMk/>
            <pc:sldMk cId="927766694" sldId="573"/>
            <ac:spMk id="167" creationId="{061B4E20-9089-2D0C-E0F3-5F2375CAFA9B}"/>
          </ac:spMkLst>
        </pc:spChg>
        <pc:spChg chg="add mod">
          <ac:chgData name="Thompson, Brielle" userId="f0ea580a-03ee-4a63-bd84-436803179175" providerId="ADAL" clId="{AF01A3C7-D580-48EE-AD66-C1B6C20A138C}" dt="2025-10-14T18:34:28.393" v="14991" actId="1076"/>
          <ac:spMkLst>
            <pc:docMk/>
            <pc:sldMk cId="927766694" sldId="573"/>
            <ac:spMk id="168" creationId="{1343566C-3073-EAB5-4CDD-55C9B8ACB489}"/>
          </ac:spMkLst>
        </pc:spChg>
        <pc:spChg chg="add mod">
          <ac:chgData name="Thompson, Brielle" userId="f0ea580a-03ee-4a63-bd84-436803179175" providerId="ADAL" clId="{AF01A3C7-D580-48EE-AD66-C1B6C20A138C}" dt="2025-10-14T18:34:35.849" v="14996" actId="20577"/>
          <ac:spMkLst>
            <pc:docMk/>
            <pc:sldMk cId="927766694" sldId="573"/>
            <ac:spMk id="169" creationId="{FC84E4DF-8A24-2EC0-9CE9-28F70A629B3C}"/>
          </ac:spMkLst>
        </pc:spChg>
        <pc:spChg chg="add mod">
          <ac:chgData name="Thompson, Brielle" userId="f0ea580a-03ee-4a63-bd84-436803179175" providerId="ADAL" clId="{AF01A3C7-D580-48EE-AD66-C1B6C20A138C}" dt="2025-10-14T18:40:43.053" v="15057" actId="688"/>
          <ac:spMkLst>
            <pc:docMk/>
            <pc:sldMk cId="927766694" sldId="573"/>
            <ac:spMk id="170" creationId="{86857EA1-27E0-EA5B-E994-39E195EA4F63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71" creationId="{5AC0B5FB-A91E-FE31-AA54-9782533D3632}"/>
          </ac:spMkLst>
        </pc:spChg>
        <pc:spChg chg="add del mod">
          <ac:chgData name="Thompson, Brielle" userId="f0ea580a-03ee-4a63-bd84-436803179175" providerId="ADAL" clId="{AF01A3C7-D580-48EE-AD66-C1B6C20A138C}" dt="2025-10-14T18:42:10.257" v="15092" actId="478"/>
          <ac:spMkLst>
            <pc:docMk/>
            <pc:sldMk cId="927766694" sldId="573"/>
            <ac:spMk id="175" creationId="{16AC2A6F-D3FA-9E40-2567-4858115C89A9}"/>
          </ac:spMkLst>
        </pc:spChg>
        <pc:spChg chg="add mod">
          <ac:chgData name="Thompson, Brielle" userId="f0ea580a-03ee-4a63-bd84-436803179175" providerId="ADAL" clId="{AF01A3C7-D580-48EE-AD66-C1B6C20A138C}" dt="2025-10-14T18:41:22.791" v="15070" actId="13926"/>
          <ac:spMkLst>
            <pc:docMk/>
            <pc:sldMk cId="927766694" sldId="573"/>
            <ac:spMk id="178" creationId="{6A55E5B5-CDA4-4880-2F45-5D43242458F0}"/>
          </ac:spMkLst>
        </pc:spChg>
        <pc:picChg chg="del">
          <ac:chgData name="Thompson, Brielle" userId="f0ea580a-03ee-4a63-bd84-436803179175" providerId="ADAL" clId="{AF01A3C7-D580-48EE-AD66-C1B6C20A138C}" dt="2025-10-13T13:59:11.481" v="14054" actId="478"/>
          <ac:picMkLst>
            <pc:docMk/>
            <pc:sldMk cId="927766694" sldId="573"/>
            <ac:picMk id="5" creationId="{3F9A8676-0FA2-CDFB-039D-A58859D95E50}"/>
          </ac:picMkLst>
        </pc:picChg>
        <pc:cxnChg chg="add mod">
          <ac:chgData name="Thompson, Brielle" userId="f0ea580a-03ee-4a63-bd84-436803179175" providerId="ADAL" clId="{AF01A3C7-D580-48EE-AD66-C1B6C20A138C}" dt="2025-10-14T18:30:22.284" v="14871" actId="1076"/>
          <ac:cxnSpMkLst>
            <pc:docMk/>
            <pc:sldMk cId="927766694" sldId="573"/>
            <ac:cxnSpMk id="5" creationId="{20C0F577-AF89-CBAF-E8A0-29410E82B0A8}"/>
          </ac:cxnSpMkLst>
        </pc:cxnChg>
        <pc:cxnChg chg="add mod">
          <ac:chgData name="Thompson, Brielle" userId="f0ea580a-03ee-4a63-bd84-436803179175" providerId="ADAL" clId="{AF01A3C7-D580-48EE-AD66-C1B6C20A138C}" dt="2025-10-14T18:30:27.311" v="14873" actId="1076"/>
          <ac:cxnSpMkLst>
            <pc:docMk/>
            <pc:sldMk cId="927766694" sldId="573"/>
            <ac:cxnSpMk id="6" creationId="{087191E7-08DE-7F71-88CA-9F71398FEFB5}"/>
          </ac:cxnSpMkLst>
        </pc:cxnChg>
        <pc:cxnChg chg="add del mod">
          <ac:chgData name="Thompson, Brielle" userId="f0ea580a-03ee-4a63-bd84-436803179175" providerId="ADAL" clId="{AF01A3C7-D580-48EE-AD66-C1B6C20A138C}" dt="2025-10-14T18:42:07.435" v="15089" actId="478"/>
          <ac:cxnSpMkLst>
            <pc:docMk/>
            <pc:sldMk cId="927766694" sldId="573"/>
            <ac:cxnSpMk id="28" creationId="{0694ED87-73F3-EE5F-E7B9-F7BF9512F5C0}"/>
          </ac:cxnSpMkLst>
        </pc:cxnChg>
        <pc:cxnChg chg="add del mod">
          <ac:chgData name="Thompson, Brielle" userId="f0ea580a-03ee-4a63-bd84-436803179175" providerId="ADAL" clId="{AF01A3C7-D580-48EE-AD66-C1B6C20A138C}" dt="2025-10-14T18:42:07.974" v="15090" actId="478"/>
          <ac:cxnSpMkLst>
            <pc:docMk/>
            <pc:sldMk cId="927766694" sldId="573"/>
            <ac:cxnSpMk id="31" creationId="{60A731A8-277A-4B7E-2F89-99E299AF3F2C}"/>
          </ac:cxnSpMkLst>
        </pc:cxnChg>
        <pc:cxnChg chg="add del mod">
          <ac:chgData name="Thompson, Brielle" userId="f0ea580a-03ee-4a63-bd84-436803179175" providerId="ADAL" clId="{AF01A3C7-D580-48EE-AD66-C1B6C20A138C}" dt="2025-10-14T18:42:09.005" v="15091" actId="478"/>
          <ac:cxnSpMkLst>
            <pc:docMk/>
            <pc:sldMk cId="927766694" sldId="573"/>
            <ac:cxnSpMk id="42" creationId="{7EB8375C-50B8-AA5B-9FC4-27056ECEE39F}"/>
          </ac:cxnSpMkLst>
        </pc:cxnChg>
        <pc:cxnChg chg="add mod">
          <ac:chgData name="Thompson, Brielle" userId="f0ea580a-03ee-4a63-bd84-436803179175" providerId="ADAL" clId="{AF01A3C7-D580-48EE-AD66-C1B6C20A138C}" dt="2025-10-14T18:35:33.876" v="15026" actId="1076"/>
          <ac:cxnSpMkLst>
            <pc:docMk/>
            <pc:sldMk cId="927766694" sldId="573"/>
            <ac:cxnSpMk id="71" creationId="{9040E990-C007-9431-DB32-737A5A592C5A}"/>
          </ac:cxnSpMkLst>
        </pc:cxnChg>
        <pc:cxnChg chg="add mod">
          <ac:chgData name="Thompson, Brielle" userId="f0ea580a-03ee-4a63-bd84-436803179175" providerId="ADAL" clId="{AF01A3C7-D580-48EE-AD66-C1B6C20A138C}" dt="2025-10-14T18:40:34.154" v="15053" actId="14100"/>
          <ac:cxnSpMkLst>
            <pc:docMk/>
            <pc:sldMk cId="927766694" sldId="573"/>
            <ac:cxnSpMk id="74" creationId="{EBB9CA96-D6FB-6062-6517-C625815B56D6}"/>
          </ac:cxnSpMkLst>
        </pc:cxnChg>
        <pc:cxnChg chg="add mod">
          <ac:chgData name="Thompson, Brielle" userId="f0ea580a-03ee-4a63-bd84-436803179175" providerId="ADAL" clId="{AF01A3C7-D580-48EE-AD66-C1B6C20A138C}" dt="2025-10-14T18:40:40.187" v="15055" actId="14100"/>
          <ac:cxnSpMkLst>
            <pc:docMk/>
            <pc:sldMk cId="927766694" sldId="573"/>
            <ac:cxnSpMk id="77" creationId="{BD7547A6-BD68-8786-ECF0-50606A72A8D2}"/>
          </ac:cxnSpMkLst>
        </pc:cxnChg>
        <pc:cxnChg chg="add mod">
          <ac:chgData name="Thompson, Brielle" userId="f0ea580a-03ee-4a63-bd84-436803179175" providerId="ADAL" clId="{AF01A3C7-D580-48EE-AD66-C1B6C20A138C}" dt="2025-10-14T18:30:54.138" v="14882" actId="1076"/>
          <ac:cxnSpMkLst>
            <pc:docMk/>
            <pc:sldMk cId="927766694" sldId="573"/>
            <ac:cxnSpMk id="80" creationId="{372991D3-7E1B-3B9F-E476-A1124FC9DDC4}"/>
          </ac:cxnSpMkLst>
        </pc:cxnChg>
        <pc:cxnChg chg="add mod">
          <ac:chgData name="Thompson, Brielle" userId="f0ea580a-03ee-4a63-bd84-436803179175" providerId="ADAL" clId="{AF01A3C7-D580-48EE-AD66-C1B6C20A138C}" dt="2025-10-14T18:30:54.138" v="14882" actId="1076"/>
          <ac:cxnSpMkLst>
            <pc:docMk/>
            <pc:sldMk cId="927766694" sldId="573"/>
            <ac:cxnSpMk id="81" creationId="{C8AA138C-2B67-D6A1-DE3F-12BDF5287718}"/>
          </ac:cxnSpMkLst>
        </pc:cxnChg>
        <pc:cxnChg chg="add mod">
          <ac:chgData name="Thompson, Brielle" userId="f0ea580a-03ee-4a63-bd84-436803179175" providerId="ADAL" clId="{AF01A3C7-D580-48EE-AD66-C1B6C20A138C}" dt="2025-10-14T18:30:54.138" v="14882" actId="1076"/>
          <ac:cxnSpMkLst>
            <pc:docMk/>
            <pc:sldMk cId="927766694" sldId="573"/>
            <ac:cxnSpMk id="82" creationId="{A0575717-0D1E-55F9-768F-17513BA07A8D}"/>
          </ac:cxnSpMkLst>
        </pc:cxnChg>
        <pc:cxnChg chg="add mod">
          <ac:chgData name="Thompson, Brielle" userId="f0ea580a-03ee-4a63-bd84-436803179175" providerId="ADAL" clId="{AF01A3C7-D580-48EE-AD66-C1B6C20A138C}" dt="2025-10-14T18:30:39.281" v="14877" actId="1076"/>
          <ac:cxnSpMkLst>
            <pc:docMk/>
            <pc:sldMk cId="927766694" sldId="573"/>
            <ac:cxnSpMk id="86" creationId="{3A234A9B-CA37-D7D1-B3B6-3FEA83A2F5ED}"/>
          </ac:cxnSpMkLst>
        </pc:cxnChg>
        <pc:cxnChg chg="add mod">
          <ac:chgData name="Thompson, Brielle" userId="f0ea580a-03ee-4a63-bd84-436803179175" providerId="ADAL" clId="{AF01A3C7-D580-48EE-AD66-C1B6C20A138C}" dt="2025-10-14T18:31:48.153" v="14901" actId="1076"/>
          <ac:cxnSpMkLst>
            <pc:docMk/>
            <pc:sldMk cId="927766694" sldId="573"/>
            <ac:cxnSpMk id="87" creationId="{C59B832A-E276-FCFB-F9F5-AD28FFE438BE}"/>
          </ac:cxnSpMkLst>
        </pc:cxnChg>
        <pc:cxnChg chg="add del mod">
          <ac:chgData name="Thompson, Brielle" userId="f0ea580a-03ee-4a63-bd84-436803179175" providerId="ADAL" clId="{AF01A3C7-D580-48EE-AD66-C1B6C20A138C}" dt="2025-10-14T18:29:15.056" v="14844" actId="478"/>
          <ac:cxnSpMkLst>
            <pc:docMk/>
            <pc:sldMk cId="927766694" sldId="573"/>
            <ac:cxnSpMk id="88" creationId="{04964019-1F24-39F1-3182-3802E85B9A41}"/>
          </ac:cxnSpMkLst>
        </pc:cxnChg>
      </pc:sldChg>
      <pc:sldChg chg="delSp modSp add mod">
        <pc:chgData name="Thompson, Brielle" userId="f0ea580a-03ee-4a63-bd84-436803179175" providerId="ADAL" clId="{AF01A3C7-D580-48EE-AD66-C1B6C20A138C}" dt="2025-10-14T18:42:31.200" v="15103" actId="478"/>
        <pc:sldMkLst>
          <pc:docMk/>
          <pc:sldMk cId="139211263" sldId="574"/>
        </pc:sldMkLst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0" creationId="{DF1DA16C-E104-181E-D6C8-E5F2B9D5D72C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2" creationId="{C8837623-E50A-9EE0-1E96-33759D2A182E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3" creationId="{1B4CB163-75A2-99CA-C509-704EAFD7FAF3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5" creationId="{C400EC92-7062-1854-1B67-1DCAD3F15039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6" creationId="{1FFA5B46-DEFC-7C43-6255-AD21105DADDC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7" creationId="{B235B3CB-ABBF-C15C-B1C5-C2413499B38F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56" creationId="{BCF7825C-3E73-30C5-D4A5-FB4F1682A75E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57" creationId="{05A0218D-FCB9-BB30-B7F0-FD1C457AE22B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58" creationId="{6E2C5C45-1D84-BF75-B587-B1FDEAB80D80}"/>
          </ac:spMkLst>
        </pc:spChg>
        <pc:spChg chg="del">
          <ac:chgData name="Thompson, Brielle" userId="f0ea580a-03ee-4a63-bd84-436803179175" providerId="ADAL" clId="{AF01A3C7-D580-48EE-AD66-C1B6C20A138C}" dt="2025-10-14T18:42:31.200" v="15103" actId="478"/>
          <ac:spMkLst>
            <pc:docMk/>
            <pc:sldMk cId="139211263" sldId="574"/>
            <ac:spMk id="164" creationId="{75FF5766-E672-3D49-58AC-615014532A63}"/>
          </ac:spMkLst>
        </pc:spChg>
        <pc:spChg chg="del">
          <ac:chgData name="Thompson, Brielle" userId="f0ea580a-03ee-4a63-bd84-436803179175" providerId="ADAL" clId="{AF01A3C7-D580-48EE-AD66-C1B6C20A138C}" dt="2025-10-14T18:42:31.200" v="15103" actId="478"/>
          <ac:spMkLst>
            <pc:docMk/>
            <pc:sldMk cId="139211263" sldId="574"/>
            <ac:spMk id="165" creationId="{AA75DB4A-34DD-69EE-58A1-CAD94F66386B}"/>
          </ac:spMkLst>
        </pc:spChg>
        <pc:spChg chg="del">
          <ac:chgData name="Thompson, Brielle" userId="f0ea580a-03ee-4a63-bd84-436803179175" providerId="ADAL" clId="{AF01A3C7-D580-48EE-AD66-C1B6C20A138C}" dt="2025-10-14T18:42:31.200" v="15103" actId="478"/>
          <ac:spMkLst>
            <pc:docMk/>
            <pc:sldMk cId="139211263" sldId="574"/>
            <ac:spMk id="166" creationId="{EC9CA9B4-1BF7-AAFD-F282-E5C3F6691910}"/>
          </ac:spMkLst>
        </pc:spChg>
        <pc:spChg chg="del">
          <ac:chgData name="Thompson, Brielle" userId="f0ea580a-03ee-4a63-bd84-436803179175" providerId="ADAL" clId="{AF01A3C7-D580-48EE-AD66-C1B6C20A138C}" dt="2025-10-14T18:42:21.811" v="15096" actId="478"/>
          <ac:spMkLst>
            <pc:docMk/>
            <pc:sldMk cId="139211263" sldId="574"/>
            <ac:spMk id="167" creationId="{7529F09F-1166-ED1C-56A6-692C3AEBD24C}"/>
          </ac:spMkLst>
        </pc:spChg>
        <pc:spChg chg="del">
          <ac:chgData name="Thompson, Brielle" userId="f0ea580a-03ee-4a63-bd84-436803179175" providerId="ADAL" clId="{AF01A3C7-D580-48EE-AD66-C1B6C20A138C}" dt="2025-10-14T18:42:28.456" v="15102" actId="478"/>
          <ac:spMkLst>
            <pc:docMk/>
            <pc:sldMk cId="139211263" sldId="574"/>
            <ac:spMk id="168" creationId="{A1620FF0-3530-47BD-6502-5133FE07F237}"/>
          </ac:spMkLst>
        </pc:spChg>
        <pc:spChg chg="del">
          <ac:chgData name="Thompson, Brielle" userId="f0ea580a-03ee-4a63-bd84-436803179175" providerId="ADAL" clId="{AF01A3C7-D580-48EE-AD66-C1B6C20A138C}" dt="2025-10-14T18:42:31.200" v="15103" actId="478"/>
          <ac:spMkLst>
            <pc:docMk/>
            <pc:sldMk cId="139211263" sldId="574"/>
            <ac:spMk id="169" creationId="{C5C7146E-515E-55F1-993A-4409728983B4}"/>
          </ac:spMkLst>
        </pc:spChg>
        <pc:spChg chg="del">
          <ac:chgData name="Thompson, Brielle" userId="f0ea580a-03ee-4a63-bd84-436803179175" providerId="ADAL" clId="{AF01A3C7-D580-48EE-AD66-C1B6C20A138C}" dt="2025-10-14T18:42:22.922" v="15098" actId="478"/>
          <ac:spMkLst>
            <pc:docMk/>
            <pc:sldMk cId="139211263" sldId="574"/>
            <ac:spMk id="170" creationId="{8D67F6F6-F6E3-D607-4036-691C680F2F29}"/>
          </ac:spMkLst>
        </pc:spChg>
        <pc:spChg chg="del">
          <ac:chgData name="Thompson, Brielle" userId="f0ea580a-03ee-4a63-bd84-436803179175" providerId="ADAL" clId="{AF01A3C7-D580-48EE-AD66-C1B6C20A138C}" dt="2025-10-14T18:42:20.371" v="15094" actId="478"/>
          <ac:spMkLst>
            <pc:docMk/>
            <pc:sldMk cId="139211263" sldId="574"/>
            <ac:spMk id="171" creationId="{EAC83EE7-1271-F8A0-62CD-11869758C466}"/>
          </ac:spMkLst>
        </pc:spChg>
        <pc:spChg chg="del">
          <ac:chgData name="Thompson, Brielle" userId="f0ea580a-03ee-4a63-bd84-436803179175" providerId="ADAL" clId="{AF01A3C7-D580-48EE-AD66-C1B6C20A138C}" dt="2025-10-14T18:42:26.883" v="15101" actId="478"/>
          <ac:spMkLst>
            <pc:docMk/>
            <pc:sldMk cId="139211263" sldId="574"/>
            <ac:spMk id="175" creationId="{A9601834-E835-87C9-9BAD-4D3F74B55059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78" creationId="{8B2F6C84-5622-1081-00F8-B97449B2B406}"/>
          </ac:spMkLst>
        </pc:spChg>
        <pc:cxnChg chg="del mod">
          <ac:chgData name="Thompson, Brielle" userId="f0ea580a-03ee-4a63-bd84-436803179175" providerId="ADAL" clId="{AF01A3C7-D580-48EE-AD66-C1B6C20A138C}" dt="2025-10-14T18:42:20.956" v="15095" actId="478"/>
          <ac:cxnSpMkLst>
            <pc:docMk/>
            <pc:sldMk cId="139211263" sldId="574"/>
            <ac:cxnSpMk id="71" creationId="{561CE62F-FA37-911A-1658-618CCFFD7DDA}"/>
          </ac:cxnSpMkLst>
        </pc:cxnChg>
        <pc:cxnChg chg="del mod">
          <ac:chgData name="Thompson, Brielle" userId="f0ea580a-03ee-4a63-bd84-436803179175" providerId="ADAL" clId="{AF01A3C7-D580-48EE-AD66-C1B6C20A138C}" dt="2025-10-14T18:42:22.332" v="15097" actId="478"/>
          <ac:cxnSpMkLst>
            <pc:docMk/>
            <pc:sldMk cId="139211263" sldId="574"/>
            <ac:cxnSpMk id="74" creationId="{684E80EE-14D8-EB79-ECDD-19D1D3A6A799}"/>
          </ac:cxnSpMkLst>
        </pc:cxnChg>
        <pc:cxnChg chg="del mod">
          <ac:chgData name="Thompson, Brielle" userId="f0ea580a-03ee-4a63-bd84-436803179175" providerId="ADAL" clId="{AF01A3C7-D580-48EE-AD66-C1B6C20A138C}" dt="2025-10-14T18:42:25.806" v="15100" actId="478"/>
          <ac:cxnSpMkLst>
            <pc:docMk/>
            <pc:sldMk cId="139211263" sldId="574"/>
            <ac:cxnSpMk id="77" creationId="{483323CD-F453-2B35-2F57-70F43952C764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0" creationId="{16B885F5-D8C7-FAD6-DD26-DB53393AFC02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1" creationId="{DFD391CD-D158-7F3D-BB24-9F0EA79F00DD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2" creationId="{A85180BF-462A-5231-6C5B-4F016ACD6CDE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6" creationId="{AB85B761-707F-06F3-3858-8F22C066D434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7" creationId="{E40332D0-27E5-D995-2D23-D73A4E348BD2}"/>
          </ac:cxnSpMkLst>
        </pc:cxnChg>
      </pc:sldChg>
      <pc:sldChg chg="delSp add mod">
        <pc:chgData name="Thompson, Brielle" userId="f0ea580a-03ee-4a63-bd84-436803179175" providerId="ADAL" clId="{AF01A3C7-D580-48EE-AD66-C1B6C20A138C}" dt="2025-10-14T18:42:47.173" v="15107" actId="478"/>
        <pc:sldMkLst>
          <pc:docMk/>
          <pc:sldMk cId="335043059" sldId="575"/>
        </pc:sldMkLst>
        <pc:spChg chg="del">
          <ac:chgData name="Thompson, Brielle" userId="f0ea580a-03ee-4a63-bd84-436803179175" providerId="ADAL" clId="{AF01A3C7-D580-48EE-AD66-C1B6C20A138C}" dt="2025-10-14T18:42:47.173" v="15107" actId="478"/>
          <ac:spMkLst>
            <pc:docMk/>
            <pc:sldMk cId="335043059" sldId="575"/>
            <ac:spMk id="163" creationId="{38921A95-5A3D-E5F3-9E0A-1AFC730A15EF}"/>
          </ac:spMkLst>
        </pc:spChg>
        <pc:spChg chg="del">
          <ac:chgData name="Thompson, Brielle" userId="f0ea580a-03ee-4a63-bd84-436803179175" providerId="ADAL" clId="{AF01A3C7-D580-48EE-AD66-C1B6C20A138C}" dt="2025-10-14T18:42:44.820" v="15105" actId="478"/>
          <ac:spMkLst>
            <pc:docMk/>
            <pc:sldMk cId="335043059" sldId="575"/>
            <ac:spMk id="175" creationId="{7D8469CE-0B03-788E-194B-E43FFE4452D9}"/>
          </ac:spMkLst>
        </pc:spChg>
        <pc:spChg chg="del">
          <ac:chgData name="Thompson, Brielle" userId="f0ea580a-03ee-4a63-bd84-436803179175" providerId="ADAL" clId="{AF01A3C7-D580-48EE-AD66-C1B6C20A138C}" dt="2025-10-14T18:42:46.030" v="15106" actId="478"/>
          <ac:spMkLst>
            <pc:docMk/>
            <pc:sldMk cId="335043059" sldId="575"/>
            <ac:spMk id="178" creationId="{0154C4CA-75AF-1D83-3630-95604473FB95}"/>
          </ac:spMkLst>
        </pc:spChg>
      </pc:sldChg>
      <pc:sldChg chg="add del">
        <pc:chgData name="Thompson, Brielle" userId="f0ea580a-03ee-4a63-bd84-436803179175" providerId="ADAL" clId="{AF01A3C7-D580-48EE-AD66-C1B6C20A138C}" dt="2025-09-08T16:17:05.619" v="930" actId="47"/>
        <pc:sldMkLst>
          <pc:docMk/>
          <pc:sldMk cId="1363777786" sldId="575"/>
        </pc:sldMkLst>
      </pc:sldChg>
      <pc:sldChg chg="add">
        <pc:chgData name="Thompson, Brielle" userId="f0ea580a-03ee-4a63-bd84-436803179175" providerId="ADAL" clId="{AF01A3C7-D580-48EE-AD66-C1B6C20A138C}" dt="2025-10-14T18:42:41.733" v="15104" actId="2890"/>
        <pc:sldMkLst>
          <pc:docMk/>
          <pc:sldMk cId="3642805165" sldId="57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D0CED7-92F4-4138-87E8-6B85AC39F7FD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2311F2-5776-4B3C-8949-0AB4A691C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009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30 minutes = intro</a:t>
            </a:r>
          </a:p>
          <a:p>
            <a:r>
              <a:rPr lang="en-US" dirty="0"/>
              <a:t>Next 60 = slides</a:t>
            </a:r>
          </a:p>
          <a:p>
            <a:r>
              <a:rPr lang="en-US" dirty="0"/>
              <a:t>Final 30 = activity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94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640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3F88F-B878-494B-64B9-F44F56C36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4F65F4-22B9-ECDB-33BA-6066D2109D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BFA27E-7F48-2118-F405-E9058497E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D9EBD-25D8-D477-3EAE-626B051A87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2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D9E1-96A7-A032-617D-8C4001C5F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C9CE29-CEC3-06E5-1FBF-EDE12A5742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CD0661-A0E4-0050-33BC-1038AFEAC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09F86-E8A1-EA2E-0871-19A1CCE2A8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871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BB57C-1057-F9DE-6414-FB7B1441E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E539CA-C514-81EC-699A-6957B18F1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F0A93-74AA-F1E2-C306-4C28E0364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64FBC-19E1-E151-2D42-4E229C5B59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096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779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93F05-66C0-4D40-8394-FAF4AD062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59D69-AC04-DE87-13CA-CAB9533AF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373338-69BE-DE74-DFCE-7F2A46480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A7259-3249-64BC-06CE-0F129C217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8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1488-655B-E034-6751-E358E1E73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F85D42-24C9-E1DE-7651-2FEE7F9D1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C6C18-165A-C9FA-4470-B568B7B59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9CFD3-30FB-3BC1-C4FA-211B35C9B9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430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71F9D-6DE5-6D5A-3FAE-15A700CB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A42D-8C2C-1F6F-A79C-C687504BAD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DEDCF-EC82-A4A6-B0B0-E0B39AA1C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45964-CA2E-1CEF-8312-58B69AA19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2379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are risk neutral. You would be indifferent. </a:t>
            </a:r>
          </a:p>
          <a:p>
            <a:r>
              <a:rPr lang="en-US" dirty="0"/>
              <a:t>If you are risk seeking. You would want to select the door</a:t>
            </a:r>
          </a:p>
          <a:p>
            <a:r>
              <a:rPr lang="en-US" dirty="0"/>
              <a:t>If you are risk averse. You would want to take the sure thing.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371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 or no?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473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04E30-033F-53D3-4102-C388DEF93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1F073-906B-049E-A594-769D218E73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B4EE5B-B264-CBD7-32CD-5B4ADD62D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0C6CE-4691-BD1E-7FA9-7F059E245B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7882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 have expected value. So that helps identify the alternative that performs best on average which is used for a risk-neutral decision maker. </a:t>
            </a:r>
          </a:p>
          <a:p>
            <a:endParaRPr lang="en-US" dirty="0"/>
          </a:p>
          <a:p>
            <a:r>
              <a:rPr lang="en-US" dirty="0"/>
              <a:t>To understand this criteria lets think about a decision we might be familiar with. Say we want to choose a driving route from </a:t>
            </a:r>
            <a:r>
              <a:rPr lang="en-US" dirty="0" err="1"/>
              <a:t>st.</a:t>
            </a:r>
            <a:r>
              <a:rPr lang="en-US" dirty="0"/>
              <a:t> louis to Columbia. On average taking 70 might be the best route on average. So that would be the expected value choice. </a:t>
            </a:r>
          </a:p>
          <a:p>
            <a:endParaRPr lang="en-US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But what if we are risk averse. So our second criteria is called mini-max which selects the alternative that minimizes the wors possible outcome. And using the driving example, that would be choosing a route that avoids 70 –because of the risk for gameday traffic, accidents, or  construction. </a:t>
            </a:r>
          </a:p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674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4048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5721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4E899-5D56-1352-7844-09A068A9F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90E9E1-A754-71FD-59DA-DD5D26E908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016AF-A94D-996A-66E0-065A87563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DD3D4-0847-27ED-EC64-8576B85188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1842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 A = 4800</a:t>
            </a:r>
          </a:p>
          <a:p>
            <a:r>
              <a:rPr lang="en-US" dirty="0"/>
              <a:t>EV B = 8200</a:t>
            </a:r>
          </a:p>
          <a:p>
            <a:r>
              <a:rPr lang="en-US" dirty="0"/>
              <a:t>EV C = 6600</a:t>
            </a:r>
          </a:p>
          <a:p>
            <a:r>
              <a:rPr lang="en-US" dirty="0"/>
              <a:t>EV D = 0</a:t>
            </a:r>
          </a:p>
          <a:p>
            <a:endParaRPr lang="en-US" dirty="0"/>
          </a:p>
          <a:p>
            <a:pPr marL="228600" indent="-228600">
              <a:buAutoNum type="arabicParenR"/>
            </a:pPr>
            <a:r>
              <a:rPr lang="en-US" dirty="0"/>
              <a:t>B</a:t>
            </a:r>
          </a:p>
          <a:p>
            <a:pPr marL="228600" indent="-228600">
              <a:buAutoNum type="arabicParenR"/>
            </a:pPr>
            <a:r>
              <a:rPr lang="en-US" dirty="0"/>
              <a:t>A</a:t>
            </a:r>
          </a:p>
          <a:p>
            <a:pPr marL="228600" indent="-228600">
              <a:buAutoNum type="arabicParenR"/>
            </a:pPr>
            <a:r>
              <a:rPr lang="en-US" dirty="0"/>
              <a:t>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3353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8659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4825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0586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Objective: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Help students understand how different risk attitudes (neutral, averse, seeking) influence decision-making in conservation scenarios with uncertain outcomes.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Scenario Recap: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are choosing between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invasive carp removal strategies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Strategy 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Best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mini-max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(risk-averse)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Strategy 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Best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expected value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(risk-neutral)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Strategy 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Best for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risk-seeking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(highest potential gain but also highest risk)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Setup: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1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Risk-neutral decision makers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2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Risk-averse decision makers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3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Risk-seeking decision makers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 group will: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Review the strategy outcomes and probabilities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Prepare arguments for why their strategy is best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Consider ecological, social, and policy implications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Instructions: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 Time (5–10 minutes):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 group discusses: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their strategy is optimal for their risk attitude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their approach aligns with conservation goals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trade-offs they are willing to accept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Round 1 – Initial Arguments: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spokesperson per group presents their case (2 minutes each)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Focus on logic, ecological outcomes, and alignment with stakeholder values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Round 2 – Rebuttals: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different spokesperson responds to the other groups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Challenge assumptions, highlight weaknesses, or defend their strategy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Debrief Questions: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did risk attitude shape each group’s priorities?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 your group’s choice change if the context involved endangered species?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might stakeholder values complicate these decisions?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 strategy would you choose if you were a public agency manager?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8043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7106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3674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99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657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2FD9346-AA22-5D16-331E-DA6EB867F8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1973" y="6205403"/>
            <a:ext cx="3185154" cy="62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824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608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07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01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696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92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339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03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835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437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12475-7CF0-408A-B5B8-3330C0C1244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83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YhqqWKw_OGs?feature=oembed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hyperlink" Target="https://neobiota.pensoft.net/article/132363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nlinelibrary.wiley.com/doi/full/10.1002/ece3.71176" TargetMode="Externa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sv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sv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svg"/><Relationship Id="rId4" Type="http://schemas.openxmlformats.org/officeDocument/2006/relationships/image" Target="../media/image42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13" Type="http://schemas.openxmlformats.org/officeDocument/2006/relationships/image" Target="../media/image60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59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sv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0" Type="http://schemas.openxmlformats.org/officeDocument/2006/relationships/image" Target="../media/image57.svg"/><Relationship Id="rId4" Type="http://schemas.openxmlformats.org/officeDocument/2006/relationships/image" Target="../media/image51.svg"/><Relationship Id="rId9" Type="http://schemas.openxmlformats.org/officeDocument/2006/relationships/image" Target="../media/image56.png"/><Relationship Id="rId14" Type="http://schemas.openxmlformats.org/officeDocument/2006/relationships/image" Target="../media/image61.sv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sv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3848-0866-067B-5C85-225EDB126B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554" y="1481908"/>
            <a:ext cx="9718260" cy="2516776"/>
          </a:xfrm>
        </p:spPr>
        <p:txBody>
          <a:bodyPr anchor="ctr">
            <a:normAutofit fontScale="90000"/>
          </a:bodyPr>
          <a:lstStyle/>
          <a:p>
            <a:r>
              <a:rPr lang="en-US" sz="9600" b="1" dirty="0"/>
              <a:t>Week 7: </a:t>
            </a:r>
            <a:br>
              <a:rPr lang="en-US" sz="9600" b="1" dirty="0"/>
            </a:br>
            <a:r>
              <a:rPr lang="en-US" sz="4900" dirty="0">
                <a:solidFill>
                  <a:srgbClr val="ED7D31"/>
                </a:solidFill>
              </a:rPr>
              <a:t>Decisions under uncertainty part 2 + Risk</a:t>
            </a:r>
            <a:endParaRPr lang="en-US" sz="4700" dirty="0">
              <a:solidFill>
                <a:srgbClr val="ED7D31"/>
              </a:solidFill>
              <a:latin typeface="+mn-lt"/>
            </a:endParaRPr>
          </a:p>
        </p:txBody>
      </p:sp>
      <p:pic>
        <p:nvPicPr>
          <p:cNvPr id="11" name="Picture 1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A4DEB4C-A3E6-F636-2C42-D54CB20DD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005" y="451522"/>
            <a:ext cx="4832857" cy="9499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D1B4F1-CD55-C0FF-1797-AD87F89108F7}"/>
              </a:ext>
            </a:extLst>
          </p:cNvPr>
          <p:cNvSpPr txBox="1"/>
          <p:nvPr/>
        </p:nvSpPr>
        <p:spPr>
          <a:xfrm>
            <a:off x="2383104" y="4111882"/>
            <a:ext cx="742579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Instructor: </a:t>
            </a:r>
            <a:r>
              <a:rPr lang="en-US" sz="2400" dirty="0"/>
              <a:t>Brielle K Thompson</a:t>
            </a:r>
          </a:p>
          <a:p>
            <a:pPr algn="ctr"/>
            <a:endParaRPr lang="en-US" sz="1200" dirty="0"/>
          </a:p>
          <a:p>
            <a:pPr algn="ctr"/>
            <a:r>
              <a:rPr lang="en-US" sz="2400" b="1" dirty="0"/>
              <a:t>Course: </a:t>
            </a:r>
            <a:r>
              <a:rPr lang="en-US" sz="2400" dirty="0"/>
              <a:t>NAT_R 8001 Decision Analysis for Research and Management of Natural Resources</a:t>
            </a:r>
          </a:p>
        </p:txBody>
      </p:sp>
    </p:spTree>
    <p:extLst>
      <p:ext uri="{BB962C8B-B14F-4D97-AF65-F5344CB8AC3E}">
        <p14:creationId xmlns:p14="http://schemas.microsoft.com/office/powerpoint/2010/main" val="2472309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A329-D94B-EFFA-DCFC-F0C25F316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123" y="444900"/>
            <a:ext cx="10709754" cy="1684525"/>
          </a:xfrm>
        </p:spPr>
        <p:txBody>
          <a:bodyPr>
            <a:normAutofit fontScale="90000"/>
          </a:bodyPr>
          <a:lstStyle/>
          <a:p>
            <a:pPr algn="ctr"/>
            <a:r>
              <a:rPr lang="en-US" sz="6000" dirty="0"/>
              <a:t>Begin with a few final presentations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F800B1-1F6A-2B00-D2A8-A9307FA72001}"/>
              </a:ext>
            </a:extLst>
          </p:cNvPr>
          <p:cNvSpPr txBox="1"/>
          <p:nvPr/>
        </p:nvSpPr>
        <p:spPr>
          <a:xfrm>
            <a:off x="2066795" y="2254685"/>
            <a:ext cx="771603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3000" dirty="0"/>
              <a:t>Jake</a:t>
            </a:r>
          </a:p>
          <a:p>
            <a:pPr marL="342900" indent="-342900">
              <a:buAutoNum type="arabicPeriod"/>
            </a:pPr>
            <a:r>
              <a:rPr lang="en-US" sz="3000" dirty="0"/>
              <a:t>Seth</a:t>
            </a:r>
          </a:p>
          <a:p>
            <a:pPr marL="342900" indent="-342900">
              <a:buAutoNum type="arabicPeriod"/>
            </a:pPr>
            <a:r>
              <a:rPr lang="en-US" sz="3000" dirty="0"/>
              <a:t>Georgia</a:t>
            </a:r>
          </a:p>
          <a:p>
            <a:pPr marL="342900" indent="-342900">
              <a:buAutoNum type="arabicPeriod"/>
            </a:pPr>
            <a:r>
              <a:rPr lang="en-US" sz="3000" dirty="0"/>
              <a:t>Madeline</a:t>
            </a:r>
          </a:p>
          <a:p>
            <a:pPr marL="342900" indent="-342900">
              <a:buAutoNum type="arabicPeriod"/>
            </a:pPr>
            <a:r>
              <a:rPr lang="en-US" sz="3000" dirty="0"/>
              <a:t>Emma</a:t>
            </a:r>
          </a:p>
        </p:txBody>
      </p:sp>
    </p:spTree>
    <p:extLst>
      <p:ext uri="{BB962C8B-B14F-4D97-AF65-F5344CB8AC3E}">
        <p14:creationId xmlns:p14="http://schemas.microsoft.com/office/powerpoint/2010/main" val="439288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A9C7">
            <a:alpha val="58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B144-4F84-4904-5069-E111693C7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047" y="182245"/>
            <a:ext cx="10515600" cy="1173219"/>
          </a:xfrm>
          <a:prstGeom prst="leftArrow">
            <a:avLst/>
          </a:prstGeom>
          <a:solidFill>
            <a:srgbClr val="EAE0E1"/>
          </a:solidFill>
          <a:ln w="38100"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b="1" u="sng" dirty="0"/>
              <a:t>Review of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A3ACB-323F-C124-5084-39A44120C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9102" y="1355464"/>
            <a:ext cx="6314739" cy="519349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Background on types of uncertainties</a:t>
            </a:r>
          </a:p>
          <a:p>
            <a:pPr lvl="1"/>
            <a:r>
              <a:rPr lang="en-US" dirty="0"/>
              <a:t>Linguistic vs Epistemic uncertainties</a:t>
            </a:r>
          </a:p>
          <a:p>
            <a:r>
              <a:rPr lang="en-US" dirty="0"/>
              <a:t>Learned about how sensitivity analysis, value of information, and adaptive management can be used in decisions where uncertainty may impede management</a:t>
            </a:r>
          </a:p>
          <a:p>
            <a:pPr lvl="1"/>
            <a:r>
              <a:rPr lang="en-US" b="1" dirty="0"/>
              <a:t>Sensitivity analysis</a:t>
            </a:r>
          </a:p>
          <a:p>
            <a:pPr lvl="2"/>
            <a:r>
              <a:rPr lang="en-US" dirty="0"/>
              <a:t>Perturbations to understand whether uncertainty is important to resolve</a:t>
            </a:r>
          </a:p>
          <a:p>
            <a:pPr lvl="1"/>
            <a:r>
              <a:rPr lang="en-US" b="1" dirty="0"/>
              <a:t>Value of information</a:t>
            </a:r>
          </a:p>
          <a:p>
            <a:pPr lvl="2"/>
            <a:r>
              <a:rPr lang="en-US" dirty="0"/>
              <a:t>Analysis to quantify the improvement of an outcome if uncertainty is resolved</a:t>
            </a:r>
          </a:p>
          <a:p>
            <a:pPr lvl="1"/>
            <a:r>
              <a:rPr lang="en-US" b="1" dirty="0"/>
              <a:t>Adaptive management</a:t>
            </a:r>
          </a:p>
          <a:p>
            <a:pPr lvl="2"/>
            <a:r>
              <a:rPr lang="en-US" dirty="0"/>
              <a:t>Formal process of “learning by doing” for repeated decisions</a:t>
            </a:r>
          </a:p>
        </p:txBody>
      </p:sp>
      <p:pic>
        <p:nvPicPr>
          <p:cNvPr id="8" name="Picture 7" descr="Different colored question marks">
            <a:extLst>
              <a:ext uri="{FF2B5EF4-FFF2-40B4-BE49-F238E27FC236}">
                <a16:creationId xmlns:a16="http://schemas.microsoft.com/office/drawing/2014/main" id="{9B6BDFD5-8BC7-EF0D-9648-DC354C4637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58"/>
          <a:stretch>
            <a:fillRect/>
          </a:stretch>
        </p:blipFill>
        <p:spPr>
          <a:xfrm>
            <a:off x="7987229" y="1124109"/>
            <a:ext cx="4083586" cy="519349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716345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3564640-6E12-404A-FEAD-B0B170D4AFD3}"/>
              </a:ext>
            </a:extLst>
          </p:cNvPr>
          <p:cNvSpPr txBox="1"/>
          <p:nvPr/>
        </p:nvSpPr>
        <p:spPr>
          <a:xfrm>
            <a:off x="422995" y="450734"/>
            <a:ext cx="3036301" cy="255454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Today: </a:t>
            </a:r>
          </a:p>
          <a:p>
            <a:pPr algn="ctr"/>
            <a:r>
              <a:rPr lang="en-US" sz="3200" dirty="0"/>
              <a:t>How do we make decisions under uncertainty &amp; risk?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2F6E9EB-4F71-C462-D00E-D3DA9E6D1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194" y="450734"/>
            <a:ext cx="7068239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Working with uncertainty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93A738D-6A80-68A0-1C0A-DB16F7AC9F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12553" y="1572336"/>
            <a:ext cx="5365957" cy="375268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200" dirty="0"/>
              <a:t>Three Options: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Make decisions anyway</a:t>
            </a:r>
          </a:p>
          <a:p>
            <a:pPr marL="457200" lvl="1" indent="0">
              <a:buNone/>
            </a:pPr>
            <a:r>
              <a:rPr lang="en-US" sz="2800" dirty="0"/>
              <a:t>Risk tools: e.g., Decision Trees, Utility Theory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Conduct research to reduce uncertainty</a:t>
            </a:r>
          </a:p>
          <a:p>
            <a:pPr marL="457200" lvl="1" indent="0">
              <a:buNone/>
            </a:pPr>
            <a:r>
              <a:rPr lang="en-US" sz="2800" dirty="0"/>
              <a:t>Value of Information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Learn while managing</a:t>
            </a:r>
          </a:p>
          <a:p>
            <a:pPr marL="457200" lvl="1" indent="0">
              <a:buNone/>
            </a:pPr>
            <a:r>
              <a:rPr lang="en-US" sz="2800" dirty="0"/>
              <a:t>Adaptive management</a:t>
            </a:r>
          </a:p>
          <a:p>
            <a:endParaRPr lang="en-US" sz="3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B1F812-8ED7-E681-64BD-4BC6A0C6A772}"/>
              </a:ext>
            </a:extLst>
          </p:cNvPr>
          <p:cNvSpPr/>
          <p:nvPr/>
        </p:nvSpPr>
        <p:spPr>
          <a:xfrm>
            <a:off x="4530490" y="1944933"/>
            <a:ext cx="4977067" cy="10620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366DA0-28A7-CDB4-2B3C-F4EF32569D17}"/>
              </a:ext>
            </a:extLst>
          </p:cNvPr>
          <p:cNvSpPr txBox="1"/>
          <p:nvPr/>
        </p:nvSpPr>
        <p:spPr>
          <a:xfrm>
            <a:off x="9638481" y="1872718"/>
            <a:ext cx="1716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Risk = topic for this week!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420F4D-6CF1-C42A-8BBE-A931A9772913}"/>
              </a:ext>
            </a:extLst>
          </p:cNvPr>
          <p:cNvSpPr/>
          <p:nvPr/>
        </p:nvSpPr>
        <p:spPr>
          <a:xfrm>
            <a:off x="4530490" y="3061644"/>
            <a:ext cx="4977067" cy="1956865"/>
          </a:xfrm>
          <a:prstGeom prst="rect">
            <a:avLst/>
          </a:prstGeom>
          <a:noFill/>
          <a:ln w="762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64A884-3101-9FF2-A336-E6E5AF36DE49}"/>
              </a:ext>
            </a:extLst>
          </p:cNvPr>
          <p:cNvSpPr txBox="1"/>
          <p:nvPr/>
        </p:nvSpPr>
        <p:spPr>
          <a:xfrm>
            <a:off x="9638480" y="3761271"/>
            <a:ext cx="1716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B0F0"/>
                </a:solidFill>
              </a:rPr>
              <a:t>last week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A03E75-9744-307E-F377-E9D552E65EFF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1327887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BDD8F-96CE-7525-AFA2-9328BB110C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893" y="2971800"/>
            <a:ext cx="9598478" cy="2699658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/>
              <a:t>Making a decision under uncertainty involves the decision maker’s risk perception and attitude towards that risk</a:t>
            </a:r>
          </a:p>
          <a:p>
            <a:pPr lvl="1"/>
            <a:r>
              <a:rPr lang="en-US" sz="3200" dirty="0"/>
              <a:t>Perception: a subjective judgment of risk (cognitive)</a:t>
            </a:r>
          </a:p>
          <a:p>
            <a:pPr lvl="1"/>
            <a:r>
              <a:rPr lang="en-US" sz="3200" dirty="0"/>
              <a:t>Attitude: an individual’s tendency to avoid or seek risks (behavioral)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BFD57C5-12E0-AA89-BF4E-DB74F136F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Assessing risk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03DCDA-3F1F-91D3-A6C8-B5362F68036C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1E6DAA-5351-04D7-CFE4-7D968ED17845}"/>
              </a:ext>
            </a:extLst>
          </p:cNvPr>
          <p:cNvSpPr txBox="1"/>
          <p:nvPr/>
        </p:nvSpPr>
        <p:spPr>
          <a:xfrm>
            <a:off x="938893" y="1932868"/>
            <a:ext cx="8883641" cy="7078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4000" b="1" dirty="0"/>
              <a:t>Risk </a:t>
            </a:r>
            <a:r>
              <a:rPr lang="en-US" sz="4000" dirty="0"/>
              <a:t>= Chance of an unfavorable outcome</a:t>
            </a:r>
          </a:p>
        </p:txBody>
      </p:sp>
      <p:pic>
        <p:nvPicPr>
          <p:cNvPr id="8" name="Graphic 7" descr="Slot Machine Lose with solid fill">
            <a:extLst>
              <a:ext uri="{FF2B5EF4-FFF2-40B4-BE49-F238E27FC236}">
                <a16:creationId xmlns:a16="http://schemas.microsoft.com/office/drawing/2014/main" id="{75D9F978-305A-1918-2E5E-2C2844F2FE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22534" y="210911"/>
            <a:ext cx="2217066" cy="2217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421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DF870-DF80-E1CF-5E31-EC26F3C03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665E9-F8EC-C2ED-CC31-385B9F71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925" y="1169626"/>
            <a:ext cx="9220200" cy="5451898"/>
          </a:xfrm>
        </p:spPr>
        <p:txBody>
          <a:bodyPr>
            <a:normAutofit lnSpcReduction="10000"/>
          </a:bodyPr>
          <a:lstStyle/>
          <a:p>
            <a:pPr marL="0" lvl="0" indent="0">
              <a:spcBef>
                <a:spcPts val="0"/>
              </a:spcBef>
              <a:buClr>
                <a:schemeClr val="dk2"/>
              </a:buClr>
              <a:buSzPts val="2800"/>
              <a:buNone/>
            </a:pPr>
            <a:r>
              <a:rPr lang="en-US" b="1" dirty="0">
                <a:ea typeface="Century Gothic"/>
                <a:cs typeface="Century Gothic"/>
                <a:sym typeface="Century Gothic"/>
              </a:rPr>
              <a:t>Risk-averse</a:t>
            </a:r>
            <a:endParaRPr lang="en-US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Buying insurance</a:t>
            </a:r>
            <a:endParaRPr lang="en-US" dirty="0">
              <a:sym typeface="Century Gothic"/>
            </a:endParaRPr>
          </a:p>
          <a:p>
            <a:pPr lvl="1">
              <a:spcBef>
                <a:spcPts val="480"/>
              </a:spcBef>
              <a:buSzPts val="2400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You would pay a sure amount to avoid a gamble with an average </a:t>
            </a:r>
            <a:r>
              <a:rPr lang="en-US" u="sng" dirty="0">
                <a:ea typeface="Century Gothic"/>
                <a:cs typeface="Century Gothic"/>
                <a:sym typeface="Century Gothic"/>
              </a:rPr>
              <a:t>loss</a:t>
            </a:r>
            <a:r>
              <a:rPr lang="en-US" dirty="0">
                <a:ea typeface="Century Gothic"/>
                <a:cs typeface="Century Gothic"/>
                <a:sym typeface="Century Gothic"/>
              </a:rPr>
              <a:t> that is smaller than the sure payment. Why do it?</a:t>
            </a:r>
            <a:endParaRPr lang="en-US" dirty="0"/>
          </a:p>
          <a:p>
            <a:pPr marL="0" lvl="0" indent="0">
              <a:spcBef>
                <a:spcPts val="560"/>
              </a:spcBef>
              <a:buClr>
                <a:schemeClr val="dk2"/>
              </a:buClr>
              <a:buSzPts val="2800"/>
              <a:buNone/>
            </a:pPr>
            <a:r>
              <a:rPr lang="en-US" b="1" dirty="0">
                <a:ea typeface="Century Gothic"/>
                <a:cs typeface="Century Gothic"/>
                <a:sym typeface="Century Gothic"/>
              </a:rPr>
              <a:t>Risk-seeking</a:t>
            </a:r>
            <a:endParaRPr lang="en-US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Buying a lottery ticket</a:t>
            </a:r>
            <a:endParaRPr lang="en-US" dirty="0">
              <a:sym typeface="Century Gothic"/>
            </a:endParaRPr>
          </a:p>
          <a:p>
            <a:pPr lvl="1">
              <a:spcBef>
                <a:spcPts val="480"/>
              </a:spcBef>
              <a:buSzPts val="2400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You would pay a sure amount to enter a gamble with a smaller average </a:t>
            </a:r>
            <a:r>
              <a:rPr lang="en-US" u="sng" dirty="0">
                <a:ea typeface="Century Gothic"/>
                <a:cs typeface="Century Gothic"/>
                <a:sym typeface="Century Gothic"/>
              </a:rPr>
              <a:t>return</a:t>
            </a:r>
            <a:r>
              <a:rPr lang="en-US" dirty="0">
                <a:ea typeface="Century Gothic"/>
                <a:cs typeface="Century Gothic"/>
                <a:sym typeface="Century Gothic"/>
              </a:rPr>
              <a:t> than the sure payment. Why do it?</a:t>
            </a:r>
            <a:endParaRPr lang="en-US" dirty="0"/>
          </a:p>
          <a:p>
            <a:pPr marL="0" lvl="0" indent="0">
              <a:spcBef>
                <a:spcPts val="560"/>
              </a:spcBef>
              <a:buClr>
                <a:schemeClr val="dk2"/>
              </a:buClr>
              <a:buSzPts val="2800"/>
              <a:buNone/>
            </a:pPr>
            <a:r>
              <a:rPr lang="en-US" b="1" dirty="0">
                <a:ea typeface="Century Gothic"/>
                <a:cs typeface="Century Gothic"/>
                <a:sym typeface="Century Gothic"/>
              </a:rPr>
              <a:t>Risk-neutral</a:t>
            </a:r>
            <a:endParaRPr lang="en-US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dirty="0"/>
              <a:t>Choosing a standard investment with average returns (e.g., S&amp;P 500)</a:t>
            </a:r>
          </a:p>
          <a:p>
            <a:pPr lvl="1">
              <a:spcBef>
                <a:spcPts val="480"/>
              </a:spcBef>
              <a:buSzPts val="2400"/>
            </a:pPr>
            <a:r>
              <a:rPr lang="en-US" dirty="0"/>
              <a:t>You would put an investment in something that on average will give you good returns</a:t>
            </a:r>
          </a:p>
          <a:p>
            <a:pPr marL="457200" lvl="1" indent="0">
              <a:spcBef>
                <a:spcPts val="480"/>
              </a:spcBef>
              <a:buSzPts val="2400"/>
              <a:buNone/>
            </a:pPr>
            <a:r>
              <a:rPr lang="en-US" sz="2100" i="1" dirty="0"/>
              <a:t>*risk averse investment = bonds/high-yield savings</a:t>
            </a:r>
          </a:p>
          <a:p>
            <a:pPr marL="457200" lvl="1" indent="0">
              <a:spcBef>
                <a:spcPts val="480"/>
              </a:spcBef>
              <a:buSzPts val="2400"/>
              <a:buNone/>
            </a:pPr>
            <a:r>
              <a:rPr lang="en-US" sz="2100" i="1" dirty="0"/>
              <a:t>*risk seeking investment = individual stocks, crypto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1B671-D4D6-6AA0-C984-D13C5F4B6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0798"/>
          </a:xfrm>
        </p:spPr>
        <p:txBody>
          <a:bodyPr/>
          <a:lstStyle/>
          <a:p>
            <a:r>
              <a:rPr lang="en-US" dirty="0"/>
              <a:t>Risk attitude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05C87A-E954-157A-9EC2-3DABA2AA7397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pic>
        <p:nvPicPr>
          <p:cNvPr id="4" name="Graphic 3" descr="Car Mechanic with solid fill">
            <a:extLst>
              <a:ext uri="{FF2B5EF4-FFF2-40B4-BE49-F238E27FC236}">
                <a16:creationId xmlns:a16="http://schemas.microsoft.com/office/drawing/2014/main" id="{AA482166-1B21-88AF-E0F4-F246CDC59B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70937" y="1391859"/>
            <a:ext cx="1202675" cy="1202675"/>
          </a:xfrm>
          <a:prstGeom prst="rect">
            <a:avLst/>
          </a:prstGeom>
        </p:spPr>
      </p:pic>
      <p:pic>
        <p:nvPicPr>
          <p:cNvPr id="8" name="Graphic 7" descr="Upward trend with solid fill">
            <a:extLst>
              <a:ext uri="{FF2B5EF4-FFF2-40B4-BE49-F238E27FC236}">
                <a16:creationId xmlns:a16="http://schemas.microsoft.com/office/drawing/2014/main" id="{04DFAB6F-6B4E-4492-84F2-CFC1AD9A3C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76840" y="4765711"/>
            <a:ext cx="1235725" cy="1235725"/>
          </a:xfrm>
          <a:prstGeom prst="rect">
            <a:avLst/>
          </a:prstGeom>
        </p:spPr>
      </p:pic>
      <p:pic>
        <p:nvPicPr>
          <p:cNvPr id="10" name="Graphic 9" descr="Slot Machine with solid fill">
            <a:extLst>
              <a:ext uri="{FF2B5EF4-FFF2-40B4-BE49-F238E27FC236}">
                <a16:creationId xmlns:a16="http://schemas.microsoft.com/office/drawing/2014/main" id="{85047E19-1599-2D96-547C-734C0674ED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87463" y="2928385"/>
            <a:ext cx="1169624" cy="116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45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DC277-78F4-7997-BBA2-8CF497566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D9DF2-5E69-D267-D754-B169BB5F5E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93375"/>
            <a:ext cx="9245775" cy="566462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spcBef>
                <a:spcPts val="0"/>
              </a:spcBef>
              <a:buClr>
                <a:schemeClr val="dk2"/>
              </a:buClr>
              <a:buSzPts val="2800"/>
              <a:buNone/>
            </a:pPr>
            <a:r>
              <a:rPr lang="en-US" sz="3600" b="1" dirty="0">
                <a:ea typeface="Century Gothic"/>
                <a:cs typeface="Century Gothic"/>
                <a:sym typeface="Century Gothic"/>
              </a:rPr>
              <a:t>Risk-averse</a:t>
            </a:r>
            <a:endParaRPr lang="en-US" sz="3600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sz="3200" dirty="0">
                <a:ea typeface="Century Gothic"/>
                <a:cs typeface="Century Gothic"/>
                <a:sym typeface="Century Gothic"/>
              </a:rPr>
              <a:t>Accepting a salary instead of commission-based pay</a:t>
            </a:r>
            <a:endParaRPr lang="en-US" sz="3200" dirty="0"/>
          </a:p>
          <a:p>
            <a:pPr marL="457200" lvl="1" indent="0">
              <a:spcBef>
                <a:spcPts val="480"/>
              </a:spcBef>
              <a:buClr>
                <a:srgbClr val="7F7F7F"/>
              </a:buClr>
              <a:buSzPts val="2400"/>
              <a:buNone/>
            </a:pPr>
            <a:endParaRPr lang="en-US" sz="3200" dirty="0"/>
          </a:p>
          <a:p>
            <a:pPr marL="0" lvl="0" indent="0">
              <a:spcBef>
                <a:spcPts val="560"/>
              </a:spcBef>
              <a:buClr>
                <a:schemeClr val="dk2"/>
              </a:buClr>
              <a:buSzPts val="2800"/>
              <a:buNone/>
            </a:pPr>
            <a:r>
              <a:rPr lang="en-US" sz="3600" b="1" dirty="0">
                <a:ea typeface="Century Gothic"/>
                <a:cs typeface="Century Gothic"/>
                <a:sym typeface="Century Gothic"/>
              </a:rPr>
              <a:t>Risk-seeking</a:t>
            </a:r>
            <a:endParaRPr lang="en-US" sz="3600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sz="3200" dirty="0">
                <a:ea typeface="Century Gothic"/>
                <a:cs typeface="Century Gothic"/>
                <a:sym typeface="Century Gothic"/>
              </a:rPr>
              <a:t>Chooses commission-based pay hoping for a big payout despite risk</a:t>
            </a:r>
          </a:p>
          <a:p>
            <a:pPr>
              <a:spcBef>
                <a:spcPts val="480"/>
              </a:spcBef>
              <a:buSzPts val="2400"/>
            </a:pPr>
            <a:endParaRPr lang="en-US" sz="3600" dirty="0">
              <a:ea typeface="Century Gothic"/>
              <a:cs typeface="Century Gothic"/>
              <a:sym typeface="Century Gothic"/>
            </a:endParaRPr>
          </a:p>
          <a:p>
            <a:pPr marL="0" indent="0">
              <a:spcBef>
                <a:spcPts val="480"/>
              </a:spcBef>
              <a:buSzPts val="2400"/>
              <a:buNone/>
            </a:pPr>
            <a:r>
              <a:rPr lang="en-US" sz="3600" b="1" dirty="0">
                <a:ea typeface="Century Gothic"/>
                <a:cs typeface="Century Gothic"/>
                <a:sym typeface="Century Gothic"/>
              </a:rPr>
              <a:t>Risk-neutral:</a:t>
            </a:r>
          </a:p>
          <a:p>
            <a:pPr lvl="1">
              <a:spcBef>
                <a:spcPts val="480"/>
              </a:spcBef>
              <a:buSzPts val="2400"/>
            </a:pPr>
            <a:r>
              <a:rPr lang="en-US" sz="3200" dirty="0">
                <a:ea typeface="Century Gothic"/>
                <a:cs typeface="Century Gothic"/>
                <a:sym typeface="Century Gothic"/>
              </a:rPr>
              <a:t>Indifferent between salary or commission as long as average payout is the same</a:t>
            </a:r>
          </a:p>
          <a:p>
            <a:pPr lvl="1">
              <a:spcBef>
                <a:spcPts val="480"/>
              </a:spcBef>
              <a:buSzPts val="2400"/>
            </a:pPr>
            <a:endParaRPr lang="en-US" dirty="0">
              <a:ea typeface="Century Gothic"/>
              <a:cs typeface="Century Gothic"/>
              <a:sym typeface="Century Gothic"/>
            </a:endParaRP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29280D5-3755-58F5-EE99-7DE79D2EF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0798"/>
          </a:xfrm>
        </p:spPr>
        <p:txBody>
          <a:bodyPr/>
          <a:lstStyle/>
          <a:p>
            <a:r>
              <a:rPr lang="en-US" dirty="0"/>
              <a:t>Risk attitude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6882E-6AFB-FCA9-0D6D-CE391FC9FA65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  <p:pic>
        <p:nvPicPr>
          <p:cNvPr id="4" name="Graphic 3" descr="For Sale with solid fill">
            <a:extLst>
              <a:ext uri="{FF2B5EF4-FFF2-40B4-BE49-F238E27FC236}">
                <a16:creationId xmlns:a16="http://schemas.microsoft.com/office/drawing/2014/main" id="{03A7865E-3D77-6443-1F83-BE6D26E6B0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18361" y="2408775"/>
            <a:ext cx="1747029" cy="1747029"/>
          </a:xfrm>
          <a:prstGeom prst="rect">
            <a:avLst/>
          </a:prstGeom>
        </p:spPr>
      </p:pic>
      <p:pic>
        <p:nvPicPr>
          <p:cNvPr id="8" name="Graphic 7" descr="Money outline">
            <a:extLst>
              <a:ext uri="{FF2B5EF4-FFF2-40B4-BE49-F238E27FC236}">
                <a16:creationId xmlns:a16="http://schemas.microsoft.com/office/drawing/2014/main" id="{FEC7C9CE-4053-1CD3-BC24-09CC34729F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14337" y="1041684"/>
            <a:ext cx="1209101" cy="1209101"/>
          </a:xfrm>
          <a:prstGeom prst="rect">
            <a:avLst/>
          </a:prstGeom>
        </p:spPr>
      </p:pic>
      <p:pic>
        <p:nvPicPr>
          <p:cNvPr id="10" name="Graphic 9" descr="Woman Shrugging outline">
            <a:extLst>
              <a:ext uri="{FF2B5EF4-FFF2-40B4-BE49-F238E27FC236}">
                <a16:creationId xmlns:a16="http://schemas.microsoft.com/office/drawing/2014/main" id="{2F53DBCC-49D7-1E68-9029-17C8D3CF9E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14337" y="4373025"/>
            <a:ext cx="1355075" cy="135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331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F388B-D3D7-6B1C-0AD7-B89A4E6E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8C1AA9D-7B09-1C16-F7FD-87CE9011F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decision trees: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5AEFEE-8B4C-6485-2D02-988701629D9E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D9231B7-9ABE-93DC-2E78-5919A0E85C9D}"/>
              </a:ext>
            </a:extLst>
          </p:cNvPr>
          <p:cNvGrpSpPr/>
          <p:nvPr/>
        </p:nvGrpSpPr>
        <p:grpSpPr>
          <a:xfrm>
            <a:off x="1797273" y="1590104"/>
            <a:ext cx="7258593" cy="5031420"/>
            <a:chOff x="1962526" y="2220303"/>
            <a:chExt cx="5757995" cy="3967888"/>
          </a:xfrm>
        </p:grpSpPr>
        <p:sp>
          <p:nvSpPr>
            <p:cNvPr id="8" name="Google Shape;249;p26">
              <a:extLst>
                <a:ext uri="{FF2B5EF4-FFF2-40B4-BE49-F238E27FC236}">
                  <a16:creationId xmlns:a16="http://schemas.microsoft.com/office/drawing/2014/main" id="{D88446CE-493C-931E-32E5-85152884B793}"/>
                </a:ext>
              </a:extLst>
            </p:cNvPr>
            <p:cNvSpPr/>
            <p:nvPr/>
          </p:nvSpPr>
          <p:spPr>
            <a:xfrm>
              <a:off x="1962526" y="4086339"/>
              <a:ext cx="1163241" cy="907336"/>
            </a:xfrm>
            <a:prstGeom prst="rect">
              <a:avLst/>
            </a:prstGeom>
            <a:noFill/>
            <a:ln w="25400" cap="flat" cmpd="sng">
              <a:solidFill>
                <a:srgbClr val="3366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366FF"/>
                </a:buClr>
                <a:buSzPts val="1800"/>
                <a:buFont typeface="Palatino Linotype"/>
                <a:buNone/>
              </a:pPr>
              <a:r>
                <a:rPr lang="en-US" sz="1600" b="1" dirty="0">
                  <a:solidFill>
                    <a:srgbClr val="3366FF"/>
                  </a:solidFill>
                  <a:latin typeface="Arial (Headings)"/>
                  <a:ea typeface="Palatino Linotype"/>
                  <a:cs typeface="Palatino Linotype"/>
                  <a:sym typeface="Palatino Linotype"/>
                </a:rPr>
                <a:t>Decision</a:t>
              </a:r>
              <a:endParaRPr sz="1600" dirty="0">
                <a:latin typeface="Arial (Headings)"/>
              </a:endParaRPr>
            </a:p>
          </p:txBody>
        </p:sp>
        <p:sp>
          <p:nvSpPr>
            <p:cNvPr id="9" name="Google Shape;250;p26">
              <a:extLst>
                <a:ext uri="{FF2B5EF4-FFF2-40B4-BE49-F238E27FC236}">
                  <a16:creationId xmlns:a16="http://schemas.microsoft.com/office/drawing/2014/main" id="{EF16655E-200B-CC3B-0497-90807CAA8AE9}"/>
                </a:ext>
              </a:extLst>
            </p:cNvPr>
            <p:cNvSpPr/>
            <p:nvPr/>
          </p:nvSpPr>
          <p:spPr>
            <a:xfrm>
              <a:off x="4519840" y="3077692"/>
              <a:ext cx="716852" cy="655931"/>
            </a:xfrm>
            <a:prstGeom prst="ellipse">
              <a:avLst/>
            </a:prstGeom>
            <a:noFill/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alatino Linotype"/>
                <a:buNone/>
              </a:pPr>
              <a:endParaRPr sz="1600" b="0" i="0" u="none" strike="noStrike" cap="none">
                <a:solidFill>
                  <a:srgbClr val="FF0000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0" name="Google Shape;251;p26">
              <a:extLst>
                <a:ext uri="{FF2B5EF4-FFF2-40B4-BE49-F238E27FC236}">
                  <a16:creationId xmlns:a16="http://schemas.microsoft.com/office/drawing/2014/main" id="{280C6907-BD5B-1005-BD2E-F9CC84BF76EF}"/>
                </a:ext>
              </a:extLst>
            </p:cNvPr>
            <p:cNvSpPr/>
            <p:nvPr/>
          </p:nvSpPr>
          <p:spPr>
            <a:xfrm>
              <a:off x="4519840" y="4993675"/>
              <a:ext cx="716852" cy="721636"/>
            </a:xfrm>
            <a:prstGeom prst="ellipse">
              <a:avLst/>
            </a:prstGeom>
            <a:noFill/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1" name="Google Shape;252;p26">
              <a:extLst>
                <a:ext uri="{FF2B5EF4-FFF2-40B4-BE49-F238E27FC236}">
                  <a16:creationId xmlns:a16="http://schemas.microsoft.com/office/drawing/2014/main" id="{30156DEB-D88E-214E-7DFE-02F2C7E52B26}"/>
                </a:ext>
              </a:extLst>
            </p:cNvPr>
            <p:cNvSpPr/>
            <p:nvPr/>
          </p:nvSpPr>
          <p:spPr>
            <a:xfrm>
              <a:off x="6129936" y="2669054"/>
              <a:ext cx="884738" cy="721636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2" name="Google Shape;253;p26">
              <a:extLst>
                <a:ext uri="{FF2B5EF4-FFF2-40B4-BE49-F238E27FC236}">
                  <a16:creationId xmlns:a16="http://schemas.microsoft.com/office/drawing/2014/main" id="{A3F63A34-85A7-EC58-191D-9BCDF1353D05}"/>
                </a:ext>
              </a:extLst>
            </p:cNvPr>
            <p:cNvSpPr/>
            <p:nvPr/>
          </p:nvSpPr>
          <p:spPr>
            <a:xfrm>
              <a:off x="6129936" y="3547527"/>
              <a:ext cx="884738" cy="721636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3" name="Google Shape;254;p26">
              <a:extLst>
                <a:ext uri="{FF2B5EF4-FFF2-40B4-BE49-F238E27FC236}">
                  <a16:creationId xmlns:a16="http://schemas.microsoft.com/office/drawing/2014/main" id="{2BE9F4D6-DC0B-631E-4847-C7719930B849}"/>
                </a:ext>
              </a:extLst>
            </p:cNvPr>
            <p:cNvSpPr/>
            <p:nvPr/>
          </p:nvSpPr>
          <p:spPr>
            <a:xfrm>
              <a:off x="6129936" y="4632857"/>
              <a:ext cx="884738" cy="721636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4" name="Google Shape;255;p26">
              <a:extLst>
                <a:ext uri="{FF2B5EF4-FFF2-40B4-BE49-F238E27FC236}">
                  <a16:creationId xmlns:a16="http://schemas.microsoft.com/office/drawing/2014/main" id="{34D63525-EBC6-C202-9F2C-71FED6D3CB32}"/>
                </a:ext>
              </a:extLst>
            </p:cNvPr>
            <p:cNvSpPr/>
            <p:nvPr/>
          </p:nvSpPr>
          <p:spPr>
            <a:xfrm>
              <a:off x="6129936" y="5466555"/>
              <a:ext cx="884738" cy="721636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cxnSp>
          <p:nvCxnSpPr>
            <p:cNvPr id="15" name="Google Shape;256;p26">
              <a:extLst>
                <a:ext uri="{FF2B5EF4-FFF2-40B4-BE49-F238E27FC236}">
                  <a16:creationId xmlns:a16="http://schemas.microsoft.com/office/drawing/2014/main" id="{1C7E31DE-865F-E727-1EAE-D8EA612400DC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 rot="10800000" flipH="1">
              <a:off x="3125767" y="3451607"/>
              <a:ext cx="1394100" cy="1088400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3366FF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6" name="Google Shape;257;p26">
              <a:extLst>
                <a:ext uri="{FF2B5EF4-FFF2-40B4-BE49-F238E27FC236}">
                  <a16:creationId xmlns:a16="http://schemas.microsoft.com/office/drawing/2014/main" id="{E9C71FB5-92A5-AA6A-DC3C-30A3B1FB4B3F}"/>
                </a:ext>
              </a:extLst>
            </p:cNvPr>
            <p:cNvCxnSpPr>
              <a:cxnSpLocks/>
              <a:stCxn id="8" idx="3"/>
              <a:endCxn id="10" idx="2"/>
            </p:cNvCxnSpPr>
            <p:nvPr/>
          </p:nvCxnSpPr>
          <p:spPr>
            <a:xfrm>
              <a:off x="3125767" y="4540008"/>
              <a:ext cx="1394073" cy="814486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3366FF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7" name="Google Shape;258;p26">
              <a:extLst>
                <a:ext uri="{FF2B5EF4-FFF2-40B4-BE49-F238E27FC236}">
                  <a16:creationId xmlns:a16="http://schemas.microsoft.com/office/drawing/2014/main" id="{D2D038A0-CB92-57DC-3E8E-36E99725E828}"/>
                </a:ext>
              </a:extLst>
            </p:cNvPr>
            <p:cNvCxnSpPr>
              <a:cxnSpLocks/>
              <a:stCxn id="9" idx="6"/>
              <a:endCxn id="11" idx="3"/>
            </p:cNvCxnSpPr>
            <p:nvPr/>
          </p:nvCxnSpPr>
          <p:spPr>
            <a:xfrm flipV="1">
              <a:off x="5236693" y="3029872"/>
              <a:ext cx="893244" cy="375785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8" name="Google Shape;259;p26">
              <a:extLst>
                <a:ext uri="{FF2B5EF4-FFF2-40B4-BE49-F238E27FC236}">
                  <a16:creationId xmlns:a16="http://schemas.microsoft.com/office/drawing/2014/main" id="{D9C80864-1B42-7997-43DC-C73EE3AB8D83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>
              <a:off x="5236693" y="3405658"/>
              <a:ext cx="893244" cy="502687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9" name="Google Shape;260;p26">
              <a:extLst>
                <a:ext uri="{FF2B5EF4-FFF2-40B4-BE49-F238E27FC236}">
                  <a16:creationId xmlns:a16="http://schemas.microsoft.com/office/drawing/2014/main" id="{70A265B9-642F-5BD1-7E87-FB4783058E0C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 flipV="1">
              <a:off x="5236693" y="4993571"/>
              <a:ext cx="893100" cy="360922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20" name="Google Shape;261;p26">
              <a:extLst>
                <a:ext uri="{FF2B5EF4-FFF2-40B4-BE49-F238E27FC236}">
                  <a16:creationId xmlns:a16="http://schemas.microsoft.com/office/drawing/2014/main" id="{DA3EED77-962F-822F-AE0F-054A8CE4BC5F}"/>
                </a:ext>
              </a:extLst>
            </p:cNvPr>
            <p:cNvCxnSpPr>
              <a:cxnSpLocks/>
              <a:stCxn id="10" idx="6"/>
              <a:endCxn id="14" idx="3"/>
            </p:cNvCxnSpPr>
            <p:nvPr/>
          </p:nvCxnSpPr>
          <p:spPr>
            <a:xfrm>
              <a:off x="5236693" y="5354493"/>
              <a:ext cx="893244" cy="472880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sp>
          <p:nvSpPr>
            <p:cNvPr id="21" name="Google Shape;262;p26">
              <a:extLst>
                <a:ext uri="{FF2B5EF4-FFF2-40B4-BE49-F238E27FC236}">
                  <a16:creationId xmlns:a16="http://schemas.microsoft.com/office/drawing/2014/main" id="{3A55B6E8-1DFE-FFDC-0D10-8320BCE77C15}"/>
                </a:ext>
              </a:extLst>
            </p:cNvPr>
            <p:cNvSpPr txBox="1"/>
            <p:nvPr/>
          </p:nvSpPr>
          <p:spPr>
            <a:xfrm>
              <a:off x="6022620" y="2220303"/>
              <a:ext cx="169790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 dirty="0">
                  <a:solidFill>
                    <a:schemeClr val="dk1"/>
                  </a:solidFill>
                  <a:latin typeface="Arial (Headings)"/>
                  <a:ea typeface="Palatino Linotype"/>
                  <a:cs typeface="Palatino Linotype"/>
                  <a:sym typeface="Palatino Linotype"/>
                </a:rPr>
                <a:t>Consequences</a:t>
              </a:r>
              <a:endParaRPr sz="2000" b="1" dirty="0">
                <a:solidFill>
                  <a:schemeClr val="dk1"/>
                </a:solidFill>
                <a:latin typeface="Arial (Headings)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2" name="Google Shape;263;p26">
              <a:extLst>
                <a:ext uri="{FF2B5EF4-FFF2-40B4-BE49-F238E27FC236}">
                  <a16:creationId xmlns:a16="http://schemas.microsoft.com/office/drawing/2014/main" id="{3E34DA1B-904F-0559-68D4-DF09C1C6417C}"/>
                </a:ext>
              </a:extLst>
            </p:cNvPr>
            <p:cNvSpPr txBox="1"/>
            <p:nvPr/>
          </p:nvSpPr>
          <p:spPr>
            <a:xfrm>
              <a:off x="2666170" y="3231427"/>
              <a:ext cx="185367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 dirty="0">
                  <a:solidFill>
                    <a:srgbClr val="3366FF"/>
                  </a:solidFill>
                  <a:latin typeface="Arial (Headings)"/>
                  <a:ea typeface="Palatino Linotype"/>
                  <a:cs typeface="Palatino Linotype"/>
                  <a:sym typeface="Palatino Linotype"/>
                </a:rPr>
                <a:t>Alternatives</a:t>
              </a:r>
              <a:endParaRPr sz="2000" b="1" dirty="0">
                <a:solidFill>
                  <a:srgbClr val="3366FF"/>
                </a:solidFill>
                <a:latin typeface="Arial (Headings)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3" name="Google Shape;264;p26">
              <a:extLst>
                <a:ext uri="{FF2B5EF4-FFF2-40B4-BE49-F238E27FC236}">
                  <a16:creationId xmlns:a16="http://schemas.microsoft.com/office/drawing/2014/main" id="{9EF007B9-9F1E-BC80-EC6F-3EC012369020}"/>
                </a:ext>
              </a:extLst>
            </p:cNvPr>
            <p:cNvSpPr txBox="1"/>
            <p:nvPr/>
          </p:nvSpPr>
          <p:spPr>
            <a:xfrm>
              <a:off x="4254920" y="2468341"/>
              <a:ext cx="142832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 dirty="0">
                  <a:solidFill>
                    <a:srgbClr val="FF0000"/>
                  </a:solidFill>
                  <a:latin typeface="Arial (Headings)"/>
                  <a:ea typeface="Palatino Linotype"/>
                  <a:cs typeface="Palatino Linotype"/>
                  <a:sym typeface="Palatino Linotype"/>
                </a:rPr>
                <a:t>Uncertainty</a:t>
              </a:r>
              <a:endParaRPr sz="2000" b="1" dirty="0">
                <a:solidFill>
                  <a:srgbClr val="FF0000"/>
                </a:solidFill>
                <a:latin typeface="Arial (Headings)"/>
                <a:ea typeface="Palatino Linotype"/>
                <a:cs typeface="Palatino Linotype"/>
                <a:sym typeface="Palatino Linotype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B00D99B6-8662-9DF3-0B62-A6A497DEBF5D}"/>
              </a:ext>
            </a:extLst>
          </p:cNvPr>
          <p:cNvSpPr txBox="1"/>
          <p:nvPr/>
        </p:nvSpPr>
        <p:spPr>
          <a:xfrm>
            <a:off x="1029852" y="1274395"/>
            <a:ext cx="253961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</a:pPr>
            <a:r>
              <a:rPr lang="en-US" sz="2400" dirty="0">
                <a:latin typeface="Arial (Headings)"/>
                <a:ea typeface="Century Gothic"/>
                <a:cs typeface="Century Gothic"/>
                <a:sym typeface="Century Gothic"/>
              </a:rPr>
              <a:t>A u</a:t>
            </a:r>
            <a:r>
              <a:rPr lang="en-US" sz="2400" b="0" i="0" u="none" strike="noStrike" cap="none" dirty="0">
                <a:latin typeface="Arial (Headings)"/>
                <a:ea typeface="Century Gothic"/>
                <a:cs typeface="Century Gothic"/>
                <a:sym typeface="Century Gothic"/>
              </a:rPr>
              <a:t>seful tool for dealing with </a:t>
            </a:r>
            <a:r>
              <a:rPr lang="en-US" sz="2400" dirty="0">
                <a:latin typeface="Arial (Headings)"/>
                <a:ea typeface="Century Gothic"/>
                <a:cs typeface="Century Gothic"/>
                <a:sym typeface="Century Gothic"/>
              </a:rPr>
              <a:t>u</a:t>
            </a:r>
            <a:r>
              <a:rPr lang="en-US" sz="2400" b="0" i="0" u="none" strike="noStrike" cap="none" dirty="0">
                <a:latin typeface="Arial (Headings)"/>
                <a:ea typeface="Century Gothic"/>
                <a:cs typeface="Century Gothic"/>
                <a:sym typeface="Century Gothic"/>
              </a:rPr>
              <a:t>ncertainty</a:t>
            </a:r>
            <a:endParaRPr lang="en-US" sz="2400" dirty="0">
              <a:latin typeface="Arial (Headings)"/>
            </a:endParaRPr>
          </a:p>
        </p:txBody>
      </p:sp>
    </p:spTree>
    <p:extLst>
      <p:ext uri="{BB962C8B-B14F-4D97-AF65-F5344CB8AC3E}">
        <p14:creationId xmlns:p14="http://schemas.microsoft.com/office/powerpoint/2010/main" val="77739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6A4E42D-B2F6-1B23-E573-A7A78672CDCD}"/>
              </a:ext>
            </a:extLst>
          </p:cNvPr>
          <p:cNvGrpSpPr/>
          <p:nvPr/>
        </p:nvGrpSpPr>
        <p:grpSpPr>
          <a:xfrm>
            <a:off x="750064" y="1195071"/>
            <a:ext cx="10603736" cy="4945264"/>
            <a:chOff x="685037" y="1840185"/>
            <a:chExt cx="8166933" cy="4902737"/>
          </a:xfrm>
        </p:grpSpPr>
        <p:sp>
          <p:nvSpPr>
            <p:cNvPr id="5" name="Google Shape;280;p27">
              <a:extLst>
                <a:ext uri="{FF2B5EF4-FFF2-40B4-BE49-F238E27FC236}">
                  <a16:creationId xmlns:a16="http://schemas.microsoft.com/office/drawing/2014/main" id="{BFA36054-CF56-95CA-458C-B0ADEE4D6EDE}"/>
                </a:ext>
              </a:extLst>
            </p:cNvPr>
            <p:cNvSpPr/>
            <p:nvPr/>
          </p:nvSpPr>
          <p:spPr>
            <a:xfrm>
              <a:off x="685037" y="3793585"/>
              <a:ext cx="1327141" cy="1323163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 to protect against an invasive species?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81;p27">
              <a:extLst>
                <a:ext uri="{FF2B5EF4-FFF2-40B4-BE49-F238E27FC236}">
                  <a16:creationId xmlns:a16="http://schemas.microsoft.com/office/drawing/2014/main" id="{7E835A70-0996-C947-B30A-CD6E48779FAF}"/>
                </a:ext>
              </a:extLst>
            </p:cNvPr>
            <p:cNvSpPr/>
            <p:nvPr/>
          </p:nvSpPr>
          <p:spPr>
            <a:xfrm>
              <a:off x="3674217" y="2993094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82;p27">
              <a:extLst>
                <a:ext uri="{FF2B5EF4-FFF2-40B4-BE49-F238E27FC236}">
                  <a16:creationId xmlns:a16="http://schemas.microsoft.com/office/drawing/2014/main" id="{CA826BF5-80CC-C843-CCAA-9DA212506E76}"/>
                </a:ext>
              </a:extLst>
            </p:cNvPr>
            <p:cNvSpPr/>
            <p:nvPr/>
          </p:nvSpPr>
          <p:spPr>
            <a:xfrm>
              <a:off x="3708513" y="5224186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83;p27">
              <a:extLst>
                <a:ext uri="{FF2B5EF4-FFF2-40B4-BE49-F238E27FC236}">
                  <a16:creationId xmlns:a16="http://schemas.microsoft.com/office/drawing/2014/main" id="{44DE9119-A186-A837-5387-8B92BC7F6DE9}"/>
                </a:ext>
              </a:extLst>
            </p:cNvPr>
            <p:cNvSpPr/>
            <p:nvPr/>
          </p:nvSpPr>
          <p:spPr>
            <a:xfrm>
              <a:off x="5937661" y="2260369"/>
              <a:ext cx="1440601" cy="1062224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sacrifices some habitat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84;p27">
              <a:extLst>
                <a:ext uri="{FF2B5EF4-FFF2-40B4-BE49-F238E27FC236}">
                  <a16:creationId xmlns:a16="http://schemas.microsoft.com/office/drawing/2014/main" id="{08C5953C-8A97-EEFA-D1FE-0ED7AB851B46}"/>
                </a:ext>
              </a:extLst>
            </p:cNvPr>
            <p:cNvSpPr/>
            <p:nvPr/>
          </p:nvSpPr>
          <p:spPr>
            <a:xfrm>
              <a:off x="5937662" y="3527487"/>
              <a:ext cx="1440600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buffers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85;p27">
              <a:extLst>
                <a:ext uri="{FF2B5EF4-FFF2-40B4-BE49-F238E27FC236}">
                  <a16:creationId xmlns:a16="http://schemas.microsoft.com/office/drawing/2014/main" id="{A1BBD417-070C-CA5F-7BC9-4696B5BFC918}"/>
                </a:ext>
              </a:extLst>
            </p:cNvPr>
            <p:cNvSpPr/>
            <p:nvPr/>
          </p:nvSpPr>
          <p:spPr>
            <a:xfrm>
              <a:off x="5937661" y="4642987"/>
              <a:ext cx="1440599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 not affected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86;p27">
              <a:extLst>
                <a:ext uri="{FF2B5EF4-FFF2-40B4-BE49-F238E27FC236}">
                  <a16:creationId xmlns:a16="http://schemas.microsoft.com/office/drawing/2014/main" id="{1B0E34CE-2A9C-9461-1504-61AF672E5026}"/>
                </a:ext>
              </a:extLst>
            </p:cNvPr>
            <p:cNvSpPr/>
            <p:nvPr/>
          </p:nvSpPr>
          <p:spPr>
            <a:xfrm>
              <a:off x="5937662" y="5795402"/>
              <a:ext cx="1440598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lost by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287;p27">
              <a:extLst>
                <a:ext uri="{FF2B5EF4-FFF2-40B4-BE49-F238E27FC236}">
                  <a16:creationId xmlns:a16="http://schemas.microsoft.com/office/drawing/2014/main" id="{7387C32D-C9F2-C5AB-47E6-3352D2CC3032}"/>
                </a:ext>
              </a:extLst>
            </p:cNvPr>
            <p:cNvCxnSpPr>
              <a:cxnSpLocks/>
              <a:stCxn id="6" idx="6"/>
              <a:endCxn id="8" idx="1"/>
            </p:cNvCxnSpPr>
            <p:nvPr/>
          </p:nvCxnSpPr>
          <p:spPr>
            <a:xfrm flipV="1">
              <a:off x="4612351" y="2791481"/>
              <a:ext cx="1325310" cy="58438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3" name="Google Shape;288;p27">
              <a:extLst>
                <a:ext uri="{FF2B5EF4-FFF2-40B4-BE49-F238E27FC236}">
                  <a16:creationId xmlns:a16="http://schemas.microsoft.com/office/drawing/2014/main" id="{276FEC7B-13FF-6867-5D30-F723705583DF}"/>
                </a:ext>
              </a:extLst>
            </p:cNvPr>
            <p:cNvCxnSpPr>
              <a:cxnSpLocks/>
              <a:stCxn id="6" idx="6"/>
              <a:endCxn id="9" idx="1"/>
            </p:cNvCxnSpPr>
            <p:nvPr/>
          </p:nvCxnSpPr>
          <p:spPr>
            <a:xfrm>
              <a:off x="4612350" y="3375867"/>
              <a:ext cx="1325312" cy="625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4" name="Google Shape;289;p27">
              <a:extLst>
                <a:ext uri="{FF2B5EF4-FFF2-40B4-BE49-F238E27FC236}">
                  <a16:creationId xmlns:a16="http://schemas.microsoft.com/office/drawing/2014/main" id="{65683474-0E83-5D36-C358-815A486D7287}"/>
                </a:ext>
              </a:extLst>
            </p:cNvPr>
            <p:cNvCxnSpPr>
              <a:cxnSpLocks/>
              <a:stCxn id="7" idx="6"/>
              <a:endCxn id="10" idx="1"/>
            </p:cNvCxnSpPr>
            <p:nvPr/>
          </p:nvCxnSpPr>
          <p:spPr>
            <a:xfrm flipV="1">
              <a:off x="4646646" y="5116747"/>
              <a:ext cx="1291015" cy="4902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5" name="Google Shape;290;p27">
              <a:extLst>
                <a:ext uri="{FF2B5EF4-FFF2-40B4-BE49-F238E27FC236}">
                  <a16:creationId xmlns:a16="http://schemas.microsoft.com/office/drawing/2014/main" id="{571ABDA4-90F5-282A-9C2C-C173CA120D89}"/>
                </a:ext>
              </a:extLst>
            </p:cNvPr>
            <p:cNvCxnSpPr>
              <a:cxnSpLocks/>
              <a:stCxn id="7" idx="6"/>
              <a:endCxn id="11" idx="1"/>
            </p:cNvCxnSpPr>
            <p:nvPr/>
          </p:nvCxnSpPr>
          <p:spPr>
            <a:xfrm>
              <a:off x="4646646" y="5606959"/>
              <a:ext cx="1291016" cy="66220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6" name="Google Shape;291;p27">
              <a:extLst>
                <a:ext uri="{FF2B5EF4-FFF2-40B4-BE49-F238E27FC236}">
                  <a16:creationId xmlns:a16="http://schemas.microsoft.com/office/drawing/2014/main" id="{BD92E3F7-C3BC-57DF-D695-6AF1A48BDC38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2012178" y="3375867"/>
              <a:ext cx="1662039" cy="107929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7" name="Google Shape;292;p27">
              <a:extLst>
                <a:ext uri="{FF2B5EF4-FFF2-40B4-BE49-F238E27FC236}">
                  <a16:creationId xmlns:a16="http://schemas.microsoft.com/office/drawing/2014/main" id="{59172FC8-0965-EDBF-1DF0-A0FA60E0F320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>
              <a:off x="2012178" y="4455166"/>
              <a:ext cx="1696335" cy="115179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18" name="Google Shape;294;p27">
              <a:extLst>
                <a:ext uri="{FF2B5EF4-FFF2-40B4-BE49-F238E27FC236}">
                  <a16:creationId xmlns:a16="http://schemas.microsoft.com/office/drawing/2014/main" id="{0E40CC91-AC12-A3AB-090D-9647A9AA714F}"/>
                </a:ext>
              </a:extLst>
            </p:cNvPr>
            <p:cNvSpPr txBox="1"/>
            <p:nvPr/>
          </p:nvSpPr>
          <p:spPr>
            <a:xfrm>
              <a:off x="4612350" y="2861220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95;p27">
              <a:extLst>
                <a:ext uri="{FF2B5EF4-FFF2-40B4-BE49-F238E27FC236}">
                  <a16:creationId xmlns:a16="http://schemas.microsoft.com/office/drawing/2014/main" id="{685A19EF-4FBC-99F0-E9C4-A15B31B3C307}"/>
                </a:ext>
              </a:extLst>
            </p:cNvPr>
            <p:cNvSpPr txBox="1"/>
            <p:nvPr/>
          </p:nvSpPr>
          <p:spPr>
            <a:xfrm>
              <a:off x="4612350" y="5070297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96;p27">
              <a:extLst>
                <a:ext uri="{FF2B5EF4-FFF2-40B4-BE49-F238E27FC236}">
                  <a16:creationId xmlns:a16="http://schemas.microsoft.com/office/drawing/2014/main" id="{C8EAAE03-6D11-01DA-845F-A582B7BD809F}"/>
                </a:ext>
              </a:extLst>
            </p:cNvPr>
            <p:cNvSpPr txBox="1"/>
            <p:nvPr/>
          </p:nvSpPr>
          <p:spPr>
            <a:xfrm>
              <a:off x="4525890" y="3616205"/>
              <a:ext cx="540999" cy="3237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97;p27">
              <a:extLst>
                <a:ext uri="{FF2B5EF4-FFF2-40B4-BE49-F238E27FC236}">
                  <a16:creationId xmlns:a16="http://schemas.microsoft.com/office/drawing/2014/main" id="{3182F2F5-8695-245E-E54D-7431E82BE694}"/>
                </a:ext>
              </a:extLst>
            </p:cNvPr>
            <p:cNvSpPr txBox="1"/>
            <p:nvPr/>
          </p:nvSpPr>
          <p:spPr>
            <a:xfrm>
              <a:off x="4525890" y="5835843"/>
              <a:ext cx="540999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302;p27">
              <a:extLst>
                <a:ext uri="{FF2B5EF4-FFF2-40B4-BE49-F238E27FC236}">
                  <a16:creationId xmlns:a16="http://schemas.microsoft.com/office/drawing/2014/main" id="{5B0E2B35-169B-B031-BDC7-F31F7EC56839}"/>
                </a:ext>
              </a:extLst>
            </p:cNvPr>
            <p:cNvSpPr/>
            <p:nvPr/>
          </p:nvSpPr>
          <p:spPr>
            <a:xfrm rot="19911142">
              <a:off x="2627154" y="3835080"/>
              <a:ext cx="777168" cy="2889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304;p27">
              <a:extLst>
                <a:ext uri="{FF2B5EF4-FFF2-40B4-BE49-F238E27FC236}">
                  <a16:creationId xmlns:a16="http://schemas.microsoft.com/office/drawing/2014/main" id="{6D951BDE-6904-3C2B-F222-CA8997E443CD}"/>
                </a:ext>
              </a:extLst>
            </p:cNvPr>
            <p:cNvSpPr txBox="1"/>
            <p:nvPr/>
          </p:nvSpPr>
          <p:spPr>
            <a:xfrm>
              <a:off x="7411372" y="1840185"/>
              <a:ext cx="1440598" cy="584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Acres of native habitat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" name="Google Shape;305;p27">
              <a:extLst>
                <a:ext uri="{FF2B5EF4-FFF2-40B4-BE49-F238E27FC236}">
                  <a16:creationId xmlns:a16="http://schemas.microsoft.com/office/drawing/2014/main" id="{35CF0902-B733-FB67-8C9F-688B91720B1E}"/>
                </a:ext>
              </a:extLst>
            </p:cNvPr>
            <p:cNvSpPr txBox="1"/>
            <p:nvPr/>
          </p:nvSpPr>
          <p:spPr>
            <a:xfrm>
              <a:off x="7719854" y="2584863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70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" name="Google Shape;306;p27">
              <a:extLst>
                <a:ext uri="{FF2B5EF4-FFF2-40B4-BE49-F238E27FC236}">
                  <a16:creationId xmlns:a16="http://schemas.microsoft.com/office/drawing/2014/main" id="{A29D5C18-A37A-6879-DC58-B680CFC0B8B0}"/>
                </a:ext>
              </a:extLst>
            </p:cNvPr>
            <p:cNvSpPr txBox="1"/>
            <p:nvPr/>
          </p:nvSpPr>
          <p:spPr>
            <a:xfrm>
              <a:off x="7714594" y="379358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20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" name="Google Shape;307;p27">
              <a:extLst>
                <a:ext uri="{FF2B5EF4-FFF2-40B4-BE49-F238E27FC236}">
                  <a16:creationId xmlns:a16="http://schemas.microsoft.com/office/drawing/2014/main" id="{C2739579-9B3E-DC60-4C20-EBEA658F5A25}"/>
                </a:ext>
              </a:extLst>
            </p:cNvPr>
            <p:cNvSpPr txBox="1"/>
            <p:nvPr/>
          </p:nvSpPr>
          <p:spPr>
            <a:xfrm>
              <a:off x="7740866" y="4876179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100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" name="Google Shape;308;p27">
              <a:extLst>
                <a:ext uri="{FF2B5EF4-FFF2-40B4-BE49-F238E27FC236}">
                  <a16:creationId xmlns:a16="http://schemas.microsoft.com/office/drawing/2014/main" id="{20FDAF56-D726-9FC2-57F6-369CC7854100}"/>
                </a:ext>
              </a:extLst>
            </p:cNvPr>
            <p:cNvSpPr txBox="1"/>
            <p:nvPr/>
          </p:nvSpPr>
          <p:spPr>
            <a:xfrm>
              <a:off x="7688308" y="599030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 </a:t>
              </a: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6" name="Title 1">
            <a:extLst>
              <a:ext uri="{FF2B5EF4-FFF2-40B4-BE49-F238E27FC236}">
                <a16:creationId xmlns:a16="http://schemas.microsoft.com/office/drawing/2014/main" id="{B858D974-29ED-6755-D57D-E805F6A86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78" y="113109"/>
            <a:ext cx="10515600" cy="846730"/>
          </a:xfrm>
        </p:spPr>
        <p:txBody>
          <a:bodyPr>
            <a:normAutofit/>
          </a:bodyPr>
          <a:lstStyle/>
          <a:p>
            <a:r>
              <a:rPr lang="en-US" dirty="0"/>
              <a:t>Decision tree example: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08A0594-ACA7-A90E-3B6E-27D1471F2B65}"/>
              </a:ext>
            </a:extLst>
          </p:cNvPr>
          <p:cNvSpPr txBox="1"/>
          <p:nvPr/>
        </p:nvSpPr>
        <p:spPr>
          <a:xfrm>
            <a:off x="872022" y="784278"/>
            <a:ext cx="10758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ea typeface="Times New Roman"/>
                <a:cs typeface="Times New Roman"/>
                <a:sym typeface="Times New Roman"/>
              </a:rPr>
              <a:t>Decision = Whether or not to create a no-habitat buffer around the refuge</a:t>
            </a:r>
            <a:endParaRPr lang="en-US" sz="2400" dirty="0"/>
          </a:p>
        </p:txBody>
      </p:sp>
      <p:sp>
        <p:nvSpPr>
          <p:cNvPr id="38" name="Google Shape;303;p27">
            <a:extLst>
              <a:ext uri="{FF2B5EF4-FFF2-40B4-BE49-F238E27FC236}">
                <a16:creationId xmlns:a16="http://schemas.microsoft.com/office/drawing/2014/main" id="{C15F724F-8056-CBFF-8A5E-EC647C4F02DD}"/>
              </a:ext>
            </a:extLst>
          </p:cNvPr>
          <p:cNvSpPr/>
          <p:nvPr/>
        </p:nvSpPr>
        <p:spPr>
          <a:xfrm rot="1689029">
            <a:off x="3012792" y="4531358"/>
            <a:ext cx="1217123" cy="2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No action</a:t>
            </a:r>
            <a:endParaRPr sz="2000" dirty="0">
              <a:solidFill>
                <a:schemeClr val="dk1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68F6F5-5BA7-B6CC-9BE8-02FC03728B3E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3834790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1124-8B63-A2EC-FF4A-082878447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8893DDF-7447-A56C-7902-088E5E2CA712}"/>
              </a:ext>
            </a:extLst>
          </p:cNvPr>
          <p:cNvGrpSpPr/>
          <p:nvPr/>
        </p:nvGrpSpPr>
        <p:grpSpPr>
          <a:xfrm>
            <a:off x="750064" y="1195071"/>
            <a:ext cx="10603736" cy="4945264"/>
            <a:chOff x="685037" y="1840185"/>
            <a:chExt cx="8166933" cy="4902737"/>
          </a:xfrm>
        </p:grpSpPr>
        <p:sp>
          <p:nvSpPr>
            <p:cNvPr id="5" name="Google Shape;280;p27">
              <a:extLst>
                <a:ext uri="{FF2B5EF4-FFF2-40B4-BE49-F238E27FC236}">
                  <a16:creationId xmlns:a16="http://schemas.microsoft.com/office/drawing/2014/main" id="{C0B7A27F-63B0-04A9-8485-1EE30E7AFEFF}"/>
                </a:ext>
              </a:extLst>
            </p:cNvPr>
            <p:cNvSpPr/>
            <p:nvPr/>
          </p:nvSpPr>
          <p:spPr>
            <a:xfrm>
              <a:off x="685037" y="3793585"/>
              <a:ext cx="1327141" cy="1323163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 to protect against an invasive species?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81;p27">
              <a:extLst>
                <a:ext uri="{FF2B5EF4-FFF2-40B4-BE49-F238E27FC236}">
                  <a16:creationId xmlns:a16="http://schemas.microsoft.com/office/drawing/2014/main" id="{69B7B523-5116-4146-FEBA-8D5B3B4DEA2C}"/>
                </a:ext>
              </a:extLst>
            </p:cNvPr>
            <p:cNvSpPr/>
            <p:nvPr/>
          </p:nvSpPr>
          <p:spPr>
            <a:xfrm>
              <a:off x="3674217" y="2993094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82;p27">
              <a:extLst>
                <a:ext uri="{FF2B5EF4-FFF2-40B4-BE49-F238E27FC236}">
                  <a16:creationId xmlns:a16="http://schemas.microsoft.com/office/drawing/2014/main" id="{E2935ECA-75B3-7501-46CE-6AE141C26E36}"/>
                </a:ext>
              </a:extLst>
            </p:cNvPr>
            <p:cNvSpPr/>
            <p:nvPr/>
          </p:nvSpPr>
          <p:spPr>
            <a:xfrm>
              <a:off x="3708513" y="5224186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83;p27">
              <a:extLst>
                <a:ext uri="{FF2B5EF4-FFF2-40B4-BE49-F238E27FC236}">
                  <a16:creationId xmlns:a16="http://schemas.microsoft.com/office/drawing/2014/main" id="{DC1CE9D0-46AB-53E0-76CF-A97E201251B3}"/>
                </a:ext>
              </a:extLst>
            </p:cNvPr>
            <p:cNvSpPr/>
            <p:nvPr/>
          </p:nvSpPr>
          <p:spPr>
            <a:xfrm>
              <a:off x="5937661" y="2260369"/>
              <a:ext cx="1440601" cy="1062224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sacrifices some habitat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84;p27">
              <a:extLst>
                <a:ext uri="{FF2B5EF4-FFF2-40B4-BE49-F238E27FC236}">
                  <a16:creationId xmlns:a16="http://schemas.microsoft.com/office/drawing/2014/main" id="{4B3962FD-EA91-37C7-4465-23E05CDBE7DF}"/>
                </a:ext>
              </a:extLst>
            </p:cNvPr>
            <p:cNvSpPr/>
            <p:nvPr/>
          </p:nvSpPr>
          <p:spPr>
            <a:xfrm>
              <a:off x="5937662" y="3527487"/>
              <a:ext cx="1440600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buffers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85;p27">
              <a:extLst>
                <a:ext uri="{FF2B5EF4-FFF2-40B4-BE49-F238E27FC236}">
                  <a16:creationId xmlns:a16="http://schemas.microsoft.com/office/drawing/2014/main" id="{C4A551DF-F232-2908-DE78-BC7EC190380F}"/>
                </a:ext>
              </a:extLst>
            </p:cNvPr>
            <p:cNvSpPr/>
            <p:nvPr/>
          </p:nvSpPr>
          <p:spPr>
            <a:xfrm>
              <a:off x="5937661" y="4642987"/>
              <a:ext cx="1440599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 not affected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86;p27">
              <a:extLst>
                <a:ext uri="{FF2B5EF4-FFF2-40B4-BE49-F238E27FC236}">
                  <a16:creationId xmlns:a16="http://schemas.microsoft.com/office/drawing/2014/main" id="{99624D42-A43F-8D4C-5493-1DBBFA3CAB03}"/>
                </a:ext>
              </a:extLst>
            </p:cNvPr>
            <p:cNvSpPr/>
            <p:nvPr/>
          </p:nvSpPr>
          <p:spPr>
            <a:xfrm>
              <a:off x="5937662" y="5795402"/>
              <a:ext cx="1440598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lost by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287;p27">
              <a:extLst>
                <a:ext uri="{FF2B5EF4-FFF2-40B4-BE49-F238E27FC236}">
                  <a16:creationId xmlns:a16="http://schemas.microsoft.com/office/drawing/2014/main" id="{CE9700D6-0CE3-5BD9-E140-9ACB88940CC3}"/>
                </a:ext>
              </a:extLst>
            </p:cNvPr>
            <p:cNvCxnSpPr>
              <a:cxnSpLocks/>
              <a:stCxn id="6" idx="6"/>
              <a:endCxn id="8" idx="1"/>
            </p:cNvCxnSpPr>
            <p:nvPr/>
          </p:nvCxnSpPr>
          <p:spPr>
            <a:xfrm flipV="1">
              <a:off x="4612351" y="2791481"/>
              <a:ext cx="1325310" cy="58438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3" name="Google Shape;288;p27">
              <a:extLst>
                <a:ext uri="{FF2B5EF4-FFF2-40B4-BE49-F238E27FC236}">
                  <a16:creationId xmlns:a16="http://schemas.microsoft.com/office/drawing/2014/main" id="{FEBC4EFE-A05C-2AA0-3EF8-8ACD9DCAD008}"/>
                </a:ext>
              </a:extLst>
            </p:cNvPr>
            <p:cNvCxnSpPr>
              <a:cxnSpLocks/>
              <a:stCxn id="6" idx="6"/>
              <a:endCxn id="9" idx="1"/>
            </p:cNvCxnSpPr>
            <p:nvPr/>
          </p:nvCxnSpPr>
          <p:spPr>
            <a:xfrm>
              <a:off x="4612350" y="3375867"/>
              <a:ext cx="1325312" cy="625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4" name="Google Shape;289;p27">
              <a:extLst>
                <a:ext uri="{FF2B5EF4-FFF2-40B4-BE49-F238E27FC236}">
                  <a16:creationId xmlns:a16="http://schemas.microsoft.com/office/drawing/2014/main" id="{B2EED0A4-2351-2257-C471-714BA921AC04}"/>
                </a:ext>
              </a:extLst>
            </p:cNvPr>
            <p:cNvCxnSpPr>
              <a:cxnSpLocks/>
              <a:stCxn id="7" idx="6"/>
              <a:endCxn id="10" idx="1"/>
            </p:cNvCxnSpPr>
            <p:nvPr/>
          </p:nvCxnSpPr>
          <p:spPr>
            <a:xfrm flipV="1">
              <a:off x="4646646" y="5116747"/>
              <a:ext cx="1291015" cy="4902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5" name="Google Shape;290;p27">
              <a:extLst>
                <a:ext uri="{FF2B5EF4-FFF2-40B4-BE49-F238E27FC236}">
                  <a16:creationId xmlns:a16="http://schemas.microsoft.com/office/drawing/2014/main" id="{9F42FF3B-77DA-39FE-9513-0526227E3EBF}"/>
                </a:ext>
              </a:extLst>
            </p:cNvPr>
            <p:cNvCxnSpPr>
              <a:cxnSpLocks/>
              <a:stCxn id="7" idx="6"/>
              <a:endCxn id="11" idx="1"/>
            </p:cNvCxnSpPr>
            <p:nvPr/>
          </p:nvCxnSpPr>
          <p:spPr>
            <a:xfrm>
              <a:off x="4646646" y="5606959"/>
              <a:ext cx="1291016" cy="66220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6" name="Google Shape;291;p27">
              <a:extLst>
                <a:ext uri="{FF2B5EF4-FFF2-40B4-BE49-F238E27FC236}">
                  <a16:creationId xmlns:a16="http://schemas.microsoft.com/office/drawing/2014/main" id="{2EC72C9D-4939-8F75-C2A5-757AB2807D7F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2012178" y="3375867"/>
              <a:ext cx="1662039" cy="107929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7" name="Google Shape;292;p27">
              <a:extLst>
                <a:ext uri="{FF2B5EF4-FFF2-40B4-BE49-F238E27FC236}">
                  <a16:creationId xmlns:a16="http://schemas.microsoft.com/office/drawing/2014/main" id="{1247F343-F1D6-109E-9D71-D259931C9A0A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>
              <a:off x="2012178" y="4455166"/>
              <a:ext cx="1696335" cy="115179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18" name="Google Shape;294;p27">
              <a:extLst>
                <a:ext uri="{FF2B5EF4-FFF2-40B4-BE49-F238E27FC236}">
                  <a16:creationId xmlns:a16="http://schemas.microsoft.com/office/drawing/2014/main" id="{C676033B-4B0C-F5B6-6C84-9FFC452EDA1E}"/>
                </a:ext>
              </a:extLst>
            </p:cNvPr>
            <p:cNvSpPr txBox="1"/>
            <p:nvPr/>
          </p:nvSpPr>
          <p:spPr>
            <a:xfrm>
              <a:off x="4612350" y="2861220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95;p27">
              <a:extLst>
                <a:ext uri="{FF2B5EF4-FFF2-40B4-BE49-F238E27FC236}">
                  <a16:creationId xmlns:a16="http://schemas.microsoft.com/office/drawing/2014/main" id="{3E9B2E2D-11E9-14FE-D481-DCE06F66F25A}"/>
                </a:ext>
              </a:extLst>
            </p:cNvPr>
            <p:cNvSpPr txBox="1"/>
            <p:nvPr/>
          </p:nvSpPr>
          <p:spPr>
            <a:xfrm>
              <a:off x="4612350" y="5070297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96;p27">
              <a:extLst>
                <a:ext uri="{FF2B5EF4-FFF2-40B4-BE49-F238E27FC236}">
                  <a16:creationId xmlns:a16="http://schemas.microsoft.com/office/drawing/2014/main" id="{8D2FB1BF-BD85-7D9F-7286-B6A66526528B}"/>
                </a:ext>
              </a:extLst>
            </p:cNvPr>
            <p:cNvSpPr txBox="1"/>
            <p:nvPr/>
          </p:nvSpPr>
          <p:spPr>
            <a:xfrm>
              <a:off x="4525890" y="3616205"/>
              <a:ext cx="540999" cy="3237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97;p27">
              <a:extLst>
                <a:ext uri="{FF2B5EF4-FFF2-40B4-BE49-F238E27FC236}">
                  <a16:creationId xmlns:a16="http://schemas.microsoft.com/office/drawing/2014/main" id="{B57D4384-42CA-61A4-2D7A-560E7748901B}"/>
                </a:ext>
              </a:extLst>
            </p:cNvPr>
            <p:cNvSpPr txBox="1"/>
            <p:nvPr/>
          </p:nvSpPr>
          <p:spPr>
            <a:xfrm>
              <a:off x="4525890" y="5835843"/>
              <a:ext cx="540999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302;p27">
              <a:extLst>
                <a:ext uri="{FF2B5EF4-FFF2-40B4-BE49-F238E27FC236}">
                  <a16:creationId xmlns:a16="http://schemas.microsoft.com/office/drawing/2014/main" id="{2A7DCA9D-AD5D-D9EB-8880-7904A7F445D0}"/>
                </a:ext>
              </a:extLst>
            </p:cNvPr>
            <p:cNvSpPr/>
            <p:nvPr/>
          </p:nvSpPr>
          <p:spPr>
            <a:xfrm rot="19911142">
              <a:off x="2610007" y="3837731"/>
              <a:ext cx="777168" cy="2889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304;p27">
              <a:extLst>
                <a:ext uri="{FF2B5EF4-FFF2-40B4-BE49-F238E27FC236}">
                  <a16:creationId xmlns:a16="http://schemas.microsoft.com/office/drawing/2014/main" id="{43E040BE-7A94-6FB4-31F4-77AB4950E296}"/>
                </a:ext>
              </a:extLst>
            </p:cNvPr>
            <p:cNvSpPr txBox="1"/>
            <p:nvPr/>
          </p:nvSpPr>
          <p:spPr>
            <a:xfrm>
              <a:off x="7411372" y="1840185"/>
              <a:ext cx="1440598" cy="584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Acres of native habitat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" name="Google Shape;305;p27">
              <a:extLst>
                <a:ext uri="{FF2B5EF4-FFF2-40B4-BE49-F238E27FC236}">
                  <a16:creationId xmlns:a16="http://schemas.microsoft.com/office/drawing/2014/main" id="{FF8D9CC2-059B-ECFF-A40F-89213836438E}"/>
                </a:ext>
              </a:extLst>
            </p:cNvPr>
            <p:cNvSpPr txBox="1"/>
            <p:nvPr/>
          </p:nvSpPr>
          <p:spPr>
            <a:xfrm>
              <a:off x="7719854" y="2584863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70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" name="Google Shape;306;p27">
              <a:extLst>
                <a:ext uri="{FF2B5EF4-FFF2-40B4-BE49-F238E27FC236}">
                  <a16:creationId xmlns:a16="http://schemas.microsoft.com/office/drawing/2014/main" id="{CDEDB367-4710-B324-17A8-10E230A8528A}"/>
                </a:ext>
              </a:extLst>
            </p:cNvPr>
            <p:cNvSpPr txBox="1"/>
            <p:nvPr/>
          </p:nvSpPr>
          <p:spPr>
            <a:xfrm>
              <a:off x="7714594" y="379358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20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" name="Google Shape;307;p27">
              <a:extLst>
                <a:ext uri="{FF2B5EF4-FFF2-40B4-BE49-F238E27FC236}">
                  <a16:creationId xmlns:a16="http://schemas.microsoft.com/office/drawing/2014/main" id="{F0ACA69D-9CFF-10F1-A5F8-EE6C2E8D586F}"/>
                </a:ext>
              </a:extLst>
            </p:cNvPr>
            <p:cNvSpPr txBox="1"/>
            <p:nvPr/>
          </p:nvSpPr>
          <p:spPr>
            <a:xfrm>
              <a:off x="7740866" y="4876179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100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" name="Google Shape;308;p27">
              <a:extLst>
                <a:ext uri="{FF2B5EF4-FFF2-40B4-BE49-F238E27FC236}">
                  <a16:creationId xmlns:a16="http://schemas.microsoft.com/office/drawing/2014/main" id="{34A0021B-1959-9D19-CF93-577099282523}"/>
                </a:ext>
              </a:extLst>
            </p:cNvPr>
            <p:cNvSpPr txBox="1"/>
            <p:nvPr/>
          </p:nvSpPr>
          <p:spPr>
            <a:xfrm>
              <a:off x="7688308" y="599030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 </a:t>
              </a: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" name="Google Shape;298;p27">
            <a:extLst>
              <a:ext uri="{FF2B5EF4-FFF2-40B4-BE49-F238E27FC236}">
                <a16:creationId xmlns:a16="http://schemas.microsoft.com/office/drawing/2014/main" id="{4C670374-4690-857D-80E4-CCFB9D710708}"/>
              </a:ext>
            </a:extLst>
          </p:cNvPr>
          <p:cNvSpPr txBox="1"/>
          <p:nvPr/>
        </p:nvSpPr>
        <p:spPr>
          <a:xfrm rot="20334169">
            <a:off x="6415578" y="2056002"/>
            <a:ext cx="996051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0.65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9;p27">
            <a:extLst>
              <a:ext uri="{FF2B5EF4-FFF2-40B4-BE49-F238E27FC236}">
                <a16:creationId xmlns:a16="http://schemas.microsoft.com/office/drawing/2014/main" id="{E8969029-9F78-172D-15E5-52CC8A6090FD}"/>
              </a:ext>
            </a:extLst>
          </p:cNvPr>
          <p:cNvSpPr txBox="1"/>
          <p:nvPr/>
        </p:nvSpPr>
        <p:spPr>
          <a:xfrm rot="20604368">
            <a:off x="6447840" y="4358692"/>
            <a:ext cx="807520" cy="408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0;p27">
            <a:extLst>
              <a:ext uri="{FF2B5EF4-FFF2-40B4-BE49-F238E27FC236}">
                <a16:creationId xmlns:a16="http://schemas.microsoft.com/office/drawing/2014/main" id="{44F4101A-037C-6942-0970-EAB7777CE8BA}"/>
              </a:ext>
            </a:extLst>
          </p:cNvPr>
          <p:cNvSpPr txBox="1"/>
          <p:nvPr/>
        </p:nvSpPr>
        <p:spPr>
          <a:xfrm rot="1327241">
            <a:off x="6364304" y="5407963"/>
            <a:ext cx="1050027" cy="332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01;p27">
            <a:extLst>
              <a:ext uri="{FF2B5EF4-FFF2-40B4-BE49-F238E27FC236}">
                <a16:creationId xmlns:a16="http://schemas.microsoft.com/office/drawing/2014/main" id="{9D2A1436-33C9-3D5B-DEC2-8891647F5C0A}"/>
              </a:ext>
            </a:extLst>
          </p:cNvPr>
          <p:cNvSpPr txBox="1"/>
          <p:nvPr/>
        </p:nvSpPr>
        <p:spPr>
          <a:xfrm rot="1322405">
            <a:off x="6395666" y="3161756"/>
            <a:ext cx="1118622" cy="348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0.35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298;p27">
            <a:extLst>
              <a:ext uri="{FF2B5EF4-FFF2-40B4-BE49-F238E27FC236}">
                <a16:creationId xmlns:a16="http://schemas.microsoft.com/office/drawing/2014/main" id="{322160B7-E79E-14D5-5B6C-D57089A2B9C9}"/>
              </a:ext>
            </a:extLst>
          </p:cNvPr>
          <p:cNvSpPr txBox="1"/>
          <p:nvPr/>
        </p:nvSpPr>
        <p:spPr>
          <a:xfrm>
            <a:off x="1078330" y="1445530"/>
            <a:ext cx="2808178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*Adding probabilities</a:t>
            </a:r>
            <a:endParaRPr sz="2400" b="1"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E8C4F440-AEDC-A145-0C53-D28300C03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78" y="113109"/>
            <a:ext cx="10515600" cy="846730"/>
          </a:xfrm>
        </p:spPr>
        <p:txBody>
          <a:bodyPr>
            <a:normAutofit/>
          </a:bodyPr>
          <a:lstStyle/>
          <a:p>
            <a:r>
              <a:rPr lang="en-US" dirty="0"/>
              <a:t>Decision tree example: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B6C299D-2EBE-B13B-5DF5-BE29B9D01520}"/>
              </a:ext>
            </a:extLst>
          </p:cNvPr>
          <p:cNvSpPr txBox="1"/>
          <p:nvPr/>
        </p:nvSpPr>
        <p:spPr>
          <a:xfrm>
            <a:off x="872022" y="784278"/>
            <a:ext cx="10758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ea typeface="Times New Roman"/>
                <a:cs typeface="Times New Roman"/>
                <a:sym typeface="Times New Roman"/>
              </a:rPr>
              <a:t>Decision = Whether or not to create a no-habitat buffer around the refuge</a:t>
            </a:r>
            <a:endParaRPr lang="en-US" sz="2400" dirty="0"/>
          </a:p>
        </p:txBody>
      </p:sp>
      <p:sp>
        <p:nvSpPr>
          <p:cNvPr id="38" name="Google Shape;303;p27">
            <a:extLst>
              <a:ext uri="{FF2B5EF4-FFF2-40B4-BE49-F238E27FC236}">
                <a16:creationId xmlns:a16="http://schemas.microsoft.com/office/drawing/2014/main" id="{7145FDF4-D544-8970-C788-A7C4626FB128}"/>
              </a:ext>
            </a:extLst>
          </p:cNvPr>
          <p:cNvSpPr/>
          <p:nvPr/>
        </p:nvSpPr>
        <p:spPr>
          <a:xfrm rot="1689029">
            <a:off x="3012792" y="4531358"/>
            <a:ext cx="1217123" cy="2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No action</a:t>
            </a:r>
            <a:endParaRPr sz="2000" dirty="0">
              <a:solidFill>
                <a:schemeClr val="dk1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785CFC0-09DA-54EF-09EA-0F3F2CA80919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1475396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4DA62-6E5A-A9B0-2D73-1EDAD6D38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6577F-B191-3861-464B-059BBD9EE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78" y="113109"/>
            <a:ext cx="10515600" cy="846730"/>
          </a:xfrm>
        </p:spPr>
        <p:txBody>
          <a:bodyPr>
            <a:normAutofit/>
          </a:bodyPr>
          <a:lstStyle/>
          <a:p>
            <a:r>
              <a:rPr lang="en-US" dirty="0"/>
              <a:t>Decision tree example: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4D6F18-89F5-2AD1-9925-C4471E1A1F9C}"/>
              </a:ext>
            </a:extLst>
          </p:cNvPr>
          <p:cNvGrpSpPr/>
          <p:nvPr/>
        </p:nvGrpSpPr>
        <p:grpSpPr>
          <a:xfrm>
            <a:off x="750064" y="1195071"/>
            <a:ext cx="10603736" cy="4945264"/>
            <a:chOff x="685037" y="1840185"/>
            <a:chExt cx="8166933" cy="4902737"/>
          </a:xfrm>
        </p:grpSpPr>
        <p:sp>
          <p:nvSpPr>
            <p:cNvPr id="5" name="Google Shape;280;p27">
              <a:extLst>
                <a:ext uri="{FF2B5EF4-FFF2-40B4-BE49-F238E27FC236}">
                  <a16:creationId xmlns:a16="http://schemas.microsoft.com/office/drawing/2014/main" id="{B727D787-00C9-B468-3588-FDDE6E11B0D2}"/>
                </a:ext>
              </a:extLst>
            </p:cNvPr>
            <p:cNvSpPr/>
            <p:nvPr/>
          </p:nvSpPr>
          <p:spPr>
            <a:xfrm>
              <a:off x="685037" y="3793585"/>
              <a:ext cx="1327141" cy="1323163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 to protect against an invasive species?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81;p27">
              <a:extLst>
                <a:ext uri="{FF2B5EF4-FFF2-40B4-BE49-F238E27FC236}">
                  <a16:creationId xmlns:a16="http://schemas.microsoft.com/office/drawing/2014/main" id="{D8ED8E39-C049-BA99-7D3E-37755CD0D8C9}"/>
                </a:ext>
              </a:extLst>
            </p:cNvPr>
            <p:cNvSpPr/>
            <p:nvPr/>
          </p:nvSpPr>
          <p:spPr>
            <a:xfrm>
              <a:off x="3674217" y="2993094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82;p27">
              <a:extLst>
                <a:ext uri="{FF2B5EF4-FFF2-40B4-BE49-F238E27FC236}">
                  <a16:creationId xmlns:a16="http://schemas.microsoft.com/office/drawing/2014/main" id="{EFBD7CAC-5A69-76E8-46E7-5A4F996AE0B7}"/>
                </a:ext>
              </a:extLst>
            </p:cNvPr>
            <p:cNvSpPr/>
            <p:nvPr/>
          </p:nvSpPr>
          <p:spPr>
            <a:xfrm>
              <a:off x="3708513" y="5224186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83;p27">
              <a:extLst>
                <a:ext uri="{FF2B5EF4-FFF2-40B4-BE49-F238E27FC236}">
                  <a16:creationId xmlns:a16="http://schemas.microsoft.com/office/drawing/2014/main" id="{F55758B6-3657-4830-D385-61E99F8CF92A}"/>
                </a:ext>
              </a:extLst>
            </p:cNvPr>
            <p:cNvSpPr/>
            <p:nvPr/>
          </p:nvSpPr>
          <p:spPr>
            <a:xfrm>
              <a:off x="5937661" y="2260369"/>
              <a:ext cx="1440601" cy="1062224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sacrifices some habitat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84;p27">
              <a:extLst>
                <a:ext uri="{FF2B5EF4-FFF2-40B4-BE49-F238E27FC236}">
                  <a16:creationId xmlns:a16="http://schemas.microsoft.com/office/drawing/2014/main" id="{9C147B51-BDFA-7A35-8D51-45B8F8C80AAC}"/>
                </a:ext>
              </a:extLst>
            </p:cNvPr>
            <p:cNvSpPr/>
            <p:nvPr/>
          </p:nvSpPr>
          <p:spPr>
            <a:xfrm>
              <a:off x="5937662" y="3527487"/>
              <a:ext cx="1440600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buffers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85;p27">
              <a:extLst>
                <a:ext uri="{FF2B5EF4-FFF2-40B4-BE49-F238E27FC236}">
                  <a16:creationId xmlns:a16="http://schemas.microsoft.com/office/drawing/2014/main" id="{53D94364-3ADA-F8F8-7D63-0D3862E2F5AB}"/>
                </a:ext>
              </a:extLst>
            </p:cNvPr>
            <p:cNvSpPr/>
            <p:nvPr/>
          </p:nvSpPr>
          <p:spPr>
            <a:xfrm>
              <a:off x="5937661" y="4642987"/>
              <a:ext cx="1440599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 not affected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86;p27">
              <a:extLst>
                <a:ext uri="{FF2B5EF4-FFF2-40B4-BE49-F238E27FC236}">
                  <a16:creationId xmlns:a16="http://schemas.microsoft.com/office/drawing/2014/main" id="{54BA8801-D383-E0B7-7CA4-76B7990B0B94}"/>
                </a:ext>
              </a:extLst>
            </p:cNvPr>
            <p:cNvSpPr/>
            <p:nvPr/>
          </p:nvSpPr>
          <p:spPr>
            <a:xfrm>
              <a:off x="5937662" y="5795402"/>
              <a:ext cx="1440598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lost by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287;p27">
              <a:extLst>
                <a:ext uri="{FF2B5EF4-FFF2-40B4-BE49-F238E27FC236}">
                  <a16:creationId xmlns:a16="http://schemas.microsoft.com/office/drawing/2014/main" id="{5FDD0BC5-FE1A-50CB-C1DB-D1D006DC4906}"/>
                </a:ext>
              </a:extLst>
            </p:cNvPr>
            <p:cNvCxnSpPr>
              <a:cxnSpLocks/>
              <a:stCxn id="6" idx="6"/>
              <a:endCxn id="8" idx="1"/>
            </p:cNvCxnSpPr>
            <p:nvPr/>
          </p:nvCxnSpPr>
          <p:spPr>
            <a:xfrm flipV="1">
              <a:off x="4612351" y="2791481"/>
              <a:ext cx="1325310" cy="58438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3" name="Google Shape;288;p27">
              <a:extLst>
                <a:ext uri="{FF2B5EF4-FFF2-40B4-BE49-F238E27FC236}">
                  <a16:creationId xmlns:a16="http://schemas.microsoft.com/office/drawing/2014/main" id="{2AF1DEF1-AEBE-8557-568E-D075C40B2841}"/>
                </a:ext>
              </a:extLst>
            </p:cNvPr>
            <p:cNvCxnSpPr>
              <a:cxnSpLocks/>
              <a:stCxn id="6" idx="6"/>
              <a:endCxn id="9" idx="1"/>
            </p:cNvCxnSpPr>
            <p:nvPr/>
          </p:nvCxnSpPr>
          <p:spPr>
            <a:xfrm>
              <a:off x="4612350" y="3375867"/>
              <a:ext cx="1325312" cy="625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4" name="Google Shape;289;p27">
              <a:extLst>
                <a:ext uri="{FF2B5EF4-FFF2-40B4-BE49-F238E27FC236}">
                  <a16:creationId xmlns:a16="http://schemas.microsoft.com/office/drawing/2014/main" id="{DF3EB47A-F2C0-F3CB-3EB7-62617D3D8A92}"/>
                </a:ext>
              </a:extLst>
            </p:cNvPr>
            <p:cNvCxnSpPr>
              <a:cxnSpLocks/>
              <a:stCxn id="7" idx="6"/>
              <a:endCxn id="10" idx="1"/>
            </p:cNvCxnSpPr>
            <p:nvPr/>
          </p:nvCxnSpPr>
          <p:spPr>
            <a:xfrm flipV="1">
              <a:off x="4646646" y="5116747"/>
              <a:ext cx="1291015" cy="4902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5" name="Google Shape;290;p27">
              <a:extLst>
                <a:ext uri="{FF2B5EF4-FFF2-40B4-BE49-F238E27FC236}">
                  <a16:creationId xmlns:a16="http://schemas.microsoft.com/office/drawing/2014/main" id="{BD2EF115-8075-8EE1-11F9-4B6108C389F5}"/>
                </a:ext>
              </a:extLst>
            </p:cNvPr>
            <p:cNvCxnSpPr>
              <a:cxnSpLocks/>
              <a:stCxn id="7" idx="6"/>
              <a:endCxn id="11" idx="1"/>
            </p:cNvCxnSpPr>
            <p:nvPr/>
          </p:nvCxnSpPr>
          <p:spPr>
            <a:xfrm>
              <a:off x="4646646" y="5606959"/>
              <a:ext cx="1291016" cy="66220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6" name="Google Shape;291;p27">
              <a:extLst>
                <a:ext uri="{FF2B5EF4-FFF2-40B4-BE49-F238E27FC236}">
                  <a16:creationId xmlns:a16="http://schemas.microsoft.com/office/drawing/2014/main" id="{294E2DAC-B070-1DEA-CCCB-7FBC765C8B2E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2012178" y="3375867"/>
              <a:ext cx="1662039" cy="107929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7" name="Google Shape;292;p27">
              <a:extLst>
                <a:ext uri="{FF2B5EF4-FFF2-40B4-BE49-F238E27FC236}">
                  <a16:creationId xmlns:a16="http://schemas.microsoft.com/office/drawing/2014/main" id="{1C78014D-35D2-95A5-ECA3-A4059AF8AF34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>
              <a:off x="2012178" y="4455166"/>
              <a:ext cx="1696335" cy="115179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18" name="Google Shape;294;p27">
              <a:extLst>
                <a:ext uri="{FF2B5EF4-FFF2-40B4-BE49-F238E27FC236}">
                  <a16:creationId xmlns:a16="http://schemas.microsoft.com/office/drawing/2014/main" id="{A259E341-B7D3-D3FE-C6E1-999E825F2542}"/>
                </a:ext>
              </a:extLst>
            </p:cNvPr>
            <p:cNvSpPr txBox="1"/>
            <p:nvPr/>
          </p:nvSpPr>
          <p:spPr>
            <a:xfrm>
              <a:off x="4612350" y="2861220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95;p27">
              <a:extLst>
                <a:ext uri="{FF2B5EF4-FFF2-40B4-BE49-F238E27FC236}">
                  <a16:creationId xmlns:a16="http://schemas.microsoft.com/office/drawing/2014/main" id="{36A22F4E-87C2-2125-47C0-B5EAAED27CA4}"/>
                </a:ext>
              </a:extLst>
            </p:cNvPr>
            <p:cNvSpPr txBox="1"/>
            <p:nvPr/>
          </p:nvSpPr>
          <p:spPr>
            <a:xfrm>
              <a:off x="4612350" y="5070297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96;p27">
              <a:extLst>
                <a:ext uri="{FF2B5EF4-FFF2-40B4-BE49-F238E27FC236}">
                  <a16:creationId xmlns:a16="http://schemas.microsoft.com/office/drawing/2014/main" id="{4F833D3C-AC4B-6702-5A7E-C7078CED2765}"/>
                </a:ext>
              </a:extLst>
            </p:cNvPr>
            <p:cNvSpPr txBox="1"/>
            <p:nvPr/>
          </p:nvSpPr>
          <p:spPr>
            <a:xfrm>
              <a:off x="4525890" y="3616205"/>
              <a:ext cx="540999" cy="3237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97;p27">
              <a:extLst>
                <a:ext uri="{FF2B5EF4-FFF2-40B4-BE49-F238E27FC236}">
                  <a16:creationId xmlns:a16="http://schemas.microsoft.com/office/drawing/2014/main" id="{F4AA33E1-61F0-3061-1D67-204C38DDEE9F}"/>
                </a:ext>
              </a:extLst>
            </p:cNvPr>
            <p:cNvSpPr txBox="1"/>
            <p:nvPr/>
          </p:nvSpPr>
          <p:spPr>
            <a:xfrm>
              <a:off x="4525890" y="5835843"/>
              <a:ext cx="540999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302;p27">
              <a:extLst>
                <a:ext uri="{FF2B5EF4-FFF2-40B4-BE49-F238E27FC236}">
                  <a16:creationId xmlns:a16="http://schemas.microsoft.com/office/drawing/2014/main" id="{1691B737-2254-5A6E-BB4C-F83AB3A2EEDB}"/>
                </a:ext>
              </a:extLst>
            </p:cNvPr>
            <p:cNvSpPr/>
            <p:nvPr/>
          </p:nvSpPr>
          <p:spPr>
            <a:xfrm rot="19957951">
              <a:off x="2568415" y="3877991"/>
              <a:ext cx="777168" cy="2889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303;p27">
              <a:extLst>
                <a:ext uri="{FF2B5EF4-FFF2-40B4-BE49-F238E27FC236}">
                  <a16:creationId xmlns:a16="http://schemas.microsoft.com/office/drawing/2014/main" id="{15344548-2B50-97E7-57D7-9D807459A079}"/>
                </a:ext>
              </a:extLst>
            </p:cNvPr>
            <p:cNvSpPr/>
            <p:nvPr/>
          </p:nvSpPr>
          <p:spPr>
            <a:xfrm rot="1689029">
              <a:off x="2427776" y="5147781"/>
              <a:ext cx="937421" cy="2532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 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304;p27">
              <a:extLst>
                <a:ext uri="{FF2B5EF4-FFF2-40B4-BE49-F238E27FC236}">
                  <a16:creationId xmlns:a16="http://schemas.microsoft.com/office/drawing/2014/main" id="{A6975A57-6F32-BD76-BD4F-F80866660966}"/>
                </a:ext>
              </a:extLst>
            </p:cNvPr>
            <p:cNvSpPr txBox="1"/>
            <p:nvPr/>
          </p:nvSpPr>
          <p:spPr>
            <a:xfrm>
              <a:off x="7411372" y="1840185"/>
              <a:ext cx="1440598" cy="584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Acres of native habitat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" name="Google Shape;305;p27">
              <a:extLst>
                <a:ext uri="{FF2B5EF4-FFF2-40B4-BE49-F238E27FC236}">
                  <a16:creationId xmlns:a16="http://schemas.microsoft.com/office/drawing/2014/main" id="{55D50168-A72E-549E-8E4C-D77C3CA08E23}"/>
                </a:ext>
              </a:extLst>
            </p:cNvPr>
            <p:cNvSpPr txBox="1"/>
            <p:nvPr/>
          </p:nvSpPr>
          <p:spPr>
            <a:xfrm>
              <a:off x="7719854" y="2584863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70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" name="Google Shape;306;p27">
              <a:extLst>
                <a:ext uri="{FF2B5EF4-FFF2-40B4-BE49-F238E27FC236}">
                  <a16:creationId xmlns:a16="http://schemas.microsoft.com/office/drawing/2014/main" id="{56468E93-E38A-BF42-90E0-60BC62921B94}"/>
                </a:ext>
              </a:extLst>
            </p:cNvPr>
            <p:cNvSpPr txBox="1"/>
            <p:nvPr/>
          </p:nvSpPr>
          <p:spPr>
            <a:xfrm>
              <a:off x="7714594" y="379358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20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" name="Google Shape;307;p27">
              <a:extLst>
                <a:ext uri="{FF2B5EF4-FFF2-40B4-BE49-F238E27FC236}">
                  <a16:creationId xmlns:a16="http://schemas.microsoft.com/office/drawing/2014/main" id="{EBE3C0B3-6729-B784-D1FD-FB3B5E8FDCE5}"/>
                </a:ext>
              </a:extLst>
            </p:cNvPr>
            <p:cNvSpPr txBox="1"/>
            <p:nvPr/>
          </p:nvSpPr>
          <p:spPr>
            <a:xfrm>
              <a:off x="7740866" y="4876179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100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" name="Google Shape;308;p27">
              <a:extLst>
                <a:ext uri="{FF2B5EF4-FFF2-40B4-BE49-F238E27FC236}">
                  <a16:creationId xmlns:a16="http://schemas.microsoft.com/office/drawing/2014/main" id="{D18F77C5-809A-4E30-0BC8-F0E40FEA4517}"/>
                </a:ext>
              </a:extLst>
            </p:cNvPr>
            <p:cNvSpPr txBox="1"/>
            <p:nvPr/>
          </p:nvSpPr>
          <p:spPr>
            <a:xfrm>
              <a:off x="7688308" y="599030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 </a:t>
              </a: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1430A0D1-F3A2-7A2D-E8C3-6C7F7906A635}"/>
              </a:ext>
            </a:extLst>
          </p:cNvPr>
          <p:cNvSpPr txBox="1"/>
          <p:nvPr/>
        </p:nvSpPr>
        <p:spPr>
          <a:xfrm>
            <a:off x="872022" y="784278"/>
            <a:ext cx="10758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ea typeface="Times New Roman"/>
                <a:cs typeface="Times New Roman"/>
                <a:sym typeface="Times New Roman"/>
              </a:rPr>
              <a:t>Decision = Whether or not to create a no-habitat buffer around the refuge</a:t>
            </a:r>
            <a:endParaRPr lang="en-US" sz="2400" dirty="0"/>
          </a:p>
        </p:txBody>
      </p:sp>
      <p:sp>
        <p:nvSpPr>
          <p:cNvPr id="3" name="Google Shape;298;p27">
            <a:extLst>
              <a:ext uri="{FF2B5EF4-FFF2-40B4-BE49-F238E27FC236}">
                <a16:creationId xmlns:a16="http://schemas.microsoft.com/office/drawing/2014/main" id="{8B35A682-4C6C-049C-51AF-4D41941C00E5}"/>
              </a:ext>
            </a:extLst>
          </p:cNvPr>
          <p:cNvSpPr txBox="1"/>
          <p:nvPr/>
        </p:nvSpPr>
        <p:spPr>
          <a:xfrm rot="20334169">
            <a:off x="6415578" y="2056002"/>
            <a:ext cx="996051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0.65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9;p27">
            <a:extLst>
              <a:ext uri="{FF2B5EF4-FFF2-40B4-BE49-F238E27FC236}">
                <a16:creationId xmlns:a16="http://schemas.microsoft.com/office/drawing/2014/main" id="{2E8E7456-3473-038B-66D4-C36CB9257062}"/>
              </a:ext>
            </a:extLst>
          </p:cNvPr>
          <p:cNvSpPr txBox="1"/>
          <p:nvPr/>
        </p:nvSpPr>
        <p:spPr>
          <a:xfrm rot="20604368">
            <a:off x="6447840" y="4358692"/>
            <a:ext cx="807520" cy="408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0;p27">
            <a:extLst>
              <a:ext uri="{FF2B5EF4-FFF2-40B4-BE49-F238E27FC236}">
                <a16:creationId xmlns:a16="http://schemas.microsoft.com/office/drawing/2014/main" id="{51DDB550-4039-DA22-2A0E-F915EF1E6CBD}"/>
              </a:ext>
            </a:extLst>
          </p:cNvPr>
          <p:cNvSpPr txBox="1"/>
          <p:nvPr/>
        </p:nvSpPr>
        <p:spPr>
          <a:xfrm rot="1327241">
            <a:off x="6364304" y="5407963"/>
            <a:ext cx="1050027" cy="332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01;p27">
            <a:extLst>
              <a:ext uri="{FF2B5EF4-FFF2-40B4-BE49-F238E27FC236}">
                <a16:creationId xmlns:a16="http://schemas.microsoft.com/office/drawing/2014/main" id="{67D7D2EB-B5FB-C4E5-173B-A294F69C2307}"/>
              </a:ext>
            </a:extLst>
          </p:cNvPr>
          <p:cNvSpPr txBox="1"/>
          <p:nvPr/>
        </p:nvSpPr>
        <p:spPr>
          <a:xfrm rot="1322405">
            <a:off x="6395666" y="3161756"/>
            <a:ext cx="1118622" cy="348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0.35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298;p27">
            <a:extLst>
              <a:ext uri="{FF2B5EF4-FFF2-40B4-BE49-F238E27FC236}">
                <a16:creationId xmlns:a16="http://schemas.microsoft.com/office/drawing/2014/main" id="{27935C9A-C571-A340-467E-3A4EE4555D90}"/>
              </a:ext>
            </a:extLst>
          </p:cNvPr>
          <p:cNvSpPr txBox="1"/>
          <p:nvPr/>
        </p:nvSpPr>
        <p:spPr>
          <a:xfrm>
            <a:off x="983909" y="1332307"/>
            <a:ext cx="3691759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6"/>
                </a:solidFill>
                <a:latin typeface="+mj-lt"/>
                <a:ea typeface="Calibri"/>
                <a:cs typeface="Calibri"/>
                <a:sym typeface="Calibri"/>
              </a:rPr>
              <a:t>*Calculating expected value</a:t>
            </a:r>
            <a:endParaRPr sz="2400" b="1" dirty="0">
              <a:solidFill>
                <a:schemeClr val="accent6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277;p27">
            <a:extLst>
              <a:ext uri="{FF2B5EF4-FFF2-40B4-BE49-F238E27FC236}">
                <a16:creationId xmlns:a16="http://schemas.microsoft.com/office/drawing/2014/main" id="{97FD228D-0778-5613-05DA-ACDE4E1F4B74}"/>
              </a:ext>
            </a:extLst>
          </p:cNvPr>
          <p:cNvSpPr txBox="1"/>
          <p:nvPr/>
        </p:nvSpPr>
        <p:spPr>
          <a:xfrm>
            <a:off x="1005171" y="1682801"/>
            <a:ext cx="552010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Expected Value = sum of (outcomes x probabilities)</a:t>
            </a:r>
            <a:endParaRPr sz="2000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           = 70(0.65) + 20(0.35) = 52.5</a:t>
            </a:r>
            <a:endParaRPr sz="2000" dirty="0">
              <a:solidFill>
                <a:schemeClr val="accent6">
                  <a:lumMod val="75000"/>
                </a:schemeClr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cxnSp>
        <p:nvCxnSpPr>
          <p:cNvPr id="35" name="Google Shape;278;p27">
            <a:extLst>
              <a:ext uri="{FF2B5EF4-FFF2-40B4-BE49-F238E27FC236}">
                <a16:creationId xmlns:a16="http://schemas.microsoft.com/office/drawing/2014/main" id="{1911FA3A-EF90-C750-15A9-F9ABA12B1A72}"/>
              </a:ext>
            </a:extLst>
          </p:cNvPr>
          <p:cNvCxnSpPr>
            <a:cxnSpLocks/>
          </p:cNvCxnSpPr>
          <p:nvPr/>
        </p:nvCxnSpPr>
        <p:spPr>
          <a:xfrm>
            <a:off x="2326042" y="2184842"/>
            <a:ext cx="1158063" cy="1018396"/>
          </a:xfrm>
          <a:prstGeom prst="straightConnector1">
            <a:avLst/>
          </a:prstGeom>
          <a:solidFill>
            <a:schemeClr val="accent1"/>
          </a:solidFill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C29D06-351A-4021-B96A-ECE85C64C22C}"/>
              </a:ext>
            </a:extLst>
          </p:cNvPr>
          <p:cNvSpPr txBox="1"/>
          <p:nvPr/>
        </p:nvSpPr>
        <p:spPr>
          <a:xfrm rot="19917924">
            <a:off x="3320538" y="3450559"/>
            <a:ext cx="1351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52.5 ac</a:t>
            </a:r>
            <a:endParaRPr 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72E86CA-5DBE-D7DE-9BD5-1053FD958918}"/>
              </a:ext>
            </a:extLst>
          </p:cNvPr>
          <p:cNvSpPr txBox="1"/>
          <p:nvPr/>
        </p:nvSpPr>
        <p:spPr>
          <a:xfrm rot="1706160">
            <a:off x="2948782" y="4776513"/>
            <a:ext cx="10770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??</a:t>
            </a:r>
            <a:endParaRPr lang="en-US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8F4F409-7069-AD83-A42F-C873F5B5D9F1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FFA9B10-6D92-E8FF-E3B4-46EAF2E57CFA}"/>
              </a:ext>
            </a:extLst>
          </p:cNvPr>
          <p:cNvSpPr/>
          <p:nvPr/>
        </p:nvSpPr>
        <p:spPr>
          <a:xfrm>
            <a:off x="1853585" y="5189306"/>
            <a:ext cx="1331285" cy="6679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What is the EV?</a:t>
            </a:r>
          </a:p>
        </p:txBody>
      </p:sp>
    </p:spTree>
    <p:extLst>
      <p:ext uri="{BB962C8B-B14F-4D97-AF65-F5344CB8AC3E}">
        <p14:creationId xmlns:p14="http://schemas.microsoft.com/office/powerpoint/2010/main" val="32506113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368DC-1609-B5E4-A988-C7B606F81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4E6AD-BA74-5C34-0F0E-106613E92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78" y="113109"/>
            <a:ext cx="10515600" cy="846730"/>
          </a:xfrm>
        </p:spPr>
        <p:txBody>
          <a:bodyPr>
            <a:normAutofit/>
          </a:bodyPr>
          <a:lstStyle/>
          <a:p>
            <a:r>
              <a:rPr lang="en-US" dirty="0"/>
              <a:t>Decision tree example: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44BFA4-401E-0EBD-2A65-9723B3C7B858}"/>
              </a:ext>
            </a:extLst>
          </p:cNvPr>
          <p:cNvGrpSpPr/>
          <p:nvPr/>
        </p:nvGrpSpPr>
        <p:grpSpPr>
          <a:xfrm>
            <a:off x="750064" y="1195071"/>
            <a:ext cx="10603736" cy="4945264"/>
            <a:chOff x="685037" y="1840185"/>
            <a:chExt cx="8166933" cy="4902737"/>
          </a:xfrm>
        </p:grpSpPr>
        <p:sp>
          <p:nvSpPr>
            <p:cNvPr id="5" name="Google Shape;280;p27">
              <a:extLst>
                <a:ext uri="{FF2B5EF4-FFF2-40B4-BE49-F238E27FC236}">
                  <a16:creationId xmlns:a16="http://schemas.microsoft.com/office/drawing/2014/main" id="{10F14EE5-F575-9F9E-4AE2-6C52C49EB4D7}"/>
                </a:ext>
              </a:extLst>
            </p:cNvPr>
            <p:cNvSpPr/>
            <p:nvPr/>
          </p:nvSpPr>
          <p:spPr>
            <a:xfrm>
              <a:off x="685037" y="3793585"/>
              <a:ext cx="1327141" cy="1323163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 to protect against an invasive species?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81;p27">
              <a:extLst>
                <a:ext uri="{FF2B5EF4-FFF2-40B4-BE49-F238E27FC236}">
                  <a16:creationId xmlns:a16="http://schemas.microsoft.com/office/drawing/2014/main" id="{A241715B-0AE8-10AE-030E-E1BAE219826B}"/>
                </a:ext>
              </a:extLst>
            </p:cNvPr>
            <p:cNvSpPr/>
            <p:nvPr/>
          </p:nvSpPr>
          <p:spPr>
            <a:xfrm>
              <a:off x="3674217" y="2993094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82;p27">
              <a:extLst>
                <a:ext uri="{FF2B5EF4-FFF2-40B4-BE49-F238E27FC236}">
                  <a16:creationId xmlns:a16="http://schemas.microsoft.com/office/drawing/2014/main" id="{34FDE866-851F-A3B3-4D9A-9E22544B853C}"/>
                </a:ext>
              </a:extLst>
            </p:cNvPr>
            <p:cNvSpPr/>
            <p:nvPr/>
          </p:nvSpPr>
          <p:spPr>
            <a:xfrm>
              <a:off x="3708513" y="5224186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83;p27">
              <a:extLst>
                <a:ext uri="{FF2B5EF4-FFF2-40B4-BE49-F238E27FC236}">
                  <a16:creationId xmlns:a16="http://schemas.microsoft.com/office/drawing/2014/main" id="{103AB264-9258-7919-94E6-B9ADD1E30F02}"/>
                </a:ext>
              </a:extLst>
            </p:cNvPr>
            <p:cNvSpPr/>
            <p:nvPr/>
          </p:nvSpPr>
          <p:spPr>
            <a:xfrm>
              <a:off x="5937661" y="2260369"/>
              <a:ext cx="1440601" cy="1062224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sacrifices some habitat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84;p27">
              <a:extLst>
                <a:ext uri="{FF2B5EF4-FFF2-40B4-BE49-F238E27FC236}">
                  <a16:creationId xmlns:a16="http://schemas.microsoft.com/office/drawing/2014/main" id="{A6880187-FC92-5633-7DBA-6E486F67345E}"/>
                </a:ext>
              </a:extLst>
            </p:cNvPr>
            <p:cNvSpPr/>
            <p:nvPr/>
          </p:nvSpPr>
          <p:spPr>
            <a:xfrm>
              <a:off x="5937662" y="3527487"/>
              <a:ext cx="1440600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buffers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85;p27">
              <a:extLst>
                <a:ext uri="{FF2B5EF4-FFF2-40B4-BE49-F238E27FC236}">
                  <a16:creationId xmlns:a16="http://schemas.microsoft.com/office/drawing/2014/main" id="{A6917334-5F2A-7AB7-DB26-DB1199C98FE1}"/>
                </a:ext>
              </a:extLst>
            </p:cNvPr>
            <p:cNvSpPr/>
            <p:nvPr/>
          </p:nvSpPr>
          <p:spPr>
            <a:xfrm>
              <a:off x="5937661" y="4642987"/>
              <a:ext cx="1440599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 not affected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86;p27">
              <a:extLst>
                <a:ext uri="{FF2B5EF4-FFF2-40B4-BE49-F238E27FC236}">
                  <a16:creationId xmlns:a16="http://schemas.microsoft.com/office/drawing/2014/main" id="{C3E69C02-8B09-110C-651F-FE257E99229E}"/>
                </a:ext>
              </a:extLst>
            </p:cNvPr>
            <p:cNvSpPr/>
            <p:nvPr/>
          </p:nvSpPr>
          <p:spPr>
            <a:xfrm>
              <a:off x="5937662" y="5795402"/>
              <a:ext cx="1440598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lost by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287;p27">
              <a:extLst>
                <a:ext uri="{FF2B5EF4-FFF2-40B4-BE49-F238E27FC236}">
                  <a16:creationId xmlns:a16="http://schemas.microsoft.com/office/drawing/2014/main" id="{B3424FE6-BAF4-8F1B-1279-DF2D5DF0B40F}"/>
                </a:ext>
              </a:extLst>
            </p:cNvPr>
            <p:cNvCxnSpPr>
              <a:cxnSpLocks/>
              <a:stCxn id="6" idx="6"/>
              <a:endCxn id="8" idx="1"/>
            </p:cNvCxnSpPr>
            <p:nvPr/>
          </p:nvCxnSpPr>
          <p:spPr>
            <a:xfrm flipV="1">
              <a:off x="4612351" y="2791481"/>
              <a:ext cx="1325310" cy="58438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3" name="Google Shape;288;p27">
              <a:extLst>
                <a:ext uri="{FF2B5EF4-FFF2-40B4-BE49-F238E27FC236}">
                  <a16:creationId xmlns:a16="http://schemas.microsoft.com/office/drawing/2014/main" id="{AE1F2D7C-2C5B-D45A-F4EA-80E5C5893461}"/>
                </a:ext>
              </a:extLst>
            </p:cNvPr>
            <p:cNvCxnSpPr>
              <a:cxnSpLocks/>
              <a:stCxn id="6" idx="6"/>
              <a:endCxn id="9" idx="1"/>
            </p:cNvCxnSpPr>
            <p:nvPr/>
          </p:nvCxnSpPr>
          <p:spPr>
            <a:xfrm>
              <a:off x="4612350" y="3375867"/>
              <a:ext cx="1325312" cy="625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4" name="Google Shape;289;p27">
              <a:extLst>
                <a:ext uri="{FF2B5EF4-FFF2-40B4-BE49-F238E27FC236}">
                  <a16:creationId xmlns:a16="http://schemas.microsoft.com/office/drawing/2014/main" id="{E4B00DB8-ADAF-5E6C-DD16-5FC4D9794D60}"/>
                </a:ext>
              </a:extLst>
            </p:cNvPr>
            <p:cNvCxnSpPr>
              <a:cxnSpLocks/>
              <a:stCxn id="7" idx="6"/>
              <a:endCxn id="10" idx="1"/>
            </p:cNvCxnSpPr>
            <p:nvPr/>
          </p:nvCxnSpPr>
          <p:spPr>
            <a:xfrm flipV="1">
              <a:off x="4646646" y="5116747"/>
              <a:ext cx="1291015" cy="4902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5" name="Google Shape;290;p27">
              <a:extLst>
                <a:ext uri="{FF2B5EF4-FFF2-40B4-BE49-F238E27FC236}">
                  <a16:creationId xmlns:a16="http://schemas.microsoft.com/office/drawing/2014/main" id="{8ECA74BF-5678-BCDF-BB98-00BFCA9AE2FE}"/>
                </a:ext>
              </a:extLst>
            </p:cNvPr>
            <p:cNvCxnSpPr>
              <a:cxnSpLocks/>
              <a:stCxn id="7" idx="6"/>
              <a:endCxn id="11" idx="1"/>
            </p:cNvCxnSpPr>
            <p:nvPr/>
          </p:nvCxnSpPr>
          <p:spPr>
            <a:xfrm>
              <a:off x="4646646" y="5606959"/>
              <a:ext cx="1291016" cy="66220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6" name="Google Shape;291;p27">
              <a:extLst>
                <a:ext uri="{FF2B5EF4-FFF2-40B4-BE49-F238E27FC236}">
                  <a16:creationId xmlns:a16="http://schemas.microsoft.com/office/drawing/2014/main" id="{EFA7A7C5-0DBE-803C-715D-482AE540482A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2012178" y="3375867"/>
              <a:ext cx="1662039" cy="107929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7" name="Google Shape;292;p27">
              <a:extLst>
                <a:ext uri="{FF2B5EF4-FFF2-40B4-BE49-F238E27FC236}">
                  <a16:creationId xmlns:a16="http://schemas.microsoft.com/office/drawing/2014/main" id="{9C3F753C-46C3-0CC4-2F53-BF1CEDD65B93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>
              <a:off x="2012178" y="4455166"/>
              <a:ext cx="1696335" cy="115179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18" name="Google Shape;294;p27">
              <a:extLst>
                <a:ext uri="{FF2B5EF4-FFF2-40B4-BE49-F238E27FC236}">
                  <a16:creationId xmlns:a16="http://schemas.microsoft.com/office/drawing/2014/main" id="{4A02737A-F3D4-BE93-2560-E955CEADF5DF}"/>
                </a:ext>
              </a:extLst>
            </p:cNvPr>
            <p:cNvSpPr txBox="1"/>
            <p:nvPr/>
          </p:nvSpPr>
          <p:spPr>
            <a:xfrm>
              <a:off x="4612350" y="2861220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95;p27">
              <a:extLst>
                <a:ext uri="{FF2B5EF4-FFF2-40B4-BE49-F238E27FC236}">
                  <a16:creationId xmlns:a16="http://schemas.microsoft.com/office/drawing/2014/main" id="{DE22406A-E507-086A-9EB1-4E9508503283}"/>
                </a:ext>
              </a:extLst>
            </p:cNvPr>
            <p:cNvSpPr txBox="1"/>
            <p:nvPr/>
          </p:nvSpPr>
          <p:spPr>
            <a:xfrm>
              <a:off x="4612350" y="5070297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96;p27">
              <a:extLst>
                <a:ext uri="{FF2B5EF4-FFF2-40B4-BE49-F238E27FC236}">
                  <a16:creationId xmlns:a16="http://schemas.microsoft.com/office/drawing/2014/main" id="{6FC5E5B5-9943-7AB7-539F-943B23A99E11}"/>
                </a:ext>
              </a:extLst>
            </p:cNvPr>
            <p:cNvSpPr txBox="1"/>
            <p:nvPr/>
          </p:nvSpPr>
          <p:spPr>
            <a:xfrm>
              <a:off x="4525890" y="3616205"/>
              <a:ext cx="540999" cy="3237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97;p27">
              <a:extLst>
                <a:ext uri="{FF2B5EF4-FFF2-40B4-BE49-F238E27FC236}">
                  <a16:creationId xmlns:a16="http://schemas.microsoft.com/office/drawing/2014/main" id="{0C777333-32AE-1932-E0E2-C8750803B600}"/>
                </a:ext>
              </a:extLst>
            </p:cNvPr>
            <p:cNvSpPr txBox="1"/>
            <p:nvPr/>
          </p:nvSpPr>
          <p:spPr>
            <a:xfrm>
              <a:off x="4525890" y="5835843"/>
              <a:ext cx="540999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302;p27">
              <a:extLst>
                <a:ext uri="{FF2B5EF4-FFF2-40B4-BE49-F238E27FC236}">
                  <a16:creationId xmlns:a16="http://schemas.microsoft.com/office/drawing/2014/main" id="{033BB673-D8DC-C5CB-A6DC-DE097FDF27EE}"/>
                </a:ext>
              </a:extLst>
            </p:cNvPr>
            <p:cNvSpPr/>
            <p:nvPr/>
          </p:nvSpPr>
          <p:spPr>
            <a:xfrm rot="19957951">
              <a:off x="2568415" y="3877991"/>
              <a:ext cx="777168" cy="2889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303;p27">
              <a:extLst>
                <a:ext uri="{FF2B5EF4-FFF2-40B4-BE49-F238E27FC236}">
                  <a16:creationId xmlns:a16="http://schemas.microsoft.com/office/drawing/2014/main" id="{50467F64-AC29-F2CA-C56F-4CC2979A6F20}"/>
                </a:ext>
              </a:extLst>
            </p:cNvPr>
            <p:cNvSpPr/>
            <p:nvPr/>
          </p:nvSpPr>
          <p:spPr>
            <a:xfrm rot="1689029">
              <a:off x="2427776" y="5147781"/>
              <a:ext cx="937421" cy="2532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 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304;p27">
              <a:extLst>
                <a:ext uri="{FF2B5EF4-FFF2-40B4-BE49-F238E27FC236}">
                  <a16:creationId xmlns:a16="http://schemas.microsoft.com/office/drawing/2014/main" id="{2CD7215E-AE25-ADA4-996F-186384616A45}"/>
                </a:ext>
              </a:extLst>
            </p:cNvPr>
            <p:cNvSpPr txBox="1"/>
            <p:nvPr/>
          </p:nvSpPr>
          <p:spPr>
            <a:xfrm>
              <a:off x="7411372" y="1840185"/>
              <a:ext cx="1440598" cy="584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Acres of native habitat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" name="Google Shape;305;p27">
              <a:extLst>
                <a:ext uri="{FF2B5EF4-FFF2-40B4-BE49-F238E27FC236}">
                  <a16:creationId xmlns:a16="http://schemas.microsoft.com/office/drawing/2014/main" id="{28BE5159-084E-F57E-E2EC-799A6690B534}"/>
                </a:ext>
              </a:extLst>
            </p:cNvPr>
            <p:cNvSpPr txBox="1"/>
            <p:nvPr/>
          </p:nvSpPr>
          <p:spPr>
            <a:xfrm>
              <a:off x="7719854" y="2584863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70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" name="Google Shape;306;p27">
              <a:extLst>
                <a:ext uri="{FF2B5EF4-FFF2-40B4-BE49-F238E27FC236}">
                  <a16:creationId xmlns:a16="http://schemas.microsoft.com/office/drawing/2014/main" id="{A21EED20-1AFB-ED89-1AFE-97E9E5A4537D}"/>
                </a:ext>
              </a:extLst>
            </p:cNvPr>
            <p:cNvSpPr txBox="1"/>
            <p:nvPr/>
          </p:nvSpPr>
          <p:spPr>
            <a:xfrm>
              <a:off x="7714594" y="379358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20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" name="Google Shape;307;p27">
              <a:extLst>
                <a:ext uri="{FF2B5EF4-FFF2-40B4-BE49-F238E27FC236}">
                  <a16:creationId xmlns:a16="http://schemas.microsoft.com/office/drawing/2014/main" id="{9666CDA5-8E89-419E-18F2-0EFC2A01932C}"/>
                </a:ext>
              </a:extLst>
            </p:cNvPr>
            <p:cNvSpPr txBox="1"/>
            <p:nvPr/>
          </p:nvSpPr>
          <p:spPr>
            <a:xfrm>
              <a:off x="7740866" y="4876179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100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" name="Google Shape;308;p27">
              <a:extLst>
                <a:ext uri="{FF2B5EF4-FFF2-40B4-BE49-F238E27FC236}">
                  <a16:creationId xmlns:a16="http://schemas.microsoft.com/office/drawing/2014/main" id="{362ED8F4-919C-E26A-DD78-6E1BCA340498}"/>
                </a:ext>
              </a:extLst>
            </p:cNvPr>
            <p:cNvSpPr txBox="1"/>
            <p:nvPr/>
          </p:nvSpPr>
          <p:spPr>
            <a:xfrm>
              <a:off x="7688308" y="599030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 </a:t>
              </a: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30C771F-7C1B-8E60-DF5A-9DEE23C8C3A6}"/>
              </a:ext>
            </a:extLst>
          </p:cNvPr>
          <p:cNvSpPr txBox="1"/>
          <p:nvPr/>
        </p:nvSpPr>
        <p:spPr>
          <a:xfrm>
            <a:off x="872022" y="784278"/>
            <a:ext cx="10758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ea typeface="Times New Roman"/>
                <a:cs typeface="Times New Roman"/>
                <a:sym typeface="Times New Roman"/>
              </a:rPr>
              <a:t>Decision = Whether or not to create a no-habitat buffer around the refuge</a:t>
            </a:r>
            <a:endParaRPr lang="en-US" sz="2400" dirty="0"/>
          </a:p>
        </p:txBody>
      </p:sp>
      <p:sp>
        <p:nvSpPr>
          <p:cNvPr id="3" name="Google Shape;298;p27">
            <a:extLst>
              <a:ext uri="{FF2B5EF4-FFF2-40B4-BE49-F238E27FC236}">
                <a16:creationId xmlns:a16="http://schemas.microsoft.com/office/drawing/2014/main" id="{35D82AA0-484C-3C2C-7E5C-7A606E43A392}"/>
              </a:ext>
            </a:extLst>
          </p:cNvPr>
          <p:cNvSpPr txBox="1"/>
          <p:nvPr/>
        </p:nvSpPr>
        <p:spPr>
          <a:xfrm rot="20334169">
            <a:off x="6415578" y="2056002"/>
            <a:ext cx="996051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0.65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9;p27">
            <a:extLst>
              <a:ext uri="{FF2B5EF4-FFF2-40B4-BE49-F238E27FC236}">
                <a16:creationId xmlns:a16="http://schemas.microsoft.com/office/drawing/2014/main" id="{D7B92354-6FDE-039C-46FB-71C975C8D8AB}"/>
              </a:ext>
            </a:extLst>
          </p:cNvPr>
          <p:cNvSpPr txBox="1"/>
          <p:nvPr/>
        </p:nvSpPr>
        <p:spPr>
          <a:xfrm rot="20604368">
            <a:off x="6447840" y="4358692"/>
            <a:ext cx="807520" cy="408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0;p27">
            <a:extLst>
              <a:ext uri="{FF2B5EF4-FFF2-40B4-BE49-F238E27FC236}">
                <a16:creationId xmlns:a16="http://schemas.microsoft.com/office/drawing/2014/main" id="{0F4460E4-FCA1-7DD2-5BD7-C57B9BF91CF9}"/>
              </a:ext>
            </a:extLst>
          </p:cNvPr>
          <p:cNvSpPr txBox="1"/>
          <p:nvPr/>
        </p:nvSpPr>
        <p:spPr>
          <a:xfrm rot="1327241">
            <a:off x="6364304" y="5407963"/>
            <a:ext cx="1050027" cy="332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01;p27">
            <a:extLst>
              <a:ext uri="{FF2B5EF4-FFF2-40B4-BE49-F238E27FC236}">
                <a16:creationId xmlns:a16="http://schemas.microsoft.com/office/drawing/2014/main" id="{3F402A32-EDD8-21C0-AF5B-EAED6C9C12C6}"/>
              </a:ext>
            </a:extLst>
          </p:cNvPr>
          <p:cNvSpPr txBox="1"/>
          <p:nvPr/>
        </p:nvSpPr>
        <p:spPr>
          <a:xfrm rot="1322405">
            <a:off x="6395666" y="3161756"/>
            <a:ext cx="1118622" cy="348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0.35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298;p27">
            <a:extLst>
              <a:ext uri="{FF2B5EF4-FFF2-40B4-BE49-F238E27FC236}">
                <a16:creationId xmlns:a16="http://schemas.microsoft.com/office/drawing/2014/main" id="{B638E3F6-73CF-9D43-3378-231BE40C8835}"/>
              </a:ext>
            </a:extLst>
          </p:cNvPr>
          <p:cNvSpPr txBox="1"/>
          <p:nvPr/>
        </p:nvSpPr>
        <p:spPr>
          <a:xfrm>
            <a:off x="983909" y="1332307"/>
            <a:ext cx="3691759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6"/>
                </a:solidFill>
                <a:latin typeface="+mj-lt"/>
                <a:ea typeface="Calibri"/>
                <a:cs typeface="Calibri"/>
                <a:sym typeface="Calibri"/>
              </a:rPr>
              <a:t>*Calculating expected value</a:t>
            </a:r>
            <a:endParaRPr sz="2400" b="1" dirty="0">
              <a:solidFill>
                <a:schemeClr val="accent6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277;p27">
            <a:extLst>
              <a:ext uri="{FF2B5EF4-FFF2-40B4-BE49-F238E27FC236}">
                <a16:creationId xmlns:a16="http://schemas.microsoft.com/office/drawing/2014/main" id="{52F182D8-0F56-92D0-85F1-46AED01147D4}"/>
              </a:ext>
            </a:extLst>
          </p:cNvPr>
          <p:cNvSpPr txBox="1"/>
          <p:nvPr/>
        </p:nvSpPr>
        <p:spPr>
          <a:xfrm>
            <a:off x="1005171" y="1682801"/>
            <a:ext cx="552010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Expected Value = sum of (outcomes x probabilities)</a:t>
            </a:r>
            <a:endParaRPr sz="2000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           = 70(0.65) + 20(0.35) = 52.5</a:t>
            </a:r>
            <a:endParaRPr sz="2000" dirty="0">
              <a:solidFill>
                <a:schemeClr val="accent6">
                  <a:lumMod val="75000"/>
                </a:schemeClr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cxnSp>
        <p:nvCxnSpPr>
          <p:cNvPr id="35" name="Google Shape;278;p27">
            <a:extLst>
              <a:ext uri="{FF2B5EF4-FFF2-40B4-BE49-F238E27FC236}">
                <a16:creationId xmlns:a16="http://schemas.microsoft.com/office/drawing/2014/main" id="{1ABBB4F2-9ECB-0277-59C4-0C217072DFF9}"/>
              </a:ext>
            </a:extLst>
          </p:cNvPr>
          <p:cNvCxnSpPr>
            <a:cxnSpLocks/>
          </p:cNvCxnSpPr>
          <p:nvPr/>
        </p:nvCxnSpPr>
        <p:spPr>
          <a:xfrm>
            <a:off x="2326042" y="2184842"/>
            <a:ext cx="1158063" cy="1018396"/>
          </a:xfrm>
          <a:prstGeom prst="straightConnector1">
            <a:avLst/>
          </a:prstGeom>
          <a:solidFill>
            <a:schemeClr val="accent1"/>
          </a:solidFill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C8F717F-BA9A-2C07-EA43-A5737E06D781}"/>
              </a:ext>
            </a:extLst>
          </p:cNvPr>
          <p:cNvSpPr txBox="1"/>
          <p:nvPr/>
        </p:nvSpPr>
        <p:spPr>
          <a:xfrm rot="19917924">
            <a:off x="3320538" y="3450559"/>
            <a:ext cx="1351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52.5 ac</a:t>
            </a:r>
            <a:endParaRPr 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EE72F3-9247-819A-9862-4B4153254BB5}"/>
              </a:ext>
            </a:extLst>
          </p:cNvPr>
          <p:cNvSpPr txBox="1"/>
          <p:nvPr/>
        </p:nvSpPr>
        <p:spPr>
          <a:xfrm rot="1706160">
            <a:off x="2948782" y="4776513"/>
            <a:ext cx="10770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50</a:t>
            </a:r>
            <a:endParaRPr lang="en-US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936C64-1A59-9293-D8FF-BFC5B132BCDF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231654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58222-F61D-8F7A-899C-923CA805F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00435"/>
            <a:ext cx="12192000" cy="780629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Your risk attitude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33A14-DB99-21C6-6C6E-DBE7E7121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385" y="1660372"/>
            <a:ext cx="9605790" cy="4351338"/>
          </a:xfrm>
        </p:spPr>
        <p:txBody>
          <a:bodyPr/>
          <a:lstStyle/>
          <a:p>
            <a:r>
              <a:rPr lang="en-US" dirty="0"/>
              <a:t>Consider the following game show with two options: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b="1" dirty="0"/>
              <a:t>Take the gamble: </a:t>
            </a:r>
            <a:r>
              <a:rPr lang="en-US" dirty="0"/>
              <a:t>Select one of two doors and claim a prize. Behind one door is $1000 and behind the other is $0.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b="1" dirty="0"/>
              <a:t>Take the sure thing: </a:t>
            </a:r>
            <a:r>
              <a:rPr lang="en-US" dirty="0"/>
              <a:t>Take $500 instead.</a:t>
            </a:r>
          </a:p>
          <a:p>
            <a:endParaRPr lang="en-US" dirty="0"/>
          </a:p>
          <a:p>
            <a:r>
              <a:rPr lang="en-US" dirty="0"/>
              <a:t>Which option would you choose?</a:t>
            </a:r>
          </a:p>
          <a:p>
            <a:endParaRPr lang="en-US" dirty="0"/>
          </a:p>
          <a:p>
            <a:r>
              <a:rPr lang="en-US" dirty="0"/>
              <a:t>Draw a tree to represent your options.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DBAC7C-067A-AC24-C4C2-52F45C28D76D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3463542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42AF1-C218-0470-83C0-88C61C275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F029D-D3C0-6D88-DC4B-D9D53AB6C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00435"/>
            <a:ext cx="12192000" cy="780629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Your risk attitude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44408-AE21-5487-44BB-46C4BC615CCD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7" name="Google Shape;345;p30">
            <a:extLst>
              <a:ext uri="{FF2B5EF4-FFF2-40B4-BE49-F238E27FC236}">
                <a16:creationId xmlns:a16="http://schemas.microsoft.com/office/drawing/2014/main" id="{A2D19264-5CFD-FD25-9B85-A35E13787E26}"/>
              </a:ext>
            </a:extLst>
          </p:cNvPr>
          <p:cNvSpPr txBox="1"/>
          <p:nvPr/>
        </p:nvSpPr>
        <p:spPr>
          <a:xfrm>
            <a:off x="335008" y="4968359"/>
            <a:ext cx="2072548" cy="1245808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Choose an option</a:t>
            </a:r>
            <a:endParaRPr sz="280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8" name="Google Shape;346;p30">
            <a:extLst>
              <a:ext uri="{FF2B5EF4-FFF2-40B4-BE49-F238E27FC236}">
                <a16:creationId xmlns:a16="http://schemas.microsoft.com/office/drawing/2014/main" id="{0F500C40-5A9A-2872-96A3-CCC99EC1163B}"/>
              </a:ext>
            </a:extLst>
          </p:cNvPr>
          <p:cNvSpPr/>
          <p:nvPr/>
        </p:nvSpPr>
        <p:spPr>
          <a:xfrm>
            <a:off x="5877113" y="2473230"/>
            <a:ext cx="2072548" cy="1245808"/>
          </a:xfrm>
          <a:prstGeom prst="ellipse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Select one door</a:t>
            </a:r>
            <a:endParaRPr sz="2800" dirty="0">
              <a:solidFill>
                <a:schemeClr val="dk2"/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cxnSp>
        <p:nvCxnSpPr>
          <p:cNvPr id="9" name="Google Shape;347;p30">
            <a:extLst>
              <a:ext uri="{FF2B5EF4-FFF2-40B4-BE49-F238E27FC236}">
                <a16:creationId xmlns:a16="http://schemas.microsoft.com/office/drawing/2014/main" id="{9FBB5193-47FA-F991-7027-1CF34FB4DECF}"/>
              </a:ext>
            </a:extLst>
          </p:cNvPr>
          <p:cNvCxnSpPr>
            <a:cxnSpLocks/>
            <a:stCxn id="7" idx="3"/>
            <a:endCxn id="8" idx="3"/>
          </p:cNvCxnSpPr>
          <p:nvPr/>
        </p:nvCxnSpPr>
        <p:spPr>
          <a:xfrm flipV="1">
            <a:off x="2407556" y="3536594"/>
            <a:ext cx="3773075" cy="2054669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10" name="Google Shape;348;p30">
            <a:extLst>
              <a:ext uri="{FF2B5EF4-FFF2-40B4-BE49-F238E27FC236}">
                <a16:creationId xmlns:a16="http://schemas.microsoft.com/office/drawing/2014/main" id="{73A0F8B7-3DAC-EB8C-E5C7-4C3E5F92C3B1}"/>
              </a:ext>
            </a:extLst>
          </p:cNvPr>
          <p:cNvSpPr txBox="1"/>
          <p:nvPr/>
        </p:nvSpPr>
        <p:spPr>
          <a:xfrm>
            <a:off x="9842257" y="5383118"/>
            <a:ext cx="1776470" cy="64999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$500</a:t>
            </a:r>
            <a:endParaRPr sz="280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" name="Google Shape;349;p30">
            <a:extLst>
              <a:ext uri="{FF2B5EF4-FFF2-40B4-BE49-F238E27FC236}">
                <a16:creationId xmlns:a16="http://schemas.microsoft.com/office/drawing/2014/main" id="{5918BDE6-5DD7-A73A-74B4-0D5F6C179D2A}"/>
              </a:ext>
            </a:extLst>
          </p:cNvPr>
          <p:cNvSpPr txBox="1"/>
          <p:nvPr/>
        </p:nvSpPr>
        <p:spPr>
          <a:xfrm>
            <a:off x="9842257" y="1573118"/>
            <a:ext cx="1776470" cy="1245808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$1000</a:t>
            </a:r>
            <a:endParaRPr sz="280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2" name="Google Shape;350;p30">
            <a:extLst>
              <a:ext uri="{FF2B5EF4-FFF2-40B4-BE49-F238E27FC236}">
                <a16:creationId xmlns:a16="http://schemas.microsoft.com/office/drawing/2014/main" id="{625CED24-27E4-6898-110C-E24A75CCA145}"/>
              </a:ext>
            </a:extLst>
          </p:cNvPr>
          <p:cNvSpPr txBox="1"/>
          <p:nvPr/>
        </p:nvSpPr>
        <p:spPr>
          <a:xfrm>
            <a:off x="9842257" y="3173318"/>
            <a:ext cx="1776470" cy="1245808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$0</a:t>
            </a:r>
            <a:endParaRPr sz="2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13" name="Google Shape;351;p30">
            <a:extLst>
              <a:ext uri="{FF2B5EF4-FFF2-40B4-BE49-F238E27FC236}">
                <a16:creationId xmlns:a16="http://schemas.microsoft.com/office/drawing/2014/main" id="{056B2D0D-7A98-CE58-EDA1-F805349BFC9C}"/>
              </a:ext>
            </a:extLst>
          </p:cNvPr>
          <p:cNvCxnSpPr>
            <a:cxnSpLocks/>
            <a:stCxn id="8" idx="6"/>
            <a:endCxn id="11" idx="1"/>
          </p:cNvCxnSpPr>
          <p:nvPr/>
        </p:nvCxnSpPr>
        <p:spPr>
          <a:xfrm flipV="1">
            <a:off x="7949661" y="2196022"/>
            <a:ext cx="1892596" cy="900112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14" name="Google Shape;352;p30">
            <a:extLst>
              <a:ext uri="{FF2B5EF4-FFF2-40B4-BE49-F238E27FC236}">
                <a16:creationId xmlns:a16="http://schemas.microsoft.com/office/drawing/2014/main" id="{188B9025-B524-2C8D-CE33-F351A8338F36}"/>
              </a:ext>
            </a:extLst>
          </p:cNvPr>
          <p:cNvCxnSpPr>
            <a:cxnSpLocks/>
            <a:stCxn id="8" idx="6"/>
            <a:endCxn id="12" idx="1"/>
          </p:cNvCxnSpPr>
          <p:nvPr/>
        </p:nvCxnSpPr>
        <p:spPr>
          <a:xfrm>
            <a:off x="7949661" y="3096134"/>
            <a:ext cx="1892596" cy="700088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15" name="Google Shape;354;p30">
            <a:extLst>
              <a:ext uri="{FF2B5EF4-FFF2-40B4-BE49-F238E27FC236}">
                <a16:creationId xmlns:a16="http://schemas.microsoft.com/office/drawing/2014/main" id="{4986E1E3-7D91-8438-5960-EFA11AEA0C14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2407556" y="5591263"/>
            <a:ext cx="7434701" cy="116853"/>
          </a:xfrm>
          <a:prstGeom prst="straightConnector1">
            <a:avLst/>
          </a:prstGeom>
          <a:noFill/>
          <a:ln w="76200" cap="flat" cmpd="sng">
            <a:solidFill>
              <a:schemeClr val="tx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16" name="Google Shape;355;p30">
            <a:extLst>
              <a:ext uri="{FF2B5EF4-FFF2-40B4-BE49-F238E27FC236}">
                <a16:creationId xmlns:a16="http://schemas.microsoft.com/office/drawing/2014/main" id="{59451E15-DD18-BA56-8F64-C11E227207D4}"/>
              </a:ext>
            </a:extLst>
          </p:cNvPr>
          <p:cNvSpPr txBox="1"/>
          <p:nvPr/>
        </p:nvSpPr>
        <p:spPr>
          <a:xfrm rot="19462910">
            <a:off x="3201771" y="3513886"/>
            <a:ext cx="1426322" cy="50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Gamble</a:t>
            </a:r>
            <a:endParaRPr sz="2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7" name="Google Shape;356;p30">
            <a:extLst>
              <a:ext uri="{FF2B5EF4-FFF2-40B4-BE49-F238E27FC236}">
                <a16:creationId xmlns:a16="http://schemas.microsoft.com/office/drawing/2014/main" id="{07089861-1D02-33A7-28A1-9EB39D3C4467}"/>
              </a:ext>
            </a:extLst>
          </p:cNvPr>
          <p:cNvSpPr txBox="1"/>
          <p:nvPr/>
        </p:nvSpPr>
        <p:spPr>
          <a:xfrm>
            <a:off x="8206217" y="1844562"/>
            <a:ext cx="1131882" cy="503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Win</a:t>
            </a:r>
            <a:endParaRPr sz="2800" dirty="0">
              <a:latin typeface="+mj-lt"/>
            </a:endParaRPr>
          </a:p>
        </p:txBody>
      </p:sp>
      <p:sp>
        <p:nvSpPr>
          <p:cNvPr id="18" name="Google Shape;357;p30">
            <a:extLst>
              <a:ext uri="{FF2B5EF4-FFF2-40B4-BE49-F238E27FC236}">
                <a16:creationId xmlns:a16="http://schemas.microsoft.com/office/drawing/2014/main" id="{D2A8F4EC-8660-429E-630A-D475800BBC97}"/>
              </a:ext>
            </a:extLst>
          </p:cNvPr>
          <p:cNvSpPr txBox="1"/>
          <p:nvPr/>
        </p:nvSpPr>
        <p:spPr>
          <a:xfrm>
            <a:off x="2483867" y="5630952"/>
            <a:ext cx="2061915" cy="553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Sure thing</a:t>
            </a:r>
            <a:endParaRPr sz="2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9" name="Google Shape;358;p30">
            <a:extLst>
              <a:ext uri="{FF2B5EF4-FFF2-40B4-BE49-F238E27FC236}">
                <a16:creationId xmlns:a16="http://schemas.microsoft.com/office/drawing/2014/main" id="{E708F579-CD3C-147C-068B-58381AC8503E}"/>
              </a:ext>
            </a:extLst>
          </p:cNvPr>
          <p:cNvSpPr txBox="1"/>
          <p:nvPr/>
        </p:nvSpPr>
        <p:spPr>
          <a:xfrm>
            <a:off x="8253179" y="3469803"/>
            <a:ext cx="1329269" cy="503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Lose</a:t>
            </a:r>
            <a:endParaRPr sz="2800" dirty="0">
              <a:latin typeface="+mj-lt"/>
            </a:endParaRPr>
          </a:p>
        </p:txBody>
      </p:sp>
      <p:grpSp>
        <p:nvGrpSpPr>
          <p:cNvPr id="20" name="Google Shape;359;p30">
            <a:extLst>
              <a:ext uri="{FF2B5EF4-FFF2-40B4-BE49-F238E27FC236}">
                <a16:creationId xmlns:a16="http://schemas.microsoft.com/office/drawing/2014/main" id="{3F1D8E03-079C-19BA-6FE5-F94C5EF91E5E}"/>
              </a:ext>
            </a:extLst>
          </p:cNvPr>
          <p:cNvGrpSpPr/>
          <p:nvPr/>
        </p:nvGrpSpPr>
        <p:grpSpPr>
          <a:xfrm>
            <a:off x="8121103" y="2163818"/>
            <a:ext cx="1631515" cy="2154212"/>
            <a:chOff x="3646" y="1456"/>
            <a:chExt cx="529" cy="996"/>
          </a:xfrm>
        </p:grpSpPr>
        <p:sp>
          <p:nvSpPr>
            <p:cNvPr id="21" name="Google Shape;360;p30">
              <a:extLst>
                <a:ext uri="{FF2B5EF4-FFF2-40B4-BE49-F238E27FC236}">
                  <a16:creationId xmlns:a16="http://schemas.microsoft.com/office/drawing/2014/main" id="{6BECAE11-E18E-0DC1-3C5F-BD0FE8D47127}"/>
                </a:ext>
              </a:extLst>
            </p:cNvPr>
            <p:cNvSpPr txBox="1"/>
            <p:nvPr/>
          </p:nvSpPr>
          <p:spPr>
            <a:xfrm>
              <a:off x="3646" y="1456"/>
              <a:ext cx="516" cy="2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rPr>
                <a:t>p = 0.5</a:t>
              </a:r>
              <a:endParaRPr sz="2800" dirty="0">
                <a:latin typeface="+mj-lt"/>
              </a:endParaRPr>
            </a:p>
          </p:txBody>
        </p:sp>
        <p:sp>
          <p:nvSpPr>
            <p:cNvPr id="22" name="Google Shape;361;p30">
              <a:extLst>
                <a:ext uri="{FF2B5EF4-FFF2-40B4-BE49-F238E27FC236}">
                  <a16:creationId xmlns:a16="http://schemas.microsoft.com/office/drawing/2014/main" id="{7CB146CE-43DB-DA90-146E-A87611F0FBCF}"/>
                </a:ext>
              </a:extLst>
            </p:cNvPr>
            <p:cNvSpPr txBox="1"/>
            <p:nvPr/>
          </p:nvSpPr>
          <p:spPr>
            <a:xfrm>
              <a:off x="3659" y="2239"/>
              <a:ext cx="516" cy="2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rPr>
                <a:t>p = 0.5</a:t>
              </a:r>
              <a:endParaRPr sz="2800" dirty="0">
                <a:latin typeface="+mj-lt"/>
              </a:endParaRPr>
            </a:p>
          </p:txBody>
        </p:sp>
      </p:grp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C1812544-690C-24EA-B74D-0AE071F90D82}"/>
              </a:ext>
            </a:extLst>
          </p:cNvPr>
          <p:cNvSpPr txBox="1"/>
          <p:nvPr/>
        </p:nvSpPr>
        <p:spPr>
          <a:xfrm>
            <a:off x="573273" y="1527853"/>
            <a:ext cx="4227749" cy="50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Outcome x Probability</a:t>
            </a:r>
            <a:endParaRPr sz="2800" dirty="0">
              <a:latin typeface="+mj-lt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349B7-8ABF-038C-3E0B-03BE3F6137BB}"/>
              </a:ext>
            </a:extLst>
          </p:cNvPr>
          <p:cNvSpPr txBox="1"/>
          <p:nvPr/>
        </p:nvSpPr>
        <p:spPr>
          <a:xfrm>
            <a:off x="6793359" y="5152285"/>
            <a:ext cx="11563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2"/>
                </a:solidFill>
                <a:latin typeface="+mj-lt"/>
                <a:ea typeface="Arial"/>
                <a:cs typeface="Arial"/>
                <a:sym typeface="Arial"/>
              </a:rPr>
              <a:t>p = 1</a:t>
            </a:r>
            <a:endParaRPr lang="en-US" sz="2800" dirty="0">
              <a:latin typeface="+mj-lt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5B6BA11-573B-4A1F-3B4B-4EA9E0BBBA46}"/>
              </a:ext>
            </a:extLst>
          </p:cNvPr>
          <p:cNvSpPr txBox="1"/>
          <p:nvPr/>
        </p:nvSpPr>
        <p:spPr>
          <a:xfrm rot="19641673">
            <a:off x="3353604" y="3972721"/>
            <a:ext cx="1659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EV = $500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3B772E9-26AE-133B-ADA8-59BB28CB28F5}"/>
              </a:ext>
            </a:extLst>
          </p:cNvPr>
          <p:cNvSpPr txBox="1"/>
          <p:nvPr/>
        </p:nvSpPr>
        <p:spPr>
          <a:xfrm>
            <a:off x="6532773" y="5722379"/>
            <a:ext cx="2803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EV = $500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BB8DEC-0B8C-885F-7A5B-2CB1B4533F68}"/>
              </a:ext>
            </a:extLst>
          </p:cNvPr>
          <p:cNvSpPr txBox="1"/>
          <p:nvPr/>
        </p:nvSpPr>
        <p:spPr>
          <a:xfrm>
            <a:off x="400953" y="2223436"/>
            <a:ext cx="2268106" cy="1938992"/>
          </a:xfrm>
          <a:prstGeom prst="rect">
            <a:avLst/>
          </a:prstGeom>
          <a:noFill/>
          <a:ln w="7620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What would you do if you were:</a:t>
            </a:r>
          </a:p>
          <a:p>
            <a:r>
              <a:rPr lang="en-US" sz="2400" dirty="0"/>
              <a:t>risk neutral?</a:t>
            </a:r>
          </a:p>
          <a:p>
            <a:r>
              <a:rPr lang="en-US" sz="2400" dirty="0"/>
              <a:t>risk seeking?</a:t>
            </a:r>
          </a:p>
          <a:p>
            <a:r>
              <a:rPr lang="en-US" sz="2400" dirty="0"/>
              <a:t>risk averse?</a:t>
            </a:r>
          </a:p>
        </p:txBody>
      </p:sp>
    </p:spTree>
    <p:extLst>
      <p:ext uri="{BB962C8B-B14F-4D97-AF65-F5344CB8AC3E}">
        <p14:creationId xmlns:p14="http://schemas.microsoft.com/office/powerpoint/2010/main" val="1410594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CD14C-1E0E-2B48-E7A6-EF9915112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BAD438-B5F2-EEE7-74D8-CFEC0F81C4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446"/>
            <a:ext cx="10515600" cy="4549966"/>
          </a:xfrm>
        </p:spPr>
        <p:txBody>
          <a:bodyPr>
            <a:normAutofit/>
          </a:bodyPr>
          <a:lstStyle/>
          <a:p>
            <a:r>
              <a:rPr lang="en-US" b="1" dirty="0"/>
              <a:t>Expected value (EV)</a:t>
            </a:r>
          </a:p>
          <a:p>
            <a:pPr lvl="1"/>
            <a:r>
              <a:rPr lang="en-US" dirty="0"/>
              <a:t>Method = outcomes x probabilities</a:t>
            </a:r>
          </a:p>
          <a:p>
            <a:pPr lvl="1"/>
            <a:r>
              <a:rPr lang="en-US" dirty="0"/>
              <a:t>Solution = maximize EV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63594-F915-4B62-ADEC-524099C47A39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34747215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C257-2991-99F6-180F-41C1414FE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 with EV: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853C8-52BF-5CF0-70B6-10C9DBF92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ABB9AF-6904-7B48-7FDB-8A65EFDE5426}"/>
              </a:ext>
            </a:extLst>
          </p:cNvPr>
          <p:cNvGrpSpPr/>
          <p:nvPr/>
        </p:nvGrpSpPr>
        <p:grpSpPr>
          <a:xfrm>
            <a:off x="1441374" y="1817784"/>
            <a:ext cx="7226147" cy="4382873"/>
            <a:chOff x="317653" y="1676400"/>
            <a:chExt cx="7226147" cy="4382873"/>
          </a:xfrm>
        </p:grpSpPr>
        <p:sp>
          <p:nvSpPr>
            <p:cNvPr id="5" name="Google Shape;372;p31">
              <a:extLst>
                <a:ext uri="{FF2B5EF4-FFF2-40B4-BE49-F238E27FC236}">
                  <a16:creationId xmlns:a16="http://schemas.microsoft.com/office/drawing/2014/main" id="{86431FE4-236F-9CB4-F965-0B1BFB1392CA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6" name="Google Shape;373;p31">
              <a:extLst>
                <a:ext uri="{FF2B5EF4-FFF2-40B4-BE49-F238E27FC236}">
                  <a16:creationId xmlns:a16="http://schemas.microsoft.com/office/drawing/2014/main" id="{D80CA1BE-8014-280F-C72C-301AB87F41F3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7" name="Google Shape;374;p31">
              <a:extLst>
                <a:ext uri="{FF2B5EF4-FFF2-40B4-BE49-F238E27FC236}">
                  <a16:creationId xmlns:a16="http://schemas.microsoft.com/office/drawing/2014/main" id="{133A7B98-AB32-4F0A-35FF-3C80FA673EF6}"/>
                </a:ext>
              </a:extLst>
            </p:cNvPr>
            <p:cNvCxnSpPr>
              <a:stCxn id="5" idx="3"/>
              <a:endCxn id="6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8" name="Google Shape;375;p31">
              <a:extLst>
                <a:ext uri="{FF2B5EF4-FFF2-40B4-BE49-F238E27FC236}">
                  <a16:creationId xmlns:a16="http://schemas.microsoft.com/office/drawing/2014/main" id="{EDC84E9C-DDC7-1E89-D956-D97DD5971532}"/>
                </a:ext>
              </a:extLst>
            </p:cNvPr>
            <p:cNvSpPr txBox="1"/>
            <p:nvPr/>
          </p:nvSpPr>
          <p:spPr>
            <a:xfrm>
              <a:off x="6629400" y="5144873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9" name="Google Shape;376;p31">
              <a:extLst>
                <a:ext uri="{FF2B5EF4-FFF2-40B4-BE49-F238E27FC236}">
                  <a16:creationId xmlns:a16="http://schemas.microsoft.com/office/drawing/2014/main" id="{4A0FBFB3-8E01-A71A-5AD7-CC005100B130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377;p31">
              <a:extLst>
                <a:ext uri="{FF2B5EF4-FFF2-40B4-BE49-F238E27FC236}">
                  <a16:creationId xmlns:a16="http://schemas.microsoft.com/office/drawing/2014/main" id="{C1821C93-6DB5-5668-F532-2A5B2BF276A1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" name="Google Shape;378;p31">
              <a:extLst>
                <a:ext uri="{FF2B5EF4-FFF2-40B4-BE49-F238E27FC236}">
                  <a16:creationId xmlns:a16="http://schemas.microsoft.com/office/drawing/2014/main" id="{7564BDBA-88A9-FFBC-F72A-B54A59FB4DE6}"/>
                </a:ext>
              </a:extLst>
            </p:cNvPr>
            <p:cNvCxnSpPr>
              <a:stCxn id="6" idx="6"/>
              <a:endCxn id="9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12" name="Google Shape;379;p31">
              <a:extLst>
                <a:ext uri="{FF2B5EF4-FFF2-40B4-BE49-F238E27FC236}">
                  <a16:creationId xmlns:a16="http://schemas.microsoft.com/office/drawing/2014/main" id="{E1165888-4266-92E6-8C03-F71C44156C11}"/>
                </a:ext>
              </a:extLst>
            </p:cNvPr>
            <p:cNvCxnSpPr>
              <a:stCxn id="6" idx="6"/>
              <a:endCxn id="10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13" name="Google Shape;381;p31">
              <a:extLst>
                <a:ext uri="{FF2B5EF4-FFF2-40B4-BE49-F238E27FC236}">
                  <a16:creationId xmlns:a16="http://schemas.microsoft.com/office/drawing/2014/main" id="{4EF1A7E7-513C-C626-F2FC-A41C88CE62A3}"/>
                </a:ext>
              </a:extLst>
            </p:cNvPr>
            <p:cNvCxnSpPr>
              <a:stCxn id="5" idx="3"/>
              <a:endCxn id="8" idx="1"/>
            </p:cNvCxnSpPr>
            <p:nvPr/>
          </p:nvCxnSpPr>
          <p:spPr>
            <a:xfrm>
              <a:off x="2125816" y="4394181"/>
              <a:ext cx="4503584" cy="12078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14" name="Google Shape;382;p31">
              <a:extLst>
                <a:ext uri="{FF2B5EF4-FFF2-40B4-BE49-F238E27FC236}">
                  <a16:creationId xmlns:a16="http://schemas.microsoft.com/office/drawing/2014/main" id="{DF235480-C04F-79D2-3A9A-24B5DD934A46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383;p31">
              <a:extLst>
                <a:ext uri="{FF2B5EF4-FFF2-40B4-BE49-F238E27FC236}">
                  <a16:creationId xmlns:a16="http://schemas.microsoft.com/office/drawing/2014/main" id="{7819812D-1ED1-DDD2-95E5-059A0A607D7F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16" name="Google Shape;384;p31">
              <a:extLst>
                <a:ext uri="{FF2B5EF4-FFF2-40B4-BE49-F238E27FC236}">
                  <a16:creationId xmlns:a16="http://schemas.microsoft.com/office/drawing/2014/main" id="{2E3F3B6C-6B6B-97F3-CCC6-C3423CA76B70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385;p31">
              <a:extLst>
                <a:ext uri="{FF2B5EF4-FFF2-40B4-BE49-F238E27FC236}">
                  <a16:creationId xmlns:a16="http://schemas.microsoft.com/office/drawing/2014/main" id="{36BBA764-63B6-4014-0987-3A61631F36A6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18" name="Google Shape;386;p31">
              <a:extLst>
                <a:ext uri="{FF2B5EF4-FFF2-40B4-BE49-F238E27FC236}">
                  <a16:creationId xmlns:a16="http://schemas.microsoft.com/office/drawing/2014/main" id="{F77D19EC-8795-F1D0-9C0C-A7F253860054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21" name="Google Shape;387;p31">
                <a:extLst>
                  <a:ext uri="{FF2B5EF4-FFF2-40B4-BE49-F238E27FC236}">
                    <a16:creationId xmlns:a16="http://schemas.microsoft.com/office/drawing/2014/main" id="{9B889374-BA8F-F01E-AE50-8BD32CFC918A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" name="Google Shape;388;p31">
                <a:extLst>
                  <a:ext uri="{FF2B5EF4-FFF2-40B4-BE49-F238E27FC236}">
                    <a16:creationId xmlns:a16="http://schemas.microsoft.com/office/drawing/2014/main" id="{F27989DD-8414-6370-0B5D-C81E6082AC00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9" name="Google Shape;389;p31">
              <a:extLst>
                <a:ext uri="{FF2B5EF4-FFF2-40B4-BE49-F238E27FC236}">
                  <a16:creationId xmlns:a16="http://schemas.microsoft.com/office/drawing/2014/main" id="{E954465E-B966-1016-AC69-3BCBDC27329B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390;p31">
              <a:extLst>
                <a:ext uri="{FF2B5EF4-FFF2-40B4-BE49-F238E27FC236}">
                  <a16:creationId xmlns:a16="http://schemas.microsoft.com/office/drawing/2014/main" id="{6E9A6D47-0BEE-CB80-796D-FF3731125AA0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A0AD2BA8-FD5D-4135-3CC9-AEF7D7012C13}"/>
              </a:ext>
            </a:extLst>
          </p:cNvPr>
          <p:cNvSpPr txBox="1"/>
          <p:nvPr/>
        </p:nvSpPr>
        <p:spPr>
          <a:xfrm>
            <a:off x="1230650" y="1953104"/>
            <a:ext cx="3837109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Outcome x Probability</a:t>
            </a:r>
            <a:endParaRPr sz="2400" dirty="0">
              <a:latin typeface="+mj-lt"/>
            </a:endParaRPr>
          </a:p>
        </p:txBody>
      </p:sp>
      <p:sp>
        <p:nvSpPr>
          <p:cNvPr id="26" name="Star: 5 Points 25">
            <a:extLst>
              <a:ext uri="{FF2B5EF4-FFF2-40B4-BE49-F238E27FC236}">
                <a16:creationId xmlns:a16="http://schemas.microsoft.com/office/drawing/2014/main" id="{72CAC5FD-05CA-618E-94E8-BDC1D7A56648}"/>
              </a:ext>
            </a:extLst>
          </p:cNvPr>
          <p:cNvSpPr/>
          <p:nvPr/>
        </p:nvSpPr>
        <p:spPr>
          <a:xfrm>
            <a:off x="3200739" y="2981465"/>
            <a:ext cx="496198" cy="481270"/>
          </a:xfrm>
          <a:prstGeom prst="star5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8B0B8B-F09E-29D5-39C1-355EA6194ACD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1979084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FA586B-A6A6-EDE7-0AD3-F0C65067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63E9C-D802-494B-E610-5C8CFCDC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3927"/>
            <a:ext cx="12192000" cy="689952"/>
          </a:xfrm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Activity: Risk Discussion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23BEA7-8581-B9CB-A03C-87F381DE3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627" y="1203438"/>
            <a:ext cx="11199322" cy="4861656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Scenario 1</a:t>
            </a:r>
            <a:r>
              <a:rPr lang="en-US" dirty="0"/>
              <a:t>: You can either reintroduce an endangered species now with limited data or wait 3 years for better data but risk habitat degradation</a:t>
            </a:r>
          </a:p>
          <a:p>
            <a:pPr lvl="1"/>
            <a:r>
              <a:rPr lang="en-US" dirty="0"/>
              <a:t>Option A: Reintroduce now</a:t>
            </a:r>
          </a:p>
          <a:p>
            <a:pPr lvl="1"/>
            <a:r>
              <a:rPr lang="en-US" dirty="0"/>
              <a:t>Option B: Wait for data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b="1" dirty="0"/>
              <a:t>Scenario 2</a:t>
            </a:r>
            <a:r>
              <a:rPr lang="en-US" dirty="0"/>
              <a:t>: You can invest in a new monitoring technology that might double detection rates, but it could fail completely. Or you can continue to use your current monitoring technology which produces worse detection but is consistent </a:t>
            </a:r>
          </a:p>
          <a:p>
            <a:pPr lvl="1"/>
            <a:r>
              <a:rPr lang="en-US" dirty="0"/>
              <a:t>Option A: Invest in new technology</a:t>
            </a:r>
          </a:p>
          <a:p>
            <a:pPr lvl="1"/>
            <a:r>
              <a:rPr lang="en-US" dirty="0"/>
              <a:t>Option B: Use current technology</a:t>
            </a:r>
          </a:p>
          <a:p>
            <a:pPr lvl="1"/>
            <a:endParaRPr lang="en-US" dirty="0"/>
          </a:p>
          <a:p>
            <a:r>
              <a:rPr lang="en-US" b="1" dirty="0"/>
              <a:t>Scenario 3</a:t>
            </a:r>
            <a:r>
              <a:rPr lang="en-US" dirty="0"/>
              <a:t>: You can implement a prescribed burn now to reduce wildfire risk, but weather conditions are marginal and could lead to unintended spread. Waiting for ideal conditions may delay the burn for months.</a:t>
            </a:r>
          </a:p>
          <a:p>
            <a:pPr lvl="1"/>
            <a:r>
              <a:rPr lang="en-US" dirty="0"/>
              <a:t>Option A: Burn now</a:t>
            </a:r>
          </a:p>
          <a:p>
            <a:pPr lvl="1"/>
            <a:r>
              <a:rPr lang="en-US" dirty="0"/>
              <a:t>Option B: Wait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0B0DCF-5DA0-CFAC-2A95-84AE07B36DF6}"/>
              </a:ext>
            </a:extLst>
          </p:cNvPr>
          <p:cNvSpPr txBox="1"/>
          <p:nvPr/>
        </p:nvSpPr>
        <p:spPr>
          <a:xfrm>
            <a:off x="0" y="6294654"/>
            <a:ext cx="8944495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For each scenario would you rather choose option A or B. Why?</a:t>
            </a:r>
          </a:p>
        </p:txBody>
      </p:sp>
    </p:spTree>
    <p:extLst>
      <p:ext uri="{BB962C8B-B14F-4D97-AF65-F5344CB8AC3E}">
        <p14:creationId xmlns:p14="http://schemas.microsoft.com/office/powerpoint/2010/main" val="9254924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1A26F-5B4D-7984-8030-2CCF137BB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79310-CC83-4650-92F3-5EA4F7A47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DB03B-FED4-1D7E-63A3-61BB265DF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446"/>
            <a:ext cx="10515600" cy="4549966"/>
          </a:xfrm>
        </p:spPr>
        <p:txBody>
          <a:bodyPr>
            <a:normAutofit/>
          </a:bodyPr>
          <a:lstStyle/>
          <a:p>
            <a:r>
              <a:rPr lang="en-US" dirty="0"/>
              <a:t>Expected value (EV)</a:t>
            </a:r>
          </a:p>
          <a:p>
            <a:pPr lvl="1"/>
            <a:r>
              <a:rPr lang="en-US" dirty="0"/>
              <a:t>Method = outcomes x probabilities</a:t>
            </a:r>
          </a:p>
          <a:p>
            <a:pPr lvl="1"/>
            <a:r>
              <a:rPr lang="en-US" dirty="0"/>
              <a:t>Solution = maximize EV </a:t>
            </a:r>
          </a:p>
          <a:p>
            <a:r>
              <a:rPr lang="en-US" b="1" dirty="0"/>
              <a:t>Expected utility (EU)</a:t>
            </a:r>
          </a:p>
          <a:p>
            <a:pPr lvl="1"/>
            <a:r>
              <a:rPr lang="en-US" dirty="0"/>
              <a:t>Method = Translate outcome onto a scale that incorporates risk attitude</a:t>
            </a:r>
          </a:p>
          <a:p>
            <a:pPr lvl="1"/>
            <a:r>
              <a:rPr lang="en-US" dirty="0"/>
              <a:t>Solution = Maximize EU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CC2BFD-05E9-4A2A-E3FF-BE21AC4C74C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27392355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56FB7-A5D2-2B00-1FF6-90C5DF0A8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utility: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EED94-24D1-4254-72DE-1D041A6559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 non-neutral risk attitudes </a:t>
            </a:r>
          </a:p>
          <a:p>
            <a:pPr lvl="1"/>
            <a:r>
              <a:rPr lang="en-US" dirty="0"/>
              <a:t>Convert outcome to a utility score to represent </a:t>
            </a:r>
            <a:r>
              <a:rPr lang="en-US" b="1" dirty="0"/>
              <a:t>attitude toward risk </a:t>
            </a:r>
          </a:p>
          <a:p>
            <a:pPr lvl="1"/>
            <a:r>
              <a:rPr lang="en-US" dirty="0"/>
              <a:t>e.g., winning $1000 has U=1.0, $500 in pocket has U=0.6</a:t>
            </a:r>
          </a:p>
          <a:p>
            <a:r>
              <a:rPr lang="en-US" dirty="0"/>
              <a:t>Can be applied to multiple objectives </a:t>
            </a:r>
          </a:p>
          <a:p>
            <a:r>
              <a:rPr lang="en-US" dirty="0"/>
              <a:t>There are a variety of ways to determine utility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86B077-97C9-9ACA-726B-5B80DB64A532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912795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C07D5-1C13-08BF-F2C4-6B0A6AB32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A35CB-EEDF-3498-83A1-059D76EBE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E0AB1-0D13-5273-F503-3EA144F6F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2018846-4311-9FFB-C040-C83A339473A2}"/>
              </a:ext>
            </a:extLst>
          </p:cNvPr>
          <p:cNvGrpSpPr/>
          <p:nvPr/>
        </p:nvGrpSpPr>
        <p:grpSpPr>
          <a:xfrm>
            <a:off x="1441374" y="1817784"/>
            <a:ext cx="7226147" cy="4393890"/>
            <a:chOff x="317653" y="1676400"/>
            <a:chExt cx="7226147" cy="4393890"/>
          </a:xfrm>
        </p:grpSpPr>
        <p:sp>
          <p:nvSpPr>
            <p:cNvPr id="5" name="Google Shape;372;p31">
              <a:extLst>
                <a:ext uri="{FF2B5EF4-FFF2-40B4-BE49-F238E27FC236}">
                  <a16:creationId xmlns:a16="http://schemas.microsoft.com/office/drawing/2014/main" id="{D094D0F5-9268-7F2F-9348-EC738D066603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6" name="Google Shape;373;p31">
              <a:extLst>
                <a:ext uri="{FF2B5EF4-FFF2-40B4-BE49-F238E27FC236}">
                  <a16:creationId xmlns:a16="http://schemas.microsoft.com/office/drawing/2014/main" id="{3EA26986-6025-5E04-5DC3-72F6719ECC2B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7" name="Google Shape;374;p31">
              <a:extLst>
                <a:ext uri="{FF2B5EF4-FFF2-40B4-BE49-F238E27FC236}">
                  <a16:creationId xmlns:a16="http://schemas.microsoft.com/office/drawing/2014/main" id="{D9CAA6F3-EAF3-BB52-C65F-BBFF00C81225}"/>
                </a:ext>
              </a:extLst>
            </p:cNvPr>
            <p:cNvCxnSpPr>
              <a:stCxn id="5" idx="3"/>
              <a:endCxn id="6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8" name="Google Shape;375;p31">
              <a:extLst>
                <a:ext uri="{FF2B5EF4-FFF2-40B4-BE49-F238E27FC236}">
                  <a16:creationId xmlns:a16="http://schemas.microsoft.com/office/drawing/2014/main" id="{324E382A-1C78-443E-95A6-E1097825539D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9" name="Google Shape;376;p31">
              <a:extLst>
                <a:ext uri="{FF2B5EF4-FFF2-40B4-BE49-F238E27FC236}">
                  <a16:creationId xmlns:a16="http://schemas.microsoft.com/office/drawing/2014/main" id="{AD1EB20F-9E18-D9BE-8F62-273EC8D123FE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377;p31">
              <a:extLst>
                <a:ext uri="{FF2B5EF4-FFF2-40B4-BE49-F238E27FC236}">
                  <a16:creationId xmlns:a16="http://schemas.microsoft.com/office/drawing/2014/main" id="{1A2480C2-2BC6-F6E7-8445-DF52F048408E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" name="Google Shape;378;p31">
              <a:extLst>
                <a:ext uri="{FF2B5EF4-FFF2-40B4-BE49-F238E27FC236}">
                  <a16:creationId xmlns:a16="http://schemas.microsoft.com/office/drawing/2014/main" id="{5255A2AB-E0F8-0150-69D9-DC5762CEA2CB}"/>
                </a:ext>
              </a:extLst>
            </p:cNvPr>
            <p:cNvCxnSpPr>
              <a:stCxn id="6" idx="6"/>
              <a:endCxn id="9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12" name="Google Shape;379;p31">
              <a:extLst>
                <a:ext uri="{FF2B5EF4-FFF2-40B4-BE49-F238E27FC236}">
                  <a16:creationId xmlns:a16="http://schemas.microsoft.com/office/drawing/2014/main" id="{E507B5E0-DBFD-6116-B733-5C7F20CE5104}"/>
                </a:ext>
              </a:extLst>
            </p:cNvPr>
            <p:cNvCxnSpPr>
              <a:stCxn id="6" idx="6"/>
              <a:endCxn id="10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13" name="Google Shape;381;p31">
              <a:extLst>
                <a:ext uri="{FF2B5EF4-FFF2-40B4-BE49-F238E27FC236}">
                  <a16:creationId xmlns:a16="http://schemas.microsoft.com/office/drawing/2014/main" id="{B4FFBAD2-3227-11A9-D9F9-CFCEC395BDE4}"/>
                </a:ext>
              </a:extLst>
            </p:cNvPr>
            <p:cNvCxnSpPr>
              <a:stCxn id="5" idx="3"/>
              <a:endCxn id="8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14" name="Google Shape;382;p31">
              <a:extLst>
                <a:ext uri="{FF2B5EF4-FFF2-40B4-BE49-F238E27FC236}">
                  <a16:creationId xmlns:a16="http://schemas.microsoft.com/office/drawing/2014/main" id="{B8940D4C-24C6-838B-5B40-B36991B6C987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383;p31">
              <a:extLst>
                <a:ext uri="{FF2B5EF4-FFF2-40B4-BE49-F238E27FC236}">
                  <a16:creationId xmlns:a16="http://schemas.microsoft.com/office/drawing/2014/main" id="{0E34D5EA-6D91-7C8B-2709-1862DE4E55AF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16" name="Google Shape;384;p31">
              <a:extLst>
                <a:ext uri="{FF2B5EF4-FFF2-40B4-BE49-F238E27FC236}">
                  <a16:creationId xmlns:a16="http://schemas.microsoft.com/office/drawing/2014/main" id="{AB55051A-2230-037C-0F14-B6678C88FBE2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385;p31">
              <a:extLst>
                <a:ext uri="{FF2B5EF4-FFF2-40B4-BE49-F238E27FC236}">
                  <a16:creationId xmlns:a16="http://schemas.microsoft.com/office/drawing/2014/main" id="{43026A38-5E24-F74F-45BB-A503C0869BA8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18" name="Google Shape;386;p31">
              <a:extLst>
                <a:ext uri="{FF2B5EF4-FFF2-40B4-BE49-F238E27FC236}">
                  <a16:creationId xmlns:a16="http://schemas.microsoft.com/office/drawing/2014/main" id="{337FCBF6-9B5F-047B-BC48-18FC02FF490B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21" name="Google Shape;387;p31">
                <a:extLst>
                  <a:ext uri="{FF2B5EF4-FFF2-40B4-BE49-F238E27FC236}">
                    <a16:creationId xmlns:a16="http://schemas.microsoft.com/office/drawing/2014/main" id="{38FFDE67-8DCA-702C-B897-C29D74AEA6A6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" name="Google Shape;388;p31">
                <a:extLst>
                  <a:ext uri="{FF2B5EF4-FFF2-40B4-BE49-F238E27FC236}">
                    <a16:creationId xmlns:a16="http://schemas.microsoft.com/office/drawing/2014/main" id="{5EC30489-5CD4-43C2-5412-FC26D62B1481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9" name="Google Shape;389;p31">
              <a:extLst>
                <a:ext uri="{FF2B5EF4-FFF2-40B4-BE49-F238E27FC236}">
                  <a16:creationId xmlns:a16="http://schemas.microsoft.com/office/drawing/2014/main" id="{983D63FB-9225-E740-2C32-C25C47D07947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390;p31">
              <a:extLst>
                <a:ext uri="{FF2B5EF4-FFF2-40B4-BE49-F238E27FC236}">
                  <a16:creationId xmlns:a16="http://schemas.microsoft.com/office/drawing/2014/main" id="{3E69EF63-9FA8-5288-7821-BD9C01707ECA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26996E39-BDF6-DEDE-0BB0-3A58777B347E}"/>
              </a:ext>
            </a:extLst>
          </p:cNvPr>
          <p:cNvSpPr txBox="1"/>
          <p:nvPr/>
        </p:nvSpPr>
        <p:spPr>
          <a:xfrm>
            <a:off x="1230651" y="1953104"/>
            <a:ext cx="2601990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EU = assign utilities</a:t>
            </a:r>
            <a:endParaRPr sz="2400" dirty="0">
              <a:latin typeface="+mj-lt"/>
            </a:endParaRPr>
          </a:p>
        </p:txBody>
      </p:sp>
      <p:sp>
        <p:nvSpPr>
          <p:cNvPr id="24" name="Google Shape;375;p31">
            <a:extLst>
              <a:ext uri="{FF2B5EF4-FFF2-40B4-BE49-F238E27FC236}">
                <a16:creationId xmlns:a16="http://schemas.microsoft.com/office/drawing/2014/main" id="{00CD538E-E638-F5B1-1300-E6B472D43995}"/>
              </a:ext>
            </a:extLst>
          </p:cNvPr>
          <p:cNvSpPr txBox="1"/>
          <p:nvPr/>
        </p:nvSpPr>
        <p:spPr>
          <a:xfrm>
            <a:off x="8972321" y="5297274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?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5" name="Google Shape;376;p31">
            <a:extLst>
              <a:ext uri="{FF2B5EF4-FFF2-40B4-BE49-F238E27FC236}">
                <a16:creationId xmlns:a16="http://schemas.microsoft.com/office/drawing/2014/main" id="{0E31F2CE-6000-DE2E-28C8-A894F6448AB5}"/>
              </a:ext>
            </a:extLst>
          </p:cNvPr>
          <p:cNvSpPr txBox="1"/>
          <p:nvPr/>
        </p:nvSpPr>
        <p:spPr>
          <a:xfrm>
            <a:off x="8972321" y="18066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1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7" name="Google Shape;377;p31">
            <a:extLst>
              <a:ext uri="{FF2B5EF4-FFF2-40B4-BE49-F238E27FC236}">
                <a16:creationId xmlns:a16="http://schemas.microsoft.com/office/drawing/2014/main" id="{DE88FFD9-9CF0-52BE-0B71-2493A8DBFF03}"/>
              </a:ext>
            </a:extLst>
          </p:cNvPr>
          <p:cNvSpPr txBox="1"/>
          <p:nvPr/>
        </p:nvSpPr>
        <p:spPr>
          <a:xfrm>
            <a:off x="8972321" y="34068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25F6EA-481D-05AA-6F84-5F193EEABEEF}"/>
              </a:ext>
            </a:extLst>
          </p:cNvPr>
          <p:cNvSpPr txBox="1"/>
          <p:nvPr/>
        </p:nvSpPr>
        <p:spPr>
          <a:xfrm>
            <a:off x="10344404" y="1751019"/>
            <a:ext cx="1289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*Assign highest outcome utility of 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BFE6568-3928-75E0-0A0D-67A621C51A6E}"/>
              </a:ext>
            </a:extLst>
          </p:cNvPr>
          <p:cNvSpPr txBox="1"/>
          <p:nvPr/>
        </p:nvSpPr>
        <p:spPr>
          <a:xfrm>
            <a:off x="10344404" y="3253334"/>
            <a:ext cx="1289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*Assign lowest outcome utility of 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FB55F6-5222-56FF-86DE-61C5D53920C5}"/>
              </a:ext>
            </a:extLst>
          </p:cNvPr>
          <p:cNvSpPr txBox="1"/>
          <p:nvPr/>
        </p:nvSpPr>
        <p:spPr>
          <a:xfrm>
            <a:off x="10087562" y="5079441"/>
            <a:ext cx="18030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3">
                    <a:lumMod val="75000"/>
                  </a:schemeClr>
                </a:solidFill>
              </a:rPr>
              <a:t>?????</a:t>
            </a:r>
          </a:p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40K is halfway between 10K and 70K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452491-3661-6691-2349-A0446ACECA65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9294947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94C38-B71E-2EAA-9274-07E05AED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D5255-3B69-FD1C-8B06-75C935D4E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B7289-2923-CC03-965F-3AAC5D43D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0D333D9D-641C-564B-CACB-D2D00D86EE9D}"/>
              </a:ext>
            </a:extLst>
          </p:cNvPr>
          <p:cNvSpPr txBox="1"/>
          <p:nvPr/>
        </p:nvSpPr>
        <p:spPr>
          <a:xfrm>
            <a:off x="1230651" y="1953104"/>
            <a:ext cx="2601990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EU = assign utilities</a:t>
            </a:r>
            <a:endParaRPr sz="2400" dirty="0">
              <a:latin typeface="+mj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DD28B-2CAD-4A23-0BB2-88D153919C4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EAFD99E-4024-53EB-B47A-5B9D8FCF80A8}"/>
              </a:ext>
            </a:extLst>
          </p:cNvPr>
          <p:cNvGrpSpPr/>
          <p:nvPr/>
        </p:nvGrpSpPr>
        <p:grpSpPr>
          <a:xfrm>
            <a:off x="3250894" y="1758310"/>
            <a:ext cx="6667500" cy="5037138"/>
            <a:chOff x="838200" y="1695450"/>
            <a:chExt cx="6667500" cy="5037138"/>
          </a:xfrm>
        </p:grpSpPr>
        <p:grpSp>
          <p:nvGrpSpPr>
            <p:cNvPr id="32" name="Google Shape;467;p37">
              <a:extLst>
                <a:ext uri="{FF2B5EF4-FFF2-40B4-BE49-F238E27FC236}">
                  <a16:creationId xmlns:a16="http://schemas.microsoft.com/office/drawing/2014/main" id="{9FD37805-0828-CA15-75AE-37591271FF76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60" name="Google Shape;468;p37">
                <a:extLst>
                  <a:ext uri="{FF2B5EF4-FFF2-40B4-BE49-F238E27FC236}">
                    <a16:creationId xmlns:a16="http://schemas.microsoft.com/office/drawing/2014/main" id="{E2A47BB7-3CA2-2B78-E6E1-F90FD06CFAA0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1" name="Google Shape;469;p37">
                <a:extLst>
                  <a:ext uri="{FF2B5EF4-FFF2-40B4-BE49-F238E27FC236}">
                    <a16:creationId xmlns:a16="http://schemas.microsoft.com/office/drawing/2014/main" id="{B4D09D63-8A36-A3B1-AA90-0CF7DA32BD62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2" name="Google Shape;470;p37">
                <a:extLst>
                  <a:ext uri="{FF2B5EF4-FFF2-40B4-BE49-F238E27FC236}">
                    <a16:creationId xmlns:a16="http://schemas.microsoft.com/office/drawing/2014/main" id="{3301D63F-5BFF-3F9F-B977-6D7B6CC3807B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3" name="Google Shape;471;p37">
                <a:extLst>
                  <a:ext uri="{FF2B5EF4-FFF2-40B4-BE49-F238E27FC236}">
                    <a16:creationId xmlns:a16="http://schemas.microsoft.com/office/drawing/2014/main" id="{4DA77596-516D-5AF9-4676-0F9ED8F3AB56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4" name="Google Shape;472;p37">
                <a:extLst>
                  <a:ext uri="{FF2B5EF4-FFF2-40B4-BE49-F238E27FC236}">
                    <a16:creationId xmlns:a16="http://schemas.microsoft.com/office/drawing/2014/main" id="{DF47D6C0-0F21-BE57-1399-FC8AD97175BB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5" name="Google Shape;473;p37">
                <a:extLst>
                  <a:ext uri="{FF2B5EF4-FFF2-40B4-BE49-F238E27FC236}">
                    <a16:creationId xmlns:a16="http://schemas.microsoft.com/office/drawing/2014/main" id="{61528F5D-5823-5935-0F85-CBC79219E138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6" name="Google Shape;474;p37">
                <a:extLst>
                  <a:ext uri="{FF2B5EF4-FFF2-40B4-BE49-F238E27FC236}">
                    <a16:creationId xmlns:a16="http://schemas.microsoft.com/office/drawing/2014/main" id="{06731279-060F-C133-6A37-9A6288FF21BC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7" name="Google Shape;475;p37">
                <a:extLst>
                  <a:ext uri="{FF2B5EF4-FFF2-40B4-BE49-F238E27FC236}">
                    <a16:creationId xmlns:a16="http://schemas.microsoft.com/office/drawing/2014/main" id="{80F79CAB-2E22-30D6-0061-D7E84BF65566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8" name="Google Shape;476;p37">
                <a:extLst>
                  <a:ext uri="{FF2B5EF4-FFF2-40B4-BE49-F238E27FC236}">
                    <a16:creationId xmlns:a16="http://schemas.microsoft.com/office/drawing/2014/main" id="{CDF98E63-8CF7-5C4C-CBE5-60925CD8F8E3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" name="Google Shape;477;p37">
                <a:extLst>
                  <a:ext uri="{FF2B5EF4-FFF2-40B4-BE49-F238E27FC236}">
                    <a16:creationId xmlns:a16="http://schemas.microsoft.com/office/drawing/2014/main" id="{C21004DB-109E-C46B-BDBC-94FEA357739A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0" name="Google Shape;478;p37">
                <a:extLst>
                  <a:ext uri="{FF2B5EF4-FFF2-40B4-BE49-F238E27FC236}">
                    <a16:creationId xmlns:a16="http://schemas.microsoft.com/office/drawing/2014/main" id="{97206CE9-B5A8-0B1B-1AAE-1868180DCF39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1" name="Google Shape;479;p37">
                <a:extLst>
                  <a:ext uri="{FF2B5EF4-FFF2-40B4-BE49-F238E27FC236}">
                    <a16:creationId xmlns:a16="http://schemas.microsoft.com/office/drawing/2014/main" id="{1E14E319-9BEA-A8C4-FFEF-38494F20278D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2" name="Google Shape;480;p37">
                <a:extLst>
                  <a:ext uri="{FF2B5EF4-FFF2-40B4-BE49-F238E27FC236}">
                    <a16:creationId xmlns:a16="http://schemas.microsoft.com/office/drawing/2014/main" id="{B0F02C8D-06CE-CBAB-BEBB-D55846CC6721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3" name="Google Shape;481;p37">
                <a:extLst>
                  <a:ext uri="{FF2B5EF4-FFF2-40B4-BE49-F238E27FC236}">
                    <a16:creationId xmlns:a16="http://schemas.microsoft.com/office/drawing/2014/main" id="{8265CB2A-8D7A-F187-A826-796B3166AE06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4" name="Google Shape;482;p37">
                <a:extLst>
                  <a:ext uri="{FF2B5EF4-FFF2-40B4-BE49-F238E27FC236}">
                    <a16:creationId xmlns:a16="http://schemas.microsoft.com/office/drawing/2014/main" id="{BA54ACFB-F8A4-4381-7CAC-E1CB5C44B6B5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5" name="Google Shape;483;p37">
                <a:extLst>
                  <a:ext uri="{FF2B5EF4-FFF2-40B4-BE49-F238E27FC236}">
                    <a16:creationId xmlns:a16="http://schemas.microsoft.com/office/drawing/2014/main" id="{767E2446-2309-8D58-B490-4D6137C64BFA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6" name="Google Shape;484;p37">
                <a:extLst>
                  <a:ext uri="{FF2B5EF4-FFF2-40B4-BE49-F238E27FC236}">
                    <a16:creationId xmlns:a16="http://schemas.microsoft.com/office/drawing/2014/main" id="{8BCA43AB-39BE-871E-CE2C-F58D16C3A5A1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7" name="Google Shape;485;p37">
                <a:extLst>
                  <a:ext uri="{FF2B5EF4-FFF2-40B4-BE49-F238E27FC236}">
                    <a16:creationId xmlns:a16="http://schemas.microsoft.com/office/drawing/2014/main" id="{7BE96764-D634-A813-4938-7CF39676890E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33" name="Google Shape;486;p37">
              <a:extLst>
                <a:ext uri="{FF2B5EF4-FFF2-40B4-BE49-F238E27FC236}">
                  <a16:creationId xmlns:a16="http://schemas.microsoft.com/office/drawing/2014/main" id="{1ECD0C8C-F492-211C-1E8E-5D57A8DADA34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34" name="Google Shape;487;p37">
              <a:extLst>
                <a:ext uri="{FF2B5EF4-FFF2-40B4-BE49-F238E27FC236}">
                  <a16:creationId xmlns:a16="http://schemas.microsoft.com/office/drawing/2014/main" id="{BA172290-68E5-7B16-19B7-234D5EA0B11F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 dirty="0"/>
            </a:p>
          </p:txBody>
        </p:sp>
        <p:sp>
          <p:nvSpPr>
            <p:cNvPr id="35" name="Google Shape;488;p37">
              <a:extLst>
                <a:ext uri="{FF2B5EF4-FFF2-40B4-BE49-F238E27FC236}">
                  <a16:creationId xmlns:a16="http://schemas.microsoft.com/office/drawing/2014/main" id="{11DB1D25-917A-C805-04E5-F1FFDE36EF20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36" name="Google Shape;489;p37">
              <a:extLst>
                <a:ext uri="{FF2B5EF4-FFF2-40B4-BE49-F238E27FC236}">
                  <a16:creationId xmlns:a16="http://schemas.microsoft.com/office/drawing/2014/main" id="{AF60ECF5-BBE8-4033-A862-31BAF89E546C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37" name="Google Shape;490;p37">
              <a:extLst>
                <a:ext uri="{FF2B5EF4-FFF2-40B4-BE49-F238E27FC236}">
                  <a16:creationId xmlns:a16="http://schemas.microsoft.com/office/drawing/2014/main" id="{37B1D660-38F5-D462-E53D-BE6DC9200EBD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38" name="Google Shape;491;p37">
              <a:extLst>
                <a:ext uri="{FF2B5EF4-FFF2-40B4-BE49-F238E27FC236}">
                  <a16:creationId xmlns:a16="http://schemas.microsoft.com/office/drawing/2014/main" id="{D1782ACC-C382-D569-A000-03FC1AF00A65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55" name="Google Shape;492;p37">
                <a:extLst>
                  <a:ext uri="{FF2B5EF4-FFF2-40B4-BE49-F238E27FC236}">
                    <a16:creationId xmlns:a16="http://schemas.microsoft.com/office/drawing/2014/main" id="{AA7D456B-ABBE-2BC2-C99C-91D40D57F2ED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56" name="Google Shape;493;p37">
                <a:extLst>
                  <a:ext uri="{FF2B5EF4-FFF2-40B4-BE49-F238E27FC236}">
                    <a16:creationId xmlns:a16="http://schemas.microsoft.com/office/drawing/2014/main" id="{6974BB00-3C00-20C3-F102-ED3D4C17B18C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57" name="Google Shape;494;p37">
                <a:extLst>
                  <a:ext uri="{FF2B5EF4-FFF2-40B4-BE49-F238E27FC236}">
                    <a16:creationId xmlns:a16="http://schemas.microsoft.com/office/drawing/2014/main" id="{062E4034-5838-5A51-A451-3F1A7FF103DF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58" name="Google Shape;495;p37">
                <a:extLst>
                  <a:ext uri="{FF2B5EF4-FFF2-40B4-BE49-F238E27FC236}">
                    <a16:creationId xmlns:a16="http://schemas.microsoft.com/office/drawing/2014/main" id="{AE5CD11C-2ACA-494C-40C6-4C34E993C6FD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59" name="Google Shape;496;p37">
                <a:extLst>
                  <a:ext uri="{FF2B5EF4-FFF2-40B4-BE49-F238E27FC236}">
                    <a16:creationId xmlns:a16="http://schemas.microsoft.com/office/drawing/2014/main" id="{11B06BC3-24F8-EAAA-6971-DD0E91F15E3A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39" name="Google Shape;497;p37">
              <a:extLst>
                <a:ext uri="{FF2B5EF4-FFF2-40B4-BE49-F238E27FC236}">
                  <a16:creationId xmlns:a16="http://schemas.microsoft.com/office/drawing/2014/main" id="{3F3F46EA-2045-EE53-7F07-78B4FE29D45C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40" name="Google Shape;498;p37">
              <a:extLst>
                <a:ext uri="{FF2B5EF4-FFF2-40B4-BE49-F238E27FC236}">
                  <a16:creationId xmlns:a16="http://schemas.microsoft.com/office/drawing/2014/main" id="{A3E62B3C-C1FC-CEAF-67CC-226AD7F730FA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41" name="Google Shape;499;p37">
              <a:extLst>
                <a:ext uri="{FF2B5EF4-FFF2-40B4-BE49-F238E27FC236}">
                  <a16:creationId xmlns:a16="http://schemas.microsoft.com/office/drawing/2014/main" id="{413707A9-CD2E-D8A2-4C72-F63CE6BD9300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2" name="Google Shape;500;p37">
              <a:extLst>
                <a:ext uri="{FF2B5EF4-FFF2-40B4-BE49-F238E27FC236}">
                  <a16:creationId xmlns:a16="http://schemas.microsoft.com/office/drawing/2014/main" id="{8E215407-7B8F-C01E-FFC8-967B843AB938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43" name="Google Shape;501;p37">
              <a:extLst>
                <a:ext uri="{FF2B5EF4-FFF2-40B4-BE49-F238E27FC236}">
                  <a16:creationId xmlns:a16="http://schemas.microsoft.com/office/drawing/2014/main" id="{2B7950ED-9BD5-7218-57C9-3FA5851F7CBF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52" name="Google Shape;502;p37">
                <a:extLst>
                  <a:ext uri="{FF2B5EF4-FFF2-40B4-BE49-F238E27FC236}">
                    <a16:creationId xmlns:a16="http://schemas.microsoft.com/office/drawing/2014/main" id="{A5B9522E-718B-D69F-74A8-C712135FF1A6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3" name="Google Shape;503;p37">
                <a:extLst>
                  <a:ext uri="{FF2B5EF4-FFF2-40B4-BE49-F238E27FC236}">
                    <a16:creationId xmlns:a16="http://schemas.microsoft.com/office/drawing/2014/main" id="{79365FA7-978F-D467-EE0D-B47C4851E5B8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4" name="Google Shape;504;p37">
                <a:extLst>
                  <a:ext uri="{FF2B5EF4-FFF2-40B4-BE49-F238E27FC236}">
                    <a16:creationId xmlns:a16="http://schemas.microsoft.com/office/drawing/2014/main" id="{22A8FCA4-8A68-0A5E-1EA2-760D63807C6E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D910F2C4-8A58-A3C3-5C76-B3E57A07F407}"/>
              </a:ext>
            </a:extLst>
          </p:cNvPr>
          <p:cNvSpPr txBox="1"/>
          <p:nvPr/>
        </p:nvSpPr>
        <p:spPr>
          <a:xfrm>
            <a:off x="395136" y="2722220"/>
            <a:ext cx="23518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3">
                    <a:lumMod val="75000"/>
                  </a:schemeClr>
                </a:solidFill>
              </a:rPr>
              <a:t>Utility of 40 K?????</a:t>
            </a:r>
          </a:p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40K is halfway between 10K and 70K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0672D1B-38A2-6E06-36E7-8EBAF43CB11C}"/>
              </a:ext>
            </a:extLst>
          </p:cNvPr>
          <p:cNvCxnSpPr/>
          <p:nvPr/>
        </p:nvCxnSpPr>
        <p:spPr>
          <a:xfrm flipH="1">
            <a:off x="7318069" y="3977703"/>
            <a:ext cx="3775917" cy="7302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9539F04-5F86-9EC1-501A-DC14F82F202A}"/>
              </a:ext>
            </a:extLst>
          </p:cNvPr>
          <p:cNvSpPr txBox="1"/>
          <p:nvPr/>
        </p:nvSpPr>
        <p:spPr>
          <a:xfrm>
            <a:off x="8745080" y="3326525"/>
            <a:ext cx="24917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Assigning EU(40K) = 0.5 makes you risk neutral</a:t>
            </a:r>
          </a:p>
        </p:txBody>
      </p:sp>
    </p:spTree>
    <p:extLst>
      <p:ext uri="{BB962C8B-B14F-4D97-AF65-F5344CB8AC3E}">
        <p14:creationId xmlns:p14="http://schemas.microsoft.com/office/powerpoint/2010/main" val="19566475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3DDB8-CC01-9B03-1BCA-B61F8D32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8A7A4-5B3F-B61D-59A3-141C44C98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64AD8-900E-84F8-0E1F-88797231EF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60F975B0-6A1C-4E6A-CCD2-2A877AE8A8B6}"/>
              </a:ext>
            </a:extLst>
          </p:cNvPr>
          <p:cNvSpPr txBox="1"/>
          <p:nvPr/>
        </p:nvSpPr>
        <p:spPr>
          <a:xfrm>
            <a:off x="1230651" y="1953104"/>
            <a:ext cx="2601990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EU = assign utilities</a:t>
            </a:r>
            <a:endParaRPr sz="2400" dirty="0">
              <a:latin typeface="+mj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8F9CFB-C55F-C49D-03DE-EB8239D65370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F631033-CB70-9717-0105-AA1229A42252}"/>
              </a:ext>
            </a:extLst>
          </p:cNvPr>
          <p:cNvGrpSpPr/>
          <p:nvPr/>
        </p:nvGrpSpPr>
        <p:grpSpPr>
          <a:xfrm>
            <a:off x="3250894" y="1568609"/>
            <a:ext cx="6667500" cy="5226839"/>
            <a:chOff x="838200" y="1505749"/>
            <a:chExt cx="6667500" cy="5226839"/>
          </a:xfrm>
        </p:grpSpPr>
        <p:grpSp>
          <p:nvGrpSpPr>
            <p:cNvPr id="32" name="Google Shape;467;p37">
              <a:extLst>
                <a:ext uri="{FF2B5EF4-FFF2-40B4-BE49-F238E27FC236}">
                  <a16:creationId xmlns:a16="http://schemas.microsoft.com/office/drawing/2014/main" id="{BD33BD98-0729-1ECE-17FD-3BD95F3E4998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60" name="Google Shape;468;p37">
                <a:extLst>
                  <a:ext uri="{FF2B5EF4-FFF2-40B4-BE49-F238E27FC236}">
                    <a16:creationId xmlns:a16="http://schemas.microsoft.com/office/drawing/2014/main" id="{F6B00775-0782-7168-995A-FFF26B67847E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1" name="Google Shape;469;p37">
                <a:extLst>
                  <a:ext uri="{FF2B5EF4-FFF2-40B4-BE49-F238E27FC236}">
                    <a16:creationId xmlns:a16="http://schemas.microsoft.com/office/drawing/2014/main" id="{0958EA18-2B04-F820-9179-B31C69806D6C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2" name="Google Shape;470;p37">
                <a:extLst>
                  <a:ext uri="{FF2B5EF4-FFF2-40B4-BE49-F238E27FC236}">
                    <a16:creationId xmlns:a16="http://schemas.microsoft.com/office/drawing/2014/main" id="{0F3B4AB5-AAED-D955-562A-BCB9F595FFD7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3" name="Google Shape;471;p37">
                <a:extLst>
                  <a:ext uri="{FF2B5EF4-FFF2-40B4-BE49-F238E27FC236}">
                    <a16:creationId xmlns:a16="http://schemas.microsoft.com/office/drawing/2014/main" id="{F04D02B6-523C-BDFB-34ED-FE2389469DA9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4" name="Google Shape;472;p37">
                <a:extLst>
                  <a:ext uri="{FF2B5EF4-FFF2-40B4-BE49-F238E27FC236}">
                    <a16:creationId xmlns:a16="http://schemas.microsoft.com/office/drawing/2014/main" id="{4DE34D6D-9018-7FC0-A4D5-ACA816088BA8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5" name="Google Shape;473;p37">
                <a:extLst>
                  <a:ext uri="{FF2B5EF4-FFF2-40B4-BE49-F238E27FC236}">
                    <a16:creationId xmlns:a16="http://schemas.microsoft.com/office/drawing/2014/main" id="{511F8DF6-3DD6-C1B5-AB00-CBF9BA3395AD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6" name="Google Shape;474;p37">
                <a:extLst>
                  <a:ext uri="{FF2B5EF4-FFF2-40B4-BE49-F238E27FC236}">
                    <a16:creationId xmlns:a16="http://schemas.microsoft.com/office/drawing/2014/main" id="{86847797-7B5E-F61B-0303-0937293EBB4B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7" name="Google Shape;475;p37">
                <a:extLst>
                  <a:ext uri="{FF2B5EF4-FFF2-40B4-BE49-F238E27FC236}">
                    <a16:creationId xmlns:a16="http://schemas.microsoft.com/office/drawing/2014/main" id="{41F127AB-EBE5-53FF-134B-164CA4D9ABCE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8" name="Google Shape;476;p37">
                <a:extLst>
                  <a:ext uri="{FF2B5EF4-FFF2-40B4-BE49-F238E27FC236}">
                    <a16:creationId xmlns:a16="http://schemas.microsoft.com/office/drawing/2014/main" id="{DB41E4A9-46C7-5588-1480-356073B4CD05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" name="Google Shape;477;p37">
                <a:extLst>
                  <a:ext uri="{FF2B5EF4-FFF2-40B4-BE49-F238E27FC236}">
                    <a16:creationId xmlns:a16="http://schemas.microsoft.com/office/drawing/2014/main" id="{8FB44E2B-D433-E1D2-8D71-EEAE514AEA8B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0" name="Google Shape;478;p37">
                <a:extLst>
                  <a:ext uri="{FF2B5EF4-FFF2-40B4-BE49-F238E27FC236}">
                    <a16:creationId xmlns:a16="http://schemas.microsoft.com/office/drawing/2014/main" id="{00948372-366F-48D0-B859-399719D29E30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1" name="Google Shape;479;p37">
                <a:extLst>
                  <a:ext uri="{FF2B5EF4-FFF2-40B4-BE49-F238E27FC236}">
                    <a16:creationId xmlns:a16="http://schemas.microsoft.com/office/drawing/2014/main" id="{94B2B3F0-32AD-30BB-11C9-F1C351D3F8E6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2" name="Google Shape;480;p37">
                <a:extLst>
                  <a:ext uri="{FF2B5EF4-FFF2-40B4-BE49-F238E27FC236}">
                    <a16:creationId xmlns:a16="http://schemas.microsoft.com/office/drawing/2014/main" id="{F1FF6559-0B32-1FF6-4172-C8C96090978B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3" name="Google Shape;481;p37">
                <a:extLst>
                  <a:ext uri="{FF2B5EF4-FFF2-40B4-BE49-F238E27FC236}">
                    <a16:creationId xmlns:a16="http://schemas.microsoft.com/office/drawing/2014/main" id="{DB9354D9-6DDB-24E8-8A9D-0808F2F73B51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4" name="Google Shape;482;p37">
                <a:extLst>
                  <a:ext uri="{FF2B5EF4-FFF2-40B4-BE49-F238E27FC236}">
                    <a16:creationId xmlns:a16="http://schemas.microsoft.com/office/drawing/2014/main" id="{7E42A7DC-0206-BC27-3FE3-499CDCD167FC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5" name="Google Shape;483;p37">
                <a:extLst>
                  <a:ext uri="{FF2B5EF4-FFF2-40B4-BE49-F238E27FC236}">
                    <a16:creationId xmlns:a16="http://schemas.microsoft.com/office/drawing/2014/main" id="{73EE9278-868E-7243-585D-252CBD0F636B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6" name="Google Shape;484;p37">
                <a:extLst>
                  <a:ext uri="{FF2B5EF4-FFF2-40B4-BE49-F238E27FC236}">
                    <a16:creationId xmlns:a16="http://schemas.microsoft.com/office/drawing/2014/main" id="{A0960ED7-2D00-77D9-B1D9-BAD3FCEDAFD1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7" name="Google Shape;485;p37">
                <a:extLst>
                  <a:ext uri="{FF2B5EF4-FFF2-40B4-BE49-F238E27FC236}">
                    <a16:creationId xmlns:a16="http://schemas.microsoft.com/office/drawing/2014/main" id="{176BB362-D71F-C5BF-CEA4-D1E53E77D83E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33" name="Google Shape;486;p37">
              <a:extLst>
                <a:ext uri="{FF2B5EF4-FFF2-40B4-BE49-F238E27FC236}">
                  <a16:creationId xmlns:a16="http://schemas.microsoft.com/office/drawing/2014/main" id="{227B1B8A-0F12-9F0C-B0FE-911021031BB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34" name="Google Shape;487;p37">
              <a:extLst>
                <a:ext uri="{FF2B5EF4-FFF2-40B4-BE49-F238E27FC236}">
                  <a16:creationId xmlns:a16="http://schemas.microsoft.com/office/drawing/2014/main" id="{70F722EF-70C9-685B-C482-00405A30D706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35" name="Google Shape;488;p37">
              <a:extLst>
                <a:ext uri="{FF2B5EF4-FFF2-40B4-BE49-F238E27FC236}">
                  <a16:creationId xmlns:a16="http://schemas.microsoft.com/office/drawing/2014/main" id="{72C336D3-1CA8-FF4B-2102-CFFC16FA76A0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36" name="Google Shape;489;p37">
              <a:extLst>
                <a:ext uri="{FF2B5EF4-FFF2-40B4-BE49-F238E27FC236}">
                  <a16:creationId xmlns:a16="http://schemas.microsoft.com/office/drawing/2014/main" id="{74FEF4F4-0BC7-E872-390D-1A50650E016F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37" name="Google Shape;490;p37">
              <a:extLst>
                <a:ext uri="{FF2B5EF4-FFF2-40B4-BE49-F238E27FC236}">
                  <a16:creationId xmlns:a16="http://schemas.microsoft.com/office/drawing/2014/main" id="{76277BA5-AC32-CF5A-71A9-9C7274B850A5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38" name="Google Shape;491;p37">
              <a:extLst>
                <a:ext uri="{FF2B5EF4-FFF2-40B4-BE49-F238E27FC236}">
                  <a16:creationId xmlns:a16="http://schemas.microsoft.com/office/drawing/2014/main" id="{35492E19-96BC-4096-6FAC-3C140731F258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55" name="Google Shape;492;p37">
                <a:extLst>
                  <a:ext uri="{FF2B5EF4-FFF2-40B4-BE49-F238E27FC236}">
                    <a16:creationId xmlns:a16="http://schemas.microsoft.com/office/drawing/2014/main" id="{44ADDAD7-BF72-ECED-BE22-EE7D3B81676D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56" name="Google Shape;493;p37">
                <a:extLst>
                  <a:ext uri="{FF2B5EF4-FFF2-40B4-BE49-F238E27FC236}">
                    <a16:creationId xmlns:a16="http://schemas.microsoft.com/office/drawing/2014/main" id="{C9B9F229-3A26-10C9-6445-3E4697259144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57" name="Google Shape;494;p37">
                <a:extLst>
                  <a:ext uri="{FF2B5EF4-FFF2-40B4-BE49-F238E27FC236}">
                    <a16:creationId xmlns:a16="http://schemas.microsoft.com/office/drawing/2014/main" id="{212C3298-86A2-8249-FD2D-D0D2489CF09C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58" name="Google Shape;495;p37">
                <a:extLst>
                  <a:ext uri="{FF2B5EF4-FFF2-40B4-BE49-F238E27FC236}">
                    <a16:creationId xmlns:a16="http://schemas.microsoft.com/office/drawing/2014/main" id="{EC4E4F35-F4D2-6000-0AD4-2D17A6FD787B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59" name="Google Shape;496;p37">
                <a:extLst>
                  <a:ext uri="{FF2B5EF4-FFF2-40B4-BE49-F238E27FC236}">
                    <a16:creationId xmlns:a16="http://schemas.microsoft.com/office/drawing/2014/main" id="{FA46BDF8-81DC-A431-0FF5-97E92DAC6FAA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39" name="Google Shape;497;p37">
              <a:extLst>
                <a:ext uri="{FF2B5EF4-FFF2-40B4-BE49-F238E27FC236}">
                  <a16:creationId xmlns:a16="http://schemas.microsoft.com/office/drawing/2014/main" id="{C5656BC7-241C-9243-4AFE-19F1C4482DF4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40" name="Google Shape;498;p37">
              <a:extLst>
                <a:ext uri="{FF2B5EF4-FFF2-40B4-BE49-F238E27FC236}">
                  <a16:creationId xmlns:a16="http://schemas.microsoft.com/office/drawing/2014/main" id="{6C1F8EB2-2E01-C992-5933-EE4972196AC3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41" name="Google Shape;499;p37">
              <a:extLst>
                <a:ext uri="{FF2B5EF4-FFF2-40B4-BE49-F238E27FC236}">
                  <a16:creationId xmlns:a16="http://schemas.microsoft.com/office/drawing/2014/main" id="{0BE84275-F4FB-1D14-A092-E44FB620FB5E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2" name="Google Shape;500;p37">
              <a:extLst>
                <a:ext uri="{FF2B5EF4-FFF2-40B4-BE49-F238E27FC236}">
                  <a16:creationId xmlns:a16="http://schemas.microsoft.com/office/drawing/2014/main" id="{04EDCF45-079E-07E4-6AFF-127E5A8D57C6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43" name="Google Shape;501;p37">
              <a:extLst>
                <a:ext uri="{FF2B5EF4-FFF2-40B4-BE49-F238E27FC236}">
                  <a16:creationId xmlns:a16="http://schemas.microsoft.com/office/drawing/2014/main" id="{BD549C3F-052A-6B9E-5FA7-D8061F125364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52" name="Google Shape;502;p37">
                <a:extLst>
                  <a:ext uri="{FF2B5EF4-FFF2-40B4-BE49-F238E27FC236}">
                    <a16:creationId xmlns:a16="http://schemas.microsoft.com/office/drawing/2014/main" id="{B347F421-9521-16CF-7674-B7C768F07809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3" name="Google Shape;503;p37">
                <a:extLst>
                  <a:ext uri="{FF2B5EF4-FFF2-40B4-BE49-F238E27FC236}">
                    <a16:creationId xmlns:a16="http://schemas.microsoft.com/office/drawing/2014/main" id="{A3599C11-2F3B-EA33-3789-930CE4DC35D2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4" name="Google Shape;504;p37">
                <a:extLst>
                  <a:ext uri="{FF2B5EF4-FFF2-40B4-BE49-F238E27FC236}">
                    <a16:creationId xmlns:a16="http://schemas.microsoft.com/office/drawing/2014/main" id="{EDBEF06A-15D6-79E3-583C-3099005B4EE2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44" name="Google Shape;505;p37">
              <a:extLst>
                <a:ext uri="{FF2B5EF4-FFF2-40B4-BE49-F238E27FC236}">
                  <a16:creationId xmlns:a16="http://schemas.microsoft.com/office/drawing/2014/main" id="{7627CCAC-8435-B762-7AD8-80B5B02980A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49" name="Google Shape;506;p37">
                <a:extLst>
                  <a:ext uri="{FF2B5EF4-FFF2-40B4-BE49-F238E27FC236}">
                    <a16:creationId xmlns:a16="http://schemas.microsoft.com/office/drawing/2014/main" id="{D16B45CE-F55D-5C8C-EDF6-31B216683ECF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0" name="Google Shape;507;p37">
                <a:extLst>
                  <a:ext uri="{FF2B5EF4-FFF2-40B4-BE49-F238E27FC236}">
                    <a16:creationId xmlns:a16="http://schemas.microsoft.com/office/drawing/2014/main" id="{0A4BD0E9-A5CF-7B82-DA80-048789EBF64F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1" name="Google Shape;508;p37">
                <a:extLst>
                  <a:ext uri="{FF2B5EF4-FFF2-40B4-BE49-F238E27FC236}">
                    <a16:creationId xmlns:a16="http://schemas.microsoft.com/office/drawing/2014/main" id="{2EAF8D07-3904-A413-8808-AC1CE0348F9D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7A9AE6B3-1B8B-B61E-7675-F5B77A408707}"/>
              </a:ext>
            </a:extLst>
          </p:cNvPr>
          <p:cNvSpPr txBox="1"/>
          <p:nvPr/>
        </p:nvSpPr>
        <p:spPr>
          <a:xfrm>
            <a:off x="395136" y="2722220"/>
            <a:ext cx="23518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3">
                    <a:lumMod val="75000"/>
                  </a:schemeClr>
                </a:solidFill>
              </a:rPr>
              <a:t>Utility of 40 K?????</a:t>
            </a:r>
          </a:p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40K is halfway between 10K and 70K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1B5EA3C-825B-2925-4EDC-13B66D51F907}"/>
              </a:ext>
            </a:extLst>
          </p:cNvPr>
          <p:cNvCxnSpPr>
            <a:cxnSpLocks/>
          </p:cNvCxnSpPr>
          <p:nvPr/>
        </p:nvCxnSpPr>
        <p:spPr>
          <a:xfrm flipH="1">
            <a:off x="7318069" y="2298600"/>
            <a:ext cx="3738393" cy="1998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EB44D16-EB01-48F4-80E0-6E3312C204AD}"/>
              </a:ext>
            </a:extLst>
          </p:cNvPr>
          <p:cNvSpPr txBox="1"/>
          <p:nvPr/>
        </p:nvSpPr>
        <p:spPr>
          <a:xfrm>
            <a:off x="9083216" y="2434374"/>
            <a:ext cx="2811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Assigning EU(40K) &gt; 0.5 makes you risk averse</a:t>
            </a:r>
          </a:p>
          <a:p>
            <a:endParaRPr lang="en-US" dirty="0"/>
          </a:p>
          <a:p>
            <a:r>
              <a:rPr lang="en-US" dirty="0"/>
              <a:t>(Curve is concave showing diminishing marginal utility)</a:t>
            </a:r>
          </a:p>
        </p:txBody>
      </p:sp>
    </p:spTree>
    <p:extLst>
      <p:ext uri="{BB962C8B-B14F-4D97-AF65-F5344CB8AC3E}">
        <p14:creationId xmlns:p14="http://schemas.microsoft.com/office/powerpoint/2010/main" val="9527120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8948-51F1-59E7-D150-695C3DB06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7327"/>
            <a:ext cx="10515600" cy="802663"/>
          </a:xfrm>
        </p:spPr>
        <p:txBody>
          <a:bodyPr/>
          <a:lstStyle/>
          <a:p>
            <a:r>
              <a:rPr lang="en-US" dirty="0"/>
              <a:t>Aside: diminishing utility</a:t>
            </a:r>
          </a:p>
        </p:txBody>
      </p:sp>
      <p:pic>
        <p:nvPicPr>
          <p:cNvPr id="5" name="Online Media 4" title="The Law of Diminishing Marginal Utility Explained in One Minute: From Definition to Examples">
            <a:hlinkClick r:id="" action="ppaction://media"/>
            <a:extLst>
              <a:ext uri="{FF2B5EF4-FFF2-40B4-BE49-F238E27FC236}">
                <a16:creationId xmlns:a16="http://schemas.microsoft.com/office/drawing/2014/main" id="{4F0E9ED8-D526-79F9-1F6C-04DB5F27B379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689034" y="1299990"/>
            <a:ext cx="8631228" cy="487697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ABA04B-BBB3-8C02-B7C1-2E1D39949190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3198629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0DF0D-2CC8-89D5-4EB7-14E806C9D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F248F-A45A-3C27-0195-DC58BDE5F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30F4C-96AA-CB47-1AED-C559BBAAE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36849D78-B465-AFC9-1A27-645E25F275AD}"/>
              </a:ext>
            </a:extLst>
          </p:cNvPr>
          <p:cNvSpPr txBox="1"/>
          <p:nvPr/>
        </p:nvSpPr>
        <p:spPr>
          <a:xfrm>
            <a:off x="1230651" y="1953104"/>
            <a:ext cx="2601990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EU = assign utilities</a:t>
            </a:r>
            <a:endParaRPr sz="2400" dirty="0">
              <a:latin typeface="+mj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714718-D520-5A53-7A43-4FDA43D5D223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8F58A8F-5A82-620F-CCD5-7307E46A37D4}"/>
              </a:ext>
            </a:extLst>
          </p:cNvPr>
          <p:cNvGrpSpPr/>
          <p:nvPr/>
        </p:nvGrpSpPr>
        <p:grpSpPr>
          <a:xfrm>
            <a:off x="3250894" y="1568609"/>
            <a:ext cx="6667500" cy="5226839"/>
            <a:chOff x="838200" y="1505749"/>
            <a:chExt cx="6667500" cy="5226839"/>
          </a:xfrm>
        </p:grpSpPr>
        <p:grpSp>
          <p:nvGrpSpPr>
            <p:cNvPr id="32" name="Google Shape;467;p37">
              <a:extLst>
                <a:ext uri="{FF2B5EF4-FFF2-40B4-BE49-F238E27FC236}">
                  <a16:creationId xmlns:a16="http://schemas.microsoft.com/office/drawing/2014/main" id="{A18D5258-44EA-B59E-EAD5-B2CFCB0E0F4F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60" name="Google Shape;468;p37">
                <a:extLst>
                  <a:ext uri="{FF2B5EF4-FFF2-40B4-BE49-F238E27FC236}">
                    <a16:creationId xmlns:a16="http://schemas.microsoft.com/office/drawing/2014/main" id="{E8223E6B-9E1B-1B36-7CA6-90D599074405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1" name="Google Shape;469;p37">
                <a:extLst>
                  <a:ext uri="{FF2B5EF4-FFF2-40B4-BE49-F238E27FC236}">
                    <a16:creationId xmlns:a16="http://schemas.microsoft.com/office/drawing/2014/main" id="{12C3C749-BDE3-1449-C4B0-15E81FAF9554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2" name="Google Shape;470;p37">
                <a:extLst>
                  <a:ext uri="{FF2B5EF4-FFF2-40B4-BE49-F238E27FC236}">
                    <a16:creationId xmlns:a16="http://schemas.microsoft.com/office/drawing/2014/main" id="{5C80565C-3BFE-7C3B-F875-9D1F56984C2D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3" name="Google Shape;471;p37">
                <a:extLst>
                  <a:ext uri="{FF2B5EF4-FFF2-40B4-BE49-F238E27FC236}">
                    <a16:creationId xmlns:a16="http://schemas.microsoft.com/office/drawing/2014/main" id="{AC8324AF-EC5B-939D-5352-C4D4855AC89C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4" name="Google Shape;472;p37">
                <a:extLst>
                  <a:ext uri="{FF2B5EF4-FFF2-40B4-BE49-F238E27FC236}">
                    <a16:creationId xmlns:a16="http://schemas.microsoft.com/office/drawing/2014/main" id="{68A808ED-4BC9-FA37-DC94-C2B9CB8BD62F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5" name="Google Shape;473;p37">
                <a:extLst>
                  <a:ext uri="{FF2B5EF4-FFF2-40B4-BE49-F238E27FC236}">
                    <a16:creationId xmlns:a16="http://schemas.microsoft.com/office/drawing/2014/main" id="{2DAD2515-CFD5-DE7E-F646-FA92810C3B42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6" name="Google Shape;474;p37">
                <a:extLst>
                  <a:ext uri="{FF2B5EF4-FFF2-40B4-BE49-F238E27FC236}">
                    <a16:creationId xmlns:a16="http://schemas.microsoft.com/office/drawing/2014/main" id="{3F0A5994-CC67-50B2-061F-C0F93F48DFDE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7" name="Google Shape;475;p37">
                <a:extLst>
                  <a:ext uri="{FF2B5EF4-FFF2-40B4-BE49-F238E27FC236}">
                    <a16:creationId xmlns:a16="http://schemas.microsoft.com/office/drawing/2014/main" id="{2FAB7B9B-4136-B331-F568-9A2B1845A4BD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8" name="Google Shape;476;p37">
                <a:extLst>
                  <a:ext uri="{FF2B5EF4-FFF2-40B4-BE49-F238E27FC236}">
                    <a16:creationId xmlns:a16="http://schemas.microsoft.com/office/drawing/2014/main" id="{7D74D4BA-C095-EE66-E7BE-236D4FE4AF30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" name="Google Shape;477;p37">
                <a:extLst>
                  <a:ext uri="{FF2B5EF4-FFF2-40B4-BE49-F238E27FC236}">
                    <a16:creationId xmlns:a16="http://schemas.microsoft.com/office/drawing/2014/main" id="{AB04A0C9-757A-8101-4D35-3ED624073974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0" name="Google Shape;478;p37">
                <a:extLst>
                  <a:ext uri="{FF2B5EF4-FFF2-40B4-BE49-F238E27FC236}">
                    <a16:creationId xmlns:a16="http://schemas.microsoft.com/office/drawing/2014/main" id="{55743D8C-F4FC-AFE2-16C7-C9AA3A1B4E83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1" name="Google Shape;479;p37">
                <a:extLst>
                  <a:ext uri="{FF2B5EF4-FFF2-40B4-BE49-F238E27FC236}">
                    <a16:creationId xmlns:a16="http://schemas.microsoft.com/office/drawing/2014/main" id="{60B73265-633B-0AB6-650E-B7B43FF4F0E2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2" name="Google Shape;480;p37">
                <a:extLst>
                  <a:ext uri="{FF2B5EF4-FFF2-40B4-BE49-F238E27FC236}">
                    <a16:creationId xmlns:a16="http://schemas.microsoft.com/office/drawing/2014/main" id="{97D74EA6-AC9E-F8BC-4C71-1AB6A17F01E2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3" name="Google Shape;481;p37">
                <a:extLst>
                  <a:ext uri="{FF2B5EF4-FFF2-40B4-BE49-F238E27FC236}">
                    <a16:creationId xmlns:a16="http://schemas.microsoft.com/office/drawing/2014/main" id="{63359930-4B37-9C80-4098-25D32B636F15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4" name="Google Shape;482;p37">
                <a:extLst>
                  <a:ext uri="{FF2B5EF4-FFF2-40B4-BE49-F238E27FC236}">
                    <a16:creationId xmlns:a16="http://schemas.microsoft.com/office/drawing/2014/main" id="{C4412A1E-F960-A553-93F3-35DD1EDD7EB4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5" name="Google Shape;483;p37">
                <a:extLst>
                  <a:ext uri="{FF2B5EF4-FFF2-40B4-BE49-F238E27FC236}">
                    <a16:creationId xmlns:a16="http://schemas.microsoft.com/office/drawing/2014/main" id="{4DEAFFF9-CAB7-0043-619B-5BE1C10B3198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6" name="Google Shape;484;p37">
                <a:extLst>
                  <a:ext uri="{FF2B5EF4-FFF2-40B4-BE49-F238E27FC236}">
                    <a16:creationId xmlns:a16="http://schemas.microsoft.com/office/drawing/2014/main" id="{B055CB77-28C2-81DB-4804-F78DED9E9BAA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7" name="Google Shape;485;p37">
                <a:extLst>
                  <a:ext uri="{FF2B5EF4-FFF2-40B4-BE49-F238E27FC236}">
                    <a16:creationId xmlns:a16="http://schemas.microsoft.com/office/drawing/2014/main" id="{2D5C3906-9CAC-5A5E-9C84-A692D9660DC1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33" name="Google Shape;486;p37">
              <a:extLst>
                <a:ext uri="{FF2B5EF4-FFF2-40B4-BE49-F238E27FC236}">
                  <a16:creationId xmlns:a16="http://schemas.microsoft.com/office/drawing/2014/main" id="{EF2BD0C4-0F48-1D11-11CB-F4AE0A753AE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34" name="Google Shape;487;p37">
              <a:extLst>
                <a:ext uri="{FF2B5EF4-FFF2-40B4-BE49-F238E27FC236}">
                  <a16:creationId xmlns:a16="http://schemas.microsoft.com/office/drawing/2014/main" id="{3287A733-FE3B-7F54-256C-9C8D9A5CA4F7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35" name="Google Shape;488;p37">
              <a:extLst>
                <a:ext uri="{FF2B5EF4-FFF2-40B4-BE49-F238E27FC236}">
                  <a16:creationId xmlns:a16="http://schemas.microsoft.com/office/drawing/2014/main" id="{FE255971-52F5-8F72-AFC8-1A519BDA36C0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36" name="Google Shape;489;p37">
              <a:extLst>
                <a:ext uri="{FF2B5EF4-FFF2-40B4-BE49-F238E27FC236}">
                  <a16:creationId xmlns:a16="http://schemas.microsoft.com/office/drawing/2014/main" id="{49D265B0-FDF2-B4A4-B9BF-18F0249EE556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37" name="Google Shape;490;p37">
              <a:extLst>
                <a:ext uri="{FF2B5EF4-FFF2-40B4-BE49-F238E27FC236}">
                  <a16:creationId xmlns:a16="http://schemas.microsoft.com/office/drawing/2014/main" id="{36064A78-C0F7-3C73-49E5-BF2A74B5092B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38" name="Google Shape;491;p37">
              <a:extLst>
                <a:ext uri="{FF2B5EF4-FFF2-40B4-BE49-F238E27FC236}">
                  <a16:creationId xmlns:a16="http://schemas.microsoft.com/office/drawing/2014/main" id="{00F53D19-FC45-7216-7D1D-16876B389B7A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55" name="Google Shape;492;p37">
                <a:extLst>
                  <a:ext uri="{FF2B5EF4-FFF2-40B4-BE49-F238E27FC236}">
                    <a16:creationId xmlns:a16="http://schemas.microsoft.com/office/drawing/2014/main" id="{A9BB1B2B-537D-3565-7F03-F5BBF2E3EE88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56" name="Google Shape;493;p37">
                <a:extLst>
                  <a:ext uri="{FF2B5EF4-FFF2-40B4-BE49-F238E27FC236}">
                    <a16:creationId xmlns:a16="http://schemas.microsoft.com/office/drawing/2014/main" id="{DA9E9158-3323-79C8-A474-B9609027CC5A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57" name="Google Shape;494;p37">
                <a:extLst>
                  <a:ext uri="{FF2B5EF4-FFF2-40B4-BE49-F238E27FC236}">
                    <a16:creationId xmlns:a16="http://schemas.microsoft.com/office/drawing/2014/main" id="{A750C435-E364-7F17-41F6-7ED70E4E99A7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58" name="Google Shape;495;p37">
                <a:extLst>
                  <a:ext uri="{FF2B5EF4-FFF2-40B4-BE49-F238E27FC236}">
                    <a16:creationId xmlns:a16="http://schemas.microsoft.com/office/drawing/2014/main" id="{1EDD85EF-262D-373F-A3F8-EED417EC7AA3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59" name="Google Shape;496;p37">
                <a:extLst>
                  <a:ext uri="{FF2B5EF4-FFF2-40B4-BE49-F238E27FC236}">
                    <a16:creationId xmlns:a16="http://schemas.microsoft.com/office/drawing/2014/main" id="{3691775A-BD5C-4377-C0FA-AB8E9250E19B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39" name="Google Shape;497;p37">
              <a:extLst>
                <a:ext uri="{FF2B5EF4-FFF2-40B4-BE49-F238E27FC236}">
                  <a16:creationId xmlns:a16="http://schemas.microsoft.com/office/drawing/2014/main" id="{1A1DFFF4-5EFB-827F-0797-B7E185430F0C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40" name="Google Shape;498;p37">
              <a:extLst>
                <a:ext uri="{FF2B5EF4-FFF2-40B4-BE49-F238E27FC236}">
                  <a16:creationId xmlns:a16="http://schemas.microsoft.com/office/drawing/2014/main" id="{B1306EDA-501E-5C4F-50D9-7A91188AB7B6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41" name="Google Shape;499;p37">
              <a:extLst>
                <a:ext uri="{FF2B5EF4-FFF2-40B4-BE49-F238E27FC236}">
                  <a16:creationId xmlns:a16="http://schemas.microsoft.com/office/drawing/2014/main" id="{24896F1B-569B-DFF6-BF77-2A57A4A10453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2" name="Google Shape;500;p37">
              <a:extLst>
                <a:ext uri="{FF2B5EF4-FFF2-40B4-BE49-F238E27FC236}">
                  <a16:creationId xmlns:a16="http://schemas.microsoft.com/office/drawing/2014/main" id="{C8FC5543-1944-2648-3F72-2F0FAAC21BA5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43" name="Google Shape;501;p37">
              <a:extLst>
                <a:ext uri="{FF2B5EF4-FFF2-40B4-BE49-F238E27FC236}">
                  <a16:creationId xmlns:a16="http://schemas.microsoft.com/office/drawing/2014/main" id="{3EF4131B-2415-2E12-3110-A258D60CB065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52" name="Google Shape;502;p37">
                <a:extLst>
                  <a:ext uri="{FF2B5EF4-FFF2-40B4-BE49-F238E27FC236}">
                    <a16:creationId xmlns:a16="http://schemas.microsoft.com/office/drawing/2014/main" id="{9AECBDEB-68C5-509B-5FB1-ADAD17134DAC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3" name="Google Shape;503;p37">
                <a:extLst>
                  <a:ext uri="{FF2B5EF4-FFF2-40B4-BE49-F238E27FC236}">
                    <a16:creationId xmlns:a16="http://schemas.microsoft.com/office/drawing/2014/main" id="{D100A577-E4E3-4DE4-8390-DB660A6101D4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4" name="Google Shape;504;p37">
                <a:extLst>
                  <a:ext uri="{FF2B5EF4-FFF2-40B4-BE49-F238E27FC236}">
                    <a16:creationId xmlns:a16="http://schemas.microsoft.com/office/drawing/2014/main" id="{E7338152-5599-24FF-7BC0-74B926C7B065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44" name="Google Shape;505;p37">
              <a:extLst>
                <a:ext uri="{FF2B5EF4-FFF2-40B4-BE49-F238E27FC236}">
                  <a16:creationId xmlns:a16="http://schemas.microsoft.com/office/drawing/2014/main" id="{049E5F9C-A299-2A53-56E7-B2FA545B4D5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49" name="Google Shape;506;p37">
                <a:extLst>
                  <a:ext uri="{FF2B5EF4-FFF2-40B4-BE49-F238E27FC236}">
                    <a16:creationId xmlns:a16="http://schemas.microsoft.com/office/drawing/2014/main" id="{FFBF54C4-3822-27D5-B836-037645372649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0" name="Google Shape;507;p37">
                <a:extLst>
                  <a:ext uri="{FF2B5EF4-FFF2-40B4-BE49-F238E27FC236}">
                    <a16:creationId xmlns:a16="http://schemas.microsoft.com/office/drawing/2014/main" id="{09BB4C1F-7899-3A8D-6A64-544A0F6A62CA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1" name="Google Shape;508;p37">
                <a:extLst>
                  <a:ext uri="{FF2B5EF4-FFF2-40B4-BE49-F238E27FC236}">
                    <a16:creationId xmlns:a16="http://schemas.microsoft.com/office/drawing/2014/main" id="{FCBA7248-B12D-8288-F7E2-010FD134E254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45" name="Google Shape;509;p37">
              <a:extLst>
                <a:ext uri="{FF2B5EF4-FFF2-40B4-BE49-F238E27FC236}">
                  <a16:creationId xmlns:a16="http://schemas.microsoft.com/office/drawing/2014/main" id="{A8A0CAAF-AB96-3987-2A6E-32358D0DE14F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46" name="Google Shape;510;p37">
                <a:extLst>
                  <a:ext uri="{FF2B5EF4-FFF2-40B4-BE49-F238E27FC236}">
                    <a16:creationId xmlns:a16="http://schemas.microsoft.com/office/drawing/2014/main" id="{DFDA042E-5D00-7EA6-ECD7-9FBFBAE5324A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47" name="Google Shape;511;p37">
                <a:extLst>
                  <a:ext uri="{FF2B5EF4-FFF2-40B4-BE49-F238E27FC236}">
                    <a16:creationId xmlns:a16="http://schemas.microsoft.com/office/drawing/2014/main" id="{0D57BD30-2096-0FED-DC93-6646278D2965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48" name="Google Shape;512;p37">
                <a:extLst>
                  <a:ext uri="{FF2B5EF4-FFF2-40B4-BE49-F238E27FC236}">
                    <a16:creationId xmlns:a16="http://schemas.microsoft.com/office/drawing/2014/main" id="{90FCE70E-A0F5-19E3-C40F-EE218780552A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E6165176-A73C-34A8-E823-601B49459DFC}"/>
              </a:ext>
            </a:extLst>
          </p:cNvPr>
          <p:cNvSpPr txBox="1"/>
          <p:nvPr/>
        </p:nvSpPr>
        <p:spPr>
          <a:xfrm>
            <a:off x="395136" y="2722220"/>
            <a:ext cx="23518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3">
                    <a:lumMod val="75000"/>
                  </a:schemeClr>
                </a:solidFill>
              </a:rPr>
              <a:t>Utility of 40 K?????</a:t>
            </a:r>
          </a:p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40K is halfway between 10K and 70K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9D44502-E6B3-6B95-EF6F-889FA248D96E}"/>
              </a:ext>
            </a:extLst>
          </p:cNvPr>
          <p:cNvCxnSpPr>
            <a:cxnSpLocks/>
          </p:cNvCxnSpPr>
          <p:nvPr/>
        </p:nvCxnSpPr>
        <p:spPr>
          <a:xfrm flipH="1">
            <a:off x="7201472" y="5367563"/>
            <a:ext cx="2124129" cy="429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86B33C-1174-8E18-3F99-9B3DC1F23A61}"/>
              </a:ext>
            </a:extLst>
          </p:cNvPr>
          <p:cNvSpPr txBox="1"/>
          <p:nvPr/>
        </p:nvSpPr>
        <p:spPr>
          <a:xfrm>
            <a:off x="9341476" y="4473945"/>
            <a:ext cx="2811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Assigning EU(40K) &lt; 0.5 makes you risk seeking</a:t>
            </a:r>
          </a:p>
          <a:p>
            <a:endParaRPr lang="en-US" dirty="0"/>
          </a:p>
          <a:p>
            <a:r>
              <a:rPr lang="en-US" dirty="0"/>
              <a:t>(Curve is convex showing increasing marginal utility)</a:t>
            </a:r>
          </a:p>
        </p:txBody>
      </p:sp>
    </p:spTree>
    <p:extLst>
      <p:ext uri="{BB962C8B-B14F-4D97-AF65-F5344CB8AC3E}">
        <p14:creationId xmlns:p14="http://schemas.microsoft.com/office/powerpoint/2010/main" val="34518125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106CF-6B08-C179-809C-014C22107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75C24-519B-C1CE-EBF3-625C54C7C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Gambles to Determine Utility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919CE-8832-26E5-8B67-CF3E1B29A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3838"/>
            <a:ext cx="10795612" cy="4189001"/>
          </a:xfrm>
        </p:spPr>
        <p:txBody>
          <a:bodyPr>
            <a:normAutofit/>
          </a:bodyPr>
          <a:lstStyle/>
          <a:p>
            <a:r>
              <a:rPr lang="en-US" sz="4000" dirty="0">
                <a:ea typeface="Century Gothic"/>
                <a:cs typeface="Century Gothic"/>
                <a:sym typeface="Century Gothic"/>
              </a:rPr>
              <a:t>Probability equivalence:</a:t>
            </a:r>
          </a:p>
          <a:p>
            <a:pPr lvl="1"/>
            <a:r>
              <a:rPr lang="en-US" sz="2800" dirty="0"/>
              <a:t>What probability of getting 70K fry vs 10K fry would you view as equivalent to a sure thing of getting 40K?</a:t>
            </a:r>
          </a:p>
          <a:p>
            <a:pPr lvl="1"/>
            <a:r>
              <a:rPr lang="en-US" sz="2800" dirty="0"/>
              <a:t>That is, at what probability of winning would you be indifferent to the gamble versus the sure thing? </a:t>
            </a:r>
          </a:p>
          <a:p>
            <a:pPr lvl="1"/>
            <a:r>
              <a:rPr lang="en-US" sz="2800" dirty="0"/>
              <a:t>We can show algebraically that this probability is equal to the utility of the sure thing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230E8F-176B-8510-07A3-0A5058EEE167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8056357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8B1B1-9F39-F675-112A-E4DD5B6DE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8236B-3157-FFF6-C140-5268675CC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0B23C4-EE6D-5926-39C1-453B0E0F7E2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1AD5C09-1B08-EBDA-54DE-38D09B3F41B7}"/>
              </a:ext>
            </a:extLst>
          </p:cNvPr>
          <p:cNvGrpSpPr/>
          <p:nvPr/>
        </p:nvGrpSpPr>
        <p:grpSpPr>
          <a:xfrm>
            <a:off x="1441374" y="1817784"/>
            <a:ext cx="7226147" cy="4393890"/>
            <a:chOff x="317653" y="1676400"/>
            <a:chExt cx="7226147" cy="4393890"/>
          </a:xfrm>
        </p:grpSpPr>
        <p:sp>
          <p:nvSpPr>
            <p:cNvPr id="32" name="Google Shape;372;p31">
              <a:extLst>
                <a:ext uri="{FF2B5EF4-FFF2-40B4-BE49-F238E27FC236}">
                  <a16:creationId xmlns:a16="http://schemas.microsoft.com/office/drawing/2014/main" id="{56C822DF-87BF-9467-FAE3-EBFE0AA54E19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73;p31">
              <a:extLst>
                <a:ext uri="{FF2B5EF4-FFF2-40B4-BE49-F238E27FC236}">
                  <a16:creationId xmlns:a16="http://schemas.microsoft.com/office/drawing/2014/main" id="{DABA86BB-1CAC-30FA-9F01-DE7AE2A765EF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34" name="Google Shape;374;p31">
              <a:extLst>
                <a:ext uri="{FF2B5EF4-FFF2-40B4-BE49-F238E27FC236}">
                  <a16:creationId xmlns:a16="http://schemas.microsoft.com/office/drawing/2014/main" id="{704ED1E7-A5DE-F0E4-AFBA-DE557E9FC1A6}"/>
                </a:ext>
              </a:extLst>
            </p:cNvPr>
            <p:cNvCxnSpPr>
              <a:stCxn id="32" idx="3"/>
              <a:endCxn id="33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35" name="Google Shape;375;p31">
              <a:extLst>
                <a:ext uri="{FF2B5EF4-FFF2-40B4-BE49-F238E27FC236}">
                  <a16:creationId xmlns:a16="http://schemas.microsoft.com/office/drawing/2014/main" id="{C302A6F0-CFD7-3B9F-6534-C34CBAFEAF1B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76;p31">
              <a:extLst>
                <a:ext uri="{FF2B5EF4-FFF2-40B4-BE49-F238E27FC236}">
                  <a16:creationId xmlns:a16="http://schemas.microsoft.com/office/drawing/2014/main" id="{54FAB683-3388-2B9D-00BB-288D5EE6D78B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7;p31">
              <a:extLst>
                <a:ext uri="{FF2B5EF4-FFF2-40B4-BE49-F238E27FC236}">
                  <a16:creationId xmlns:a16="http://schemas.microsoft.com/office/drawing/2014/main" id="{0DE05914-02BE-33B9-7107-96F8AD248A9F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8" name="Google Shape;378;p31">
              <a:extLst>
                <a:ext uri="{FF2B5EF4-FFF2-40B4-BE49-F238E27FC236}">
                  <a16:creationId xmlns:a16="http://schemas.microsoft.com/office/drawing/2014/main" id="{9F07EBAB-6D09-440F-9900-2B0095D60C29}"/>
                </a:ext>
              </a:extLst>
            </p:cNvPr>
            <p:cNvCxnSpPr>
              <a:stCxn id="33" idx="6"/>
              <a:endCxn id="36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39" name="Google Shape;379;p31">
              <a:extLst>
                <a:ext uri="{FF2B5EF4-FFF2-40B4-BE49-F238E27FC236}">
                  <a16:creationId xmlns:a16="http://schemas.microsoft.com/office/drawing/2014/main" id="{84E7E81D-25AF-DA3B-5BE4-D788339CAA6D}"/>
                </a:ext>
              </a:extLst>
            </p:cNvPr>
            <p:cNvCxnSpPr>
              <a:stCxn id="33" idx="6"/>
              <a:endCxn id="37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40" name="Google Shape;381;p31">
              <a:extLst>
                <a:ext uri="{FF2B5EF4-FFF2-40B4-BE49-F238E27FC236}">
                  <a16:creationId xmlns:a16="http://schemas.microsoft.com/office/drawing/2014/main" id="{6700608B-0C8E-93A8-FF66-9E47E9355249}"/>
                </a:ext>
              </a:extLst>
            </p:cNvPr>
            <p:cNvCxnSpPr>
              <a:stCxn id="32" idx="3"/>
              <a:endCxn id="35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41" name="Google Shape;382;p31">
              <a:extLst>
                <a:ext uri="{FF2B5EF4-FFF2-40B4-BE49-F238E27FC236}">
                  <a16:creationId xmlns:a16="http://schemas.microsoft.com/office/drawing/2014/main" id="{1A4C4598-D670-9ABC-941F-3D975BDECCDF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383;p31">
              <a:extLst>
                <a:ext uri="{FF2B5EF4-FFF2-40B4-BE49-F238E27FC236}">
                  <a16:creationId xmlns:a16="http://schemas.microsoft.com/office/drawing/2014/main" id="{9704F1B4-62B5-0399-DB23-C1F2E059FF93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43" name="Google Shape;384;p31">
              <a:extLst>
                <a:ext uri="{FF2B5EF4-FFF2-40B4-BE49-F238E27FC236}">
                  <a16:creationId xmlns:a16="http://schemas.microsoft.com/office/drawing/2014/main" id="{F38802CF-B70B-36EF-2DE1-E6A3637C300C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385;p31">
              <a:extLst>
                <a:ext uri="{FF2B5EF4-FFF2-40B4-BE49-F238E27FC236}">
                  <a16:creationId xmlns:a16="http://schemas.microsoft.com/office/drawing/2014/main" id="{EE0CE699-2AD2-8D61-6685-1DCC60E26540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45" name="Google Shape;386;p31">
              <a:extLst>
                <a:ext uri="{FF2B5EF4-FFF2-40B4-BE49-F238E27FC236}">
                  <a16:creationId xmlns:a16="http://schemas.microsoft.com/office/drawing/2014/main" id="{3BA883FF-53E8-62AC-50F8-78665DFF11C9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48" name="Google Shape;387;p31">
                <a:extLst>
                  <a:ext uri="{FF2B5EF4-FFF2-40B4-BE49-F238E27FC236}">
                    <a16:creationId xmlns:a16="http://schemas.microsoft.com/office/drawing/2014/main" id="{9C4ACF54-C9CB-15D2-A1FB-0D694290B5F2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" name="Google Shape;388;p31">
                <a:extLst>
                  <a:ext uri="{FF2B5EF4-FFF2-40B4-BE49-F238E27FC236}">
                    <a16:creationId xmlns:a16="http://schemas.microsoft.com/office/drawing/2014/main" id="{72BC3697-DD88-FDF5-9613-DEF49A5654FC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" name="Google Shape;389;p31">
              <a:extLst>
                <a:ext uri="{FF2B5EF4-FFF2-40B4-BE49-F238E27FC236}">
                  <a16:creationId xmlns:a16="http://schemas.microsoft.com/office/drawing/2014/main" id="{415664DE-75E0-F6B8-EEF6-199854C6C4E2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390;p31">
              <a:extLst>
                <a:ext uri="{FF2B5EF4-FFF2-40B4-BE49-F238E27FC236}">
                  <a16:creationId xmlns:a16="http://schemas.microsoft.com/office/drawing/2014/main" id="{8E156841-BC38-6AA8-36A5-D26677D13EC0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" name="Google Shape;375;p31">
            <a:extLst>
              <a:ext uri="{FF2B5EF4-FFF2-40B4-BE49-F238E27FC236}">
                <a16:creationId xmlns:a16="http://schemas.microsoft.com/office/drawing/2014/main" id="{9F294761-2D43-B516-44F9-54760DA52696}"/>
              </a:ext>
            </a:extLst>
          </p:cNvPr>
          <p:cNvSpPr txBox="1"/>
          <p:nvPr/>
        </p:nvSpPr>
        <p:spPr>
          <a:xfrm>
            <a:off x="8972321" y="5297274"/>
            <a:ext cx="914400" cy="9144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0.9</a:t>
            </a:r>
            <a:endParaRPr sz="1800" b="1" dirty="0">
              <a:solidFill>
                <a:schemeClr val="accent3">
                  <a:lumMod val="50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2" name="Google Shape;376;p31">
            <a:extLst>
              <a:ext uri="{FF2B5EF4-FFF2-40B4-BE49-F238E27FC236}">
                <a16:creationId xmlns:a16="http://schemas.microsoft.com/office/drawing/2014/main" id="{CB7346A3-F7E0-B553-9022-419301594D4D}"/>
              </a:ext>
            </a:extLst>
          </p:cNvPr>
          <p:cNvSpPr txBox="1"/>
          <p:nvPr/>
        </p:nvSpPr>
        <p:spPr>
          <a:xfrm>
            <a:off x="8972321" y="18066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1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3" name="Google Shape;377;p31">
            <a:extLst>
              <a:ext uri="{FF2B5EF4-FFF2-40B4-BE49-F238E27FC236}">
                <a16:creationId xmlns:a16="http://schemas.microsoft.com/office/drawing/2014/main" id="{234E57FE-07D2-2AAD-98B8-05B2BF83DB14}"/>
              </a:ext>
            </a:extLst>
          </p:cNvPr>
          <p:cNvSpPr txBox="1"/>
          <p:nvPr/>
        </p:nvSpPr>
        <p:spPr>
          <a:xfrm>
            <a:off x="8972321" y="34068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ED0227-6214-F5B1-5586-5DD3C944BC0A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0.9</a:t>
            </a:r>
          </a:p>
        </p:txBody>
      </p:sp>
    </p:spTree>
    <p:extLst>
      <p:ext uri="{BB962C8B-B14F-4D97-AF65-F5344CB8AC3E}">
        <p14:creationId xmlns:p14="http://schemas.microsoft.com/office/powerpoint/2010/main" val="23570537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CE78A-D804-E377-19E2-1EF05042F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45F70-BB05-CD0C-363A-955746A76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6D232C-FE69-F191-D31C-43A7B6F3FF78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AE9FE6F-001E-A3ED-2C8C-E28930B822AA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0.9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3D618146-4676-F2AB-5079-1C1A3463F4DD}"/>
              </a:ext>
            </a:extLst>
          </p:cNvPr>
          <p:cNvGrpSpPr/>
          <p:nvPr/>
        </p:nvGrpSpPr>
        <p:grpSpPr>
          <a:xfrm>
            <a:off x="3372079" y="1359161"/>
            <a:ext cx="6667500" cy="5226839"/>
            <a:chOff x="838200" y="1505749"/>
            <a:chExt cx="6667500" cy="5226839"/>
          </a:xfrm>
        </p:grpSpPr>
        <p:grpSp>
          <p:nvGrpSpPr>
            <p:cNvPr id="75" name="Google Shape;467;p37">
              <a:extLst>
                <a:ext uri="{FF2B5EF4-FFF2-40B4-BE49-F238E27FC236}">
                  <a16:creationId xmlns:a16="http://schemas.microsoft.com/office/drawing/2014/main" id="{50B86484-665B-6FDA-19EE-8BB6D9B346DB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103" name="Google Shape;468;p37">
                <a:extLst>
                  <a:ext uri="{FF2B5EF4-FFF2-40B4-BE49-F238E27FC236}">
                    <a16:creationId xmlns:a16="http://schemas.microsoft.com/office/drawing/2014/main" id="{12BC80CB-C874-B8F6-F240-13BC4423CB34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4" name="Google Shape;469;p37">
                <a:extLst>
                  <a:ext uri="{FF2B5EF4-FFF2-40B4-BE49-F238E27FC236}">
                    <a16:creationId xmlns:a16="http://schemas.microsoft.com/office/drawing/2014/main" id="{562794C9-AA4B-F1A9-928A-28CEDD93C46E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5" name="Google Shape;470;p37">
                <a:extLst>
                  <a:ext uri="{FF2B5EF4-FFF2-40B4-BE49-F238E27FC236}">
                    <a16:creationId xmlns:a16="http://schemas.microsoft.com/office/drawing/2014/main" id="{828E872C-71CD-1658-BD7F-F33ED38CF095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471;p37">
                <a:extLst>
                  <a:ext uri="{FF2B5EF4-FFF2-40B4-BE49-F238E27FC236}">
                    <a16:creationId xmlns:a16="http://schemas.microsoft.com/office/drawing/2014/main" id="{AD299BB9-4143-443A-9926-ED9AE5D72B0F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472;p37">
                <a:extLst>
                  <a:ext uri="{FF2B5EF4-FFF2-40B4-BE49-F238E27FC236}">
                    <a16:creationId xmlns:a16="http://schemas.microsoft.com/office/drawing/2014/main" id="{DD208C1E-D798-B73D-1AD3-2B1A241E6E9D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8" name="Google Shape;473;p37">
                <a:extLst>
                  <a:ext uri="{FF2B5EF4-FFF2-40B4-BE49-F238E27FC236}">
                    <a16:creationId xmlns:a16="http://schemas.microsoft.com/office/drawing/2014/main" id="{2EB5C64B-1BC9-D2C3-151D-34E9E98B41DF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9" name="Google Shape;474;p37">
                <a:extLst>
                  <a:ext uri="{FF2B5EF4-FFF2-40B4-BE49-F238E27FC236}">
                    <a16:creationId xmlns:a16="http://schemas.microsoft.com/office/drawing/2014/main" id="{2DDF759D-253A-9A6A-53E4-760447C0085A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0" name="Google Shape;475;p37">
                <a:extLst>
                  <a:ext uri="{FF2B5EF4-FFF2-40B4-BE49-F238E27FC236}">
                    <a16:creationId xmlns:a16="http://schemas.microsoft.com/office/drawing/2014/main" id="{EB0B944D-637A-2302-8D87-9C34FDE2CE93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476;p37">
                <a:extLst>
                  <a:ext uri="{FF2B5EF4-FFF2-40B4-BE49-F238E27FC236}">
                    <a16:creationId xmlns:a16="http://schemas.microsoft.com/office/drawing/2014/main" id="{68D89E27-D25E-5563-3904-E7FC332E3540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477;p37">
                <a:extLst>
                  <a:ext uri="{FF2B5EF4-FFF2-40B4-BE49-F238E27FC236}">
                    <a16:creationId xmlns:a16="http://schemas.microsoft.com/office/drawing/2014/main" id="{E3795EEB-3139-0879-C76C-C8AC88D36093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" name="Google Shape;478;p37">
                <a:extLst>
                  <a:ext uri="{FF2B5EF4-FFF2-40B4-BE49-F238E27FC236}">
                    <a16:creationId xmlns:a16="http://schemas.microsoft.com/office/drawing/2014/main" id="{E4E61FBE-FAB9-96CA-3315-E126B93E13AE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" name="Google Shape;479;p37">
                <a:extLst>
                  <a:ext uri="{FF2B5EF4-FFF2-40B4-BE49-F238E27FC236}">
                    <a16:creationId xmlns:a16="http://schemas.microsoft.com/office/drawing/2014/main" id="{0F58E879-39E1-CCC1-1043-DBEFF5CAD003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480;p37">
                <a:extLst>
                  <a:ext uri="{FF2B5EF4-FFF2-40B4-BE49-F238E27FC236}">
                    <a16:creationId xmlns:a16="http://schemas.microsoft.com/office/drawing/2014/main" id="{ED309521-399C-B5EC-ABAA-4118814F536D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481;p37">
                <a:extLst>
                  <a:ext uri="{FF2B5EF4-FFF2-40B4-BE49-F238E27FC236}">
                    <a16:creationId xmlns:a16="http://schemas.microsoft.com/office/drawing/2014/main" id="{C58E5AF8-D29B-A112-42EA-16904F9929C8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7" name="Google Shape;482;p37">
                <a:extLst>
                  <a:ext uri="{FF2B5EF4-FFF2-40B4-BE49-F238E27FC236}">
                    <a16:creationId xmlns:a16="http://schemas.microsoft.com/office/drawing/2014/main" id="{A1C677B0-48EE-654A-0E9C-B4A4DDCBB373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8" name="Google Shape;483;p37">
                <a:extLst>
                  <a:ext uri="{FF2B5EF4-FFF2-40B4-BE49-F238E27FC236}">
                    <a16:creationId xmlns:a16="http://schemas.microsoft.com/office/drawing/2014/main" id="{EB376618-AD2B-5EEA-0CA4-6EA4B7D2AA5F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9" name="Google Shape;484;p37">
                <a:extLst>
                  <a:ext uri="{FF2B5EF4-FFF2-40B4-BE49-F238E27FC236}">
                    <a16:creationId xmlns:a16="http://schemas.microsoft.com/office/drawing/2014/main" id="{4EC94E2B-D40C-FA88-9143-7D8AC1686A98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485;p37">
                <a:extLst>
                  <a:ext uri="{FF2B5EF4-FFF2-40B4-BE49-F238E27FC236}">
                    <a16:creationId xmlns:a16="http://schemas.microsoft.com/office/drawing/2014/main" id="{92F1ADB8-0602-B435-B177-CD0E00C174AE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76" name="Google Shape;486;p37">
              <a:extLst>
                <a:ext uri="{FF2B5EF4-FFF2-40B4-BE49-F238E27FC236}">
                  <a16:creationId xmlns:a16="http://schemas.microsoft.com/office/drawing/2014/main" id="{F17AD19C-0730-AA4A-2EBA-6AE42861CEE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77" name="Google Shape;487;p37">
              <a:extLst>
                <a:ext uri="{FF2B5EF4-FFF2-40B4-BE49-F238E27FC236}">
                  <a16:creationId xmlns:a16="http://schemas.microsoft.com/office/drawing/2014/main" id="{0EF13857-4163-5B2B-8A27-D6CDD37C0BAF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78" name="Google Shape;488;p37">
              <a:extLst>
                <a:ext uri="{FF2B5EF4-FFF2-40B4-BE49-F238E27FC236}">
                  <a16:creationId xmlns:a16="http://schemas.microsoft.com/office/drawing/2014/main" id="{76205304-4E9C-4E7A-26A9-535CCA9C24C8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79" name="Google Shape;489;p37">
              <a:extLst>
                <a:ext uri="{FF2B5EF4-FFF2-40B4-BE49-F238E27FC236}">
                  <a16:creationId xmlns:a16="http://schemas.microsoft.com/office/drawing/2014/main" id="{DF5B51FD-6F1E-51BC-5E25-519BB825327A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80" name="Google Shape;490;p37">
              <a:extLst>
                <a:ext uri="{FF2B5EF4-FFF2-40B4-BE49-F238E27FC236}">
                  <a16:creationId xmlns:a16="http://schemas.microsoft.com/office/drawing/2014/main" id="{7F00BE7F-6852-ABA3-DD12-311CB7B4AB6B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81" name="Google Shape;491;p37">
              <a:extLst>
                <a:ext uri="{FF2B5EF4-FFF2-40B4-BE49-F238E27FC236}">
                  <a16:creationId xmlns:a16="http://schemas.microsoft.com/office/drawing/2014/main" id="{E30045C6-D140-9693-112E-AA7CA7D54EB5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98" name="Google Shape;492;p37">
                <a:extLst>
                  <a:ext uri="{FF2B5EF4-FFF2-40B4-BE49-F238E27FC236}">
                    <a16:creationId xmlns:a16="http://schemas.microsoft.com/office/drawing/2014/main" id="{4A019710-2D3D-804B-5C5C-B5ACDC4528F9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99" name="Google Shape;493;p37">
                <a:extLst>
                  <a:ext uri="{FF2B5EF4-FFF2-40B4-BE49-F238E27FC236}">
                    <a16:creationId xmlns:a16="http://schemas.microsoft.com/office/drawing/2014/main" id="{EE50C975-E8E3-3977-1151-462E418E0B1F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100" name="Google Shape;494;p37">
                <a:extLst>
                  <a:ext uri="{FF2B5EF4-FFF2-40B4-BE49-F238E27FC236}">
                    <a16:creationId xmlns:a16="http://schemas.microsoft.com/office/drawing/2014/main" id="{40A3F06A-21BC-B741-50B3-562B556DF91F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101" name="Google Shape;495;p37">
                <a:extLst>
                  <a:ext uri="{FF2B5EF4-FFF2-40B4-BE49-F238E27FC236}">
                    <a16:creationId xmlns:a16="http://schemas.microsoft.com/office/drawing/2014/main" id="{1E9D0812-99F7-CB54-E1EE-8C09BAF24169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102" name="Google Shape;496;p37">
                <a:extLst>
                  <a:ext uri="{FF2B5EF4-FFF2-40B4-BE49-F238E27FC236}">
                    <a16:creationId xmlns:a16="http://schemas.microsoft.com/office/drawing/2014/main" id="{D000DCD1-4EAA-3137-F592-69EFD01A064C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82" name="Google Shape;497;p37">
              <a:extLst>
                <a:ext uri="{FF2B5EF4-FFF2-40B4-BE49-F238E27FC236}">
                  <a16:creationId xmlns:a16="http://schemas.microsoft.com/office/drawing/2014/main" id="{6E811649-C3E7-80A7-750E-B93D5C8E6A8D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83" name="Google Shape;498;p37">
              <a:extLst>
                <a:ext uri="{FF2B5EF4-FFF2-40B4-BE49-F238E27FC236}">
                  <a16:creationId xmlns:a16="http://schemas.microsoft.com/office/drawing/2014/main" id="{9D79DCB6-4480-6C03-0714-EAFC2C5294DC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84" name="Google Shape;499;p37">
              <a:extLst>
                <a:ext uri="{FF2B5EF4-FFF2-40B4-BE49-F238E27FC236}">
                  <a16:creationId xmlns:a16="http://schemas.microsoft.com/office/drawing/2014/main" id="{040DB4F6-D027-175D-0A2E-228B6CC0F7D8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85" name="Google Shape;500;p37">
              <a:extLst>
                <a:ext uri="{FF2B5EF4-FFF2-40B4-BE49-F238E27FC236}">
                  <a16:creationId xmlns:a16="http://schemas.microsoft.com/office/drawing/2014/main" id="{70D581BD-EEB8-32BF-8469-EC0F77B1F28E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86" name="Google Shape;501;p37">
              <a:extLst>
                <a:ext uri="{FF2B5EF4-FFF2-40B4-BE49-F238E27FC236}">
                  <a16:creationId xmlns:a16="http://schemas.microsoft.com/office/drawing/2014/main" id="{382EF054-51C5-C395-72CC-CE66BD3B9D6F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95" name="Google Shape;502;p37">
                <a:extLst>
                  <a:ext uri="{FF2B5EF4-FFF2-40B4-BE49-F238E27FC236}">
                    <a16:creationId xmlns:a16="http://schemas.microsoft.com/office/drawing/2014/main" id="{3CDBA945-7EAC-00A7-D371-5E9FFDE6D8C8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6" name="Google Shape;503;p37">
                <a:extLst>
                  <a:ext uri="{FF2B5EF4-FFF2-40B4-BE49-F238E27FC236}">
                    <a16:creationId xmlns:a16="http://schemas.microsoft.com/office/drawing/2014/main" id="{B7B2828F-6509-3827-62A4-B6D985F833C4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7" name="Google Shape;504;p37">
                <a:extLst>
                  <a:ext uri="{FF2B5EF4-FFF2-40B4-BE49-F238E27FC236}">
                    <a16:creationId xmlns:a16="http://schemas.microsoft.com/office/drawing/2014/main" id="{D4CF2CF7-0C92-32AF-4CB0-BAE701F21A6C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87" name="Google Shape;505;p37">
              <a:extLst>
                <a:ext uri="{FF2B5EF4-FFF2-40B4-BE49-F238E27FC236}">
                  <a16:creationId xmlns:a16="http://schemas.microsoft.com/office/drawing/2014/main" id="{45EFE76A-5A3E-685D-27FC-5F75AFB35FF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92" name="Google Shape;506;p37">
                <a:extLst>
                  <a:ext uri="{FF2B5EF4-FFF2-40B4-BE49-F238E27FC236}">
                    <a16:creationId xmlns:a16="http://schemas.microsoft.com/office/drawing/2014/main" id="{C649E0F7-094B-0434-8919-A542C3A34C36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3" name="Google Shape;507;p37">
                <a:extLst>
                  <a:ext uri="{FF2B5EF4-FFF2-40B4-BE49-F238E27FC236}">
                    <a16:creationId xmlns:a16="http://schemas.microsoft.com/office/drawing/2014/main" id="{D72A3634-49BA-C734-C30C-5E2EDAE89609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4" name="Google Shape;508;p37">
                <a:extLst>
                  <a:ext uri="{FF2B5EF4-FFF2-40B4-BE49-F238E27FC236}">
                    <a16:creationId xmlns:a16="http://schemas.microsoft.com/office/drawing/2014/main" id="{88A3F95C-09F9-E69E-B787-A1B3EC6CEA12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88" name="Google Shape;509;p37">
              <a:extLst>
                <a:ext uri="{FF2B5EF4-FFF2-40B4-BE49-F238E27FC236}">
                  <a16:creationId xmlns:a16="http://schemas.microsoft.com/office/drawing/2014/main" id="{6EBF9C57-E83E-D590-42F8-94B5C1203908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89" name="Google Shape;510;p37">
                <a:extLst>
                  <a:ext uri="{FF2B5EF4-FFF2-40B4-BE49-F238E27FC236}">
                    <a16:creationId xmlns:a16="http://schemas.microsoft.com/office/drawing/2014/main" id="{DEE257DA-1B0A-B56F-FD57-6AC4AF7B712E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0" name="Google Shape;511;p37">
                <a:extLst>
                  <a:ext uri="{FF2B5EF4-FFF2-40B4-BE49-F238E27FC236}">
                    <a16:creationId xmlns:a16="http://schemas.microsoft.com/office/drawing/2014/main" id="{CEEA0C3E-205C-A1E9-CF3D-9E0CBD809A2E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1" name="Google Shape;512;p37">
                <a:extLst>
                  <a:ext uri="{FF2B5EF4-FFF2-40B4-BE49-F238E27FC236}">
                    <a16:creationId xmlns:a16="http://schemas.microsoft.com/office/drawing/2014/main" id="{7D89B9FA-A3A5-8103-F270-0159909B89CA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BB4DB28-1A09-54B7-4B5B-D2E48AE14643}"/>
              </a:ext>
            </a:extLst>
          </p:cNvPr>
          <p:cNvCxnSpPr>
            <a:stCxn id="93" idx="2"/>
          </p:cNvCxnSpPr>
          <p:nvPr/>
        </p:nvCxnSpPr>
        <p:spPr>
          <a:xfrm flipH="1" flipV="1">
            <a:off x="4591279" y="2189570"/>
            <a:ext cx="2552700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82C2FC7-6428-CA40-AFFB-79A7B0A692B4}"/>
              </a:ext>
            </a:extLst>
          </p:cNvPr>
          <p:cNvCxnSpPr>
            <a:cxnSpLocks/>
            <a:stCxn id="93" idx="5"/>
            <a:endCxn id="78" idx="0"/>
          </p:cNvCxnSpPr>
          <p:nvPr/>
        </p:nvCxnSpPr>
        <p:spPr>
          <a:xfrm flipH="1">
            <a:off x="7205892" y="2243462"/>
            <a:ext cx="68169" cy="3613875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F1AC9818-C3EB-506B-5847-9614056831FC}"/>
              </a:ext>
            </a:extLst>
          </p:cNvPr>
          <p:cNvSpPr txBox="1"/>
          <p:nvPr/>
        </p:nvSpPr>
        <p:spPr>
          <a:xfrm>
            <a:off x="1170504" y="2944542"/>
            <a:ext cx="19238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1"/>
                </a:solidFill>
              </a:rPr>
              <a:t>RISK AVERSE</a:t>
            </a:r>
          </a:p>
        </p:txBody>
      </p:sp>
    </p:spTree>
    <p:extLst>
      <p:ext uri="{BB962C8B-B14F-4D97-AF65-F5344CB8AC3E}">
        <p14:creationId xmlns:p14="http://schemas.microsoft.com/office/powerpoint/2010/main" val="38624437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37B53-9CE4-03D0-3174-A18C23550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A992A-A2CB-B077-4294-0F9588F49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B6A28CC-B832-24A1-32A7-716BC8C5244B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30BFCD7-373D-C379-49E1-69B45448BEB3}"/>
              </a:ext>
            </a:extLst>
          </p:cNvPr>
          <p:cNvGrpSpPr/>
          <p:nvPr/>
        </p:nvGrpSpPr>
        <p:grpSpPr>
          <a:xfrm>
            <a:off x="1441374" y="1817784"/>
            <a:ext cx="7226147" cy="4393890"/>
            <a:chOff x="317653" y="1676400"/>
            <a:chExt cx="7226147" cy="4393890"/>
          </a:xfrm>
        </p:grpSpPr>
        <p:sp>
          <p:nvSpPr>
            <p:cNvPr id="32" name="Google Shape;372;p31">
              <a:extLst>
                <a:ext uri="{FF2B5EF4-FFF2-40B4-BE49-F238E27FC236}">
                  <a16:creationId xmlns:a16="http://schemas.microsoft.com/office/drawing/2014/main" id="{9CA94899-A8C5-3F3B-6157-90856CF0241C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73;p31">
              <a:extLst>
                <a:ext uri="{FF2B5EF4-FFF2-40B4-BE49-F238E27FC236}">
                  <a16:creationId xmlns:a16="http://schemas.microsoft.com/office/drawing/2014/main" id="{4B0AD246-7CF2-7515-8FC0-18021F4FDA75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34" name="Google Shape;374;p31">
              <a:extLst>
                <a:ext uri="{FF2B5EF4-FFF2-40B4-BE49-F238E27FC236}">
                  <a16:creationId xmlns:a16="http://schemas.microsoft.com/office/drawing/2014/main" id="{D6FB1B93-240C-3368-4CF5-05424D31F265}"/>
                </a:ext>
              </a:extLst>
            </p:cNvPr>
            <p:cNvCxnSpPr>
              <a:stCxn id="32" idx="3"/>
              <a:endCxn id="33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35" name="Google Shape;375;p31">
              <a:extLst>
                <a:ext uri="{FF2B5EF4-FFF2-40B4-BE49-F238E27FC236}">
                  <a16:creationId xmlns:a16="http://schemas.microsoft.com/office/drawing/2014/main" id="{41F11447-7AB9-F6DA-2E5E-FB6D58F91569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76;p31">
              <a:extLst>
                <a:ext uri="{FF2B5EF4-FFF2-40B4-BE49-F238E27FC236}">
                  <a16:creationId xmlns:a16="http://schemas.microsoft.com/office/drawing/2014/main" id="{8C831FE2-FF89-CD3C-B639-F840A009F303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7;p31">
              <a:extLst>
                <a:ext uri="{FF2B5EF4-FFF2-40B4-BE49-F238E27FC236}">
                  <a16:creationId xmlns:a16="http://schemas.microsoft.com/office/drawing/2014/main" id="{7E51BACA-0251-4686-776D-A8F8382AEA0A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8" name="Google Shape;378;p31">
              <a:extLst>
                <a:ext uri="{FF2B5EF4-FFF2-40B4-BE49-F238E27FC236}">
                  <a16:creationId xmlns:a16="http://schemas.microsoft.com/office/drawing/2014/main" id="{9112D12B-160A-9574-AFEF-55BC88B0562A}"/>
                </a:ext>
              </a:extLst>
            </p:cNvPr>
            <p:cNvCxnSpPr>
              <a:stCxn id="33" idx="6"/>
              <a:endCxn id="36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39" name="Google Shape;379;p31">
              <a:extLst>
                <a:ext uri="{FF2B5EF4-FFF2-40B4-BE49-F238E27FC236}">
                  <a16:creationId xmlns:a16="http://schemas.microsoft.com/office/drawing/2014/main" id="{5710D934-F010-5A34-B8F4-C5B3DC2EB4DA}"/>
                </a:ext>
              </a:extLst>
            </p:cNvPr>
            <p:cNvCxnSpPr>
              <a:stCxn id="33" idx="6"/>
              <a:endCxn id="37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40" name="Google Shape;381;p31">
              <a:extLst>
                <a:ext uri="{FF2B5EF4-FFF2-40B4-BE49-F238E27FC236}">
                  <a16:creationId xmlns:a16="http://schemas.microsoft.com/office/drawing/2014/main" id="{E29A9CD8-5D13-D226-D949-03A8A4698A4E}"/>
                </a:ext>
              </a:extLst>
            </p:cNvPr>
            <p:cNvCxnSpPr>
              <a:stCxn id="32" idx="3"/>
              <a:endCxn id="35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41" name="Google Shape;382;p31">
              <a:extLst>
                <a:ext uri="{FF2B5EF4-FFF2-40B4-BE49-F238E27FC236}">
                  <a16:creationId xmlns:a16="http://schemas.microsoft.com/office/drawing/2014/main" id="{6C026B26-1560-E516-63A8-0318F4FF389A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383;p31">
              <a:extLst>
                <a:ext uri="{FF2B5EF4-FFF2-40B4-BE49-F238E27FC236}">
                  <a16:creationId xmlns:a16="http://schemas.microsoft.com/office/drawing/2014/main" id="{085C0AC0-695A-53A1-CF66-E50E24E30183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43" name="Google Shape;384;p31">
              <a:extLst>
                <a:ext uri="{FF2B5EF4-FFF2-40B4-BE49-F238E27FC236}">
                  <a16:creationId xmlns:a16="http://schemas.microsoft.com/office/drawing/2014/main" id="{6B46CAC9-6D90-A06A-E005-06B7323997C2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385;p31">
              <a:extLst>
                <a:ext uri="{FF2B5EF4-FFF2-40B4-BE49-F238E27FC236}">
                  <a16:creationId xmlns:a16="http://schemas.microsoft.com/office/drawing/2014/main" id="{9EDAD2A0-3AE0-5E95-8634-F5D17BC791CE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45" name="Google Shape;386;p31">
              <a:extLst>
                <a:ext uri="{FF2B5EF4-FFF2-40B4-BE49-F238E27FC236}">
                  <a16:creationId xmlns:a16="http://schemas.microsoft.com/office/drawing/2014/main" id="{2B41F3AA-12B4-5BCC-3C8A-91F4840FEC95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48" name="Google Shape;387;p31">
                <a:extLst>
                  <a:ext uri="{FF2B5EF4-FFF2-40B4-BE49-F238E27FC236}">
                    <a16:creationId xmlns:a16="http://schemas.microsoft.com/office/drawing/2014/main" id="{A5C4D2CA-C671-96A0-62F5-54A374984494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" name="Google Shape;388;p31">
                <a:extLst>
                  <a:ext uri="{FF2B5EF4-FFF2-40B4-BE49-F238E27FC236}">
                    <a16:creationId xmlns:a16="http://schemas.microsoft.com/office/drawing/2014/main" id="{33A1A41D-92EE-5474-9F03-AAE4067732E1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" name="Google Shape;389;p31">
              <a:extLst>
                <a:ext uri="{FF2B5EF4-FFF2-40B4-BE49-F238E27FC236}">
                  <a16:creationId xmlns:a16="http://schemas.microsoft.com/office/drawing/2014/main" id="{5E42D543-0AD2-6DE0-F1EA-239D43ABA0E6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390;p31">
              <a:extLst>
                <a:ext uri="{FF2B5EF4-FFF2-40B4-BE49-F238E27FC236}">
                  <a16:creationId xmlns:a16="http://schemas.microsoft.com/office/drawing/2014/main" id="{210C57AA-5DC2-C8CB-FE72-2C0FA96F38F6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" name="Google Shape;375;p31">
            <a:extLst>
              <a:ext uri="{FF2B5EF4-FFF2-40B4-BE49-F238E27FC236}">
                <a16:creationId xmlns:a16="http://schemas.microsoft.com/office/drawing/2014/main" id="{2847AD2F-D304-CC70-5A9F-BB6CF1D76C2C}"/>
              </a:ext>
            </a:extLst>
          </p:cNvPr>
          <p:cNvSpPr txBox="1"/>
          <p:nvPr/>
        </p:nvSpPr>
        <p:spPr>
          <a:xfrm>
            <a:off x="8972321" y="5297274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0.1</a:t>
            </a:r>
            <a:endParaRPr sz="1800" b="1" dirty="0">
              <a:solidFill>
                <a:schemeClr val="accent3">
                  <a:lumMod val="50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2" name="Google Shape;376;p31">
            <a:extLst>
              <a:ext uri="{FF2B5EF4-FFF2-40B4-BE49-F238E27FC236}">
                <a16:creationId xmlns:a16="http://schemas.microsoft.com/office/drawing/2014/main" id="{C1F0D852-3578-5B90-8C30-C4CE06DC9041}"/>
              </a:ext>
            </a:extLst>
          </p:cNvPr>
          <p:cNvSpPr txBox="1"/>
          <p:nvPr/>
        </p:nvSpPr>
        <p:spPr>
          <a:xfrm>
            <a:off x="8972321" y="18066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1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3" name="Google Shape;377;p31">
            <a:extLst>
              <a:ext uri="{FF2B5EF4-FFF2-40B4-BE49-F238E27FC236}">
                <a16:creationId xmlns:a16="http://schemas.microsoft.com/office/drawing/2014/main" id="{BD77C158-E3A3-DDAF-95B9-09E19A00FEBD}"/>
              </a:ext>
            </a:extLst>
          </p:cNvPr>
          <p:cNvSpPr txBox="1"/>
          <p:nvPr/>
        </p:nvSpPr>
        <p:spPr>
          <a:xfrm>
            <a:off x="8972321" y="34068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23783C3-763C-6E8C-26A4-8343F049743B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0.1</a:t>
            </a:r>
          </a:p>
        </p:txBody>
      </p:sp>
    </p:spTree>
    <p:extLst>
      <p:ext uri="{BB962C8B-B14F-4D97-AF65-F5344CB8AC3E}">
        <p14:creationId xmlns:p14="http://schemas.microsoft.com/office/powerpoint/2010/main" val="42559089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177F5-AE44-7C5C-C61B-C51BC4384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FE135-AC19-37A4-8B77-A23D20858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0050F9-5D80-AF6E-8ECF-0B4EF507A068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D70CD83-A937-D2B9-B2D5-DF0DF1E05C72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0.1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981BC94E-BA00-8B09-93CA-27FED781A421}"/>
              </a:ext>
            </a:extLst>
          </p:cNvPr>
          <p:cNvGrpSpPr/>
          <p:nvPr/>
        </p:nvGrpSpPr>
        <p:grpSpPr>
          <a:xfrm>
            <a:off x="3372079" y="1359161"/>
            <a:ext cx="6667500" cy="5226839"/>
            <a:chOff x="838200" y="1505749"/>
            <a:chExt cx="6667500" cy="5226839"/>
          </a:xfrm>
        </p:grpSpPr>
        <p:grpSp>
          <p:nvGrpSpPr>
            <p:cNvPr id="75" name="Google Shape;467;p37">
              <a:extLst>
                <a:ext uri="{FF2B5EF4-FFF2-40B4-BE49-F238E27FC236}">
                  <a16:creationId xmlns:a16="http://schemas.microsoft.com/office/drawing/2014/main" id="{962944A4-31BC-02CA-2B7C-85F5411E35F4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103" name="Google Shape;468;p37">
                <a:extLst>
                  <a:ext uri="{FF2B5EF4-FFF2-40B4-BE49-F238E27FC236}">
                    <a16:creationId xmlns:a16="http://schemas.microsoft.com/office/drawing/2014/main" id="{D801CDDA-9094-4A46-2BB9-0D4378F40067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4" name="Google Shape;469;p37">
                <a:extLst>
                  <a:ext uri="{FF2B5EF4-FFF2-40B4-BE49-F238E27FC236}">
                    <a16:creationId xmlns:a16="http://schemas.microsoft.com/office/drawing/2014/main" id="{AB97C8F5-1B4D-620D-86C9-55506C0261E1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5" name="Google Shape;470;p37">
                <a:extLst>
                  <a:ext uri="{FF2B5EF4-FFF2-40B4-BE49-F238E27FC236}">
                    <a16:creationId xmlns:a16="http://schemas.microsoft.com/office/drawing/2014/main" id="{47F4EECB-E719-65B7-1D7D-9D72714B837D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471;p37">
                <a:extLst>
                  <a:ext uri="{FF2B5EF4-FFF2-40B4-BE49-F238E27FC236}">
                    <a16:creationId xmlns:a16="http://schemas.microsoft.com/office/drawing/2014/main" id="{37EB7B02-F59C-16CC-0CC8-97FB010B81EA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472;p37">
                <a:extLst>
                  <a:ext uri="{FF2B5EF4-FFF2-40B4-BE49-F238E27FC236}">
                    <a16:creationId xmlns:a16="http://schemas.microsoft.com/office/drawing/2014/main" id="{A52FB686-AAE3-6373-0D89-4765E960E8C6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8" name="Google Shape;473;p37">
                <a:extLst>
                  <a:ext uri="{FF2B5EF4-FFF2-40B4-BE49-F238E27FC236}">
                    <a16:creationId xmlns:a16="http://schemas.microsoft.com/office/drawing/2014/main" id="{1E79D2F7-9217-0540-67A6-8876F9D16ADC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9" name="Google Shape;474;p37">
                <a:extLst>
                  <a:ext uri="{FF2B5EF4-FFF2-40B4-BE49-F238E27FC236}">
                    <a16:creationId xmlns:a16="http://schemas.microsoft.com/office/drawing/2014/main" id="{4CDA0039-284B-DC47-EBAB-067843D30571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0" name="Google Shape;475;p37">
                <a:extLst>
                  <a:ext uri="{FF2B5EF4-FFF2-40B4-BE49-F238E27FC236}">
                    <a16:creationId xmlns:a16="http://schemas.microsoft.com/office/drawing/2014/main" id="{CA6BE35D-CD0E-3836-70AF-64FD42C809CC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476;p37">
                <a:extLst>
                  <a:ext uri="{FF2B5EF4-FFF2-40B4-BE49-F238E27FC236}">
                    <a16:creationId xmlns:a16="http://schemas.microsoft.com/office/drawing/2014/main" id="{DC55B4AC-68CD-CDFD-D2FA-F8183BEB7133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477;p37">
                <a:extLst>
                  <a:ext uri="{FF2B5EF4-FFF2-40B4-BE49-F238E27FC236}">
                    <a16:creationId xmlns:a16="http://schemas.microsoft.com/office/drawing/2014/main" id="{5EDAC76E-46A8-5E0E-145F-D8D7A2045876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" name="Google Shape;478;p37">
                <a:extLst>
                  <a:ext uri="{FF2B5EF4-FFF2-40B4-BE49-F238E27FC236}">
                    <a16:creationId xmlns:a16="http://schemas.microsoft.com/office/drawing/2014/main" id="{B1FD74DA-88B3-F9BE-1431-9FDA9042106D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" name="Google Shape;479;p37">
                <a:extLst>
                  <a:ext uri="{FF2B5EF4-FFF2-40B4-BE49-F238E27FC236}">
                    <a16:creationId xmlns:a16="http://schemas.microsoft.com/office/drawing/2014/main" id="{058E7A2D-685C-B476-F3BD-BD469EA5775B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480;p37">
                <a:extLst>
                  <a:ext uri="{FF2B5EF4-FFF2-40B4-BE49-F238E27FC236}">
                    <a16:creationId xmlns:a16="http://schemas.microsoft.com/office/drawing/2014/main" id="{B9DE131D-0945-0373-FC78-C9B56A31D496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481;p37">
                <a:extLst>
                  <a:ext uri="{FF2B5EF4-FFF2-40B4-BE49-F238E27FC236}">
                    <a16:creationId xmlns:a16="http://schemas.microsoft.com/office/drawing/2014/main" id="{22787B84-1C66-8AC7-E94F-CBE329C27B81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7" name="Google Shape;482;p37">
                <a:extLst>
                  <a:ext uri="{FF2B5EF4-FFF2-40B4-BE49-F238E27FC236}">
                    <a16:creationId xmlns:a16="http://schemas.microsoft.com/office/drawing/2014/main" id="{2FA3ED69-9B14-7AF5-89C6-1FB76991CB02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8" name="Google Shape;483;p37">
                <a:extLst>
                  <a:ext uri="{FF2B5EF4-FFF2-40B4-BE49-F238E27FC236}">
                    <a16:creationId xmlns:a16="http://schemas.microsoft.com/office/drawing/2014/main" id="{ED7E84A9-4BCB-DC37-2405-6F76BEC360D8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9" name="Google Shape;484;p37">
                <a:extLst>
                  <a:ext uri="{FF2B5EF4-FFF2-40B4-BE49-F238E27FC236}">
                    <a16:creationId xmlns:a16="http://schemas.microsoft.com/office/drawing/2014/main" id="{ABE57741-DC24-57D0-0A85-1561CF5E7735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485;p37">
                <a:extLst>
                  <a:ext uri="{FF2B5EF4-FFF2-40B4-BE49-F238E27FC236}">
                    <a16:creationId xmlns:a16="http://schemas.microsoft.com/office/drawing/2014/main" id="{771B1218-4014-A675-109F-6DF66405DC23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76" name="Google Shape;486;p37">
              <a:extLst>
                <a:ext uri="{FF2B5EF4-FFF2-40B4-BE49-F238E27FC236}">
                  <a16:creationId xmlns:a16="http://schemas.microsoft.com/office/drawing/2014/main" id="{4AAB3F20-4253-2322-07C7-F911F6F8EC28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77" name="Google Shape;487;p37">
              <a:extLst>
                <a:ext uri="{FF2B5EF4-FFF2-40B4-BE49-F238E27FC236}">
                  <a16:creationId xmlns:a16="http://schemas.microsoft.com/office/drawing/2014/main" id="{B83EB653-D8EE-62AD-B757-E0BF06FA1F8C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78" name="Google Shape;488;p37">
              <a:extLst>
                <a:ext uri="{FF2B5EF4-FFF2-40B4-BE49-F238E27FC236}">
                  <a16:creationId xmlns:a16="http://schemas.microsoft.com/office/drawing/2014/main" id="{A541ED47-A46E-466C-86AC-9F56E0582DD6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79" name="Google Shape;489;p37">
              <a:extLst>
                <a:ext uri="{FF2B5EF4-FFF2-40B4-BE49-F238E27FC236}">
                  <a16:creationId xmlns:a16="http://schemas.microsoft.com/office/drawing/2014/main" id="{F4F27974-6493-918C-4CB3-9136F909A892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80" name="Google Shape;490;p37">
              <a:extLst>
                <a:ext uri="{FF2B5EF4-FFF2-40B4-BE49-F238E27FC236}">
                  <a16:creationId xmlns:a16="http://schemas.microsoft.com/office/drawing/2014/main" id="{585CA72C-9BDF-D0F1-C5CA-134213039A5D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81" name="Google Shape;491;p37">
              <a:extLst>
                <a:ext uri="{FF2B5EF4-FFF2-40B4-BE49-F238E27FC236}">
                  <a16:creationId xmlns:a16="http://schemas.microsoft.com/office/drawing/2014/main" id="{11D75FDA-6024-3128-B00E-A4DBB60C1CDE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98" name="Google Shape;492;p37">
                <a:extLst>
                  <a:ext uri="{FF2B5EF4-FFF2-40B4-BE49-F238E27FC236}">
                    <a16:creationId xmlns:a16="http://schemas.microsoft.com/office/drawing/2014/main" id="{91FAC81E-6186-BCC3-7379-CE8ACA2568C5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99" name="Google Shape;493;p37">
                <a:extLst>
                  <a:ext uri="{FF2B5EF4-FFF2-40B4-BE49-F238E27FC236}">
                    <a16:creationId xmlns:a16="http://schemas.microsoft.com/office/drawing/2014/main" id="{218FEEE0-D872-8F78-4EFE-85CCCF5328E1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100" name="Google Shape;494;p37">
                <a:extLst>
                  <a:ext uri="{FF2B5EF4-FFF2-40B4-BE49-F238E27FC236}">
                    <a16:creationId xmlns:a16="http://schemas.microsoft.com/office/drawing/2014/main" id="{045CD2A5-4FE8-A79D-6B99-A4189C3B5E7F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101" name="Google Shape;495;p37">
                <a:extLst>
                  <a:ext uri="{FF2B5EF4-FFF2-40B4-BE49-F238E27FC236}">
                    <a16:creationId xmlns:a16="http://schemas.microsoft.com/office/drawing/2014/main" id="{A11F8E81-9970-B6D8-95E8-619FB613A0AD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102" name="Google Shape;496;p37">
                <a:extLst>
                  <a:ext uri="{FF2B5EF4-FFF2-40B4-BE49-F238E27FC236}">
                    <a16:creationId xmlns:a16="http://schemas.microsoft.com/office/drawing/2014/main" id="{59483FA4-C76E-F30E-9F9F-B472286FF56F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82" name="Google Shape;497;p37">
              <a:extLst>
                <a:ext uri="{FF2B5EF4-FFF2-40B4-BE49-F238E27FC236}">
                  <a16:creationId xmlns:a16="http://schemas.microsoft.com/office/drawing/2014/main" id="{CAED51CD-C44A-CAC5-C8A3-34B867354375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83" name="Google Shape;498;p37">
              <a:extLst>
                <a:ext uri="{FF2B5EF4-FFF2-40B4-BE49-F238E27FC236}">
                  <a16:creationId xmlns:a16="http://schemas.microsoft.com/office/drawing/2014/main" id="{ADDCF0E6-1DE3-7CC0-C738-835291A729F0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84" name="Google Shape;499;p37">
              <a:extLst>
                <a:ext uri="{FF2B5EF4-FFF2-40B4-BE49-F238E27FC236}">
                  <a16:creationId xmlns:a16="http://schemas.microsoft.com/office/drawing/2014/main" id="{D30CE426-729D-07D9-02BA-BFA1AA593361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85" name="Google Shape;500;p37">
              <a:extLst>
                <a:ext uri="{FF2B5EF4-FFF2-40B4-BE49-F238E27FC236}">
                  <a16:creationId xmlns:a16="http://schemas.microsoft.com/office/drawing/2014/main" id="{6A2E9DD0-659D-E856-D8C1-198026F33A19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86" name="Google Shape;501;p37">
              <a:extLst>
                <a:ext uri="{FF2B5EF4-FFF2-40B4-BE49-F238E27FC236}">
                  <a16:creationId xmlns:a16="http://schemas.microsoft.com/office/drawing/2014/main" id="{A259CDB3-4FA8-EC3E-DBD6-25B860A3E118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95" name="Google Shape;502;p37">
                <a:extLst>
                  <a:ext uri="{FF2B5EF4-FFF2-40B4-BE49-F238E27FC236}">
                    <a16:creationId xmlns:a16="http://schemas.microsoft.com/office/drawing/2014/main" id="{70738F5B-35DF-C96E-5358-3C8B54996A77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6" name="Google Shape;503;p37">
                <a:extLst>
                  <a:ext uri="{FF2B5EF4-FFF2-40B4-BE49-F238E27FC236}">
                    <a16:creationId xmlns:a16="http://schemas.microsoft.com/office/drawing/2014/main" id="{0811F414-55C2-42E6-A469-901B60728415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7" name="Google Shape;504;p37">
                <a:extLst>
                  <a:ext uri="{FF2B5EF4-FFF2-40B4-BE49-F238E27FC236}">
                    <a16:creationId xmlns:a16="http://schemas.microsoft.com/office/drawing/2014/main" id="{A145D310-FEF5-EBA6-2D0C-683C6D9CFB32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87" name="Google Shape;505;p37">
              <a:extLst>
                <a:ext uri="{FF2B5EF4-FFF2-40B4-BE49-F238E27FC236}">
                  <a16:creationId xmlns:a16="http://schemas.microsoft.com/office/drawing/2014/main" id="{C7D474A9-A082-B836-5F1F-58459715BF9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92" name="Google Shape;506;p37">
                <a:extLst>
                  <a:ext uri="{FF2B5EF4-FFF2-40B4-BE49-F238E27FC236}">
                    <a16:creationId xmlns:a16="http://schemas.microsoft.com/office/drawing/2014/main" id="{A3C8FEA5-ACB2-399F-2015-7541B67E5129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3" name="Google Shape;507;p37">
                <a:extLst>
                  <a:ext uri="{FF2B5EF4-FFF2-40B4-BE49-F238E27FC236}">
                    <a16:creationId xmlns:a16="http://schemas.microsoft.com/office/drawing/2014/main" id="{25F24737-EC80-1156-ACE3-44355C5A395D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4" name="Google Shape;508;p37">
                <a:extLst>
                  <a:ext uri="{FF2B5EF4-FFF2-40B4-BE49-F238E27FC236}">
                    <a16:creationId xmlns:a16="http://schemas.microsoft.com/office/drawing/2014/main" id="{8FE5AB45-344E-4BEB-BDF2-A75F9DEA386D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88" name="Google Shape;509;p37">
              <a:extLst>
                <a:ext uri="{FF2B5EF4-FFF2-40B4-BE49-F238E27FC236}">
                  <a16:creationId xmlns:a16="http://schemas.microsoft.com/office/drawing/2014/main" id="{6CF529D3-50EB-3B3F-B161-F1644D73139F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89" name="Google Shape;510;p37">
                <a:extLst>
                  <a:ext uri="{FF2B5EF4-FFF2-40B4-BE49-F238E27FC236}">
                    <a16:creationId xmlns:a16="http://schemas.microsoft.com/office/drawing/2014/main" id="{69513321-81F4-0175-EEE1-142ED79F9DC6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0" name="Google Shape;511;p37">
                <a:extLst>
                  <a:ext uri="{FF2B5EF4-FFF2-40B4-BE49-F238E27FC236}">
                    <a16:creationId xmlns:a16="http://schemas.microsoft.com/office/drawing/2014/main" id="{E8827B72-2E38-3794-DDB2-DBDB47FE8236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1" name="Google Shape;512;p37">
                <a:extLst>
                  <a:ext uri="{FF2B5EF4-FFF2-40B4-BE49-F238E27FC236}">
                    <a16:creationId xmlns:a16="http://schemas.microsoft.com/office/drawing/2014/main" id="{BCEB4267-A33A-848F-6A54-57FB7A375EFB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B83BE3D-A99C-02EE-D108-72D805FD0085}"/>
              </a:ext>
            </a:extLst>
          </p:cNvPr>
          <p:cNvCxnSpPr>
            <a:cxnSpLocks/>
            <a:stCxn id="90" idx="2"/>
          </p:cNvCxnSpPr>
          <p:nvPr/>
        </p:nvCxnSpPr>
        <p:spPr>
          <a:xfrm flipH="1">
            <a:off x="4624616" y="5162012"/>
            <a:ext cx="2519363" cy="0"/>
          </a:xfrm>
          <a:prstGeom prst="line">
            <a:avLst/>
          </a:prstGeom>
          <a:ln w="762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30E337D3-53D9-819D-36E1-D9820FD61125}"/>
              </a:ext>
            </a:extLst>
          </p:cNvPr>
          <p:cNvCxnSpPr>
            <a:cxnSpLocks/>
            <a:stCxn id="90" idx="4"/>
            <a:endCxn id="78" idx="0"/>
          </p:cNvCxnSpPr>
          <p:nvPr/>
        </p:nvCxnSpPr>
        <p:spPr>
          <a:xfrm flipH="1">
            <a:off x="7205892" y="5238212"/>
            <a:ext cx="14287" cy="619125"/>
          </a:xfrm>
          <a:prstGeom prst="line">
            <a:avLst/>
          </a:prstGeom>
          <a:ln w="762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AEB7375-98CC-97CA-C2A9-85449BBBAA7D}"/>
              </a:ext>
            </a:extLst>
          </p:cNvPr>
          <p:cNvSpPr txBox="1"/>
          <p:nvPr/>
        </p:nvSpPr>
        <p:spPr>
          <a:xfrm>
            <a:off x="1170504" y="2944542"/>
            <a:ext cx="19551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/>
                </a:solidFill>
              </a:rPr>
              <a:t>RISK SEEKING</a:t>
            </a:r>
          </a:p>
        </p:txBody>
      </p:sp>
    </p:spTree>
    <p:extLst>
      <p:ext uri="{BB962C8B-B14F-4D97-AF65-F5344CB8AC3E}">
        <p14:creationId xmlns:p14="http://schemas.microsoft.com/office/powerpoint/2010/main" val="6626510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C6AD8-F7F6-785C-3C35-2B140B5EB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C6EBF-2B16-3FF8-4B69-34A1F5AF7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910CEA-EC20-A806-05C9-5608FD350C2B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834FA6A-57A3-341E-ED95-655D7C9DFC71}"/>
              </a:ext>
            </a:extLst>
          </p:cNvPr>
          <p:cNvGrpSpPr/>
          <p:nvPr/>
        </p:nvGrpSpPr>
        <p:grpSpPr>
          <a:xfrm>
            <a:off x="1441374" y="1817784"/>
            <a:ext cx="7226147" cy="4393890"/>
            <a:chOff x="317653" y="1676400"/>
            <a:chExt cx="7226147" cy="4393890"/>
          </a:xfrm>
        </p:grpSpPr>
        <p:sp>
          <p:nvSpPr>
            <p:cNvPr id="32" name="Google Shape;372;p31">
              <a:extLst>
                <a:ext uri="{FF2B5EF4-FFF2-40B4-BE49-F238E27FC236}">
                  <a16:creationId xmlns:a16="http://schemas.microsoft.com/office/drawing/2014/main" id="{6E725D32-A28B-EBC4-E2D7-B0400F583184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73;p31">
              <a:extLst>
                <a:ext uri="{FF2B5EF4-FFF2-40B4-BE49-F238E27FC236}">
                  <a16:creationId xmlns:a16="http://schemas.microsoft.com/office/drawing/2014/main" id="{5B81C397-79C1-F075-7E00-4C925F8D86C8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34" name="Google Shape;374;p31">
              <a:extLst>
                <a:ext uri="{FF2B5EF4-FFF2-40B4-BE49-F238E27FC236}">
                  <a16:creationId xmlns:a16="http://schemas.microsoft.com/office/drawing/2014/main" id="{6603EC7E-9D9D-F7AA-71D0-906B097E481A}"/>
                </a:ext>
              </a:extLst>
            </p:cNvPr>
            <p:cNvCxnSpPr>
              <a:stCxn id="32" idx="3"/>
              <a:endCxn id="33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35" name="Google Shape;375;p31">
              <a:extLst>
                <a:ext uri="{FF2B5EF4-FFF2-40B4-BE49-F238E27FC236}">
                  <a16:creationId xmlns:a16="http://schemas.microsoft.com/office/drawing/2014/main" id="{1BF6801C-D5D8-6CD0-51D2-E5FFED34558F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76;p31">
              <a:extLst>
                <a:ext uri="{FF2B5EF4-FFF2-40B4-BE49-F238E27FC236}">
                  <a16:creationId xmlns:a16="http://schemas.microsoft.com/office/drawing/2014/main" id="{9F77C1F4-CB03-A44E-1465-68881850A503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7;p31">
              <a:extLst>
                <a:ext uri="{FF2B5EF4-FFF2-40B4-BE49-F238E27FC236}">
                  <a16:creationId xmlns:a16="http://schemas.microsoft.com/office/drawing/2014/main" id="{AC44FAD9-FE15-7260-4122-D8131BEB64BE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8" name="Google Shape;378;p31">
              <a:extLst>
                <a:ext uri="{FF2B5EF4-FFF2-40B4-BE49-F238E27FC236}">
                  <a16:creationId xmlns:a16="http://schemas.microsoft.com/office/drawing/2014/main" id="{6B8D4D5D-69C2-BB64-63C2-68E0785C9285}"/>
                </a:ext>
              </a:extLst>
            </p:cNvPr>
            <p:cNvCxnSpPr>
              <a:stCxn id="33" idx="6"/>
              <a:endCxn id="36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39" name="Google Shape;379;p31">
              <a:extLst>
                <a:ext uri="{FF2B5EF4-FFF2-40B4-BE49-F238E27FC236}">
                  <a16:creationId xmlns:a16="http://schemas.microsoft.com/office/drawing/2014/main" id="{D54AE337-18FC-98D8-88C4-81D414DFE40E}"/>
                </a:ext>
              </a:extLst>
            </p:cNvPr>
            <p:cNvCxnSpPr>
              <a:stCxn id="33" idx="6"/>
              <a:endCxn id="37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40" name="Google Shape;381;p31">
              <a:extLst>
                <a:ext uri="{FF2B5EF4-FFF2-40B4-BE49-F238E27FC236}">
                  <a16:creationId xmlns:a16="http://schemas.microsoft.com/office/drawing/2014/main" id="{B845A622-9000-6FC5-E56D-EDE7A7EB03A0}"/>
                </a:ext>
              </a:extLst>
            </p:cNvPr>
            <p:cNvCxnSpPr>
              <a:stCxn id="32" idx="3"/>
              <a:endCxn id="35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41" name="Google Shape;382;p31">
              <a:extLst>
                <a:ext uri="{FF2B5EF4-FFF2-40B4-BE49-F238E27FC236}">
                  <a16:creationId xmlns:a16="http://schemas.microsoft.com/office/drawing/2014/main" id="{49F0030D-6FFB-BEF6-81C3-331CCACC0D63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383;p31">
              <a:extLst>
                <a:ext uri="{FF2B5EF4-FFF2-40B4-BE49-F238E27FC236}">
                  <a16:creationId xmlns:a16="http://schemas.microsoft.com/office/drawing/2014/main" id="{0CF00CC3-8FCE-3BB3-1976-492987DF12F5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43" name="Google Shape;384;p31">
              <a:extLst>
                <a:ext uri="{FF2B5EF4-FFF2-40B4-BE49-F238E27FC236}">
                  <a16:creationId xmlns:a16="http://schemas.microsoft.com/office/drawing/2014/main" id="{0426C159-A24F-91F4-083B-BDD5940842C7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385;p31">
              <a:extLst>
                <a:ext uri="{FF2B5EF4-FFF2-40B4-BE49-F238E27FC236}">
                  <a16:creationId xmlns:a16="http://schemas.microsoft.com/office/drawing/2014/main" id="{A58FAC2F-9A7F-44D0-58BD-CE03ED017382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45" name="Google Shape;386;p31">
              <a:extLst>
                <a:ext uri="{FF2B5EF4-FFF2-40B4-BE49-F238E27FC236}">
                  <a16:creationId xmlns:a16="http://schemas.microsoft.com/office/drawing/2014/main" id="{4C972E97-7BFE-4F86-F143-A8DA9F206532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48" name="Google Shape;387;p31">
                <a:extLst>
                  <a:ext uri="{FF2B5EF4-FFF2-40B4-BE49-F238E27FC236}">
                    <a16:creationId xmlns:a16="http://schemas.microsoft.com/office/drawing/2014/main" id="{BB1617A5-AA00-1107-9396-9E2202E67CA0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" name="Google Shape;388;p31">
                <a:extLst>
                  <a:ext uri="{FF2B5EF4-FFF2-40B4-BE49-F238E27FC236}">
                    <a16:creationId xmlns:a16="http://schemas.microsoft.com/office/drawing/2014/main" id="{9857922C-3F7D-A708-311D-C7C678806FF2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" name="Google Shape;389;p31">
              <a:extLst>
                <a:ext uri="{FF2B5EF4-FFF2-40B4-BE49-F238E27FC236}">
                  <a16:creationId xmlns:a16="http://schemas.microsoft.com/office/drawing/2014/main" id="{2E05D505-3852-4D06-2882-8829DE9F114C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390;p31">
              <a:extLst>
                <a:ext uri="{FF2B5EF4-FFF2-40B4-BE49-F238E27FC236}">
                  <a16:creationId xmlns:a16="http://schemas.microsoft.com/office/drawing/2014/main" id="{F38731D5-BF91-BCAF-2010-560BE21040F4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" name="Google Shape;375;p31">
            <a:extLst>
              <a:ext uri="{FF2B5EF4-FFF2-40B4-BE49-F238E27FC236}">
                <a16:creationId xmlns:a16="http://schemas.microsoft.com/office/drawing/2014/main" id="{2C540B12-356D-4F0C-48B2-1CC0149B0420}"/>
              </a:ext>
            </a:extLst>
          </p:cNvPr>
          <p:cNvSpPr txBox="1"/>
          <p:nvPr/>
        </p:nvSpPr>
        <p:spPr>
          <a:xfrm>
            <a:off x="8972321" y="5297274"/>
            <a:ext cx="914400" cy="914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0.5</a:t>
            </a:r>
            <a:endParaRPr sz="1800" b="1" dirty="0">
              <a:solidFill>
                <a:schemeClr val="accent3">
                  <a:lumMod val="50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2" name="Google Shape;376;p31">
            <a:extLst>
              <a:ext uri="{FF2B5EF4-FFF2-40B4-BE49-F238E27FC236}">
                <a16:creationId xmlns:a16="http://schemas.microsoft.com/office/drawing/2014/main" id="{2A04EBB5-8AC5-F7AF-AF19-B3CE2978864A}"/>
              </a:ext>
            </a:extLst>
          </p:cNvPr>
          <p:cNvSpPr txBox="1"/>
          <p:nvPr/>
        </p:nvSpPr>
        <p:spPr>
          <a:xfrm>
            <a:off x="8972321" y="18066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1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3" name="Google Shape;377;p31">
            <a:extLst>
              <a:ext uri="{FF2B5EF4-FFF2-40B4-BE49-F238E27FC236}">
                <a16:creationId xmlns:a16="http://schemas.microsoft.com/office/drawing/2014/main" id="{B5D05D51-356A-4B46-AE61-9752745F3678}"/>
              </a:ext>
            </a:extLst>
          </p:cNvPr>
          <p:cNvSpPr txBox="1"/>
          <p:nvPr/>
        </p:nvSpPr>
        <p:spPr>
          <a:xfrm>
            <a:off x="8972321" y="34068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03615B-86F6-50A5-9B62-C55D919A3834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0.5</a:t>
            </a:r>
          </a:p>
        </p:txBody>
      </p:sp>
    </p:spTree>
    <p:extLst>
      <p:ext uri="{BB962C8B-B14F-4D97-AF65-F5344CB8AC3E}">
        <p14:creationId xmlns:p14="http://schemas.microsoft.com/office/powerpoint/2010/main" val="20440485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3CB2-06D1-B758-93C6-54CFEB563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A75B-9FA1-2D2B-8B41-E0A2C0D8E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12BC87-BE8B-A056-AB0F-DED4CC737B55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8A3C710-59D8-7BE5-5EB9-8245BDBE4F83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0.5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F616853-CDA8-4CAF-D4E8-07E0F3F877B1}"/>
              </a:ext>
            </a:extLst>
          </p:cNvPr>
          <p:cNvGrpSpPr/>
          <p:nvPr/>
        </p:nvGrpSpPr>
        <p:grpSpPr>
          <a:xfrm>
            <a:off x="3372079" y="1359161"/>
            <a:ext cx="6667500" cy="5226839"/>
            <a:chOff x="838200" y="1505749"/>
            <a:chExt cx="6667500" cy="5226839"/>
          </a:xfrm>
        </p:grpSpPr>
        <p:grpSp>
          <p:nvGrpSpPr>
            <p:cNvPr id="75" name="Google Shape;467;p37">
              <a:extLst>
                <a:ext uri="{FF2B5EF4-FFF2-40B4-BE49-F238E27FC236}">
                  <a16:creationId xmlns:a16="http://schemas.microsoft.com/office/drawing/2014/main" id="{9A8FD8A6-B477-D501-721B-C35997F0B7B5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103" name="Google Shape;468;p37">
                <a:extLst>
                  <a:ext uri="{FF2B5EF4-FFF2-40B4-BE49-F238E27FC236}">
                    <a16:creationId xmlns:a16="http://schemas.microsoft.com/office/drawing/2014/main" id="{CA066F4B-F089-EC05-5FF1-BB761F695DBC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4" name="Google Shape;469;p37">
                <a:extLst>
                  <a:ext uri="{FF2B5EF4-FFF2-40B4-BE49-F238E27FC236}">
                    <a16:creationId xmlns:a16="http://schemas.microsoft.com/office/drawing/2014/main" id="{31C20644-53C5-967C-CBD1-96EF7D03AAA2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5" name="Google Shape;470;p37">
                <a:extLst>
                  <a:ext uri="{FF2B5EF4-FFF2-40B4-BE49-F238E27FC236}">
                    <a16:creationId xmlns:a16="http://schemas.microsoft.com/office/drawing/2014/main" id="{845F1A67-7E35-9EF2-55FF-BDA2615394A5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471;p37">
                <a:extLst>
                  <a:ext uri="{FF2B5EF4-FFF2-40B4-BE49-F238E27FC236}">
                    <a16:creationId xmlns:a16="http://schemas.microsoft.com/office/drawing/2014/main" id="{692EAC89-463E-2151-CDD5-FB3620A40C11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472;p37">
                <a:extLst>
                  <a:ext uri="{FF2B5EF4-FFF2-40B4-BE49-F238E27FC236}">
                    <a16:creationId xmlns:a16="http://schemas.microsoft.com/office/drawing/2014/main" id="{A8476B10-95C4-CF30-526A-259CEDFB4ABF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8" name="Google Shape;473;p37">
                <a:extLst>
                  <a:ext uri="{FF2B5EF4-FFF2-40B4-BE49-F238E27FC236}">
                    <a16:creationId xmlns:a16="http://schemas.microsoft.com/office/drawing/2014/main" id="{C4B4AAA2-6B29-86E4-7FE3-B00FF3CBC148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9" name="Google Shape;474;p37">
                <a:extLst>
                  <a:ext uri="{FF2B5EF4-FFF2-40B4-BE49-F238E27FC236}">
                    <a16:creationId xmlns:a16="http://schemas.microsoft.com/office/drawing/2014/main" id="{24833AA6-B796-C708-5D7E-607EC5AB6026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0" name="Google Shape;475;p37">
                <a:extLst>
                  <a:ext uri="{FF2B5EF4-FFF2-40B4-BE49-F238E27FC236}">
                    <a16:creationId xmlns:a16="http://schemas.microsoft.com/office/drawing/2014/main" id="{F74BF80A-CF6F-B245-81AE-8E3874063B7B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476;p37">
                <a:extLst>
                  <a:ext uri="{FF2B5EF4-FFF2-40B4-BE49-F238E27FC236}">
                    <a16:creationId xmlns:a16="http://schemas.microsoft.com/office/drawing/2014/main" id="{F657FA2F-39C3-3AEE-FDDD-19BC73EAF9D9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477;p37">
                <a:extLst>
                  <a:ext uri="{FF2B5EF4-FFF2-40B4-BE49-F238E27FC236}">
                    <a16:creationId xmlns:a16="http://schemas.microsoft.com/office/drawing/2014/main" id="{0B795C5C-20D5-E288-7679-91974FD42C81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" name="Google Shape;478;p37">
                <a:extLst>
                  <a:ext uri="{FF2B5EF4-FFF2-40B4-BE49-F238E27FC236}">
                    <a16:creationId xmlns:a16="http://schemas.microsoft.com/office/drawing/2014/main" id="{C1F5BC77-8BD9-780B-01DE-9CCC07143542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" name="Google Shape;479;p37">
                <a:extLst>
                  <a:ext uri="{FF2B5EF4-FFF2-40B4-BE49-F238E27FC236}">
                    <a16:creationId xmlns:a16="http://schemas.microsoft.com/office/drawing/2014/main" id="{F0C45757-C60B-0C48-E33A-A4E99B0591CE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480;p37">
                <a:extLst>
                  <a:ext uri="{FF2B5EF4-FFF2-40B4-BE49-F238E27FC236}">
                    <a16:creationId xmlns:a16="http://schemas.microsoft.com/office/drawing/2014/main" id="{5295CE23-6317-E068-7C45-CB204C072880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481;p37">
                <a:extLst>
                  <a:ext uri="{FF2B5EF4-FFF2-40B4-BE49-F238E27FC236}">
                    <a16:creationId xmlns:a16="http://schemas.microsoft.com/office/drawing/2014/main" id="{FFAD8618-250A-A334-27FF-5176C1894F93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7" name="Google Shape;482;p37">
                <a:extLst>
                  <a:ext uri="{FF2B5EF4-FFF2-40B4-BE49-F238E27FC236}">
                    <a16:creationId xmlns:a16="http://schemas.microsoft.com/office/drawing/2014/main" id="{6492745F-5395-00C7-1CB4-4F35BCECA5E7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8" name="Google Shape;483;p37">
                <a:extLst>
                  <a:ext uri="{FF2B5EF4-FFF2-40B4-BE49-F238E27FC236}">
                    <a16:creationId xmlns:a16="http://schemas.microsoft.com/office/drawing/2014/main" id="{7B612FD7-2383-A284-9B27-1E40A279CD00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9" name="Google Shape;484;p37">
                <a:extLst>
                  <a:ext uri="{FF2B5EF4-FFF2-40B4-BE49-F238E27FC236}">
                    <a16:creationId xmlns:a16="http://schemas.microsoft.com/office/drawing/2014/main" id="{8EBB3CF3-CE55-EF8B-E527-C73245C62D3C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485;p37">
                <a:extLst>
                  <a:ext uri="{FF2B5EF4-FFF2-40B4-BE49-F238E27FC236}">
                    <a16:creationId xmlns:a16="http://schemas.microsoft.com/office/drawing/2014/main" id="{CA2125FA-F92B-598F-821A-459824737F17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76" name="Google Shape;486;p37">
              <a:extLst>
                <a:ext uri="{FF2B5EF4-FFF2-40B4-BE49-F238E27FC236}">
                  <a16:creationId xmlns:a16="http://schemas.microsoft.com/office/drawing/2014/main" id="{DEC536F1-5739-74A0-9559-24486470F52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77" name="Google Shape;487;p37">
              <a:extLst>
                <a:ext uri="{FF2B5EF4-FFF2-40B4-BE49-F238E27FC236}">
                  <a16:creationId xmlns:a16="http://schemas.microsoft.com/office/drawing/2014/main" id="{3F114E6C-915D-B597-0C8A-3B658418696D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78" name="Google Shape;488;p37">
              <a:extLst>
                <a:ext uri="{FF2B5EF4-FFF2-40B4-BE49-F238E27FC236}">
                  <a16:creationId xmlns:a16="http://schemas.microsoft.com/office/drawing/2014/main" id="{9B14399F-8BD3-0798-D34B-54E14EFF487D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79" name="Google Shape;489;p37">
              <a:extLst>
                <a:ext uri="{FF2B5EF4-FFF2-40B4-BE49-F238E27FC236}">
                  <a16:creationId xmlns:a16="http://schemas.microsoft.com/office/drawing/2014/main" id="{60B112A6-D6D6-2D58-351D-0D5A44567E7F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80" name="Google Shape;490;p37">
              <a:extLst>
                <a:ext uri="{FF2B5EF4-FFF2-40B4-BE49-F238E27FC236}">
                  <a16:creationId xmlns:a16="http://schemas.microsoft.com/office/drawing/2014/main" id="{8AD5BCF5-CE8F-705D-33A7-B08CFB438CE6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81" name="Google Shape;491;p37">
              <a:extLst>
                <a:ext uri="{FF2B5EF4-FFF2-40B4-BE49-F238E27FC236}">
                  <a16:creationId xmlns:a16="http://schemas.microsoft.com/office/drawing/2014/main" id="{B1C7402F-B908-9AA4-0E1F-836633485C76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98" name="Google Shape;492;p37">
                <a:extLst>
                  <a:ext uri="{FF2B5EF4-FFF2-40B4-BE49-F238E27FC236}">
                    <a16:creationId xmlns:a16="http://schemas.microsoft.com/office/drawing/2014/main" id="{B91F95E6-CED8-3F83-6973-BFC80AD9AB93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99" name="Google Shape;493;p37">
                <a:extLst>
                  <a:ext uri="{FF2B5EF4-FFF2-40B4-BE49-F238E27FC236}">
                    <a16:creationId xmlns:a16="http://schemas.microsoft.com/office/drawing/2014/main" id="{8AF0B3E5-DEA7-3879-4CC2-F810CC213D1D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100" name="Google Shape;494;p37">
                <a:extLst>
                  <a:ext uri="{FF2B5EF4-FFF2-40B4-BE49-F238E27FC236}">
                    <a16:creationId xmlns:a16="http://schemas.microsoft.com/office/drawing/2014/main" id="{88A80519-A414-3C80-97B9-7FA7DBAF457E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101" name="Google Shape;495;p37">
                <a:extLst>
                  <a:ext uri="{FF2B5EF4-FFF2-40B4-BE49-F238E27FC236}">
                    <a16:creationId xmlns:a16="http://schemas.microsoft.com/office/drawing/2014/main" id="{14AFE17D-AC0B-8FD5-F513-CD95A6FBC084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102" name="Google Shape;496;p37">
                <a:extLst>
                  <a:ext uri="{FF2B5EF4-FFF2-40B4-BE49-F238E27FC236}">
                    <a16:creationId xmlns:a16="http://schemas.microsoft.com/office/drawing/2014/main" id="{CD545A46-8B0D-2DFB-C65C-07ADDE89B3EF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82" name="Google Shape;497;p37">
              <a:extLst>
                <a:ext uri="{FF2B5EF4-FFF2-40B4-BE49-F238E27FC236}">
                  <a16:creationId xmlns:a16="http://schemas.microsoft.com/office/drawing/2014/main" id="{7883D5D7-B863-E02A-99F8-64F7F8FCD1A1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83" name="Google Shape;498;p37">
              <a:extLst>
                <a:ext uri="{FF2B5EF4-FFF2-40B4-BE49-F238E27FC236}">
                  <a16:creationId xmlns:a16="http://schemas.microsoft.com/office/drawing/2014/main" id="{DCD054B7-9A63-E5C6-AE39-129E6D5A4D91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84" name="Google Shape;499;p37">
              <a:extLst>
                <a:ext uri="{FF2B5EF4-FFF2-40B4-BE49-F238E27FC236}">
                  <a16:creationId xmlns:a16="http://schemas.microsoft.com/office/drawing/2014/main" id="{BE521EB8-580A-30A2-467A-9D55F6861FE1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85" name="Google Shape;500;p37">
              <a:extLst>
                <a:ext uri="{FF2B5EF4-FFF2-40B4-BE49-F238E27FC236}">
                  <a16:creationId xmlns:a16="http://schemas.microsoft.com/office/drawing/2014/main" id="{F9F1E3BF-8BFC-0F85-36BC-C6E28E01AB5B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86" name="Google Shape;501;p37">
              <a:extLst>
                <a:ext uri="{FF2B5EF4-FFF2-40B4-BE49-F238E27FC236}">
                  <a16:creationId xmlns:a16="http://schemas.microsoft.com/office/drawing/2014/main" id="{3BC941DB-78CB-BE82-A6B7-F237FAFB1FC8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95" name="Google Shape;502;p37">
                <a:extLst>
                  <a:ext uri="{FF2B5EF4-FFF2-40B4-BE49-F238E27FC236}">
                    <a16:creationId xmlns:a16="http://schemas.microsoft.com/office/drawing/2014/main" id="{74FE6EBC-B608-115A-EBBB-BE57D3637552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6" name="Google Shape;503;p37">
                <a:extLst>
                  <a:ext uri="{FF2B5EF4-FFF2-40B4-BE49-F238E27FC236}">
                    <a16:creationId xmlns:a16="http://schemas.microsoft.com/office/drawing/2014/main" id="{054CE945-8083-2A62-A9B5-16CD99CE16BA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7" name="Google Shape;504;p37">
                <a:extLst>
                  <a:ext uri="{FF2B5EF4-FFF2-40B4-BE49-F238E27FC236}">
                    <a16:creationId xmlns:a16="http://schemas.microsoft.com/office/drawing/2014/main" id="{42FCA520-97EB-348B-F4C9-DC47309FD912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87" name="Google Shape;505;p37">
              <a:extLst>
                <a:ext uri="{FF2B5EF4-FFF2-40B4-BE49-F238E27FC236}">
                  <a16:creationId xmlns:a16="http://schemas.microsoft.com/office/drawing/2014/main" id="{7C915117-0E9B-40D2-BB7E-89DE66D6D0DB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92" name="Google Shape;506;p37">
                <a:extLst>
                  <a:ext uri="{FF2B5EF4-FFF2-40B4-BE49-F238E27FC236}">
                    <a16:creationId xmlns:a16="http://schemas.microsoft.com/office/drawing/2014/main" id="{56D5D5F6-E670-DA87-D210-C9930FA80508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3" name="Google Shape;507;p37">
                <a:extLst>
                  <a:ext uri="{FF2B5EF4-FFF2-40B4-BE49-F238E27FC236}">
                    <a16:creationId xmlns:a16="http://schemas.microsoft.com/office/drawing/2014/main" id="{0A179D0E-261A-1BB7-39E5-392CEDC4C0F5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4" name="Google Shape;508;p37">
                <a:extLst>
                  <a:ext uri="{FF2B5EF4-FFF2-40B4-BE49-F238E27FC236}">
                    <a16:creationId xmlns:a16="http://schemas.microsoft.com/office/drawing/2014/main" id="{EA608B19-A651-1AC5-9756-EB842812C14A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88" name="Google Shape;509;p37">
              <a:extLst>
                <a:ext uri="{FF2B5EF4-FFF2-40B4-BE49-F238E27FC236}">
                  <a16:creationId xmlns:a16="http://schemas.microsoft.com/office/drawing/2014/main" id="{490FEFEA-CD68-75C0-827F-8DF7606B497D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89" name="Google Shape;510;p37">
                <a:extLst>
                  <a:ext uri="{FF2B5EF4-FFF2-40B4-BE49-F238E27FC236}">
                    <a16:creationId xmlns:a16="http://schemas.microsoft.com/office/drawing/2014/main" id="{FABDA235-7F80-3374-606A-132F2BC0D2D5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0" name="Google Shape;511;p37">
                <a:extLst>
                  <a:ext uri="{FF2B5EF4-FFF2-40B4-BE49-F238E27FC236}">
                    <a16:creationId xmlns:a16="http://schemas.microsoft.com/office/drawing/2014/main" id="{D06AB13F-05E7-3889-06F0-52F276382E07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1" name="Google Shape;512;p37">
                <a:extLst>
                  <a:ext uri="{FF2B5EF4-FFF2-40B4-BE49-F238E27FC236}">
                    <a16:creationId xmlns:a16="http://schemas.microsoft.com/office/drawing/2014/main" id="{6BFA1C10-1777-2FCB-67BB-28380093D4C8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F64DF0BD-2A86-BFF0-B227-AA0C9A39D75D}"/>
              </a:ext>
            </a:extLst>
          </p:cNvPr>
          <p:cNvCxnSpPr>
            <a:cxnSpLocks/>
          </p:cNvCxnSpPr>
          <p:nvPr/>
        </p:nvCxnSpPr>
        <p:spPr>
          <a:xfrm flipH="1">
            <a:off x="4624616" y="3799937"/>
            <a:ext cx="2519363" cy="0"/>
          </a:xfrm>
          <a:prstGeom prst="line">
            <a:avLst/>
          </a:prstGeom>
          <a:ln w="762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5C11F92D-802D-7702-BCFD-D1CFADA5BB4E}"/>
              </a:ext>
            </a:extLst>
          </p:cNvPr>
          <p:cNvCxnSpPr>
            <a:cxnSpLocks/>
          </p:cNvCxnSpPr>
          <p:nvPr/>
        </p:nvCxnSpPr>
        <p:spPr>
          <a:xfrm flipH="1">
            <a:off x="7217006" y="3893400"/>
            <a:ext cx="14287" cy="1978025"/>
          </a:xfrm>
          <a:prstGeom prst="line">
            <a:avLst/>
          </a:prstGeom>
          <a:ln w="762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9210A01-85EA-018B-58E2-12D0189E8ABF}"/>
              </a:ext>
            </a:extLst>
          </p:cNvPr>
          <p:cNvSpPr txBox="1"/>
          <p:nvPr/>
        </p:nvSpPr>
        <p:spPr>
          <a:xfrm>
            <a:off x="1170504" y="2944542"/>
            <a:ext cx="21412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3">
                    <a:lumMod val="50000"/>
                  </a:schemeClr>
                </a:solidFill>
              </a:rPr>
              <a:t>RISK NEUTRAL = EV</a:t>
            </a:r>
          </a:p>
        </p:txBody>
      </p:sp>
    </p:spTree>
    <p:extLst>
      <p:ext uri="{BB962C8B-B14F-4D97-AF65-F5344CB8AC3E}">
        <p14:creationId xmlns:p14="http://schemas.microsoft.com/office/powerpoint/2010/main" val="10150790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90233-916D-EE14-2390-435D159C9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26071-F744-ACB3-1502-9BC61DA2F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3C3B08-8824-6135-8BE2-D8385FBBD111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160974A-8E2A-6161-9954-D4AA4D0B8E79}"/>
              </a:ext>
            </a:extLst>
          </p:cNvPr>
          <p:cNvGrpSpPr/>
          <p:nvPr/>
        </p:nvGrpSpPr>
        <p:grpSpPr>
          <a:xfrm>
            <a:off x="307603" y="1394685"/>
            <a:ext cx="6667500" cy="5226839"/>
            <a:chOff x="838200" y="1505749"/>
            <a:chExt cx="6667500" cy="5226839"/>
          </a:xfrm>
        </p:grpSpPr>
        <p:grpSp>
          <p:nvGrpSpPr>
            <p:cNvPr id="75" name="Google Shape;467;p37">
              <a:extLst>
                <a:ext uri="{FF2B5EF4-FFF2-40B4-BE49-F238E27FC236}">
                  <a16:creationId xmlns:a16="http://schemas.microsoft.com/office/drawing/2014/main" id="{FA8D48D9-69DE-9402-FFA8-26BD83FA1EFF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103" name="Google Shape;468;p37">
                <a:extLst>
                  <a:ext uri="{FF2B5EF4-FFF2-40B4-BE49-F238E27FC236}">
                    <a16:creationId xmlns:a16="http://schemas.microsoft.com/office/drawing/2014/main" id="{4A2A808B-61A9-2127-53E3-F1D7ADD8E5BD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4" name="Google Shape;469;p37">
                <a:extLst>
                  <a:ext uri="{FF2B5EF4-FFF2-40B4-BE49-F238E27FC236}">
                    <a16:creationId xmlns:a16="http://schemas.microsoft.com/office/drawing/2014/main" id="{B81549D7-C104-124B-4C03-CF4ED2D03E02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5" name="Google Shape;470;p37">
                <a:extLst>
                  <a:ext uri="{FF2B5EF4-FFF2-40B4-BE49-F238E27FC236}">
                    <a16:creationId xmlns:a16="http://schemas.microsoft.com/office/drawing/2014/main" id="{10B19B8A-B757-38CD-6D08-3EFCB82ED490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471;p37">
                <a:extLst>
                  <a:ext uri="{FF2B5EF4-FFF2-40B4-BE49-F238E27FC236}">
                    <a16:creationId xmlns:a16="http://schemas.microsoft.com/office/drawing/2014/main" id="{24619CF0-8B1E-2404-6FB7-0FB522F8A177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472;p37">
                <a:extLst>
                  <a:ext uri="{FF2B5EF4-FFF2-40B4-BE49-F238E27FC236}">
                    <a16:creationId xmlns:a16="http://schemas.microsoft.com/office/drawing/2014/main" id="{F16AD38A-F23C-52FC-98F1-079C3F4C38DF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8" name="Google Shape;473;p37">
                <a:extLst>
                  <a:ext uri="{FF2B5EF4-FFF2-40B4-BE49-F238E27FC236}">
                    <a16:creationId xmlns:a16="http://schemas.microsoft.com/office/drawing/2014/main" id="{FDC1EF3A-D805-7651-D390-73DC762B9235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9" name="Google Shape;474;p37">
                <a:extLst>
                  <a:ext uri="{FF2B5EF4-FFF2-40B4-BE49-F238E27FC236}">
                    <a16:creationId xmlns:a16="http://schemas.microsoft.com/office/drawing/2014/main" id="{C1CCD0BA-6E20-4AB5-6021-C499C7E016A7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0" name="Google Shape;475;p37">
                <a:extLst>
                  <a:ext uri="{FF2B5EF4-FFF2-40B4-BE49-F238E27FC236}">
                    <a16:creationId xmlns:a16="http://schemas.microsoft.com/office/drawing/2014/main" id="{A0240AE3-C855-DA10-2EED-221958FC6A40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476;p37">
                <a:extLst>
                  <a:ext uri="{FF2B5EF4-FFF2-40B4-BE49-F238E27FC236}">
                    <a16:creationId xmlns:a16="http://schemas.microsoft.com/office/drawing/2014/main" id="{34C77FDE-2495-870E-F1F1-1AA7F392A605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477;p37">
                <a:extLst>
                  <a:ext uri="{FF2B5EF4-FFF2-40B4-BE49-F238E27FC236}">
                    <a16:creationId xmlns:a16="http://schemas.microsoft.com/office/drawing/2014/main" id="{83E713EB-CC8B-08CA-ADAB-ADD1DD14EE23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" name="Google Shape;478;p37">
                <a:extLst>
                  <a:ext uri="{FF2B5EF4-FFF2-40B4-BE49-F238E27FC236}">
                    <a16:creationId xmlns:a16="http://schemas.microsoft.com/office/drawing/2014/main" id="{725FCD1F-8B70-8AB4-631E-EB8ECEF939D7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" name="Google Shape;479;p37">
                <a:extLst>
                  <a:ext uri="{FF2B5EF4-FFF2-40B4-BE49-F238E27FC236}">
                    <a16:creationId xmlns:a16="http://schemas.microsoft.com/office/drawing/2014/main" id="{B0327E2B-DE47-5DD6-9317-C7EBBF0DFA74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480;p37">
                <a:extLst>
                  <a:ext uri="{FF2B5EF4-FFF2-40B4-BE49-F238E27FC236}">
                    <a16:creationId xmlns:a16="http://schemas.microsoft.com/office/drawing/2014/main" id="{5B96BA6E-EBF6-E11F-C5E4-85B41CBA994E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481;p37">
                <a:extLst>
                  <a:ext uri="{FF2B5EF4-FFF2-40B4-BE49-F238E27FC236}">
                    <a16:creationId xmlns:a16="http://schemas.microsoft.com/office/drawing/2014/main" id="{BA100879-0962-5849-E70F-1F82BED6E902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7" name="Google Shape;482;p37">
                <a:extLst>
                  <a:ext uri="{FF2B5EF4-FFF2-40B4-BE49-F238E27FC236}">
                    <a16:creationId xmlns:a16="http://schemas.microsoft.com/office/drawing/2014/main" id="{2755AECC-9621-EFA2-0572-B7E4FC96EAE0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8" name="Google Shape;483;p37">
                <a:extLst>
                  <a:ext uri="{FF2B5EF4-FFF2-40B4-BE49-F238E27FC236}">
                    <a16:creationId xmlns:a16="http://schemas.microsoft.com/office/drawing/2014/main" id="{8B715B21-D73C-FE74-8A86-DDB45B32F0C8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9" name="Google Shape;484;p37">
                <a:extLst>
                  <a:ext uri="{FF2B5EF4-FFF2-40B4-BE49-F238E27FC236}">
                    <a16:creationId xmlns:a16="http://schemas.microsoft.com/office/drawing/2014/main" id="{95B917E1-9F98-8009-1946-051A5B23A354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485;p37">
                <a:extLst>
                  <a:ext uri="{FF2B5EF4-FFF2-40B4-BE49-F238E27FC236}">
                    <a16:creationId xmlns:a16="http://schemas.microsoft.com/office/drawing/2014/main" id="{73B7D7E5-107A-105B-8783-DD05A1FD66B3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76" name="Google Shape;486;p37">
              <a:extLst>
                <a:ext uri="{FF2B5EF4-FFF2-40B4-BE49-F238E27FC236}">
                  <a16:creationId xmlns:a16="http://schemas.microsoft.com/office/drawing/2014/main" id="{14837DC9-1D4A-DFEF-408C-39C75021B72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77" name="Google Shape;487;p37">
              <a:extLst>
                <a:ext uri="{FF2B5EF4-FFF2-40B4-BE49-F238E27FC236}">
                  <a16:creationId xmlns:a16="http://schemas.microsoft.com/office/drawing/2014/main" id="{21A6F30A-6C7F-B41C-D128-F98CDC888627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78" name="Google Shape;488;p37">
              <a:extLst>
                <a:ext uri="{FF2B5EF4-FFF2-40B4-BE49-F238E27FC236}">
                  <a16:creationId xmlns:a16="http://schemas.microsoft.com/office/drawing/2014/main" id="{62F306F4-9FDF-A969-FFA9-3FF5993B7400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79" name="Google Shape;489;p37">
              <a:extLst>
                <a:ext uri="{FF2B5EF4-FFF2-40B4-BE49-F238E27FC236}">
                  <a16:creationId xmlns:a16="http://schemas.microsoft.com/office/drawing/2014/main" id="{5A170BD9-DA44-2559-1EDA-0F1097F09EB8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80" name="Google Shape;490;p37">
              <a:extLst>
                <a:ext uri="{FF2B5EF4-FFF2-40B4-BE49-F238E27FC236}">
                  <a16:creationId xmlns:a16="http://schemas.microsoft.com/office/drawing/2014/main" id="{48AE63D9-F5F8-CEFF-E51E-1B4A92B614F1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81" name="Google Shape;491;p37">
              <a:extLst>
                <a:ext uri="{FF2B5EF4-FFF2-40B4-BE49-F238E27FC236}">
                  <a16:creationId xmlns:a16="http://schemas.microsoft.com/office/drawing/2014/main" id="{7DB63C1B-902D-B488-D29B-5FCE4EAA396E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98" name="Google Shape;492;p37">
                <a:extLst>
                  <a:ext uri="{FF2B5EF4-FFF2-40B4-BE49-F238E27FC236}">
                    <a16:creationId xmlns:a16="http://schemas.microsoft.com/office/drawing/2014/main" id="{4EBDBE5D-5676-AC07-7255-728793D21031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99" name="Google Shape;493;p37">
                <a:extLst>
                  <a:ext uri="{FF2B5EF4-FFF2-40B4-BE49-F238E27FC236}">
                    <a16:creationId xmlns:a16="http://schemas.microsoft.com/office/drawing/2014/main" id="{6E80AB49-AB16-FBD6-0674-B085B36A4025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100" name="Google Shape;494;p37">
                <a:extLst>
                  <a:ext uri="{FF2B5EF4-FFF2-40B4-BE49-F238E27FC236}">
                    <a16:creationId xmlns:a16="http://schemas.microsoft.com/office/drawing/2014/main" id="{75A1B334-AD46-603B-56D5-53331043D408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101" name="Google Shape;495;p37">
                <a:extLst>
                  <a:ext uri="{FF2B5EF4-FFF2-40B4-BE49-F238E27FC236}">
                    <a16:creationId xmlns:a16="http://schemas.microsoft.com/office/drawing/2014/main" id="{AD1771E6-250C-95F5-F26D-A7A4C946D791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102" name="Google Shape;496;p37">
                <a:extLst>
                  <a:ext uri="{FF2B5EF4-FFF2-40B4-BE49-F238E27FC236}">
                    <a16:creationId xmlns:a16="http://schemas.microsoft.com/office/drawing/2014/main" id="{8BE17145-EE69-9C2E-3655-3FEC41F9469F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82" name="Google Shape;497;p37">
              <a:extLst>
                <a:ext uri="{FF2B5EF4-FFF2-40B4-BE49-F238E27FC236}">
                  <a16:creationId xmlns:a16="http://schemas.microsoft.com/office/drawing/2014/main" id="{81222FC6-79A0-6EAE-D86B-2951EDF98B7D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83" name="Google Shape;498;p37">
              <a:extLst>
                <a:ext uri="{FF2B5EF4-FFF2-40B4-BE49-F238E27FC236}">
                  <a16:creationId xmlns:a16="http://schemas.microsoft.com/office/drawing/2014/main" id="{D1FCD724-FB39-716A-BB48-9B423257A014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84" name="Google Shape;499;p37">
              <a:extLst>
                <a:ext uri="{FF2B5EF4-FFF2-40B4-BE49-F238E27FC236}">
                  <a16:creationId xmlns:a16="http://schemas.microsoft.com/office/drawing/2014/main" id="{A5B6A1CF-A80E-5085-A33C-5DC0ED76A6BE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85" name="Google Shape;500;p37">
              <a:extLst>
                <a:ext uri="{FF2B5EF4-FFF2-40B4-BE49-F238E27FC236}">
                  <a16:creationId xmlns:a16="http://schemas.microsoft.com/office/drawing/2014/main" id="{81BCD125-5CAB-9AFD-469F-4153F8267553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86" name="Google Shape;501;p37">
              <a:extLst>
                <a:ext uri="{FF2B5EF4-FFF2-40B4-BE49-F238E27FC236}">
                  <a16:creationId xmlns:a16="http://schemas.microsoft.com/office/drawing/2014/main" id="{0ACC56FF-EB19-47E1-0A52-A9DC98F0DE74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95" name="Google Shape;502;p37">
                <a:extLst>
                  <a:ext uri="{FF2B5EF4-FFF2-40B4-BE49-F238E27FC236}">
                    <a16:creationId xmlns:a16="http://schemas.microsoft.com/office/drawing/2014/main" id="{F667CF87-2F25-A05F-5474-275C8ABA4973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6" name="Google Shape;503;p37">
                <a:extLst>
                  <a:ext uri="{FF2B5EF4-FFF2-40B4-BE49-F238E27FC236}">
                    <a16:creationId xmlns:a16="http://schemas.microsoft.com/office/drawing/2014/main" id="{381C6296-6DA3-E22E-34FA-A8196EFDE832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7" name="Google Shape;504;p37">
                <a:extLst>
                  <a:ext uri="{FF2B5EF4-FFF2-40B4-BE49-F238E27FC236}">
                    <a16:creationId xmlns:a16="http://schemas.microsoft.com/office/drawing/2014/main" id="{986CAD01-0BFD-0541-08BB-4C336182A4E7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87" name="Google Shape;505;p37">
              <a:extLst>
                <a:ext uri="{FF2B5EF4-FFF2-40B4-BE49-F238E27FC236}">
                  <a16:creationId xmlns:a16="http://schemas.microsoft.com/office/drawing/2014/main" id="{8A57561C-F29B-54E9-989E-FDEC1100977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92" name="Google Shape;506;p37">
                <a:extLst>
                  <a:ext uri="{FF2B5EF4-FFF2-40B4-BE49-F238E27FC236}">
                    <a16:creationId xmlns:a16="http://schemas.microsoft.com/office/drawing/2014/main" id="{4697A1E7-BC67-8FED-1B4C-926265F159BC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3" name="Google Shape;507;p37">
                <a:extLst>
                  <a:ext uri="{FF2B5EF4-FFF2-40B4-BE49-F238E27FC236}">
                    <a16:creationId xmlns:a16="http://schemas.microsoft.com/office/drawing/2014/main" id="{221CBF68-D73E-DA76-9729-C78235A5CCFA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4" name="Google Shape;508;p37">
                <a:extLst>
                  <a:ext uri="{FF2B5EF4-FFF2-40B4-BE49-F238E27FC236}">
                    <a16:creationId xmlns:a16="http://schemas.microsoft.com/office/drawing/2014/main" id="{E6BBE5FD-6305-436D-DE93-35BF6B3570B6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88" name="Google Shape;509;p37">
              <a:extLst>
                <a:ext uri="{FF2B5EF4-FFF2-40B4-BE49-F238E27FC236}">
                  <a16:creationId xmlns:a16="http://schemas.microsoft.com/office/drawing/2014/main" id="{B8AE02EB-6F65-A108-A2A3-3C442FD208ED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89" name="Google Shape;510;p37">
                <a:extLst>
                  <a:ext uri="{FF2B5EF4-FFF2-40B4-BE49-F238E27FC236}">
                    <a16:creationId xmlns:a16="http://schemas.microsoft.com/office/drawing/2014/main" id="{3A8EEE46-44CE-1595-2A67-62EA80942095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0" name="Google Shape;511;p37">
                <a:extLst>
                  <a:ext uri="{FF2B5EF4-FFF2-40B4-BE49-F238E27FC236}">
                    <a16:creationId xmlns:a16="http://schemas.microsoft.com/office/drawing/2014/main" id="{08724D9C-AACE-6E59-370C-C46C6099A609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1" name="Google Shape;512;p37">
                <a:extLst>
                  <a:ext uri="{FF2B5EF4-FFF2-40B4-BE49-F238E27FC236}">
                    <a16:creationId xmlns:a16="http://schemas.microsoft.com/office/drawing/2014/main" id="{92C54F61-DC1E-9C90-4CCF-B0DD30A3C2A3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C302BAB-5863-77AE-04FB-FDC019E3AC03}"/>
              </a:ext>
            </a:extLst>
          </p:cNvPr>
          <p:cNvSpPr txBox="1"/>
          <p:nvPr/>
        </p:nvSpPr>
        <p:spPr>
          <a:xfrm>
            <a:off x="6775076" y="2087057"/>
            <a:ext cx="5087832" cy="31085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We ask these gambles for more hatchery outcomes to obtain more points on the utility curves! </a:t>
            </a:r>
          </a:p>
          <a:p>
            <a:endParaRPr lang="en-US" sz="2800" dirty="0"/>
          </a:p>
          <a:p>
            <a:r>
              <a:rPr lang="en-US" sz="2800" dirty="0"/>
              <a:t>We can use models to create an equation for utility (Equation that fits the curve!).  </a:t>
            </a:r>
          </a:p>
        </p:txBody>
      </p:sp>
    </p:spTree>
    <p:extLst>
      <p:ext uri="{BB962C8B-B14F-4D97-AF65-F5344CB8AC3E}">
        <p14:creationId xmlns:p14="http://schemas.microsoft.com/office/powerpoint/2010/main" val="27454566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B66F-5B9C-841A-D8DE-375E0F501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35D8B-2C10-5D11-1671-B2948FE73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know the decision maker’s risk attitude: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1047C4-C889-F7E2-86AA-B92F74ACE328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4A2773-812F-4750-1B3A-F5EE39645ECC}"/>
              </a:ext>
            </a:extLst>
          </p:cNvPr>
          <p:cNvSpPr txBox="1"/>
          <p:nvPr/>
        </p:nvSpPr>
        <p:spPr>
          <a:xfrm>
            <a:off x="957943" y="2559263"/>
            <a:ext cx="7935686" cy="3416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600" dirty="0"/>
              <a:t>Example: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Line = equal utility (risk neutral)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Logistic = diminishing marginal utility (risk averse)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Power/Exponential = increasing marginal utility (risk seeking)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65BFE6E-98EC-620E-27E9-F596E5155683}"/>
              </a:ext>
            </a:extLst>
          </p:cNvPr>
          <p:cNvSpPr txBox="1">
            <a:spLocks/>
          </p:cNvSpPr>
          <p:nvPr/>
        </p:nvSpPr>
        <p:spPr>
          <a:xfrm>
            <a:off x="990600" y="1690688"/>
            <a:ext cx="5910943" cy="7613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>
                <a:latin typeface="+mn-lt"/>
              </a:rPr>
              <a:t>Assign utility functions:</a:t>
            </a:r>
          </a:p>
        </p:txBody>
      </p:sp>
    </p:spTree>
    <p:extLst>
      <p:ext uri="{BB962C8B-B14F-4D97-AF65-F5344CB8AC3E}">
        <p14:creationId xmlns:p14="http://schemas.microsoft.com/office/powerpoint/2010/main" val="16178565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86D26-A9DE-5253-CAE4-E5AA48A0E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1627E-8AD1-3A2F-52E1-7A998E5FF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82" y="1335678"/>
            <a:ext cx="9691894" cy="4745082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047268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6373B2-EB44-B212-78DF-01314DC0D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915EB-BE20-7208-D2DA-42FDFA955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1220FD-E2B2-5191-FE10-24EEDB78A270}"/>
              </a:ext>
            </a:extLst>
          </p:cNvPr>
          <p:cNvSpPr/>
          <p:nvPr/>
        </p:nvSpPr>
        <p:spPr>
          <a:xfrm>
            <a:off x="372423" y="2857499"/>
            <a:ext cx="1344915" cy="1724125"/>
          </a:xfrm>
          <a:prstGeom prst="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options after hearing about the Nor’easter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0C0F577-AF89-CBAF-E8A0-29410E82B0A8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>
            <a:off x="1717338" y="3719562"/>
            <a:ext cx="1212309" cy="1133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87191E7-08DE-7F71-88CA-9F71398FEFB5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 flipV="1">
            <a:off x="1717338" y="2646151"/>
            <a:ext cx="1446095" cy="1073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F17B2C4-E921-15BE-D5B4-EAC9E144F981}"/>
              </a:ext>
            </a:extLst>
          </p:cNvPr>
          <p:cNvSpPr txBox="1"/>
          <p:nvPr/>
        </p:nvSpPr>
        <p:spPr>
          <a:xfrm>
            <a:off x="1316644" y="4685238"/>
            <a:ext cx="152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Cancel trip on Friday night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D1006C-AC73-017B-8391-7DDF3B11A6B0}"/>
              </a:ext>
            </a:extLst>
          </p:cNvPr>
          <p:cNvSpPr txBox="1"/>
          <p:nvPr/>
        </p:nvSpPr>
        <p:spPr>
          <a:xfrm>
            <a:off x="1171522" y="2098180"/>
            <a:ext cx="1986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not cancel trip on Friday night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6D91D2D-E708-678F-E2F5-64D90DA0074F}"/>
              </a:ext>
            </a:extLst>
          </p:cNvPr>
          <p:cNvSpPr/>
          <p:nvPr/>
        </p:nvSpPr>
        <p:spPr>
          <a:xfrm>
            <a:off x="2929647" y="4443270"/>
            <a:ext cx="1337912" cy="8198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Miss best friend’s wedding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DB5637-32E7-0437-1CDC-09B4EDCAAF66}"/>
              </a:ext>
            </a:extLst>
          </p:cNvPr>
          <p:cNvSpPr/>
          <p:nvPr/>
        </p:nvSpPr>
        <p:spPr>
          <a:xfrm>
            <a:off x="3163433" y="1913068"/>
            <a:ext cx="1100717" cy="14661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Which return flight should I take?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FA470F-1723-781D-2C03-DD778145481E}"/>
              </a:ext>
            </a:extLst>
          </p:cNvPr>
          <p:cNvSpPr txBox="1"/>
          <p:nvPr/>
        </p:nvSpPr>
        <p:spPr>
          <a:xfrm>
            <a:off x="1443789" y="1212783"/>
            <a:ext cx="285103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Pre-trip decision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7F1BA8E-D361-C42B-5AE0-02E39A344FBD}"/>
              </a:ext>
            </a:extLst>
          </p:cNvPr>
          <p:cNvSpPr txBox="1"/>
          <p:nvPr/>
        </p:nvSpPr>
        <p:spPr>
          <a:xfrm>
            <a:off x="4417996" y="1212783"/>
            <a:ext cx="693580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Return trip decision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98502B8-1E8B-3D97-C3C2-1BB913EBF7F1}"/>
              </a:ext>
            </a:extLst>
          </p:cNvPr>
          <p:cNvSpPr txBox="1"/>
          <p:nvPr/>
        </p:nvSpPr>
        <p:spPr>
          <a:xfrm>
            <a:off x="4313118" y="4629444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</p:spTree>
    <p:extLst>
      <p:ext uri="{BB962C8B-B14F-4D97-AF65-F5344CB8AC3E}">
        <p14:creationId xmlns:p14="http://schemas.microsoft.com/office/powerpoint/2010/main" val="9277666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FAB3FA-36EC-CDD1-1FD4-C4DE48C24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8A914-5509-CE55-3A56-3620D5E38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08524B-DAFD-4C76-FD3F-37CDF3FC12AA}"/>
              </a:ext>
            </a:extLst>
          </p:cNvPr>
          <p:cNvSpPr/>
          <p:nvPr/>
        </p:nvSpPr>
        <p:spPr>
          <a:xfrm>
            <a:off x="372423" y="2857499"/>
            <a:ext cx="1344915" cy="1724125"/>
          </a:xfrm>
          <a:prstGeom prst="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options after hearing about the Nor’easter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866B65C-C880-4780-88A0-1110986ED2F8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>
            <a:off x="1717338" y="3719562"/>
            <a:ext cx="1212309" cy="1133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D425196-8308-6581-6498-0BCFDAAFB1C9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 flipV="1">
            <a:off x="1717338" y="2646151"/>
            <a:ext cx="1446095" cy="1073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11BFC4B-23D2-A0AA-D18D-78A8100B0B97}"/>
              </a:ext>
            </a:extLst>
          </p:cNvPr>
          <p:cNvSpPr txBox="1"/>
          <p:nvPr/>
        </p:nvSpPr>
        <p:spPr>
          <a:xfrm>
            <a:off x="1316644" y="4685238"/>
            <a:ext cx="152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Cancel trip on Friday night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818941-54C4-A083-55E4-E7BCD44E0853}"/>
              </a:ext>
            </a:extLst>
          </p:cNvPr>
          <p:cNvSpPr txBox="1"/>
          <p:nvPr/>
        </p:nvSpPr>
        <p:spPr>
          <a:xfrm>
            <a:off x="1171522" y="2098180"/>
            <a:ext cx="1986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not cancel trip on Friday night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649A30-3873-6185-6D32-6C7284F16275}"/>
              </a:ext>
            </a:extLst>
          </p:cNvPr>
          <p:cNvSpPr/>
          <p:nvPr/>
        </p:nvSpPr>
        <p:spPr>
          <a:xfrm>
            <a:off x="2929647" y="4443270"/>
            <a:ext cx="1337912" cy="8198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Miss best friend’s wedding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7F7A79-ACB7-FD9B-2511-A468F4C8D1AA}"/>
              </a:ext>
            </a:extLst>
          </p:cNvPr>
          <p:cNvSpPr/>
          <p:nvPr/>
        </p:nvSpPr>
        <p:spPr>
          <a:xfrm>
            <a:off x="3163433" y="1913068"/>
            <a:ext cx="1100717" cy="14661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Which return flight should I take?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145CBF-2C89-693E-5095-5499F00B37E4}"/>
              </a:ext>
            </a:extLst>
          </p:cNvPr>
          <p:cNvSpPr txBox="1"/>
          <p:nvPr/>
        </p:nvSpPr>
        <p:spPr>
          <a:xfrm>
            <a:off x="1443789" y="1212783"/>
            <a:ext cx="285103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Pre-trip decision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83390D-6267-60E0-F511-14AA9795F06A}"/>
              </a:ext>
            </a:extLst>
          </p:cNvPr>
          <p:cNvSpPr txBox="1"/>
          <p:nvPr/>
        </p:nvSpPr>
        <p:spPr>
          <a:xfrm>
            <a:off x="4417996" y="1212783"/>
            <a:ext cx="693580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Return trip decision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879CD6E-57F5-654E-7F05-AC38A3A75E48}"/>
              </a:ext>
            </a:extLst>
          </p:cNvPr>
          <p:cNvCxnSpPr>
            <a:cxnSpLocks/>
            <a:stCxn id="18" idx="3"/>
            <a:endCxn id="60" idx="2"/>
          </p:cNvCxnSpPr>
          <p:nvPr/>
        </p:nvCxnSpPr>
        <p:spPr>
          <a:xfrm flipV="1">
            <a:off x="4264150" y="2145804"/>
            <a:ext cx="1722222" cy="5003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5517296-6FE2-BB89-230C-6F75C36399BE}"/>
              </a:ext>
            </a:extLst>
          </p:cNvPr>
          <p:cNvCxnSpPr>
            <a:cxnSpLocks/>
            <a:stCxn id="18" idx="3"/>
            <a:endCxn id="62" idx="2"/>
          </p:cNvCxnSpPr>
          <p:nvPr/>
        </p:nvCxnSpPr>
        <p:spPr>
          <a:xfrm>
            <a:off x="4264150" y="2646151"/>
            <a:ext cx="1722222" cy="10169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0C2806C-E049-8185-278F-A63B69860F20}"/>
              </a:ext>
            </a:extLst>
          </p:cNvPr>
          <p:cNvSpPr txBox="1"/>
          <p:nvPr/>
        </p:nvSpPr>
        <p:spPr>
          <a:xfrm rot="20469443">
            <a:off x="4253559" y="1747865"/>
            <a:ext cx="21717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FF"/>
                </a:highlight>
              </a:rPr>
              <a:t>Change flight </a:t>
            </a:r>
          </a:p>
          <a:p>
            <a:r>
              <a:rPr lang="en-US" sz="1600" dirty="0">
                <a:highlight>
                  <a:srgbClr val="00FFFF"/>
                </a:highlight>
              </a:rPr>
              <a:t>(5:30am Monday)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3EED36-A73D-F5C0-9230-45A92F8F8E99}"/>
              </a:ext>
            </a:extLst>
          </p:cNvPr>
          <p:cNvSpPr txBox="1"/>
          <p:nvPr/>
        </p:nvSpPr>
        <p:spPr>
          <a:xfrm rot="1969302">
            <a:off x="4714982" y="2762574"/>
            <a:ext cx="15656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00"/>
                </a:highlight>
              </a:rPr>
              <a:t>Keep flight</a:t>
            </a:r>
          </a:p>
          <a:p>
            <a:r>
              <a:rPr lang="en-US" sz="1600" dirty="0">
                <a:highlight>
                  <a:srgbClr val="00FF00"/>
                </a:highlight>
              </a:rPr>
              <a:t>(12pm Monday</a:t>
            </a:r>
            <a:r>
              <a:rPr lang="en-US" sz="1600" dirty="0"/>
              <a:t>)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FD822D-C45D-7FAA-8731-7AEB2BD3B935}"/>
              </a:ext>
            </a:extLst>
          </p:cNvPr>
          <p:cNvCxnSpPr>
            <a:cxnSpLocks/>
            <a:stCxn id="18" idx="3"/>
            <a:endCxn id="65" idx="2"/>
          </p:cNvCxnSpPr>
          <p:nvPr/>
        </p:nvCxnSpPr>
        <p:spPr>
          <a:xfrm>
            <a:off x="4264150" y="2646151"/>
            <a:ext cx="1677723" cy="2544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EEA9F09-3D33-03D2-AFED-B24990F45C12}"/>
              </a:ext>
            </a:extLst>
          </p:cNvPr>
          <p:cNvSpPr txBox="1"/>
          <p:nvPr/>
        </p:nvSpPr>
        <p:spPr>
          <a:xfrm rot="3369326">
            <a:off x="4627570" y="3817287"/>
            <a:ext cx="1776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</a:rPr>
              <a:t>Switch to Tuesday (12pm departure)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0F76C623-71C4-8160-E13D-DBF962139D34}"/>
              </a:ext>
            </a:extLst>
          </p:cNvPr>
          <p:cNvSpPr/>
          <p:nvPr/>
        </p:nvSpPr>
        <p:spPr>
          <a:xfrm>
            <a:off x="5986372" y="1698471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5498A4E4-B8F5-1500-8C06-20CB3D2E1E99}"/>
              </a:ext>
            </a:extLst>
          </p:cNvPr>
          <p:cNvSpPr/>
          <p:nvPr/>
        </p:nvSpPr>
        <p:spPr>
          <a:xfrm>
            <a:off x="5986372" y="3215754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6A8E2ACD-4E62-0A31-CA64-F1005E49DEBF}"/>
              </a:ext>
            </a:extLst>
          </p:cNvPr>
          <p:cNvSpPr/>
          <p:nvPr/>
        </p:nvSpPr>
        <p:spPr>
          <a:xfrm>
            <a:off x="5941873" y="4743135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2248E98-BC73-6784-C381-9B82239EC03F}"/>
              </a:ext>
            </a:extLst>
          </p:cNvPr>
          <p:cNvSpPr txBox="1"/>
          <p:nvPr/>
        </p:nvSpPr>
        <p:spPr>
          <a:xfrm>
            <a:off x="4313118" y="4629444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</p:spTree>
    <p:extLst>
      <p:ext uri="{BB962C8B-B14F-4D97-AF65-F5344CB8AC3E}">
        <p14:creationId xmlns:p14="http://schemas.microsoft.com/office/powerpoint/2010/main" val="1392112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B7D1FF-0EA3-1BF0-7358-4ADCE4E18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7E53-A660-79E6-5673-4C5D6E441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9EE624-7E27-7F65-7A60-2EA7257C6AD0}"/>
              </a:ext>
            </a:extLst>
          </p:cNvPr>
          <p:cNvSpPr/>
          <p:nvPr/>
        </p:nvSpPr>
        <p:spPr>
          <a:xfrm>
            <a:off x="372423" y="2857499"/>
            <a:ext cx="1344915" cy="1724125"/>
          </a:xfrm>
          <a:prstGeom prst="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options after hearing about the Nor’easter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D1B92F-F295-EB8A-497A-B7A9B8958053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>
            <a:off x="1717338" y="3719562"/>
            <a:ext cx="1212309" cy="1133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0B5A745-A8BC-2494-A7C9-A5E00F89862A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 flipV="1">
            <a:off x="1717338" y="2646151"/>
            <a:ext cx="1446095" cy="1073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BEAD879-1091-334D-CC75-AEF66E10623F}"/>
              </a:ext>
            </a:extLst>
          </p:cNvPr>
          <p:cNvSpPr txBox="1"/>
          <p:nvPr/>
        </p:nvSpPr>
        <p:spPr>
          <a:xfrm>
            <a:off x="1316644" y="4685238"/>
            <a:ext cx="152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Cancel trip on Friday night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E37C5C-AF76-E997-5D22-FE30A03BFF25}"/>
              </a:ext>
            </a:extLst>
          </p:cNvPr>
          <p:cNvSpPr txBox="1"/>
          <p:nvPr/>
        </p:nvSpPr>
        <p:spPr>
          <a:xfrm>
            <a:off x="1171522" y="2098180"/>
            <a:ext cx="1986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not cancel trip on Friday night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38FBF6-BA52-473C-2F03-B3F8685988C0}"/>
              </a:ext>
            </a:extLst>
          </p:cNvPr>
          <p:cNvSpPr/>
          <p:nvPr/>
        </p:nvSpPr>
        <p:spPr>
          <a:xfrm>
            <a:off x="2929647" y="4443270"/>
            <a:ext cx="1337912" cy="8198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Miss best friend’s wedding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213EDF-2F1B-AEAA-11B6-18328ED4BA04}"/>
              </a:ext>
            </a:extLst>
          </p:cNvPr>
          <p:cNvSpPr/>
          <p:nvPr/>
        </p:nvSpPr>
        <p:spPr>
          <a:xfrm>
            <a:off x="3163433" y="1913068"/>
            <a:ext cx="1100717" cy="14661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Which return flight should I take?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C38F72-B6EF-B6AC-E9B3-ED5E7D4DF91F}"/>
              </a:ext>
            </a:extLst>
          </p:cNvPr>
          <p:cNvSpPr txBox="1"/>
          <p:nvPr/>
        </p:nvSpPr>
        <p:spPr>
          <a:xfrm>
            <a:off x="1443789" y="1212783"/>
            <a:ext cx="285103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Pre-trip decision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117F96-85C3-63D5-D2C5-7C734CA8E352}"/>
              </a:ext>
            </a:extLst>
          </p:cNvPr>
          <p:cNvSpPr txBox="1"/>
          <p:nvPr/>
        </p:nvSpPr>
        <p:spPr>
          <a:xfrm>
            <a:off x="4417996" y="1212783"/>
            <a:ext cx="693580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Return trip decision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A8A5223-5F71-0D08-F71F-88D59A8B35E0}"/>
              </a:ext>
            </a:extLst>
          </p:cNvPr>
          <p:cNvCxnSpPr>
            <a:cxnSpLocks/>
            <a:stCxn id="18" idx="3"/>
            <a:endCxn id="60" idx="2"/>
          </p:cNvCxnSpPr>
          <p:nvPr/>
        </p:nvCxnSpPr>
        <p:spPr>
          <a:xfrm flipV="1">
            <a:off x="4264150" y="2145804"/>
            <a:ext cx="1722222" cy="5003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3CE94A-A13D-6BDB-1820-6BB1C724F646}"/>
              </a:ext>
            </a:extLst>
          </p:cNvPr>
          <p:cNvCxnSpPr>
            <a:cxnSpLocks/>
            <a:stCxn id="18" idx="3"/>
            <a:endCxn id="62" idx="2"/>
          </p:cNvCxnSpPr>
          <p:nvPr/>
        </p:nvCxnSpPr>
        <p:spPr>
          <a:xfrm>
            <a:off x="4264150" y="2646151"/>
            <a:ext cx="1722222" cy="10169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75DD30B-0C9A-5747-59A1-EDADC8C3D39A}"/>
              </a:ext>
            </a:extLst>
          </p:cNvPr>
          <p:cNvSpPr txBox="1"/>
          <p:nvPr/>
        </p:nvSpPr>
        <p:spPr>
          <a:xfrm rot="20469443">
            <a:off x="4253559" y="1747865"/>
            <a:ext cx="21717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FF"/>
                </a:highlight>
              </a:rPr>
              <a:t>Change flight </a:t>
            </a:r>
          </a:p>
          <a:p>
            <a:r>
              <a:rPr lang="en-US" sz="1600" dirty="0">
                <a:highlight>
                  <a:srgbClr val="00FFFF"/>
                </a:highlight>
              </a:rPr>
              <a:t>(5:30am Monday)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FB9A63-C992-5183-B002-764234ADD613}"/>
              </a:ext>
            </a:extLst>
          </p:cNvPr>
          <p:cNvSpPr txBox="1"/>
          <p:nvPr/>
        </p:nvSpPr>
        <p:spPr>
          <a:xfrm rot="1969302">
            <a:off x="4714982" y="2762574"/>
            <a:ext cx="15656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00"/>
                </a:highlight>
              </a:rPr>
              <a:t>Keep flight</a:t>
            </a:r>
          </a:p>
          <a:p>
            <a:r>
              <a:rPr lang="en-US" sz="1600" dirty="0">
                <a:highlight>
                  <a:srgbClr val="00FF00"/>
                </a:highlight>
              </a:rPr>
              <a:t>(12pm Monday</a:t>
            </a:r>
            <a:r>
              <a:rPr lang="en-US" sz="1600" dirty="0"/>
              <a:t>)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4B02DF6-77BD-9DDC-8177-347E0E312F29}"/>
              </a:ext>
            </a:extLst>
          </p:cNvPr>
          <p:cNvCxnSpPr>
            <a:cxnSpLocks/>
            <a:stCxn id="18" idx="3"/>
            <a:endCxn id="65" idx="2"/>
          </p:cNvCxnSpPr>
          <p:nvPr/>
        </p:nvCxnSpPr>
        <p:spPr>
          <a:xfrm>
            <a:off x="4264150" y="2646151"/>
            <a:ext cx="1677723" cy="2544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44E9251-5B29-FC06-5335-A9035EA4C912}"/>
              </a:ext>
            </a:extLst>
          </p:cNvPr>
          <p:cNvSpPr txBox="1"/>
          <p:nvPr/>
        </p:nvSpPr>
        <p:spPr>
          <a:xfrm rot="3369326">
            <a:off x="4627570" y="3817287"/>
            <a:ext cx="1776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</a:rPr>
              <a:t>Switch to Tuesday (12pm departure)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3188E1D-E420-3C2F-75B7-275CECD567E4}"/>
              </a:ext>
            </a:extLst>
          </p:cNvPr>
          <p:cNvSpPr/>
          <p:nvPr/>
        </p:nvSpPr>
        <p:spPr>
          <a:xfrm>
            <a:off x="5986372" y="1698471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441CDF27-4EDB-E331-66E9-FDB0BFEB3A06}"/>
              </a:ext>
            </a:extLst>
          </p:cNvPr>
          <p:cNvSpPr/>
          <p:nvPr/>
        </p:nvSpPr>
        <p:spPr>
          <a:xfrm>
            <a:off x="5986372" y="3215754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3CAEB4B-AE84-C407-537D-9F21DD2F43E5}"/>
              </a:ext>
            </a:extLst>
          </p:cNvPr>
          <p:cNvSpPr/>
          <p:nvPr/>
        </p:nvSpPr>
        <p:spPr>
          <a:xfrm>
            <a:off x="5941873" y="4743135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32202DB-D169-9B60-8A0A-008F02E3F6C5}"/>
              </a:ext>
            </a:extLst>
          </p:cNvPr>
          <p:cNvCxnSpPr>
            <a:cxnSpLocks/>
            <a:stCxn id="60" idx="6"/>
            <a:endCxn id="100" idx="1"/>
          </p:cNvCxnSpPr>
          <p:nvPr/>
        </p:nvCxnSpPr>
        <p:spPr>
          <a:xfrm flipV="1">
            <a:off x="7272721" y="1801860"/>
            <a:ext cx="1396496" cy="3439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72530FB1-88E4-8A82-B784-3464AED00492}"/>
              </a:ext>
            </a:extLst>
          </p:cNvPr>
          <p:cNvCxnSpPr>
            <a:cxnSpLocks/>
            <a:stCxn id="60" idx="6"/>
            <a:endCxn id="101" idx="1"/>
          </p:cNvCxnSpPr>
          <p:nvPr/>
        </p:nvCxnSpPr>
        <p:spPr>
          <a:xfrm>
            <a:off x="7272721" y="2145804"/>
            <a:ext cx="1355596" cy="1396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72011B42-4052-4351-EBAE-DC1608987086}"/>
              </a:ext>
            </a:extLst>
          </p:cNvPr>
          <p:cNvCxnSpPr>
            <a:cxnSpLocks/>
            <a:stCxn id="60" idx="6"/>
            <a:endCxn id="102" idx="1"/>
          </p:cNvCxnSpPr>
          <p:nvPr/>
        </p:nvCxnSpPr>
        <p:spPr>
          <a:xfrm>
            <a:off x="7272721" y="2145804"/>
            <a:ext cx="1307961" cy="7445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E531F172-4570-2D90-423D-01F196817AC5}"/>
              </a:ext>
            </a:extLst>
          </p:cNvPr>
          <p:cNvCxnSpPr>
            <a:cxnSpLocks/>
            <a:stCxn id="62" idx="6"/>
            <a:endCxn id="103" idx="1"/>
          </p:cNvCxnSpPr>
          <p:nvPr/>
        </p:nvCxnSpPr>
        <p:spPr>
          <a:xfrm flipV="1">
            <a:off x="7272721" y="3577382"/>
            <a:ext cx="1182096" cy="857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A0A7C8E-737F-8B1F-67F9-6E187A2C1693}"/>
              </a:ext>
            </a:extLst>
          </p:cNvPr>
          <p:cNvCxnSpPr>
            <a:cxnSpLocks/>
            <a:stCxn id="62" idx="6"/>
            <a:endCxn id="104" idx="1"/>
          </p:cNvCxnSpPr>
          <p:nvPr/>
        </p:nvCxnSpPr>
        <p:spPr>
          <a:xfrm>
            <a:off x="7272721" y="3663087"/>
            <a:ext cx="1002747" cy="4278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D5DCDEC-B67C-2BB3-B007-24FDE1C42C7D}"/>
              </a:ext>
            </a:extLst>
          </p:cNvPr>
          <p:cNvCxnSpPr>
            <a:cxnSpLocks/>
            <a:stCxn id="62" idx="6"/>
            <a:endCxn id="105" idx="1"/>
          </p:cNvCxnSpPr>
          <p:nvPr/>
        </p:nvCxnSpPr>
        <p:spPr>
          <a:xfrm>
            <a:off x="7272721" y="3663087"/>
            <a:ext cx="1002747" cy="10356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A8FD88E-2502-EA55-59D9-2717E7F0E3E9}"/>
              </a:ext>
            </a:extLst>
          </p:cNvPr>
          <p:cNvCxnSpPr>
            <a:cxnSpLocks/>
            <a:stCxn id="65" idx="6"/>
            <a:endCxn id="106" idx="1"/>
          </p:cNvCxnSpPr>
          <p:nvPr/>
        </p:nvCxnSpPr>
        <p:spPr>
          <a:xfrm>
            <a:off x="7228222" y="5190468"/>
            <a:ext cx="1327366" cy="2480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D1E600B1-7B57-70CB-387A-CFE98E8E4FEE}"/>
              </a:ext>
            </a:extLst>
          </p:cNvPr>
          <p:cNvCxnSpPr>
            <a:cxnSpLocks/>
            <a:stCxn id="65" idx="6"/>
            <a:endCxn id="107" idx="1"/>
          </p:cNvCxnSpPr>
          <p:nvPr/>
        </p:nvCxnSpPr>
        <p:spPr>
          <a:xfrm>
            <a:off x="7228222" y="5190468"/>
            <a:ext cx="1047247" cy="7929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EA4EE4C1-5124-FAD0-E353-197D02BA5FB6}"/>
              </a:ext>
            </a:extLst>
          </p:cNvPr>
          <p:cNvSpPr txBox="1"/>
          <p:nvPr/>
        </p:nvSpPr>
        <p:spPr>
          <a:xfrm>
            <a:off x="4313118" y="4629444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3912B63-776E-17D5-BF70-97C752FFFCFF}"/>
              </a:ext>
            </a:extLst>
          </p:cNvPr>
          <p:cNvSpPr/>
          <p:nvPr/>
        </p:nvSpPr>
        <p:spPr>
          <a:xfrm>
            <a:off x="8669217" y="1654255"/>
            <a:ext cx="1337912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9E9EA48-334E-BBA9-047D-14B6E4FDDA1C}"/>
              </a:ext>
            </a:extLst>
          </p:cNvPr>
          <p:cNvSpPr/>
          <p:nvPr/>
        </p:nvSpPr>
        <p:spPr>
          <a:xfrm>
            <a:off x="8628317" y="2043550"/>
            <a:ext cx="1692285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C0CA602-5EDF-CE39-E768-7F788DB339FC}"/>
              </a:ext>
            </a:extLst>
          </p:cNvPr>
          <p:cNvSpPr/>
          <p:nvPr/>
        </p:nvSpPr>
        <p:spPr>
          <a:xfrm>
            <a:off x="8580682" y="2648494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Cancel fly out to Tuesday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009344B-0461-51E2-7F54-95271AA21287}"/>
              </a:ext>
            </a:extLst>
          </p:cNvPr>
          <p:cNvSpPr/>
          <p:nvPr/>
        </p:nvSpPr>
        <p:spPr>
          <a:xfrm>
            <a:off x="8454817" y="3429777"/>
            <a:ext cx="1337912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00111110-58BC-A194-69A2-C3492BB23343}"/>
              </a:ext>
            </a:extLst>
          </p:cNvPr>
          <p:cNvSpPr/>
          <p:nvPr/>
        </p:nvSpPr>
        <p:spPr>
          <a:xfrm>
            <a:off x="8275468" y="3849006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3271F45-45FE-62B9-8147-E243C4B15F56}"/>
              </a:ext>
            </a:extLst>
          </p:cNvPr>
          <p:cNvSpPr/>
          <p:nvPr/>
        </p:nvSpPr>
        <p:spPr>
          <a:xfrm>
            <a:off x="8275468" y="4456828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Cancelled fly out to Tuesday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E84F732-022A-3E99-A270-EFE8A07498CC}"/>
              </a:ext>
            </a:extLst>
          </p:cNvPr>
          <p:cNvSpPr/>
          <p:nvPr/>
        </p:nvSpPr>
        <p:spPr>
          <a:xfrm>
            <a:off x="8555588" y="5290891"/>
            <a:ext cx="1136368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88768E3-0282-C6E6-0AA3-D1C4A5273722}"/>
              </a:ext>
            </a:extLst>
          </p:cNvPr>
          <p:cNvSpPr/>
          <p:nvPr/>
        </p:nvSpPr>
        <p:spPr>
          <a:xfrm>
            <a:off x="8275469" y="5741481"/>
            <a:ext cx="1605793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87D2D8B-B8EA-1FA4-CD71-92350C0E3F5E}"/>
              </a:ext>
            </a:extLst>
          </p:cNvPr>
          <p:cNvSpPr txBox="1"/>
          <p:nvPr/>
        </p:nvSpPr>
        <p:spPr>
          <a:xfrm>
            <a:off x="9972076" y="5855952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598F0FAD-0BC5-00F2-4718-B917CAC2452A}"/>
              </a:ext>
            </a:extLst>
          </p:cNvPr>
          <p:cNvSpPr txBox="1"/>
          <p:nvPr/>
        </p:nvSpPr>
        <p:spPr>
          <a:xfrm>
            <a:off x="10111225" y="4527736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FD0B399-F9D4-C2DA-0464-E2EAABEDBB63}"/>
              </a:ext>
            </a:extLst>
          </p:cNvPr>
          <p:cNvSpPr txBox="1"/>
          <p:nvPr/>
        </p:nvSpPr>
        <p:spPr>
          <a:xfrm>
            <a:off x="10332660" y="2675806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B415858-1ACB-8B8A-D176-BC05915F5F5A}"/>
              </a:ext>
            </a:extLst>
          </p:cNvPr>
          <p:cNvSpPr txBox="1"/>
          <p:nvPr/>
        </p:nvSpPr>
        <p:spPr>
          <a:xfrm>
            <a:off x="10128023" y="3437421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1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88E4390E-B35A-2EFF-F320-379613A54DFC}"/>
              </a:ext>
            </a:extLst>
          </p:cNvPr>
          <p:cNvSpPr txBox="1"/>
          <p:nvPr/>
        </p:nvSpPr>
        <p:spPr>
          <a:xfrm>
            <a:off x="10099710" y="3916863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0.5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604925A-DB1B-D4F7-D3F5-8EDD83CC0823}"/>
              </a:ext>
            </a:extLst>
          </p:cNvPr>
          <p:cNvSpPr txBox="1"/>
          <p:nvPr/>
        </p:nvSpPr>
        <p:spPr>
          <a:xfrm>
            <a:off x="10363914" y="2090283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0.6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59D29D0-25FC-FFAF-BD94-71B1D1220C68}"/>
              </a:ext>
            </a:extLst>
          </p:cNvPr>
          <p:cNvSpPr txBox="1"/>
          <p:nvPr/>
        </p:nvSpPr>
        <p:spPr>
          <a:xfrm>
            <a:off x="10284610" y="1610841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0.8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81AA712-F5CA-971E-57DD-825067A581F6}"/>
              </a:ext>
            </a:extLst>
          </p:cNvPr>
          <p:cNvSpPr txBox="1"/>
          <p:nvPr/>
        </p:nvSpPr>
        <p:spPr>
          <a:xfrm>
            <a:off x="9986021" y="5245079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575C1BAB-6173-A561-8248-F65BB9EC4C8C}"/>
              </a:ext>
            </a:extLst>
          </p:cNvPr>
          <p:cNvSpPr txBox="1"/>
          <p:nvPr/>
        </p:nvSpPr>
        <p:spPr>
          <a:xfrm rot="547807">
            <a:off x="7335011" y="4986289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0.9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17EA728E-B4A4-FBF2-A051-5AEF7F4C7CA7}"/>
              </a:ext>
            </a:extLst>
          </p:cNvPr>
          <p:cNvSpPr txBox="1"/>
          <p:nvPr/>
        </p:nvSpPr>
        <p:spPr>
          <a:xfrm rot="2297168">
            <a:off x="7123933" y="5603052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0.1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65D5225-EB40-B65E-AF6E-0736D54E3F11}"/>
              </a:ext>
            </a:extLst>
          </p:cNvPr>
          <p:cNvSpPr txBox="1"/>
          <p:nvPr/>
        </p:nvSpPr>
        <p:spPr>
          <a:xfrm rot="21302090">
            <a:off x="7307363" y="3285624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8D321C4-E262-F306-A883-4CA1EBB0AC09}"/>
              </a:ext>
            </a:extLst>
          </p:cNvPr>
          <p:cNvSpPr txBox="1"/>
          <p:nvPr/>
        </p:nvSpPr>
        <p:spPr>
          <a:xfrm rot="541825">
            <a:off x="7723035" y="1954395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0.35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F3ED184-1722-6807-9D23-09D55E33328D}"/>
              </a:ext>
            </a:extLst>
          </p:cNvPr>
          <p:cNvSpPr txBox="1"/>
          <p:nvPr/>
        </p:nvSpPr>
        <p:spPr>
          <a:xfrm rot="1339469">
            <a:off x="7510898" y="3628086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0.7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764E8685-8817-4293-D988-C59E52DF8AD1}"/>
              </a:ext>
            </a:extLst>
          </p:cNvPr>
          <p:cNvSpPr txBox="1"/>
          <p:nvPr/>
        </p:nvSpPr>
        <p:spPr>
          <a:xfrm rot="2728139">
            <a:off x="7231249" y="4097391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0.1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2B50EB-2659-A275-EB59-92ACBD3C4EA9}"/>
              </a:ext>
            </a:extLst>
          </p:cNvPr>
          <p:cNvSpPr txBox="1"/>
          <p:nvPr/>
        </p:nvSpPr>
        <p:spPr>
          <a:xfrm rot="1848875">
            <a:off x="7286243" y="2454213"/>
            <a:ext cx="99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0.05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BE625164-B7FD-66B3-E785-CCE9B35828DD}"/>
              </a:ext>
            </a:extLst>
          </p:cNvPr>
          <p:cNvSpPr txBox="1"/>
          <p:nvPr/>
        </p:nvSpPr>
        <p:spPr>
          <a:xfrm rot="20547858">
            <a:off x="7298562" y="1665257"/>
            <a:ext cx="99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0.6</a:t>
            </a:r>
          </a:p>
        </p:txBody>
      </p:sp>
    </p:spTree>
    <p:extLst>
      <p:ext uri="{BB962C8B-B14F-4D97-AF65-F5344CB8AC3E}">
        <p14:creationId xmlns:p14="http://schemas.microsoft.com/office/powerpoint/2010/main" val="3350430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402F1F-3287-C5E7-935B-E9CD28138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1F91A-9E56-9417-CF00-E88CD0C25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6B69E4-D7B3-C167-C7F1-649009446A5F}"/>
              </a:ext>
            </a:extLst>
          </p:cNvPr>
          <p:cNvSpPr/>
          <p:nvPr/>
        </p:nvSpPr>
        <p:spPr>
          <a:xfrm>
            <a:off x="372423" y="2857499"/>
            <a:ext cx="1344915" cy="1724125"/>
          </a:xfrm>
          <a:prstGeom prst="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options after hearing about the Nor’easter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F9647A2-7A43-120B-45E3-7A1AC26B5D52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>
            <a:off x="1717338" y="3719562"/>
            <a:ext cx="1212309" cy="1133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43D1389-34AD-CE57-232D-B9B33133F8E9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 flipV="1">
            <a:off x="1717338" y="2646151"/>
            <a:ext cx="1446095" cy="1073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69B4D50-8ADA-62CA-CC3C-F4C9ED5D5852}"/>
              </a:ext>
            </a:extLst>
          </p:cNvPr>
          <p:cNvSpPr txBox="1"/>
          <p:nvPr/>
        </p:nvSpPr>
        <p:spPr>
          <a:xfrm>
            <a:off x="1316644" y="4685238"/>
            <a:ext cx="152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Cancel trip on Friday night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C5BCC2-4EF4-1222-B6DF-864D910909E1}"/>
              </a:ext>
            </a:extLst>
          </p:cNvPr>
          <p:cNvSpPr txBox="1"/>
          <p:nvPr/>
        </p:nvSpPr>
        <p:spPr>
          <a:xfrm>
            <a:off x="1171522" y="2098180"/>
            <a:ext cx="1986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not cancel trip on Friday night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EF5DB8-EF1E-AD42-EB71-D36F0597648E}"/>
              </a:ext>
            </a:extLst>
          </p:cNvPr>
          <p:cNvSpPr/>
          <p:nvPr/>
        </p:nvSpPr>
        <p:spPr>
          <a:xfrm>
            <a:off x="2929647" y="4443270"/>
            <a:ext cx="1337912" cy="8198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Miss best friend’s wedding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D2F608B-B582-A757-A042-14613B387CA1}"/>
              </a:ext>
            </a:extLst>
          </p:cNvPr>
          <p:cNvSpPr/>
          <p:nvPr/>
        </p:nvSpPr>
        <p:spPr>
          <a:xfrm>
            <a:off x="3163433" y="1913068"/>
            <a:ext cx="1100717" cy="14661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Which return flight should I take?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183248-5651-56FC-D08D-509D8DDF9A2B}"/>
              </a:ext>
            </a:extLst>
          </p:cNvPr>
          <p:cNvSpPr txBox="1"/>
          <p:nvPr/>
        </p:nvSpPr>
        <p:spPr>
          <a:xfrm>
            <a:off x="1443789" y="1212783"/>
            <a:ext cx="285103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Pre-trip decision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DD5C8F-1CF9-AA37-2F57-BAE97CC2D6D6}"/>
              </a:ext>
            </a:extLst>
          </p:cNvPr>
          <p:cNvSpPr txBox="1"/>
          <p:nvPr/>
        </p:nvSpPr>
        <p:spPr>
          <a:xfrm>
            <a:off x="4417996" y="1212783"/>
            <a:ext cx="693580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Return trip decision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CC1F2B1-2684-4EE4-EAD6-0E971A7F68AF}"/>
              </a:ext>
            </a:extLst>
          </p:cNvPr>
          <p:cNvCxnSpPr>
            <a:cxnSpLocks/>
            <a:stCxn id="18" idx="3"/>
            <a:endCxn id="60" idx="2"/>
          </p:cNvCxnSpPr>
          <p:nvPr/>
        </p:nvCxnSpPr>
        <p:spPr>
          <a:xfrm flipV="1">
            <a:off x="4264150" y="2145804"/>
            <a:ext cx="1722222" cy="5003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1CFDCC-393B-A76D-B815-D31A88B2A662}"/>
              </a:ext>
            </a:extLst>
          </p:cNvPr>
          <p:cNvCxnSpPr>
            <a:cxnSpLocks/>
            <a:stCxn id="18" idx="3"/>
            <a:endCxn id="62" idx="2"/>
          </p:cNvCxnSpPr>
          <p:nvPr/>
        </p:nvCxnSpPr>
        <p:spPr>
          <a:xfrm>
            <a:off x="4264150" y="2646151"/>
            <a:ext cx="1722222" cy="10169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B56E886-4CF9-C234-1A6A-3847DFF846B1}"/>
              </a:ext>
            </a:extLst>
          </p:cNvPr>
          <p:cNvSpPr txBox="1"/>
          <p:nvPr/>
        </p:nvSpPr>
        <p:spPr>
          <a:xfrm rot="20469443">
            <a:off x="4253559" y="1747865"/>
            <a:ext cx="21717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FF"/>
                </a:highlight>
              </a:rPr>
              <a:t>Change flight </a:t>
            </a:r>
          </a:p>
          <a:p>
            <a:r>
              <a:rPr lang="en-US" sz="1600" dirty="0">
                <a:highlight>
                  <a:srgbClr val="00FFFF"/>
                </a:highlight>
              </a:rPr>
              <a:t>(5:30am Monday)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0CA4F7-7C46-7012-214F-DE3AC67D55E6}"/>
              </a:ext>
            </a:extLst>
          </p:cNvPr>
          <p:cNvSpPr txBox="1"/>
          <p:nvPr/>
        </p:nvSpPr>
        <p:spPr>
          <a:xfrm rot="1969302">
            <a:off x="4714982" y="2762574"/>
            <a:ext cx="15656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00"/>
                </a:highlight>
              </a:rPr>
              <a:t>Keep flight</a:t>
            </a:r>
          </a:p>
          <a:p>
            <a:r>
              <a:rPr lang="en-US" sz="1600" dirty="0">
                <a:highlight>
                  <a:srgbClr val="00FF00"/>
                </a:highlight>
              </a:rPr>
              <a:t>(12pm Monday</a:t>
            </a:r>
            <a:r>
              <a:rPr lang="en-US" sz="1600" dirty="0"/>
              <a:t>)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D68D73B-F2A5-5F64-E1E4-F95AC6ADED88}"/>
              </a:ext>
            </a:extLst>
          </p:cNvPr>
          <p:cNvCxnSpPr>
            <a:cxnSpLocks/>
            <a:stCxn id="18" idx="3"/>
            <a:endCxn id="65" idx="2"/>
          </p:cNvCxnSpPr>
          <p:nvPr/>
        </p:nvCxnSpPr>
        <p:spPr>
          <a:xfrm>
            <a:off x="4264150" y="2646151"/>
            <a:ext cx="1677723" cy="2544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4DCD4F3-1F67-E39B-B2B2-DB4F9C0C7DCA}"/>
              </a:ext>
            </a:extLst>
          </p:cNvPr>
          <p:cNvSpPr txBox="1"/>
          <p:nvPr/>
        </p:nvSpPr>
        <p:spPr>
          <a:xfrm rot="3369326">
            <a:off x="4627570" y="3817287"/>
            <a:ext cx="1776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</a:rPr>
              <a:t>Switch to Tuesday (12pm departure)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2D343ED9-E7DF-6A6B-B9C0-549CDB801602}"/>
              </a:ext>
            </a:extLst>
          </p:cNvPr>
          <p:cNvSpPr/>
          <p:nvPr/>
        </p:nvSpPr>
        <p:spPr>
          <a:xfrm>
            <a:off x="5986372" y="1698471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D1D6B43-E850-BECA-93EF-8E9BC5ACB5F8}"/>
              </a:ext>
            </a:extLst>
          </p:cNvPr>
          <p:cNvSpPr/>
          <p:nvPr/>
        </p:nvSpPr>
        <p:spPr>
          <a:xfrm>
            <a:off x="5986372" y="3215754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F7BAB54-2B62-D6EE-284E-29FCFAF09DED}"/>
              </a:ext>
            </a:extLst>
          </p:cNvPr>
          <p:cNvSpPr/>
          <p:nvPr/>
        </p:nvSpPr>
        <p:spPr>
          <a:xfrm>
            <a:off x="5941873" y="4743135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6FA98E-EB43-4463-2BD9-32739FC58761}"/>
              </a:ext>
            </a:extLst>
          </p:cNvPr>
          <p:cNvCxnSpPr>
            <a:cxnSpLocks/>
            <a:stCxn id="60" idx="6"/>
            <a:endCxn id="100" idx="1"/>
          </p:cNvCxnSpPr>
          <p:nvPr/>
        </p:nvCxnSpPr>
        <p:spPr>
          <a:xfrm flipV="1">
            <a:off x="7272721" y="1801860"/>
            <a:ext cx="1396496" cy="3439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9492330-88F3-4AE1-C485-AAA7C87FF171}"/>
              </a:ext>
            </a:extLst>
          </p:cNvPr>
          <p:cNvCxnSpPr>
            <a:cxnSpLocks/>
            <a:stCxn id="60" idx="6"/>
            <a:endCxn id="101" idx="1"/>
          </p:cNvCxnSpPr>
          <p:nvPr/>
        </p:nvCxnSpPr>
        <p:spPr>
          <a:xfrm>
            <a:off x="7272721" y="2145804"/>
            <a:ext cx="1355596" cy="1396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0EEAC46-6CBB-B742-4CB5-FA7C6B082793}"/>
              </a:ext>
            </a:extLst>
          </p:cNvPr>
          <p:cNvCxnSpPr>
            <a:cxnSpLocks/>
            <a:stCxn id="60" idx="6"/>
            <a:endCxn id="102" idx="1"/>
          </p:cNvCxnSpPr>
          <p:nvPr/>
        </p:nvCxnSpPr>
        <p:spPr>
          <a:xfrm>
            <a:off x="7272721" y="2145804"/>
            <a:ext cx="1307961" cy="7445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C22A1926-152E-EE58-4AE6-D37E797A4B5C}"/>
              </a:ext>
            </a:extLst>
          </p:cNvPr>
          <p:cNvCxnSpPr>
            <a:cxnSpLocks/>
            <a:stCxn id="62" idx="6"/>
            <a:endCxn id="103" idx="1"/>
          </p:cNvCxnSpPr>
          <p:nvPr/>
        </p:nvCxnSpPr>
        <p:spPr>
          <a:xfrm flipV="1">
            <a:off x="7272721" y="3577382"/>
            <a:ext cx="1182096" cy="857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7FE04915-8622-45CB-E836-289DB5F983D1}"/>
              </a:ext>
            </a:extLst>
          </p:cNvPr>
          <p:cNvCxnSpPr>
            <a:cxnSpLocks/>
            <a:stCxn id="62" idx="6"/>
            <a:endCxn id="104" idx="1"/>
          </p:cNvCxnSpPr>
          <p:nvPr/>
        </p:nvCxnSpPr>
        <p:spPr>
          <a:xfrm>
            <a:off x="7272721" y="3663087"/>
            <a:ext cx="1002747" cy="4278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B979787-0B18-10B6-710B-363EBDA6CCC6}"/>
              </a:ext>
            </a:extLst>
          </p:cNvPr>
          <p:cNvCxnSpPr>
            <a:cxnSpLocks/>
            <a:stCxn id="62" idx="6"/>
            <a:endCxn id="105" idx="1"/>
          </p:cNvCxnSpPr>
          <p:nvPr/>
        </p:nvCxnSpPr>
        <p:spPr>
          <a:xfrm>
            <a:off x="7272721" y="3663087"/>
            <a:ext cx="1002747" cy="10356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094832E2-B03D-B6AE-2A97-3FBAD89CF09F}"/>
              </a:ext>
            </a:extLst>
          </p:cNvPr>
          <p:cNvCxnSpPr>
            <a:cxnSpLocks/>
            <a:stCxn id="65" idx="6"/>
            <a:endCxn id="106" idx="1"/>
          </p:cNvCxnSpPr>
          <p:nvPr/>
        </p:nvCxnSpPr>
        <p:spPr>
          <a:xfrm>
            <a:off x="7228222" y="5190468"/>
            <a:ext cx="1327366" cy="2480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23F51F0-937B-9EE4-188F-132853F631D8}"/>
              </a:ext>
            </a:extLst>
          </p:cNvPr>
          <p:cNvCxnSpPr>
            <a:cxnSpLocks/>
            <a:stCxn id="65" idx="6"/>
            <a:endCxn id="107" idx="1"/>
          </p:cNvCxnSpPr>
          <p:nvPr/>
        </p:nvCxnSpPr>
        <p:spPr>
          <a:xfrm>
            <a:off x="7228222" y="5190468"/>
            <a:ext cx="1047247" cy="7929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A8B9503-9219-3F9A-C4E8-AD536AB9FF05}"/>
              </a:ext>
            </a:extLst>
          </p:cNvPr>
          <p:cNvSpPr txBox="1"/>
          <p:nvPr/>
        </p:nvSpPr>
        <p:spPr>
          <a:xfrm>
            <a:off x="4313118" y="4629444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0123C99-ACB6-DD9A-55EA-44AF72391EDB}"/>
              </a:ext>
            </a:extLst>
          </p:cNvPr>
          <p:cNvSpPr/>
          <p:nvPr/>
        </p:nvSpPr>
        <p:spPr>
          <a:xfrm>
            <a:off x="8669217" y="1654255"/>
            <a:ext cx="1337912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EC6C4D5-7215-2269-6D5E-437C9EBDE966}"/>
              </a:ext>
            </a:extLst>
          </p:cNvPr>
          <p:cNvSpPr/>
          <p:nvPr/>
        </p:nvSpPr>
        <p:spPr>
          <a:xfrm>
            <a:off x="8628317" y="2043550"/>
            <a:ext cx="1692285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4ED8BBB-2E68-E90D-586F-D3761D515D0D}"/>
              </a:ext>
            </a:extLst>
          </p:cNvPr>
          <p:cNvSpPr/>
          <p:nvPr/>
        </p:nvSpPr>
        <p:spPr>
          <a:xfrm>
            <a:off x="8580682" y="2648494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Cancel fly out to Tuesday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31D01FF-C6ED-E090-BE3D-B78FCDDC281D}"/>
              </a:ext>
            </a:extLst>
          </p:cNvPr>
          <p:cNvSpPr/>
          <p:nvPr/>
        </p:nvSpPr>
        <p:spPr>
          <a:xfrm>
            <a:off x="8454817" y="3429777"/>
            <a:ext cx="1337912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D0095D66-DC12-27EE-6E86-B23ECC73984A}"/>
              </a:ext>
            </a:extLst>
          </p:cNvPr>
          <p:cNvSpPr/>
          <p:nvPr/>
        </p:nvSpPr>
        <p:spPr>
          <a:xfrm>
            <a:off x="8275468" y="3849006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9ADB472-146E-0359-36EE-DD9BC3EEF431}"/>
              </a:ext>
            </a:extLst>
          </p:cNvPr>
          <p:cNvSpPr/>
          <p:nvPr/>
        </p:nvSpPr>
        <p:spPr>
          <a:xfrm>
            <a:off x="8275468" y="4456828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Cancelled fly out to Tuesday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3A6CA947-303D-8382-C8ED-773E1357B440}"/>
              </a:ext>
            </a:extLst>
          </p:cNvPr>
          <p:cNvSpPr/>
          <p:nvPr/>
        </p:nvSpPr>
        <p:spPr>
          <a:xfrm>
            <a:off x="8555588" y="5290891"/>
            <a:ext cx="1136368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DC72BB8-1450-DE0B-B929-9AF2292F4AA0}"/>
              </a:ext>
            </a:extLst>
          </p:cNvPr>
          <p:cNvSpPr/>
          <p:nvPr/>
        </p:nvSpPr>
        <p:spPr>
          <a:xfrm>
            <a:off x="8275469" y="5741481"/>
            <a:ext cx="1605793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7B3C8529-E0C7-6151-8818-63550BF86123}"/>
              </a:ext>
            </a:extLst>
          </p:cNvPr>
          <p:cNvSpPr txBox="1"/>
          <p:nvPr/>
        </p:nvSpPr>
        <p:spPr>
          <a:xfrm>
            <a:off x="9972076" y="5855952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5F465873-7B09-B924-3660-E76FE69AB14F}"/>
              </a:ext>
            </a:extLst>
          </p:cNvPr>
          <p:cNvSpPr txBox="1"/>
          <p:nvPr/>
        </p:nvSpPr>
        <p:spPr>
          <a:xfrm>
            <a:off x="10111225" y="4527736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23F751F-CD16-FFF0-B8A7-24DBEC70B1A4}"/>
              </a:ext>
            </a:extLst>
          </p:cNvPr>
          <p:cNvSpPr txBox="1"/>
          <p:nvPr/>
        </p:nvSpPr>
        <p:spPr>
          <a:xfrm>
            <a:off x="10332660" y="2675806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734351D2-6CC7-A5F4-CBF6-34EF83DD280B}"/>
              </a:ext>
            </a:extLst>
          </p:cNvPr>
          <p:cNvSpPr txBox="1"/>
          <p:nvPr/>
        </p:nvSpPr>
        <p:spPr>
          <a:xfrm>
            <a:off x="10128023" y="3437421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1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DF5C9B43-C8C8-65D2-C239-85AEA669E4D1}"/>
              </a:ext>
            </a:extLst>
          </p:cNvPr>
          <p:cNvSpPr txBox="1"/>
          <p:nvPr/>
        </p:nvSpPr>
        <p:spPr>
          <a:xfrm>
            <a:off x="10099710" y="3916863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0.5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D8EB08F6-464D-F943-4741-80F86C8C61EE}"/>
              </a:ext>
            </a:extLst>
          </p:cNvPr>
          <p:cNvSpPr txBox="1"/>
          <p:nvPr/>
        </p:nvSpPr>
        <p:spPr>
          <a:xfrm>
            <a:off x="10363914" y="2090283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0.6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A3B72DF-7A4B-0CB5-761B-86F3F07AC603}"/>
              </a:ext>
            </a:extLst>
          </p:cNvPr>
          <p:cNvSpPr txBox="1"/>
          <p:nvPr/>
        </p:nvSpPr>
        <p:spPr>
          <a:xfrm>
            <a:off x="10284610" y="1610841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0.8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E5737A0-B36D-B28B-F499-8C64AFD2CB04}"/>
              </a:ext>
            </a:extLst>
          </p:cNvPr>
          <p:cNvSpPr txBox="1"/>
          <p:nvPr/>
        </p:nvSpPr>
        <p:spPr>
          <a:xfrm>
            <a:off x="9986021" y="5245079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123F59C7-C531-0352-C0A8-573BCBF4EA03}"/>
              </a:ext>
            </a:extLst>
          </p:cNvPr>
          <p:cNvSpPr txBox="1"/>
          <p:nvPr/>
        </p:nvSpPr>
        <p:spPr>
          <a:xfrm>
            <a:off x="10886249" y="5438496"/>
            <a:ext cx="9351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FFFF00"/>
                </a:highlight>
              </a:rPr>
              <a:t>Total U = 0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8D63A865-1B47-B324-84DC-64ED6AAB396C}"/>
              </a:ext>
            </a:extLst>
          </p:cNvPr>
          <p:cNvSpPr txBox="1"/>
          <p:nvPr/>
        </p:nvSpPr>
        <p:spPr>
          <a:xfrm rot="547807">
            <a:off x="7335011" y="4986289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0.9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F0DB802-B4D4-D25D-ECBA-DA15C85EDE05}"/>
              </a:ext>
            </a:extLst>
          </p:cNvPr>
          <p:cNvSpPr txBox="1"/>
          <p:nvPr/>
        </p:nvSpPr>
        <p:spPr>
          <a:xfrm rot="2297168">
            <a:off x="7123933" y="5603052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0.1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455260DB-56A1-2AD0-19F5-F4051865AE85}"/>
              </a:ext>
            </a:extLst>
          </p:cNvPr>
          <p:cNvSpPr txBox="1"/>
          <p:nvPr/>
        </p:nvSpPr>
        <p:spPr>
          <a:xfrm rot="21302090">
            <a:off x="7307363" y="3285624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988ECE9-E4AD-5B14-F986-FCF982E3CB88}"/>
              </a:ext>
            </a:extLst>
          </p:cNvPr>
          <p:cNvSpPr txBox="1"/>
          <p:nvPr/>
        </p:nvSpPr>
        <p:spPr>
          <a:xfrm rot="541825">
            <a:off x="7723035" y="1954395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0.35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711AAAE6-6F1F-AAC9-1A1D-058C58C379F4}"/>
              </a:ext>
            </a:extLst>
          </p:cNvPr>
          <p:cNvSpPr txBox="1"/>
          <p:nvPr/>
        </p:nvSpPr>
        <p:spPr>
          <a:xfrm rot="1339469">
            <a:off x="7510898" y="3628086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0.7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6A935544-3560-B44F-01C7-184899DE5237}"/>
              </a:ext>
            </a:extLst>
          </p:cNvPr>
          <p:cNvSpPr txBox="1"/>
          <p:nvPr/>
        </p:nvSpPr>
        <p:spPr>
          <a:xfrm rot="2728139">
            <a:off x="7231249" y="4097391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0.1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00CF391D-A92E-A3DB-1DDC-97720481BB86}"/>
              </a:ext>
            </a:extLst>
          </p:cNvPr>
          <p:cNvSpPr txBox="1"/>
          <p:nvPr/>
        </p:nvSpPr>
        <p:spPr>
          <a:xfrm rot="1848875">
            <a:off x="7286243" y="2454213"/>
            <a:ext cx="99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0.05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586D1A09-20D2-0D63-85DD-4D28BD741454}"/>
              </a:ext>
            </a:extLst>
          </p:cNvPr>
          <p:cNvSpPr txBox="1"/>
          <p:nvPr/>
        </p:nvSpPr>
        <p:spPr>
          <a:xfrm rot="20547858">
            <a:off x="7298562" y="1665257"/>
            <a:ext cx="99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0.6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4BCB1BC-CC6C-2617-C751-8C8EF84E7913}"/>
              </a:ext>
            </a:extLst>
          </p:cNvPr>
          <p:cNvSpPr txBox="1"/>
          <p:nvPr/>
        </p:nvSpPr>
        <p:spPr>
          <a:xfrm>
            <a:off x="11154971" y="1945609"/>
            <a:ext cx="9351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00FFFF"/>
                </a:highlight>
              </a:rPr>
              <a:t>Total U = 0.69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A6678358-03E3-779B-F47F-9A9513CE39B4}"/>
              </a:ext>
            </a:extLst>
          </p:cNvPr>
          <p:cNvSpPr txBox="1"/>
          <p:nvPr/>
        </p:nvSpPr>
        <p:spPr>
          <a:xfrm>
            <a:off x="11034811" y="3822620"/>
            <a:ext cx="9351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00FF00"/>
                </a:highlight>
              </a:rPr>
              <a:t>Total U = 0.55</a:t>
            </a:r>
          </a:p>
        </p:txBody>
      </p:sp>
    </p:spTree>
    <p:extLst>
      <p:ext uri="{BB962C8B-B14F-4D97-AF65-F5344CB8AC3E}">
        <p14:creationId xmlns:p14="http://schemas.microsoft.com/office/powerpoint/2010/main" val="36428051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C280B-A086-86B6-CBDC-BD8984E6D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EE8A8-24B7-7396-461D-A280BAAA0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A7715-F175-8D8D-3233-20913D1247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446"/>
            <a:ext cx="10515600" cy="4549966"/>
          </a:xfrm>
        </p:spPr>
        <p:txBody>
          <a:bodyPr>
            <a:normAutofit/>
          </a:bodyPr>
          <a:lstStyle/>
          <a:p>
            <a:r>
              <a:rPr lang="en-US" dirty="0"/>
              <a:t>Expected value (EV)</a:t>
            </a:r>
          </a:p>
          <a:p>
            <a:pPr lvl="1"/>
            <a:r>
              <a:rPr lang="en-US" dirty="0"/>
              <a:t>Method = outcomes x probabilities</a:t>
            </a:r>
          </a:p>
          <a:p>
            <a:pPr lvl="1"/>
            <a:r>
              <a:rPr lang="en-US" dirty="0"/>
              <a:t>Solution = maximize EV </a:t>
            </a:r>
          </a:p>
          <a:p>
            <a:r>
              <a:rPr lang="en-US" dirty="0"/>
              <a:t>Expected utility (EU)</a:t>
            </a:r>
          </a:p>
          <a:p>
            <a:pPr lvl="1"/>
            <a:r>
              <a:rPr lang="en-US" dirty="0"/>
              <a:t>Method = Translate outcome onto a scale that incorporates risk attitude</a:t>
            </a:r>
          </a:p>
          <a:p>
            <a:pPr lvl="1"/>
            <a:r>
              <a:rPr lang="en-US" dirty="0"/>
              <a:t>Solution = Maximize EU</a:t>
            </a:r>
          </a:p>
          <a:p>
            <a:r>
              <a:rPr lang="en-US" b="1" dirty="0"/>
              <a:t>Other approaches</a:t>
            </a:r>
          </a:p>
          <a:p>
            <a:pPr lvl="1"/>
            <a:r>
              <a:rPr lang="en-US" dirty="0"/>
              <a:t>Mini-max: Minimize risk of large losses</a:t>
            </a:r>
          </a:p>
          <a:p>
            <a:pPr lvl="1"/>
            <a:r>
              <a:rPr lang="en-US" dirty="0"/>
              <a:t>Robustness: Focus on attaining a minimum performance requirement over greatest range of uncertainty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AB4F7E-5AD4-AA14-DC93-91BFFFE4177C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6558914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8880A-0707-02CC-F4C1-E45554C0B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06D3D6A5-8EB2-B645-EB84-621D8AA07E32}"/>
              </a:ext>
            </a:extLst>
          </p:cNvPr>
          <p:cNvSpPr txBox="1"/>
          <p:nvPr/>
        </p:nvSpPr>
        <p:spPr>
          <a:xfrm>
            <a:off x="6919118" y="3877612"/>
            <a:ext cx="4128324" cy="2862322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Decision: route from St. Louis to Columbia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02A726-4A5D-7179-88DE-F89A59730392}"/>
              </a:ext>
            </a:extLst>
          </p:cNvPr>
          <p:cNvSpPr txBox="1"/>
          <p:nvPr/>
        </p:nvSpPr>
        <p:spPr>
          <a:xfrm>
            <a:off x="1215307" y="3797667"/>
            <a:ext cx="4128324" cy="2862322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Decision: route from St. Louis to Columbia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6147E5-894B-A945-2273-3B2A42A3C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Mini-max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DB004-F9DD-A536-3276-AAED8324B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352" y="1440035"/>
            <a:ext cx="10515600" cy="598085"/>
          </a:xfrm>
        </p:spPr>
        <p:txBody>
          <a:bodyPr/>
          <a:lstStyle/>
          <a:p>
            <a:r>
              <a:rPr lang="en-US" dirty="0">
                <a:ea typeface="Century Gothic"/>
                <a:cs typeface="Century Gothic"/>
                <a:sym typeface="Century Gothic"/>
              </a:rPr>
              <a:t>Minimize risk of large losses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FF97ED-72F6-8344-ECC1-5D8DFD464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7146" y="4166999"/>
            <a:ext cx="3506755" cy="23431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625D71-34C8-9CAC-5211-DC3D6EE87A91}"/>
              </a:ext>
            </a:extLst>
          </p:cNvPr>
          <p:cNvSpPr txBox="1"/>
          <p:nvPr/>
        </p:nvSpPr>
        <p:spPr>
          <a:xfrm>
            <a:off x="1066354" y="2171864"/>
            <a:ext cx="41283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Expected value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 alternative that is best on average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91B986-65CC-8C9D-DCD7-D020DF9708A5}"/>
              </a:ext>
            </a:extLst>
          </p:cNvPr>
          <p:cNvSpPr txBox="1"/>
          <p:nvPr/>
        </p:nvSpPr>
        <p:spPr>
          <a:xfrm>
            <a:off x="2288701" y="3002861"/>
            <a:ext cx="21676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Risk-neutral decision maker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78C2DA-37EE-3346-F8C1-1B3669300B36}"/>
              </a:ext>
            </a:extLst>
          </p:cNvPr>
          <p:cNvSpPr txBox="1"/>
          <p:nvPr/>
        </p:nvSpPr>
        <p:spPr>
          <a:xfrm>
            <a:off x="1467146" y="4156160"/>
            <a:ext cx="3506755" cy="384721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" panose="02040504050005020304" pitchFamily="18" charset="0"/>
                <a:ea typeface="+mn-ea"/>
                <a:cs typeface="Arial" panose="020B0604020202020204" pitchFamily="34" charset="0"/>
              </a:rPr>
              <a:t>Expected value choice: take 70</a:t>
            </a:r>
          </a:p>
        </p:txBody>
      </p:sp>
      <p:pic>
        <p:nvPicPr>
          <p:cNvPr id="8" name="Graphic 7" descr="Expressionless face outline with solid fill">
            <a:extLst>
              <a:ext uri="{FF2B5EF4-FFF2-40B4-BE49-F238E27FC236}">
                <a16:creationId xmlns:a16="http://schemas.microsoft.com/office/drawing/2014/main" id="{FD145050-F01C-0174-C40C-1B9D41C66C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67146" y="2894106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D481C7A-4357-BE7A-FFCC-885EF18FD5CE}"/>
              </a:ext>
            </a:extLst>
          </p:cNvPr>
          <p:cNvSpPr txBox="1"/>
          <p:nvPr/>
        </p:nvSpPr>
        <p:spPr>
          <a:xfrm>
            <a:off x="6165186" y="2173796"/>
            <a:ext cx="5009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Mini-max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 alternative that minimizes worst possible outcome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879350-CB9D-6479-80B9-60E0BDFBD637}"/>
              </a:ext>
            </a:extLst>
          </p:cNvPr>
          <p:cNvSpPr txBox="1"/>
          <p:nvPr/>
        </p:nvSpPr>
        <p:spPr>
          <a:xfrm>
            <a:off x="7734285" y="3088014"/>
            <a:ext cx="21676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Risk-averse decision maker</a:t>
            </a:r>
          </a:p>
        </p:txBody>
      </p:sp>
      <p:pic>
        <p:nvPicPr>
          <p:cNvPr id="12" name="Graphic 11" descr="Worried face outline outline">
            <a:extLst>
              <a:ext uri="{FF2B5EF4-FFF2-40B4-BE49-F238E27FC236}">
                <a16:creationId xmlns:a16="http://schemas.microsoft.com/office/drawing/2014/main" id="{3FD4817F-B387-E68C-F179-A6075895B7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70165" y="2963212"/>
            <a:ext cx="914400" cy="914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8EC6811-C048-FD78-5965-DF1C8E57690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8482"/>
          <a:stretch/>
        </p:blipFill>
        <p:spPr>
          <a:xfrm>
            <a:off x="7891799" y="4540881"/>
            <a:ext cx="2354621" cy="215489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ADB7EC9-4501-8BE2-24F0-0CE469A7BBBE}"/>
              </a:ext>
            </a:extLst>
          </p:cNvPr>
          <p:cNvSpPr txBox="1"/>
          <p:nvPr/>
        </p:nvSpPr>
        <p:spPr>
          <a:xfrm>
            <a:off x="7413367" y="4235899"/>
            <a:ext cx="3311487" cy="400110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" panose="02040504050005020304" pitchFamily="18" charset="0"/>
                <a:ea typeface="+mn-ea"/>
                <a:cs typeface="Arial" panose="020B0604020202020204" pitchFamily="34" charset="0"/>
              </a:rPr>
              <a:t>Mini-max choice: avoid 70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7A6CF2-9D5F-4D72-BED3-C424E3051077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75942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9" grpId="0" animBg="1"/>
      <p:bldP spid="5" grpId="0"/>
      <p:bldP spid="6" grpId="0"/>
      <p:bldP spid="7" grpId="0" animBg="1"/>
      <p:bldP spid="10" grpId="0"/>
      <p:bldP spid="11" grpId="0"/>
      <p:bldP spid="1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59086-7C2F-048D-9233-0283816DB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Mini-max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DC1924-E32A-381F-7743-DE2C6EA3B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352" y="1440035"/>
            <a:ext cx="10515600" cy="598085"/>
          </a:xfrm>
        </p:spPr>
        <p:txBody>
          <a:bodyPr/>
          <a:lstStyle/>
          <a:p>
            <a:r>
              <a:rPr lang="en-US" dirty="0">
                <a:ea typeface="Century Gothic"/>
                <a:cs typeface="Century Gothic"/>
                <a:sym typeface="Century Gothic"/>
              </a:rPr>
              <a:t>Minimize risk of large losses</a:t>
            </a: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18E8B77-A671-1F4F-403C-AEF027D1B316}"/>
              </a:ext>
            </a:extLst>
          </p:cNvPr>
          <p:cNvSpPr txBox="1">
            <a:spLocks/>
          </p:cNvSpPr>
          <p:nvPr/>
        </p:nvSpPr>
        <p:spPr>
          <a:xfrm>
            <a:off x="937352" y="2038120"/>
            <a:ext cx="10795612" cy="4983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ea typeface="Century Gothic"/>
                <a:cs typeface="Century Gothic"/>
                <a:sym typeface="Century Gothic"/>
              </a:rPr>
              <a:t>Example: should you adopt new technology to increase production of fry at a hatchery?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4F29B2-02AD-64BA-613D-83440DCF8BA0}"/>
              </a:ext>
            </a:extLst>
          </p:cNvPr>
          <p:cNvSpPr txBox="1"/>
          <p:nvPr/>
        </p:nvSpPr>
        <p:spPr>
          <a:xfrm>
            <a:off x="1060012" y="2657541"/>
            <a:ext cx="2048142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Steps: identify worst outcome for each action and choose the best of the worst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8685B1-F7AE-DEDA-770D-AB79F04803ED}"/>
              </a:ext>
            </a:extLst>
          </p:cNvPr>
          <p:cNvGrpSpPr/>
          <p:nvPr/>
        </p:nvGrpSpPr>
        <p:grpSpPr>
          <a:xfrm>
            <a:off x="1452391" y="2385552"/>
            <a:ext cx="7226147" cy="4393890"/>
            <a:chOff x="317653" y="1676400"/>
            <a:chExt cx="7226147" cy="4393890"/>
          </a:xfrm>
        </p:grpSpPr>
        <p:sp>
          <p:nvSpPr>
            <p:cNvPr id="18" name="Google Shape;372;p31">
              <a:extLst>
                <a:ext uri="{FF2B5EF4-FFF2-40B4-BE49-F238E27FC236}">
                  <a16:creationId xmlns:a16="http://schemas.microsoft.com/office/drawing/2014/main" id="{56D2354B-808D-CD94-7D1A-DF05F4896A0C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373;p31">
              <a:extLst>
                <a:ext uri="{FF2B5EF4-FFF2-40B4-BE49-F238E27FC236}">
                  <a16:creationId xmlns:a16="http://schemas.microsoft.com/office/drawing/2014/main" id="{3E4F54C0-C9C8-64D0-2678-4EE3ED35611A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20" name="Google Shape;374;p31">
              <a:extLst>
                <a:ext uri="{FF2B5EF4-FFF2-40B4-BE49-F238E27FC236}">
                  <a16:creationId xmlns:a16="http://schemas.microsoft.com/office/drawing/2014/main" id="{6BA33023-EF99-E53D-8BF2-FB1C9F1FD42E}"/>
                </a:ext>
              </a:extLst>
            </p:cNvPr>
            <p:cNvCxnSpPr>
              <a:stCxn id="18" idx="3"/>
              <a:endCxn id="19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21" name="Google Shape;375;p31">
              <a:extLst>
                <a:ext uri="{FF2B5EF4-FFF2-40B4-BE49-F238E27FC236}">
                  <a16:creationId xmlns:a16="http://schemas.microsoft.com/office/drawing/2014/main" id="{6051715C-3F84-4E53-EDF7-2569D4212FA9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376;p31">
              <a:extLst>
                <a:ext uri="{FF2B5EF4-FFF2-40B4-BE49-F238E27FC236}">
                  <a16:creationId xmlns:a16="http://schemas.microsoft.com/office/drawing/2014/main" id="{6785EC85-9C7D-8AEE-1D6A-074518249762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377;p31">
              <a:extLst>
                <a:ext uri="{FF2B5EF4-FFF2-40B4-BE49-F238E27FC236}">
                  <a16:creationId xmlns:a16="http://schemas.microsoft.com/office/drawing/2014/main" id="{5C7B62B6-BA0F-AE92-CD45-6530B2814EDA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4" name="Google Shape;378;p31">
              <a:extLst>
                <a:ext uri="{FF2B5EF4-FFF2-40B4-BE49-F238E27FC236}">
                  <a16:creationId xmlns:a16="http://schemas.microsoft.com/office/drawing/2014/main" id="{D97CD9F5-E7E9-3693-1894-55A0079F4183}"/>
                </a:ext>
              </a:extLst>
            </p:cNvPr>
            <p:cNvCxnSpPr>
              <a:stCxn id="19" idx="6"/>
              <a:endCxn id="22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25" name="Google Shape;379;p31">
              <a:extLst>
                <a:ext uri="{FF2B5EF4-FFF2-40B4-BE49-F238E27FC236}">
                  <a16:creationId xmlns:a16="http://schemas.microsoft.com/office/drawing/2014/main" id="{093C77C1-25B7-89D3-396D-2E88D57DF960}"/>
                </a:ext>
              </a:extLst>
            </p:cNvPr>
            <p:cNvCxnSpPr>
              <a:stCxn id="19" idx="6"/>
              <a:endCxn id="23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26" name="Google Shape;381;p31">
              <a:extLst>
                <a:ext uri="{FF2B5EF4-FFF2-40B4-BE49-F238E27FC236}">
                  <a16:creationId xmlns:a16="http://schemas.microsoft.com/office/drawing/2014/main" id="{257FECC0-80E2-4640-0454-C3C4FFEFFE40}"/>
                </a:ext>
              </a:extLst>
            </p:cNvPr>
            <p:cNvCxnSpPr>
              <a:stCxn id="18" idx="3"/>
              <a:endCxn id="21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27" name="Google Shape;382;p31">
              <a:extLst>
                <a:ext uri="{FF2B5EF4-FFF2-40B4-BE49-F238E27FC236}">
                  <a16:creationId xmlns:a16="http://schemas.microsoft.com/office/drawing/2014/main" id="{DFE4FAF9-7FB5-36A5-7F6D-659D97225B8E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383;p31">
              <a:extLst>
                <a:ext uri="{FF2B5EF4-FFF2-40B4-BE49-F238E27FC236}">
                  <a16:creationId xmlns:a16="http://schemas.microsoft.com/office/drawing/2014/main" id="{B20A8403-91CC-6F32-B4F1-7A0366E0F547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29" name="Google Shape;384;p31">
              <a:extLst>
                <a:ext uri="{FF2B5EF4-FFF2-40B4-BE49-F238E27FC236}">
                  <a16:creationId xmlns:a16="http://schemas.microsoft.com/office/drawing/2014/main" id="{C05345B1-6EEF-E250-E893-AC79F0DE5F57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85;p31">
              <a:extLst>
                <a:ext uri="{FF2B5EF4-FFF2-40B4-BE49-F238E27FC236}">
                  <a16:creationId xmlns:a16="http://schemas.microsoft.com/office/drawing/2014/main" id="{AB1046EB-B0AE-4E49-4D5E-157189DB8BA4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31" name="Google Shape;386;p31">
              <a:extLst>
                <a:ext uri="{FF2B5EF4-FFF2-40B4-BE49-F238E27FC236}">
                  <a16:creationId xmlns:a16="http://schemas.microsoft.com/office/drawing/2014/main" id="{2E968D2A-242A-AD2E-0BF9-2ABD49A16736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34" name="Google Shape;387;p31">
                <a:extLst>
                  <a:ext uri="{FF2B5EF4-FFF2-40B4-BE49-F238E27FC236}">
                    <a16:creationId xmlns:a16="http://schemas.microsoft.com/office/drawing/2014/main" id="{C0428EEC-8C6D-4177-82B4-BB3495C7C051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" name="Google Shape;388;p31">
                <a:extLst>
                  <a:ext uri="{FF2B5EF4-FFF2-40B4-BE49-F238E27FC236}">
                    <a16:creationId xmlns:a16="http://schemas.microsoft.com/office/drawing/2014/main" id="{290173F0-7E07-A0A9-FCDD-CFB7DAC50CB2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D08CC79-142A-4509-1735-66B8BFE9A04C}"/>
              </a:ext>
            </a:extLst>
          </p:cNvPr>
          <p:cNvCxnSpPr/>
          <p:nvPr/>
        </p:nvCxnSpPr>
        <p:spPr>
          <a:xfrm flipH="1">
            <a:off x="8802477" y="5103333"/>
            <a:ext cx="1685581" cy="925634"/>
          </a:xfrm>
          <a:prstGeom prst="straightConnector1">
            <a:avLst/>
          </a:prstGeom>
          <a:ln w="76200">
            <a:solidFill>
              <a:schemeClr val="accent6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6E3AF89-309F-4C71-3D91-F24C0D19AA0C}"/>
              </a:ext>
            </a:extLst>
          </p:cNvPr>
          <p:cNvSpPr txBox="1"/>
          <p:nvPr/>
        </p:nvSpPr>
        <p:spPr>
          <a:xfrm>
            <a:off x="9619560" y="4145019"/>
            <a:ext cx="226763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best of the worst = 40K so we would NOT add new technology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225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5524C-1B34-527E-1590-5507DAFB3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84" y="228805"/>
            <a:ext cx="10515600" cy="439160"/>
          </a:xfrm>
        </p:spPr>
        <p:txBody>
          <a:bodyPr>
            <a:normAutofit fontScale="90000"/>
          </a:bodyPr>
          <a:lstStyle/>
          <a:p>
            <a:r>
              <a:rPr lang="en-US" dirty="0"/>
              <a:t>Mini-max vs expected value example #1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F3925B-7C80-1DB7-1909-0BBE0358ED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6322" b="22265"/>
          <a:stretch>
            <a:fillRect/>
          </a:stretch>
        </p:blipFill>
        <p:spPr>
          <a:xfrm>
            <a:off x="1147425" y="2792411"/>
            <a:ext cx="10422850" cy="12573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042B7C-3A41-A5DD-7717-450CECF127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9784"/>
          <a:stretch>
            <a:fillRect/>
          </a:stretch>
        </p:blipFill>
        <p:spPr>
          <a:xfrm>
            <a:off x="1096625" y="2184595"/>
            <a:ext cx="10422850" cy="5998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08FAE5-11F1-ABD5-5BC4-CF896B8674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6322" r="22669" b="22265"/>
          <a:stretch>
            <a:fillRect/>
          </a:stretch>
        </p:blipFill>
        <p:spPr>
          <a:xfrm>
            <a:off x="1096625" y="2800349"/>
            <a:ext cx="8060075" cy="1257301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E95927-560D-D5EF-40BB-03D2A18192AF}"/>
              </a:ext>
            </a:extLst>
          </p:cNvPr>
          <p:cNvCxnSpPr>
            <a:cxnSpLocks/>
          </p:cNvCxnSpPr>
          <p:nvPr/>
        </p:nvCxnSpPr>
        <p:spPr>
          <a:xfrm flipH="1">
            <a:off x="1160125" y="2800349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2677541-CEFD-2F78-C6FC-F8947E27C375}"/>
              </a:ext>
            </a:extLst>
          </p:cNvPr>
          <p:cNvSpPr txBox="1"/>
          <p:nvPr/>
        </p:nvSpPr>
        <p:spPr>
          <a:xfrm>
            <a:off x="1061316" y="1182388"/>
            <a:ext cx="67478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Subset of the table: </a:t>
            </a:r>
            <a:r>
              <a:rPr lang="en-US" sz="2800" dirty="0"/>
              <a:t>management alternatives to control invasive rusty crayfish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B8C739-5078-8962-9815-813C1B6D5FFD}"/>
              </a:ext>
            </a:extLst>
          </p:cNvPr>
          <p:cNvSpPr/>
          <p:nvPr/>
        </p:nvSpPr>
        <p:spPr>
          <a:xfrm>
            <a:off x="3822448" y="2821953"/>
            <a:ext cx="1841752" cy="266238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396F6E-14F1-70B4-0E2C-D47DD729A756}"/>
              </a:ext>
            </a:extLst>
          </p:cNvPr>
          <p:cNvSpPr/>
          <p:nvPr/>
        </p:nvSpPr>
        <p:spPr>
          <a:xfrm>
            <a:off x="5664199" y="3557791"/>
            <a:ext cx="3526367" cy="237141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8461FF-EB62-F4BA-6D24-0AF4114CE7E9}"/>
              </a:ext>
            </a:extLst>
          </p:cNvPr>
          <p:cNvSpPr txBox="1"/>
          <p:nvPr/>
        </p:nvSpPr>
        <p:spPr>
          <a:xfrm>
            <a:off x="8985430" y="113967"/>
            <a:ext cx="2967871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>
                <a:ea typeface="Calibri"/>
                <a:cs typeface="Calibri"/>
                <a:hlinkClick r:id="rId4"/>
              </a:rPr>
              <a:t>Thompson, Olden, &amp; Converse 2024</a:t>
            </a:r>
            <a:endParaRPr lang="en-US" sz="1500" dirty="0">
              <a:ea typeface="Calibri"/>
              <a:cs typeface="Calibri"/>
            </a:endParaRPr>
          </a:p>
          <a:p>
            <a:r>
              <a:rPr lang="en-US" sz="1500" i="1" dirty="0">
                <a:ea typeface="Calibri"/>
                <a:cs typeface="Calibri"/>
                <a:hlinkClick r:id="rId4"/>
              </a:rPr>
              <a:t>NeoBiota</a:t>
            </a:r>
            <a:endParaRPr lang="en-US" sz="1500" dirty="0" err="1">
              <a:ea typeface="Calibri"/>
              <a:cs typeface="Calibri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378C95F-57DD-B8D3-083C-A6610703E9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125" y="4724379"/>
            <a:ext cx="10669489" cy="161947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6F26542-5E5E-BDAE-5A3C-3E1A4A54C2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9784"/>
          <a:stretch>
            <a:fillRect/>
          </a:stretch>
        </p:blipFill>
        <p:spPr>
          <a:xfrm>
            <a:off x="1160125" y="4124500"/>
            <a:ext cx="10422850" cy="599879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AF527765-8D3B-1B1C-F44C-67FB41CAEC6B}"/>
              </a:ext>
            </a:extLst>
          </p:cNvPr>
          <p:cNvSpPr/>
          <p:nvPr/>
        </p:nvSpPr>
        <p:spPr>
          <a:xfrm>
            <a:off x="6279614" y="2357610"/>
            <a:ext cx="1178805" cy="169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F0993A-6C83-7513-DBC5-261F1D582368}"/>
              </a:ext>
            </a:extLst>
          </p:cNvPr>
          <p:cNvSpPr/>
          <p:nvPr/>
        </p:nvSpPr>
        <p:spPr>
          <a:xfrm>
            <a:off x="6335463" y="4293992"/>
            <a:ext cx="1178805" cy="169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1315CA-F8A0-F79F-1CF2-D154409C20E4}"/>
              </a:ext>
            </a:extLst>
          </p:cNvPr>
          <p:cNvSpPr txBox="1"/>
          <p:nvPr/>
        </p:nvSpPr>
        <p:spPr>
          <a:xfrm>
            <a:off x="6253600" y="4227608"/>
            <a:ext cx="13425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(minimum value)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98561D-5489-D876-E4B6-871150F4B93A}"/>
              </a:ext>
            </a:extLst>
          </p:cNvPr>
          <p:cNvSpPr txBox="1"/>
          <p:nvPr/>
        </p:nvSpPr>
        <p:spPr>
          <a:xfrm>
            <a:off x="6229526" y="2288550"/>
            <a:ext cx="13425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(expected value)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DBC0F72-38F7-1C35-9663-99DE242C4163}"/>
              </a:ext>
            </a:extLst>
          </p:cNvPr>
          <p:cNvSpPr/>
          <p:nvPr/>
        </p:nvSpPr>
        <p:spPr>
          <a:xfrm>
            <a:off x="4029932" y="5080054"/>
            <a:ext cx="1533586" cy="266238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DC4CF3E-47CD-273C-C075-5710CB42A69C}"/>
              </a:ext>
            </a:extLst>
          </p:cNvPr>
          <p:cNvSpPr/>
          <p:nvPr/>
        </p:nvSpPr>
        <p:spPr>
          <a:xfrm>
            <a:off x="7370284" y="5735435"/>
            <a:ext cx="859316" cy="237141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F78F0A-7F8B-8333-DE7C-1E2F4D2F294D}"/>
              </a:ext>
            </a:extLst>
          </p:cNvPr>
          <p:cNvSpPr txBox="1"/>
          <p:nvPr/>
        </p:nvSpPr>
        <p:spPr>
          <a:xfrm>
            <a:off x="213110" y="3203848"/>
            <a:ext cx="9470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EV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B50D042-1B83-277A-8607-B993FA4F0310}"/>
              </a:ext>
            </a:extLst>
          </p:cNvPr>
          <p:cNvSpPr txBox="1"/>
          <p:nvPr/>
        </p:nvSpPr>
        <p:spPr>
          <a:xfrm>
            <a:off x="110169" y="4979087"/>
            <a:ext cx="1417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Mini-max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AEDB02-9CB4-5B62-FB16-0346E306359B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396024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29" grpId="0"/>
      <p:bldP spid="33" grpId="0" animBg="1"/>
      <p:bldP spid="34" grpId="0" animBg="1"/>
      <p:bldP spid="3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EDEAB-1C53-6B35-285A-26C5FD82F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37816-3394-94BE-BDAB-13A6C20BE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84" y="228805"/>
            <a:ext cx="10515600" cy="439160"/>
          </a:xfrm>
        </p:spPr>
        <p:txBody>
          <a:bodyPr>
            <a:normAutofit fontScale="90000"/>
          </a:bodyPr>
          <a:lstStyle/>
          <a:p>
            <a:r>
              <a:rPr lang="en-US" dirty="0"/>
              <a:t>Mini-max vs expected value example #2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7AAD40-B234-AD3E-19DA-10DA332089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2563"/>
          <a:stretch>
            <a:fillRect/>
          </a:stretch>
        </p:blipFill>
        <p:spPr>
          <a:xfrm>
            <a:off x="1055038" y="2016829"/>
            <a:ext cx="10081923" cy="3921263"/>
          </a:xfrm>
          <a:prstGeom prst="rect">
            <a:avLst/>
          </a:prstGeom>
        </p:spPr>
      </p:pic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907C3BD6-BFC6-A90F-8087-A6C14637E30A}"/>
              </a:ext>
            </a:extLst>
          </p:cNvPr>
          <p:cNvSpPr txBox="1"/>
          <p:nvPr/>
        </p:nvSpPr>
        <p:spPr>
          <a:xfrm>
            <a:off x="7623672" y="1146497"/>
            <a:ext cx="28643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Thompson et al. 2025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D31357-01C9-CE0A-4011-2CF882D8709C}"/>
              </a:ext>
            </a:extLst>
          </p:cNvPr>
          <p:cNvSpPr txBox="1"/>
          <p:nvPr/>
        </p:nvSpPr>
        <p:spPr>
          <a:xfrm>
            <a:off x="1055038" y="1062722"/>
            <a:ext cx="49979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Management outcomes for invasive flowering rush</a:t>
            </a:r>
            <a:endParaRPr lang="en-US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3059FF-2F9D-A8E0-D228-D8452A7C0FC1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19066059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07188-37F2-A07A-8FC4-57125073D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6CFE3-0A2E-FC83-4170-ED3388A83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1052"/>
            <a:ext cx="10515600" cy="4351338"/>
          </a:xfrm>
        </p:spPr>
        <p:txBody>
          <a:bodyPr>
            <a:normAutofit/>
          </a:bodyPr>
          <a:lstStyle/>
          <a:p>
            <a:r>
              <a:rPr lang="en-US" sz="3600" dirty="0"/>
              <a:t>Robust-satisficing: focus on attaining a minimum performance requirement over greatest range of uncertainty</a:t>
            </a:r>
          </a:p>
          <a:p>
            <a:pPr marL="457200" lvl="1" indent="0">
              <a:buNone/>
            </a:pPr>
            <a:r>
              <a:rPr lang="en-US" sz="3200" dirty="0"/>
              <a:t>“Decision maker defines a minimum level of performance they consider to be satisfactory and chooses the option that ensures at least that level of performance over the greatest range of uncertainty”</a:t>
            </a:r>
          </a:p>
          <a:p>
            <a:pPr marL="457200" lvl="1" indent="0">
              <a:buNone/>
            </a:pPr>
            <a:r>
              <a:rPr lang="en-US" sz="3200" dirty="0"/>
              <a:t>	*Ben-Haim 2006</a:t>
            </a:r>
          </a:p>
          <a:p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74D310-291B-7753-738B-6FBD06967473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18853263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D5F6BF-143B-FF4C-0F50-9DDC35C6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7DA5A-255F-A6E8-FDDD-02DEDDA17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Robustness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135075-71AD-57BC-FA91-C4E718B2C38B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DDEA8F-0451-5C12-6E1F-4505A88891BD}"/>
              </a:ext>
            </a:extLst>
          </p:cNvPr>
          <p:cNvCxnSpPr/>
          <p:nvPr/>
        </p:nvCxnSpPr>
        <p:spPr>
          <a:xfrm>
            <a:off x="1751682" y="1575412"/>
            <a:ext cx="0" cy="386692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3E3F261-85AC-904D-C4B3-D4AE420A9A61}"/>
              </a:ext>
            </a:extLst>
          </p:cNvPr>
          <p:cNvCxnSpPr>
            <a:cxnSpLocks/>
          </p:cNvCxnSpPr>
          <p:nvPr/>
        </p:nvCxnSpPr>
        <p:spPr>
          <a:xfrm flipH="1">
            <a:off x="1729648" y="5442333"/>
            <a:ext cx="7306019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A63B7EB-C65F-9947-D428-1F09A96AC17B}"/>
              </a:ext>
            </a:extLst>
          </p:cNvPr>
          <p:cNvSpPr txBox="1"/>
          <p:nvPr/>
        </p:nvSpPr>
        <p:spPr>
          <a:xfrm>
            <a:off x="2402594" y="6036749"/>
            <a:ext cx="59601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Management alternatives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190F5E-2B62-619E-008E-CC3A22900F01}"/>
              </a:ext>
            </a:extLst>
          </p:cNvPr>
          <p:cNvSpPr txBox="1"/>
          <p:nvPr/>
        </p:nvSpPr>
        <p:spPr>
          <a:xfrm>
            <a:off x="2358299" y="5447153"/>
            <a:ext cx="613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4D605C-CC54-0D15-4689-970B754FB685}"/>
              </a:ext>
            </a:extLst>
          </p:cNvPr>
          <p:cNvSpPr txBox="1"/>
          <p:nvPr/>
        </p:nvSpPr>
        <p:spPr>
          <a:xfrm>
            <a:off x="4688798" y="5449564"/>
            <a:ext cx="613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8379D0-D070-9333-8F89-D5C176F84597}"/>
              </a:ext>
            </a:extLst>
          </p:cNvPr>
          <p:cNvSpPr txBox="1"/>
          <p:nvPr/>
        </p:nvSpPr>
        <p:spPr>
          <a:xfrm>
            <a:off x="7019297" y="5442333"/>
            <a:ext cx="613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64B002-5AD8-46FE-08FE-2EA6BE00A885}"/>
              </a:ext>
            </a:extLst>
          </p:cNvPr>
          <p:cNvSpPr txBox="1"/>
          <p:nvPr/>
        </p:nvSpPr>
        <p:spPr>
          <a:xfrm rot="16200000">
            <a:off x="-811442" y="3186056"/>
            <a:ext cx="3558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Endangered species population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C2958BD-00DD-A4EA-53F0-50BA259ECC33}"/>
              </a:ext>
            </a:extLst>
          </p:cNvPr>
          <p:cNvSpPr/>
          <p:nvPr/>
        </p:nvSpPr>
        <p:spPr>
          <a:xfrm>
            <a:off x="2521946" y="3296115"/>
            <a:ext cx="286438" cy="26576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B486AA1-0EC8-894F-B3AA-607CC0781893}"/>
              </a:ext>
            </a:extLst>
          </p:cNvPr>
          <p:cNvCxnSpPr>
            <a:stCxn id="19" idx="0"/>
          </p:cNvCxnSpPr>
          <p:nvPr/>
        </p:nvCxnSpPr>
        <p:spPr>
          <a:xfrm flipH="1" flipV="1">
            <a:off x="2665164" y="2236424"/>
            <a:ext cx="1" cy="1059691"/>
          </a:xfrm>
          <a:prstGeom prst="line">
            <a:avLst/>
          </a:prstGeom>
          <a:ln w="762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9297C6C-A43F-D294-4B9A-9D3D7507EA3C}"/>
              </a:ext>
            </a:extLst>
          </p:cNvPr>
          <p:cNvCxnSpPr>
            <a:cxnSpLocks/>
          </p:cNvCxnSpPr>
          <p:nvPr/>
        </p:nvCxnSpPr>
        <p:spPr>
          <a:xfrm flipV="1">
            <a:off x="2665164" y="3497855"/>
            <a:ext cx="0" cy="913389"/>
          </a:xfrm>
          <a:prstGeom prst="line">
            <a:avLst/>
          </a:prstGeom>
          <a:ln w="762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862755F6-8B94-C916-6F8C-92FCE9A64433}"/>
              </a:ext>
            </a:extLst>
          </p:cNvPr>
          <p:cNvSpPr/>
          <p:nvPr/>
        </p:nvSpPr>
        <p:spPr>
          <a:xfrm>
            <a:off x="4909641" y="2637680"/>
            <a:ext cx="286438" cy="265769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802C720-33BB-93F0-052A-056ECA7D5510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5052859" y="1575412"/>
            <a:ext cx="1" cy="1062268"/>
          </a:xfrm>
          <a:prstGeom prst="line">
            <a:avLst/>
          </a:prstGeom>
          <a:ln w="76200">
            <a:solidFill>
              <a:srgbClr val="00B0F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6E79918-4CAE-8B83-1C70-36114A09223D}"/>
              </a:ext>
            </a:extLst>
          </p:cNvPr>
          <p:cNvCxnSpPr>
            <a:cxnSpLocks/>
          </p:cNvCxnSpPr>
          <p:nvPr/>
        </p:nvCxnSpPr>
        <p:spPr>
          <a:xfrm flipV="1">
            <a:off x="5052859" y="2839420"/>
            <a:ext cx="0" cy="456695"/>
          </a:xfrm>
          <a:prstGeom prst="line">
            <a:avLst/>
          </a:prstGeom>
          <a:ln w="76200">
            <a:solidFill>
              <a:srgbClr val="00B0F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2C3E6288-1CFA-6D3F-8E6A-E88C8436C31A}"/>
              </a:ext>
            </a:extLst>
          </p:cNvPr>
          <p:cNvSpPr/>
          <p:nvPr/>
        </p:nvSpPr>
        <p:spPr>
          <a:xfrm>
            <a:off x="7154117" y="2083363"/>
            <a:ext cx="286438" cy="265769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1D89C3B-9B9B-AC45-A198-686037EBF698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7297336" y="1555236"/>
            <a:ext cx="0" cy="528127"/>
          </a:xfrm>
          <a:prstGeom prst="line">
            <a:avLst/>
          </a:prstGeom>
          <a:ln w="76200">
            <a:solidFill>
              <a:srgbClr val="7030A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D5C59E-5A41-C137-096B-4CD137C1E7ED}"/>
              </a:ext>
            </a:extLst>
          </p:cNvPr>
          <p:cNvCxnSpPr>
            <a:cxnSpLocks/>
          </p:cNvCxnSpPr>
          <p:nvPr/>
        </p:nvCxnSpPr>
        <p:spPr>
          <a:xfrm flipH="1" flipV="1">
            <a:off x="7297335" y="2285103"/>
            <a:ext cx="1" cy="2773497"/>
          </a:xfrm>
          <a:prstGeom prst="line">
            <a:avLst/>
          </a:prstGeom>
          <a:ln w="76200">
            <a:solidFill>
              <a:srgbClr val="7030A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0DEB90B-D4A7-8903-456D-BCD0009C1601}"/>
              </a:ext>
            </a:extLst>
          </p:cNvPr>
          <p:cNvSpPr txBox="1"/>
          <p:nvPr/>
        </p:nvSpPr>
        <p:spPr>
          <a:xfrm>
            <a:off x="8521513" y="825957"/>
            <a:ext cx="343224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“Decision maker defines a minimum level of performance they consider to be satisfactory and chooses the option that ensures at least that level of performance over the greatest range of uncertainty” </a:t>
            </a:r>
          </a:p>
          <a:p>
            <a:r>
              <a:rPr lang="en-US" sz="2400" dirty="0"/>
              <a:t>- </a:t>
            </a:r>
            <a:r>
              <a:rPr lang="en-US" sz="2000" dirty="0"/>
              <a:t>Runge et al. 2020 Ch 13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6C6C89F-740B-E9AE-5C4C-7BDDC4E64783}"/>
              </a:ext>
            </a:extLst>
          </p:cNvPr>
          <p:cNvCxnSpPr>
            <a:cxnSpLocks/>
          </p:cNvCxnSpPr>
          <p:nvPr/>
        </p:nvCxnSpPr>
        <p:spPr>
          <a:xfrm flipV="1">
            <a:off x="1729648" y="3943091"/>
            <a:ext cx="6633071" cy="11458"/>
          </a:xfrm>
          <a:prstGeom prst="line">
            <a:avLst/>
          </a:prstGeom>
          <a:ln w="762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0CEC156C-AD2A-B070-C8A6-D6CF90BC17D6}"/>
              </a:ext>
            </a:extLst>
          </p:cNvPr>
          <p:cNvSpPr txBox="1"/>
          <p:nvPr/>
        </p:nvSpPr>
        <p:spPr>
          <a:xfrm>
            <a:off x="3358568" y="4041912"/>
            <a:ext cx="3119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Minimum level of performance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253D17E-46D8-CEE6-6064-AA6D8126A788}"/>
              </a:ext>
            </a:extLst>
          </p:cNvPr>
          <p:cNvSpPr/>
          <p:nvPr/>
        </p:nvSpPr>
        <p:spPr>
          <a:xfrm>
            <a:off x="4688798" y="1429115"/>
            <a:ext cx="819635" cy="2132769"/>
          </a:xfrm>
          <a:prstGeom prst="rect">
            <a:avLst/>
          </a:prstGeom>
          <a:noFill/>
          <a:ln w="762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29F187-2D89-6364-FFCE-EDDF5AC6E7B8}"/>
              </a:ext>
            </a:extLst>
          </p:cNvPr>
          <p:cNvSpPr txBox="1"/>
          <p:nvPr/>
        </p:nvSpPr>
        <p:spPr>
          <a:xfrm>
            <a:off x="4513409" y="1058578"/>
            <a:ext cx="1170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F0"/>
                </a:solidFill>
              </a:rPr>
              <a:t>Select B!</a:t>
            </a:r>
          </a:p>
        </p:txBody>
      </p:sp>
    </p:spTree>
    <p:extLst>
      <p:ext uri="{BB962C8B-B14F-4D97-AF65-F5344CB8AC3E}">
        <p14:creationId xmlns:p14="http://schemas.microsoft.com/office/powerpoint/2010/main" val="396571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Google Shape;374;p31">
            <a:extLst>
              <a:ext uri="{FF2B5EF4-FFF2-40B4-BE49-F238E27FC236}">
                <a16:creationId xmlns:a16="http://schemas.microsoft.com/office/drawing/2014/main" id="{584F6FD4-0D94-BCE0-CEF6-2A82ED382367}"/>
              </a:ext>
            </a:extLst>
          </p:cNvPr>
          <p:cNvCxnSpPr>
            <a:cxnSpLocks/>
            <a:stCxn id="52" idx="3"/>
            <a:endCxn id="110" idx="1"/>
          </p:cNvCxnSpPr>
          <p:nvPr/>
        </p:nvCxnSpPr>
        <p:spPr>
          <a:xfrm>
            <a:off x="4731796" y="3310266"/>
            <a:ext cx="1364204" cy="3091928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28" name="Google Shape;373;p31">
            <a:extLst>
              <a:ext uri="{FF2B5EF4-FFF2-40B4-BE49-F238E27FC236}">
                <a16:creationId xmlns:a16="http://schemas.microsoft.com/office/drawing/2014/main" id="{4EAE5C03-3974-F5C0-79F8-C02417915F6F}"/>
              </a:ext>
            </a:extLst>
          </p:cNvPr>
          <p:cNvSpPr/>
          <p:nvPr/>
        </p:nvSpPr>
        <p:spPr>
          <a:xfrm>
            <a:off x="6518353" y="2853066"/>
            <a:ext cx="1066800" cy="914400"/>
          </a:xfrm>
          <a:prstGeom prst="ellipse">
            <a:avLst/>
          </a:prstGeom>
          <a:noFill/>
          <a:ln w="2857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Does it work?</a:t>
            </a:r>
            <a:endParaRPr dirty="0">
              <a:solidFill>
                <a:schemeClr val="dk2"/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sp>
        <p:nvSpPr>
          <p:cNvPr id="30" name="Google Shape;376;p31">
            <a:extLst>
              <a:ext uri="{FF2B5EF4-FFF2-40B4-BE49-F238E27FC236}">
                <a16:creationId xmlns:a16="http://schemas.microsoft.com/office/drawing/2014/main" id="{408DE050-8C5E-03AF-FD92-A353BF5ABFEE}"/>
              </a:ext>
            </a:extLst>
          </p:cNvPr>
          <p:cNvSpPr txBox="1"/>
          <p:nvPr/>
        </p:nvSpPr>
        <p:spPr>
          <a:xfrm>
            <a:off x="9415929" y="3401654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3,500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77;p31">
            <a:extLst>
              <a:ext uri="{FF2B5EF4-FFF2-40B4-BE49-F238E27FC236}">
                <a16:creationId xmlns:a16="http://schemas.microsoft.com/office/drawing/2014/main" id="{B4760B3F-ABDC-E85F-340A-7B8C341E7BA5}"/>
              </a:ext>
            </a:extLst>
          </p:cNvPr>
          <p:cNvSpPr txBox="1"/>
          <p:nvPr/>
        </p:nvSpPr>
        <p:spPr>
          <a:xfrm>
            <a:off x="9415929" y="2504830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15,000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32" name="Google Shape;378;p31">
            <a:extLst>
              <a:ext uri="{FF2B5EF4-FFF2-40B4-BE49-F238E27FC236}">
                <a16:creationId xmlns:a16="http://schemas.microsoft.com/office/drawing/2014/main" id="{5E9EC0ED-781B-75EA-8C4E-E8A040B516CF}"/>
              </a:ext>
            </a:extLst>
          </p:cNvPr>
          <p:cNvCxnSpPr>
            <a:cxnSpLocks/>
            <a:stCxn id="28" idx="6"/>
            <a:endCxn id="30" idx="1"/>
          </p:cNvCxnSpPr>
          <p:nvPr/>
        </p:nvCxnSpPr>
        <p:spPr>
          <a:xfrm>
            <a:off x="7585153" y="3310266"/>
            <a:ext cx="1830776" cy="457200"/>
          </a:xfrm>
          <a:prstGeom prst="straightConnector1">
            <a:avLst/>
          </a:prstGeom>
          <a:noFill/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33" name="Google Shape;379;p31">
            <a:extLst>
              <a:ext uri="{FF2B5EF4-FFF2-40B4-BE49-F238E27FC236}">
                <a16:creationId xmlns:a16="http://schemas.microsoft.com/office/drawing/2014/main" id="{395A6CEF-D96D-10EB-AF64-6035D89BBFC5}"/>
              </a:ext>
            </a:extLst>
          </p:cNvPr>
          <p:cNvCxnSpPr>
            <a:cxnSpLocks/>
            <a:stCxn id="28" idx="6"/>
            <a:endCxn id="31" idx="1"/>
          </p:cNvCxnSpPr>
          <p:nvPr/>
        </p:nvCxnSpPr>
        <p:spPr>
          <a:xfrm flipV="1">
            <a:off x="7585153" y="2870642"/>
            <a:ext cx="1830776" cy="439624"/>
          </a:xfrm>
          <a:prstGeom prst="straightConnector1">
            <a:avLst/>
          </a:prstGeom>
          <a:noFill/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52" name="Google Shape;372;p31">
            <a:extLst>
              <a:ext uri="{FF2B5EF4-FFF2-40B4-BE49-F238E27FC236}">
                <a16:creationId xmlns:a16="http://schemas.microsoft.com/office/drawing/2014/main" id="{C55947F2-85AD-72B2-C90E-DB3AC5F1159E}"/>
              </a:ext>
            </a:extLst>
          </p:cNvPr>
          <p:cNvSpPr txBox="1"/>
          <p:nvPr/>
        </p:nvSpPr>
        <p:spPr>
          <a:xfrm>
            <a:off x="3664996" y="2853066"/>
            <a:ext cx="1066800" cy="914400"/>
          </a:xfrm>
          <a:prstGeom prst="rect">
            <a:avLst/>
          </a:prstGeom>
          <a:noFill/>
          <a:ln w="762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Removal strategy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?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53" name="Google Shape;381;p31">
            <a:extLst>
              <a:ext uri="{FF2B5EF4-FFF2-40B4-BE49-F238E27FC236}">
                <a16:creationId xmlns:a16="http://schemas.microsoft.com/office/drawing/2014/main" id="{7DB4C26C-4031-4825-9F4F-812B89A2B8BE}"/>
              </a:ext>
            </a:extLst>
          </p:cNvPr>
          <p:cNvCxnSpPr>
            <a:cxnSpLocks/>
            <a:stCxn id="52" idx="3"/>
            <a:endCxn id="28" idx="2"/>
          </p:cNvCxnSpPr>
          <p:nvPr/>
        </p:nvCxnSpPr>
        <p:spPr>
          <a:xfrm>
            <a:off x="4731796" y="3310266"/>
            <a:ext cx="1786557" cy="0"/>
          </a:xfrm>
          <a:prstGeom prst="straightConnector1">
            <a:avLst/>
          </a:prstGeom>
          <a:noFill/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60" name="Google Shape;373;p31">
            <a:extLst>
              <a:ext uri="{FF2B5EF4-FFF2-40B4-BE49-F238E27FC236}">
                <a16:creationId xmlns:a16="http://schemas.microsoft.com/office/drawing/2014/main" id="{01CEDF6C-3196-E36D-2418-949CEABC1CD9}"/>
              </a:ext>
            </a:extLst>
          </p:cNvPr>
          <p:cNvSpPr/>
          <p:nvPr/>
        </p:nvSpPr>
        <p:spPr>
          <a:xfrm>
            <a:off x="6518353" y="838106"/>
            <a:ext cx="1066800" cy="914400"/>
          </a:xfrm>
          <a:prstGeom prst="ellipse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Does it work?</a:t>
            </a:r>
            <a:endParaRPr dirty="0">
              <a:solidFill>
                <a:schemeClr val="dk2"/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sp>
        <p:nvSpPr>
          <p:cNvPr id="61" name="Google Shape;376;p31">
            <a:extLst>
              <a:ext uri="{FF2B5EF4-FFF2-40B4-BE49-F238E27FC236}">
                <a16:creationId xmlns:a16="http://schemas.microsoft.com/office/drawing/2014/main" id="{39237400-0B56-53E8-4EEC-C2699C6E3137}"/>
              </a:ext>
            </a:extLst>
          </p:cNvPr>
          <p:cNvSpPr txBox="1"/>
          <p:nvPr/>
        </p:nvSpPr>
        <p:spPr>
          <a:xfrm>
            <a:off x="9420351" y="1398097"/>
            <a:ext cx="1062378" cy="734412"/>
          </a:xfrm>
          <a:prstGeom prst="rect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4,000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2" name="Google Shape;377;p31">
            <a:extLst>
              <a:ext uri="{FF2B5EF4-FFF2-40B4-BE49-F238E27FC236}">
                <a16:creationId xmlns:a16="http://schemas.microsoft.com/office/drawing/2014/main" id="{B24E3B9A-7938-6627-8D13-0256B68EA508}"/>
              </a:ext>
            </a:extLst>
          </p:cNvPr>
          <p:cNvSpPr txBox="1"/>
          <p:nvPr/>
        </p:nvSpPr>
        <p:spPr>
          <a:xfrm>
            <a:off x="9415928" y="501831"/>
            <a:ext cx="1062377" cy="734412"/>
          </a:xfrm>
          <a:prstGeom prst="rect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5,000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63" name="Google Shape;378;p31">
            <a:extLst>
              <a:ext uri="{FF2B5EF4-FFF2-40B4-BE49-F238E27FC236}">
                <a16:creationId xmlns:a16="http://schemas.microsoft.com/office/drawing/2014/main" id="{31D423E3-7C80-CC2B-A385-E792F2AF87B9}"/>
              </a:ext>
            </a:extLst>
          </p:cNvPr>
          <p:cNvCxnSpPr>
            <a:cxnSpLocks/>
            <a:stCxn id="60" idx="6"/>
            <a:endCxn id="61" idx="1"/>
          </p:cNvCxnSpPr>
          <p:nvPr/>
        </p:nvCxnSpPr>
        <p:spPr>
          <a:xfrm>
            <a:off x="7585153" y="1295306"/>
            <a:ext cx="1835198" cy="469997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64" name="Google Shape;379;p31">
            <a:extLst>
              <a:ext uri="{FF2B5EF4-FFF2-40B4-BE49-F238E27FC236}">
                <a16:creationId xmlns:a16="http://schemas.microsoft.com/office/drawing/2014/main" id="{B2DA08D1-9A17-7BB8-5AA6-0A37FB6E6E5E}"/>
              </a:ext>
            </a:extLst>
          </p:cNvPr>
          <p:cNvCxnSpPr>
            <a:cxnSpLocks/>
            <a:stCxn id="60" idx="6"/>
            <a:endCxn id="62" idx="1"/>
          </p:cNvCxnSpPr>
          <p:nvPr/>
        </p:nvCxnSpPr>
        <p:spPr>
          <a:xfrm flipV="1">
            <a:off x="7585153" y="869037"/>
            <a:ext cx="1830775" cy="426269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65" name="Google Shape;381;p31">
            <a:extLst>
              <a:ext uri="{FF2B5EF4-FFF2-40B4-BE49-F238E27FC236}">
                <a16:creationId xmlns:a16="http://schemas.microsoft.com/office/drawing/2014/main" id="{2E79C33D-86A9-CC4F-4DB9-FDE8EE711328}"/>
              </a:ext>
            </a:extLst>
          </p:cNvPr>
          <p:cNvCxnSpPr>
            <a:cxnSpLocks/>
            <a:stCxn id="52" idx="3"/>
            <a:endCxn id="60" idx="2"/>
          </p:cNvCxnSpPr>
          <p:nvPr/>
        </p:nvCxnSpPr>
        <p:spPr>
          <a:xfrm flipV="1">
            <a:off x="4731796" y="1295306"/>
            <a:ext cx="1786557" cy="201496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67" name="Google Shape;373;p31">
            <a:extLst>
              <a:ext uri="{FF2B5EF4-FFF2-40B4-BE49-F238E27FC236}">
                <a16:creationId xmlns:a16="http://schemas.microsoft.com/office/drawing/2014/main" id="{7C5403BB-22BF-A219-1EF4-B3F1D24925B2}"/>
              </a:ext>
            </a:extLst>
          </p:cNvPr>
          <p:cNvSpPr/>
          <p:nvPr/>
        </p:nvSpPr>
        <p:spPr>
          <a:xfrm>
            <a:off x="6518353" y="4804183"/>
            <a:ext cx="1066800" cy="9144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Does it work?</a:t>
            </a:r>
            <a:endParaRPr dirty="0">
              <a:solidFill>
                <a:schemeClr val="dk2"/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sp>
        <p:nvSpPr>
          <p:cNvPr id="68" name="Google Shape;376;p31">
            <a:extLst>
              <a:ext uri="{FF2B5EF4-FFF2-40B4-BE49-F238E27FC236}">
                <a16:creationId xmlns:a16="http://schemas.microsoft.com/office/drawing/2014/main" id="{3D56CA0E-61F0-C655-0FE7-5D55FAD3C52F}"/>
              </a:ext>
            </a:extLst>
          </p:cNvPr>
          <p:cNvSpPr txBox="1"/>
          <p:nvPr/>
        </p:nvSpPr>
        <p:spPr>
          <a:xfrm>
            <a:off x="9415929" y="5397788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2,000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9" name="Google Shape;377;p31">
            <a:extLst>
              <a:ext uri="{FF2B5EF4-FFF2-40B4-BE49-F238E27FC236}">
                <a16:creationId xmlns:a16="http://schemas.microsoft.com/office/drawing/2014/main" id="{81B9004F-552A-0DDF-8E6B-D70BDB390E54}"/>
              </a:ext>
            </a:extLst>
          </p:cNvPr>
          <p:cNvSpPr txBox="1"/>
          <p:nvPr/>
        </p:nvSpPr>
        <p:spPr>
          <a:xfrm>
            <a:off x="9415929" y="4502214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25,000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70" name="Google Shape;378;p31">
            <a:extLst>
              <a:ext uri="{FF2B5EF4-FFF2-40B4-BE49-F238E27FC236}">
                <a16:creationId xmlns:a16="http://schemas.microsoft.com/office/drawing/2014/main" id="{6BD68A19-E76F-33F2-0A0C-F27CE2780B3F}"/>
              </a:ext>
            </a:extLst>
          </p:cNvPr>
          <p:cNvCxnSpPr>
            <a:cxnSpLocks/>
            <a:stCxn id="67" idx="6"/>
            <a:endCxn id="68" idx="1"/>
          </p:cNvCxnSpPr>
          <p:nvPr/>
        </p:nvCxnSpPr>
        <p:spPr>
          <a:xfrm>
            <a:off x="7585153" y="5261383"/>
            <a:ext cx="1830776" cy="502217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71" name="Google Shape;379;p31">
            <a:extLst>
              <a:ext uri="{FF2B5EF4-FFF2-40B4-BE49-F238E27FC236}">
                <a16:creationId xmlns:a16="http://schemas.microsoft.com/office/drawing/2014/main" id="{06034159-E625-D0C2-1A9C-E81366CE00E3}"/>
              </a:ext>
            </a:extLst>
          </p:cNvPr>
          <p:cNvCxnSpPr>
            <a:cxnSpLocks/>
            <a:stCxn id="67" idx="6"/>
            <a:endCxn id="69" idx="1"/>
          </p:cNvCxnSpPr>
          <p:nvPr/>
        </p:nvCxnSpPr>
        <p:spPr>
          <a:xfrm flipV="1">
            <a:off x="7585153" y="4868026"/>
            <a:ext cx="1830776" cy="393357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72" name="Google Shape;381;p31">
            <a:extLst>
              <a:ext uri="{FF2B5EF4-FFF2-40B4-BE49-F238E27FC236}">
                <a16:creationId xmlns:a16="http://schemas.microsoft.com/office/drawing/2014/main" id="{54D04562-D6EA-B3BC-7774-C1D25FAEF6E0}"/>
              </a:ext>
            </a:extLst>
          </p:cNvPr>
          <p:cNvCxnSpPr>
            <a:cxnSpLocks/>
            <a:stCxn id="52" idx="3"/>
            <a:endCxn id="67" idx="2"/>
          </p:cNvCxnSpPr>
          <p:nvPr/>
        </p:nvCxnSpPr>
        <p:spPr>
          <a:xfrm>
            <a:off x="4731796" y="3310266"/>
            <a:ext cx="1786557" cy="1951117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110" name="Google Shape;376;p31">
            <a:extLst>
              <a:ext uri="{FF2B5EF4-FFF2-40B4-BE49-F238E27FC236}">
                <a16:creationId xmlns:a16="http://schemas.microsoft.com/office/drawing/2014/main" id="{A7FE8FCC-FE99-F25D-E625-E2842B9CAAA6}"/>
              </a:ext>
            </a:extLst>
          </p:cNvPr>
          <p:cNvSpPr txBox="1"/>
          <p:nvPr/>
        </p:nvSpPr>
        <p:spPr>
          <a:xfrm>
            <a:off x="6096000" y="6036382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6AD711A-251C-137C-FC60-3725C955EDB4}"/>
              </a:ext>
            </a:extLst>
          </p:cNvPr>
          <p:cNvSpPr txBox="1"/>
          <p:nvPr/>
        </p:nvSpPr>
        <p:spPr>
          <a:xfrm>
            <a:off x="4866503" y="5578358"/>
            <a:ext cx="1115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No removal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1DE08222-FAAC-5E7B-A949-99F977B64093}"/>
              </a:ext>
            </a:extLst>
          </p:cNvPr>
          <p:cNvSpPr txBox="1"/>
          <p:nvPr/>
        </p:nvSpPr>
        <p:spPr>
          <a:xfrm>
            <a:off x="5481715" y="3930329"/>
            <a:ext cx="148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2"/>
                </a:solidFill>
              </a:rPr>
              <a:t>Strategy C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CB4B5A7-7D1D-1059-BB44-F61DA5968CED}"/>
              </a:ext>
            </a:extLst>
          </p:cNvPr>
          <p:cNvSpPr txBox="1"/>
          <p:nvPr/>
        </p:nvSpPr>
        <p:spPr>
          <a:xfrm>
            <a:off x="5075497" y="2853963"/>
            <a:ext cx="148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Strategy B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D2E9C179-4990-2844-AA15-1CAE05F7263F}"/>
              </a:ext>
            </a:extLst>
          </p:cNvPr>
          <p:cNvSpPr txBox="1"/>
          <p:nvPr/>
        </p:nvSpPr>
        <p:spPr>
          <a:xfrm>
            <a:off x="4560565" y="1548622"/>
            <a:ext cx="148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</a:rPr>
              <a:t>Strategy A</a:t>
            </a:r>
          </a:p>
        </p:txBody>
      </p:sp>
      <p:sp>
        <p:nvSpPr>
          <p:cNvPr id="134" name="Google Shape;383;p31">
            <a:extLst>
              <a:ext uri="{FF2B5EF4-FFF2-40B4-BE49-F238E27FC236}">
                <a16:creationId xmlns:a16="http://schemas.microsoft.com/office/drawing/2014/main" id="{166F02A3-E31A-198D-6246-4871BBDFD9BC}"/>
              </a:ext>
            </a:extLst>
          </p:cNvPr>
          <p:cNvSpPr txBox="1"/>
          <p:nvPr/>
        </p:nvSpPr>
        <p:spPr>
          <a:xfrm>
            <a:off x="7439104" y="717456"/>
            <a:ext cx="735012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Yes</a:t>
            </a:r>
            <a:endParaRPr sz="2000" dirty="0">
              <a:latin typeface="+mj-lt"/>
            </a:endParaRPr>
          </a:p>
        </p:txBody>
      </p:sp>
      <p:sp>
        <p:nvSpPr>
          <p:cNvPr id="135" name="Google Shape;385;p31">
            <a:extLst>
              <a:ext uri="{FF2B5EF4-FFF2-40B4-BE49-F238E27FC236}">
                <a16:creationId xmlns:a16="http://schemas.microsoft.com/office/drawing/2014/main" id="{EB8DDBCE-1EC3-823F-78A3-89FED55510D0}"/>
              </a:ext>
            </a:extLst>
          </p:cNvPr>
          <p:cNvSpPr txBox="1"/>
          <p:nvPr/>
        </p:nvSpPr>
        <p:spPr>
          <a:xfrm>
            <a:off x="7370206" y="1634413"/>
            <a:ext cx="863190" cy="369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No</a:t>
            </a:r>
            <a:endParaRPr sz="2000" dirty="0">
              <a:latin typeface="+mj-lt"/>
            </a:endParaRPr>
          </a:p>
        </p:txBody>
      </p:sp>
      <p:sp>
        <p:nvSpPr>
          <p:cNvPr id="136" name="Google Shape;387;p31">
            <a:extLst>
              <a:ext uri="{FF2B5EF4-FFF2-40B4-BE49-F238E27FC236}">
                <a16:creationId xmlns:a16="http://schemas.microsoft.com/office/drawing/2014/main" id="{92E2B404-A744-C948-04FC-7FD987E02B7C}"/>
              </a:ext>
            </a:extLst>
          </p:cNvPr>
          <p:cNvSpPr txBox="1"/>
          <p:nvPr/>
        </p:nvSpPr>
        <p:spPr>
          <a:xfrm>
            <a:off x="8104267" y="625831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+mj-lt"/>
                <a:ea typeface="Arial"/>
                <a:cs typeface="Arial"/>
                <a:sym typeface="Arial"/>
              </a:rPr>
              <a:t>p = 0.8</a:t>
            </a:r>
            <a:endParaRPr sz="2000" dirty="0">
              <a:solidFill>
                <a:schemeClr val="accent5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388;p31">
            <a:extLst>
              <a:ext uri="{FF2B5EF4-FFF2-40B4-BE49-F238E27FC236}">
                <a16:creationId xmlns:a16="http://schemas.microsoft.com/office/drawing/2014/main" id="{1FAFA1B2-6242-BDDC-9152-758C3BF1B578}"/>
              </a:ext>
            </a:extLst>
          </p:cNvPr>
          <p:cNvSpPr txBox="1"/>
          <p:nvPr/>
        </p:nvSpPr>
        <p:spPr>
          <a:xfrm>
            <a:off x="8104267" y="1661118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+mj-lt"/>
                <a:ea typeface="Arial"/>
                <a:cs typeface="Arial"/>
                <a:sym typeface="Arial"/>
              </a:rPr>
              <a:t>p = 0.2</a:t>
            </a:r>
            <a:endParaRPr sz="2000" dirty="0">
              <a:solidFill>
                <a:schemeClr val="accent5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387;p31">
            <a:extLst>
              <a:ext uri="{FF2B5EF4-FFF2-40B4-BE49-F238E27FC236}">
                <a16:creationId xmlns:a16="http://schemas.microsoft.com/office/drawing/2014/main" id="{71C73CCE-34E1-2F41-B5FD-871FDCA078DA}"/>
              </a:ext>
            </a:extLst>
          </p:cNvPr>
          <p:cNvSpPr txBox="1"/>
          <p:nvPr/>
        </p:nvSpPr>
        <p:spPr>
          <a:xfrm>
            <a:off x="8166825" y="2580686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/>
                </a:solidFill>
                <a:latin typeface="+mj-lt"/>
                <a:ea typeface="Arial"/>
                <a:cs typeface="Arial"/>
                <a:sym typeface="Arial"/>
              </a:rPr>
              <a:t>p = 0.5</a:t>
            </a:r>
            <a:endParaRPr sz="2000" dirty="0">
              <a:solidFill>
                <a:schemeClr val="accent6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388;p31">
            <a:extLst>
              <a:ext uri="{FF2B5EF4-FFF2-40B4-BE49-F238E27FC236}">
                <a16:creationId xmlns:a16="http://schemas.microsoft.com/office/drawing/2014/main" id="{3E9B3C9F-F481-8E90-592C-FFDF38A56606}"/>
              </a:ext>
            </a:extLst>
          </p:cNvPr>
          <p:cNvSpPr txBox="1"/>
          <p:nvPr/>
        </p:nvSpPr>
        <p:spPr>
          <a:xfrm>
            <a:off x="8166825" y="3615973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/>
                </a:solidFill>
                <a:latin typeface="+mj-lt"/>
                <a:ea typeface="Arial"/>
                <a:cs typeface="Arial"/>
                <a:sym typeface="Arial"/>
              </a:rPr>
              <a:t>p = 0.5</a:t>
            </a:r>
            <a:endParaRPr sz="2000" dirty="0">
              <a:solidFill>
                <a:schemeClr val="accent6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387;p31">
            <a:extLst>
              <a:ext uri="{FF2B5EF4-FFF2-40B4-BE49-F238E27FC236}">
                <a16:creationId xmlns:a16="http://schemas.microsoft.com/office/drawing/2014/main" id="{26EE6515-CF4A-AF4E-A79F-83266786B1BD}"/>
              </a:ext>
            </a:extLst>
          </p:cNvPr>
          <p:cNvSpPr txBox="1"/>
          <p:nvPr/>
        </p:nvSpPr>
        <p:spPr>
          <a:xfrm rot="3977094">
            <a:off x="5386662" y="5028041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+mj-lt"/>
                <a:ea typeface="Arial"/>
                <a:cs typeface="Arial"/>
                <a:sym typeface="Arial"/>
              </a:rPr>
              <a:t>p = 1</a:t>
            </a:r>
            <a:endParaRPr sz="20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388;p31">
            <a:extLst>
              <a:ext uri="{FF2B5EF4-FFF2-40B4-BE49-F238E27FC236}">
                <a16:creationId xmlns:a16="http://schemas.microsoft.com/office/drawing/2014/main" id="{6FD43FA4-D341-0E6C-9FAC-A9841995BCC6}"/>
              </a:ext>
            </a:extLst>
          </p:cNvPr>
          <p:cNvSpPr txBox="1"/>
          <p:nvPr/>
        </p:nvSpPr>
        <p:spPr>
          <a:xfrm>
            <a:off x="8104267" y="5594531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  <a:latin typeface="+mj-lt"/>
                <a:ea typeface="Arial"/>
                <a:cs typeface="Arial"/>
                <a:sym typeface="Arial"/>
              </a:rPr>
              <a:t>p = 0.8</a:t>
            </a:r>
            <a:endParaRPr sz="2000" dirty="0">
              <a:solidFill>
                <a:schemeClr val="accent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383;p31">
            <a:extLst>
              <a:ext uri="{FF2B5EF4-FFF2-40B4-BE49-F238E27FC236}">
                <a16:creationId xmlns:a16="http://schemas.microsoft.com/office/drawing/2014/main" id="{FA3D6CE4-73C3-AB2A-58A9-40B095587E0C}"/>
              </a:ext>
            </a:extLst>
          </p:cNvPr>
          <p:cNvSpPr txBox="1"/>
          <p:nvPr/>
        </p:nvSpPr>
        <p:spPr>
          <a:xfrm>
            <a:off x="7532160" y="2676517"/>
            <a:ext cx="735012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Yes</a:t>
            </a:r>
            <a:endParaRPr sz="2000" dirty="0">
              <a:latin typeface="+mj-lt"/>
            </a:endParaRPr>
          </a:p>
        </p:txBody>
      </p:sp>
      <p:sp>
        <p:nvSpPr>
          <p:cNvPr id="143" name="Google Shape;385;p31">
            <a:extLst>
              <a:ext uri="{FF2B5EF4-FFF2-40B4-BE49-F238E27FC236}">
                <a16:creationId xmlns:a16="http://schemas.microsoft.com/office/drawing/2014/main" id="{1E56DF8F-3FDC-E789-4F46-F7BBFE5EA560}"/>
              </a:ext>
            </a:extLst>
          </p:cNvPr>
          <p:cNvSpPr txBox="1"/>
          <p:nvPr/>
        </p:nvSpPr>
        <p:spPr>
          <a:xfrm>
            <a:off x="7468071" y="3549263"/>
            <a:ext cx="863190" cy="369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cs typeface="Arial"/>
                <a:sym typeface="Arial"/>
              </a:rPr>
              <a:t>No</a:t>
            </a:r>
            <a:endParaRPr sz="2000" dirty="0">
              <a:latin typeface="+mj-lt"/>
            </a:endParaRPr>
          </a:p>
        </p:txBody>
      </p:sp>
      <p:sp>
        <p:nvSpPr>
          <p:cNvPr id="144" name="Google Shape;383;p31">
            <a:extLst>
              <a:ext uri="{FF2B5EF4-FFF2-40B4-BE49-F238E27FC236}">
                <a16:creationId xmlns:a16="http://schemas.microsoft.com/office/drawing/2014/main" id="{3474374F-D9D5-413E-B3E7-473FCF4FB447}"/>
              </a:ext>
            </a:extLst>
          </p:cNvPr>
          <p:cNvSpPr txBox="1"/>
          <p:nvPr/>
        </p:nvSpPr>
        <p:spPr>
          <a:xfrm>
            <a:off x="7521868" y="4615620"/>
            <a:ext cx="735012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Yes</a:t>
            </a:r>
            <a:endParaRPr sz="2000" dirty="0">
              <a:latin typeface="+mj-lt"/>
            </a:endParaRPr>
          </a:p>
        </p:txBody>
      </p:sp>
      <p:sp>
        <p:nvSpPr>
          <p:cNvPr id="145" name="Google Shape;385;p31">
            <a:extLst>
              <a:ext uri="{FF2B5EF4-FFF2-40B4-BE49-F238E27FC236}">
                <a16:creationId xmlns:a16="http://schemas.microsoft.com/office/drawing/2014/main" id="{CD94C201-9453-4249-81F8-61CBE1E0E63C}"/>
              </a:ext>
            </a:extLst>
          </p:cNvPr>
          <p:cNvSpPr txBox="1"/>
          <p:nvPr/>
        </p:nvSpPr>
        <p:spPr>
          <a:xfrm>
            <a:off x="7485939" y="5515461"/>
            <a:ext cx="863190" cy="369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No</a:t>
            </a:r>
            <a:endParaRPr sz="2000" dirty="0">
              <a:latin typeface="+mj-lt"/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EA8B346-548C-4C5C-EE54-ADAA7433240F}"/>
              </a:ext>
            </a:extLst>
          </p:cNvPr>
          <p:cNvSpPr txBox="1"/>
          <p:nvPr/>
        </p:nvSpPr>
        <p:spPr>
          <a:xfrm>
            <a:off x="10499193" y="1290272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Minimum # that could be removed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1648DBD-9E16-BAC0-CA61-95990817D65E}"/>
              </a:ext>
            </a:extLst>
          </p:cNvPr>
          <p:cNvSpPr txBox="1"/>
          <p:nvPr/>
        </p:nvSpPr>
        <p:spPr>
          <a:xfrm>
            <a:off x="10499193" y="407372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Maximum # that could be removed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B4D06A87-4188-7996-0380-E4080DF33CA0}"/>
              </a:ext>
            </a:extLst>
          </p:cNvPr>
          <p:cNvSpPr txBox="1"/>
          <p:nvPr/>
        </p:nvSpPr>
        <p:spPr>
          <a:xfrm>
            <a:off x="10472481" y="3351967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Minimum # that could be removed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AFFA536-546D-217D-9115-7328801CEDBE}"/>
              </a:ext>
            </a:extLst>
          </p:cNvPr>
          <p:cNvSpPr txBox="1"/>
          <p:nvPr/>
        </p:nvSpPr>
        <p:spPr>
          <a:xfrm>
            <a:off x="10472481" y="2469067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Maximum # that could be removed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75C63D86-2D0C-1F4D-741A-3B3591345A12}"/>
              </a:ext>
            </a:extLst>
          </p:cNvPr>
          <p:cNvSpPr txBox="1"/>
          <p:nvPr/>
        </p:nvSpPr>
        <p:spPr>
          <a:xfrm>
            <a:off x="10499193" y="5397788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Minimum # that could be removed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BFC758A-D62E-5A78-6FE3-97DA1F43FAFE}"/>
              </a:ext>
            </a:extLst>
          </p:cNvPr>
          <p:cNvSpPr txBox="1"/>
          <p:nvPr/>
        </p:nvSpPr>
        <p:spPr>
          <a:xfrm>
            <a:off x="10499193" y="4514888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Maximum # that could be removed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F4B9320-0402-0DE2-55C3-4769324DA572}"/>
              </a:ext>
            </a:extLst>
          </p:cNvPr>
          <p:cNvSpPr txBox="1"/>
          <p:nvPr/>
        </p:nvSpPr>
        <p:spPr>
          <a:xfrm>
            <a:off x="572250" y="1445521"/>
            <a:ext cx="2915997" cy="31700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Across removal strategies find each EV &amp; identify:</a:t>
            </a:r>
          </a:p>
          <a:p>
            <a:pPr marL="342900" indent="-342900">
              <a:buAutoNum type="arabicParenR"/>
            </a:pPr>
            <a:r>
              <a:rPr lang="en-US" sz="2000" dirty="0"/>
              <a:t>The strategy for a risk-neutral decision maker (the highest EV)</a:t>
            </a:r>
          </a:p>
          <a:p>
            <a:pPr marL="342900" indent="-342900">
              <a:buAutoNum type="arabicParenR"/>
            </a:pPr>
            <a:r>
              <a:rPr lang="en-US" sz="2000" dirty="0"/>
              <a:t>The strategy for a risk-averse decision maker (best mini-max)</a:t>
            </a:r>
          </a:p>
          <a:p>
            <a:pPr marL="342900" indent="-342900">
              <a:buAutoNum type="arabicParenR"/>
            </a:pPr>
            <a:r>
              <a:rPr lang="en-US" sz="2000" dirty="0"/>
              <a:t>Identify the strategy for a risk-seeker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A4B9B1E-9604-CC5D-14FD-33CAF3FEA5F4}"/>
              </a:ext>
            </a:extLst>
          </p:cNvPr>
          <p:cNvSpPr txBox="1"/>
          <p:nvPr/>
        </p:nvSpPr>
        <p:spPr>
          <a:xfrm>
            <a:off x="278953" y="4856230"/>
            <a:ext cx="4590845" cy="175432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&amp; Answer the 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strategy would you choose?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if this was a decision where we are reintroducing endangered species does this change which strategy you would choose? Would you address risk differently?</a:t>
            </a:r>
          </a:p>
        </p:txBody>
      </p:sp>
      <p:sp>
        <p:nvSpPr>
          <p:cNvPr id="170" name="Title 1">
            <a:extLst>
              <a:ext uri="{FF2B5EF4-FFF2-40B4-BE49-F238E27FC236}">
                <a16:creationId xmlns:a16="http://schemas.microsoft.com/office/drawing/2014/main" id="{F590AE25-83D6-A570-AC8C-F99C3637A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4038"/>
            <a:ext cx="12192000" cy="359557"/>
          </a:xfrm>
          <a:solidFill>
            <a:schemeClr val="accent5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Skills Check: Risk attitudes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7C1B719-543C-3D1A-28D4-72215D03BC28}"/>
              </a:ext>
            </a:extLst>
          </p:cNvPr>
          <p:cNvSpPr txBox="1"/>
          <p:nvPr/>
        </p:nvSpPr>
        <p:spPr>
          <a:xfrm>
            <a:off x="109542" y="530483"/>
            <a:ext cx="59380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You are choosing between different invasive carp removal strategies (you want more carp removed)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A229F7-0695-6C07-A421-1A40203A78F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  <p:sp>
        <p:nvSpPr>
          <p:cNvPr id="3" name="Google Shape;387;p31">
            <a:extLst>
              <a:ext uri="{FF2B5EF4-FFF2-40B4-BE49-F238E27FC236}">
                <a16:creationId xmlns:a16="http://schemas.microsoft.com/office/drawing/2014/main" id="{F44134CE-A30B-75EF-DA03-491CA3A12271}"/>
              </a:ext>
            </a:extLst>
          </p:cNvPr>
          <p:cNvSpPr txBox="1"/>
          <p:nvPr/>
        </p:nvSpPr>
        <p:spPr>
          <a:xfrm>
            <a:off x="8233396" y="4548372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  <a:latin typeface="+mj-lt"/>
                <a:ea typeface="Arial"/>
                <a:cs typeface="Arial"/>
                <a:sym typeface="Arial"/>
              </a:rPr>
              <a:t>p = 0.2</a:t>
            </a:r>
            <a:endParaRPr sz="2000" dirty="0">
              <a:solidFill>
                <a:schemeClr val="accent2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89537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A16A-A9D7-F421-B4AB-9B8D3CF78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643" y="500062"/>
            <a:ext cx="11467641" cy="1325563"/>
          </a:xfrm>
        </p:spPr>
        <p:txBody>
          <a:bodyPr/>
          <a:lstStyle/>
          <a:p>
            <a:r>
              <a:rPr lang="en-US" dirty="0"/>
              <a:t>Tools to handle identify and deal with uncertainty: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860212-1489-025B-8B6E-9E6BDBBB3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Decision trees </a:t>
            </a:r>
          </a:p>
          <a:p>
            <a:r>
              <a:rPr lang="en-US" dirty="0"/>
              <a:t>Fault trees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47FEAB-5871-613C-6482-12CD54884704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24241439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E77D2-7CD1-8670-D7FB-5E9FE362C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4316" cy="1325563"/>
          </a:xfrm>
        </p:spPr>
        <p:txBody>
          <a:bodyPr/>
          <a:lstStyle/>
          <a:p>
            <a:r>
              <a:rPr lang="en-US" dirty="0"/>
              <a:t>Fault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CC709-F6BC-419B-5F3D-3319EDEC3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171940" cy="686221"/>
          </a:xfrm>
        </p:spPr>
        <p:txBody>
          <a:bodyPr/>
          <a:lstStyle/>
          <a:p>
            <a:r>
              <a:rPr lang="en-US" dirty="0"/>
              <a:t>Infrequently used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8790B4-449F-80F0-7795-2EFF1E259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190" y="290480"/>
            <a:ext cx="7692145" cy="656752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57FFD00-7DEC-A0FE-EA61-82381E44EA83}"/>
              </a:ext>
            </a:extLst>
          </p:cNvPr>
          <p:cNvSpPr txBox="1">
            <a:spLocks/>
          </p:cNvSpPr>
          <p:nvPr/>
        </p:nvSpPr>
        <p:spPr>
          <a:xfrm>
            <a:off x="4511139" y="5203902"/>
            <a:ext cx="3932104" cy="30061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Runge et al. 2020 Ch 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A7A074-2397-1189-2756-FFE1119995E1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9501683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9ED2-4674-BB6B-7AAE-67C653588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6A0D6-376C-49A4-7AE2-A9B368977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643" y="500062"/>
            <a:ext cx="11467641" cy="1325563"/>
          </a:xfrm>
        </p:spPr>
        <p:txBody>
          <a:bodyPr/>
          <a:lstStyle/>
          <a:p>
            <a:r>
              <a:rPr lang="en-US" dirty="0"/>
              <a:t>Tools to handle identify and deal with uncertainty: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3C118-1CFD-A59E-0031-383E90B75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Decision trees </a:t>
            </a:r>
          </a:p>
          <a:p>
            <a:r>
              <a:rPr lang="en-US" dirty="0"/>
              <a:t>Fault trees</a:t>
            </a:r>
          </a:p>
          <a:p>
            <a:r>
              <a:rPr lang="en-US" dirty="0"/>
              <a:t>Bayesian belief nets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7AA789-8E65-2B7A-C06E-51E2E0F3611E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29345977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104FD-9EAE-9E96-D760-F5AE62DB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809" y="456923"/>
            <a:ext cx="3544711" cy="159398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Bayesian Belief Network (BBN)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ED847-0BE6-95CC-AF07-15C9A9936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795" y="2233676"/>
            <a:ext cx="2880737" cy="4022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Model that incorporates </a:t>
            </a:r>
            <a:r>
              <a:rPr lang="en-US" b="1" dirty="0"/>
              <a:t>Bayesian</a:t>
            </a:r>
            <a:r>
              <a:rPr lang="en-US" dirty="0"/>
              <a:t> </a:t>
            </a:r>
            <a:r>
              <a:rPr lang="en-US" b="1" dirty="0"/>
              <a:t>inference</a:t>
            </a:r>
            <a:r>
              <a:rPr lang="en-US" dirty="0"/>
              <a:t> to estimate uncertainty in its predictions</a:t>
            </a:r>
          </a:p>
          <a:p>
            <a:pPr lvl="1"/>
            <a:r>
              <a:rPr lang="en-US" dirty="0"/>
              <a:t>Incorporates data, prior distributions, likelihood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091FC3-AC4B-8B90-E48C-9B381A108E9D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Landuyt et al. 2013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97EB916-42C4-9182-2E33-FA18BF93C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100" y="1106541"/>
            <a:ext cx="7763743" cy="50704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8DB895-83F2-8469-0AA6-D9ABCC13F8BD}"/>
              </a:ext>
            </a:extLst>
          </p:cNvPr>
          <p:cNvSpPr txBox="1"/>
          <p:nvPr/>
        </p:nvSpPr>
        <p:spPr>
          <a:xfrm>
            <a:off x="10096558" y="5807631"/>
            <a:ext cx="20954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1"/>
                </a:solidFill>
              </a:rPr>
              <a:t>Landuyt et al. 2013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29FAAF-741F-E539-8A56-1C621053D06D}"/>
              </a:ext>
            </a:extLst>
          </p:cNvPr>
          <p:cNvSpPr txBox="1"/>
          <p:nvPr/>
        </p:nvSpPr>
        <p:spPr>
          <a:xfrm>
            <a:off x="8110971" y="595799"/>
            <a:ext cx="151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Intermediate calculation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5BF2D5-722E-5C80-5837-9EE5926BEA45}"/>
              </a:ext>
            </a:extLst>
          </p:cNvPr>
          <p:cNvSpPr txBox="1"/>
          <p:nvPr/>
        </p:nvSpPr>
        <p:spPr>
          <a:xfrm>
            <a:off x="6170035" y="737209"/>
            <a:ext cx="1512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Parameters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1CBD23-B1E2-4F02-1A31-4D63A2C0EA39}"/>
              </a:ext>
            </a:extLst>
          </p:cNvPr>
          <p:cNvSpPr txBox="1"/>
          <p:nvPr/>
        </p:nvSpPr>
        <p:spPr>
          <a:xfrm>
            <a:off x="10480132" y="596169"/>
            <a:ext cx="151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Posterior prediction</a:t>
            </a:r>
          </a:p>
        </p:txBody>
      </p:sp>
    </p:spTree>
    <p:extLst>
      <p:ext uri="{BB962C8B-B14F-4D97-AF65-F5344CB8AC3E}">
        <p14:creationId xmlns:p14="http://schemas.microsoft.com/office/powerpoint/2010/main" val="67625873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4BC5B-0DB5-0182-4156-C19007B31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C6307-5588-0815-F1AB-B26D54DCD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643" y="500062"/>
            <a:ext cx="11467641" cy="1325563"/>
          </a:xfrm>
        </p:spPr>
        <p:txBody>
          <a:bodyPr/>
          <a:lstStyle/>
          <a:p>
            <a:r>
              <a:rPr lang="en-US" dirty="0"/>
              <a:t>Tools to handle identify and deal with uncertainty: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6EB50-D994-6D80-6AF6-83090D15E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3224"/>
            <a:ext cx="8823593" cy="479589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Decision trees </a:t>
            </a:r>
          </a:p>
          <a:p>
            <a:r>
              <a:rPr lang="en-US" dirty="0"/>
              <a:t>Fault trees</a:t>
            </a:r>
          </a:p>
          <a:p>
            <a:r>
              <a:rPr lang="en-US" dirty="0"/>
              <a:t>Bayesian belief nets</a:t>
            </a:r>
          </a:p>
          <a:p>
            <a:r>
              <a:rPr lang="en-US" dirty="0"/>
              <a:t>Integrated population models</a:t>
            </a:r>
          </a:p>
          <a:p>
            <a:pPr lvl="1"/>
            <a:r>
              <a:rPr lang="en-US" dirty="0"/>
              <a:t>Integrate data streams to better estimate parameter values</a:t>
            </a:r>
          </a:p>
          <a:p>
            <a:r>
              <a:rPr lang="en-US" dirty="0"/>
              <a:t>Expert judgement methods</a:t>
            </a:r>
          </a:p>
          <a:p>
            <a:r>
              <a:rPr lang="en-US" dirty="0"/>
              <a:t>Expected value</a:t>
            </a:r>
          </a:p>
          <a:p>
            <a:r>
              <a:rPr lang="en-US" dirty="0"/>
              <a:t>Expected utility analysis (utilities elicited via gambles)</a:t>
            </a:r>
          </a:p>
          <a:p>
            <a:r>
              <a:rPr lang="en-US" dirty="0"/>
              <a:t>Maxi-min criterion</a:t>
            </a:r>
          </a:p>
          <a:p>
            <a:r>
              <a:rPr lang="en-US" dirty="0"/>
              <a:t>Robust satisficing</a:t>
            </a:r>
          </a:p>
          <a:p>
            <a:r>
              <a:rPr lang="en-US" dirty="0"/>
              <a:t>Last week (Value of information, adaptive management, sensitivity analysis)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DB2633-FC0B-1C35-5990-125C69A4612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1818936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FE3D2-94A6-70E8-3C42-0A98455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86DB8-5A73-331D-2327-F3AA05B07C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2900"/>
            <a:ext cx="5370689" cy="4879975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/>
              <a:t>Decisions in the face of uncertainty</a:t>
            </a:r>
          </a:p>
          <a:p>
            <a:pPr lvl="1"/>
            <a:r>
              <a:rPr lang="en-US" sz="3200" dirty="0"/>
              <a:t>Need to consider decision maker’s attitude toward risk</a:t>
            </a:r>
          </a:p>
          <a:p>
            <a:pPr lvl="1"/>
            <a:r>
              <a:rPr lang="en-US" sz="3200" dirty="0"/>
              <a:t>This amounts to valuing outcomes in a way that is not necessarily linear relative to gain or loss</a:t>
            </a:r>
          </a:p>
          <a:p>
            <a:pPr lvl="1"/>
            <a:r>
              <a:rPr lang="en-US" sz="3200" dirty="0"/>
              <a:t>A utility function can be used to capture the decision maker’s risk attitude</a:t>
            </a:r>
          </a:p>
          <a:p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CF992-3835-9715-8640-95E431E3E4CF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BD062C-E430-A685-4359-7CC4B703D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634" y="1833562"/>
            <a:ext cx="5410200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3511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5DAFC-F606-566F-2604-A2CBF88C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9D3865-51BA-5287-CDD9-32877C42A261}"/>
              </a:ext>
            </a:extLst>
          </p:cNvPr>
          <p:cNvSpPr txBox="1">
            <a:spLocks/>
          </p:cNvSpPr>
          <p:nvPr/>
        </p:nvSpPr>
        <p:spPr>
          <a:xfrm>
            <a:off x="4954002" y="283309"/>
            <a:ext cx="6006164" cy="4118571"/>
          </a:xfrm>
          <a:prstGeom prst="cloudCallout">
            <a:avLst>
              <a:gd name="adj1" fmla="val -75412"/>
              <a:gd name="adj2" fmla="val 21512"/>
            </a:avLst>
          </a:prstGeom>
          <a:solidFill>
            <a:schemeClr val="tx1"/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Why should risk tolerance be understood?</a:t>
            </a:r>
          </a:p>
          <a:p>
            <a:r>
              <a:rPr lang="en-US" dirty="0">
                <a:solidFill>
                  <a:schemeClr val="bg1"/>
                </a:solidFill>
              </a:rPr>
              <a:t>In what ways might a risk-averse decision maker approach a conservation problem differently than a risk-seeking one? 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Graphic 5" descr="Head with gears with solid fill">
            <a:extLst>
              <a:ext uri="{FF2B5EF4-FFF2-40B4-BE49-F238E27FC236}">
                <a16:creationId xmlns:a16="http://schemas.microsoft.com/office/drawing/2014/main" id="{44CA4457-1E97-F5EC-E199-7DDAE005B7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6308" y="2628217"/>
            <a:ext cx="4327191" cy="4327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6687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8BE13-D1E2-87EB-A0B9-435845776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6683"/>
            <a:ext cx="12192000" cy="689952"/>
          </a:xfrm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Activity: Risk attitude debate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AFC5AD-0F02-4728-39AB-4DE95438E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117" y="1385357"/>
            <a:ext cx="8078996" cy="521494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 the skills check exercise on invasive carp removal strategy B was the best for a risk neutral decision maker, strategy A was the best for a risk-averse decision maker, and strategy C was the best for a risk-seeker.</a:t>
            </a:r>
          </a:p>
          <a:p>
            <a:endParaRPr lang="en-US" dirty="0"/>
          </a:p>
          <a:p>
            <a:r>
              <a:rPr lang="en-US" dirty="0"/>
              <a:t>Let’s have a risk attitude debate!</a:t>
            </a:r>
          </a:p>
          <a:p>
            <a:pPr lvl="1"/>
            <a:r>
              <a:rPr lang="en-US" dirty="0"/>
              <a:t>Group 1 decision maker: Risk-neutral</a:t>
            </a:r>
          </a:p>
          <a:p>
            <a:pPr lvl="1"/>
            <a:r>
              <a:rPr lang="en-US" dirty="0"/>
              <a:t>Group 2 decision maker: Risk-averse</a:t>
            </a:r>
          </a:p>
          <a:p>
            <a:pPr lvl="1"/>
            <a:r>
              <a:rPr lang="en-US" dirty="0"/>
              <a:t>Group 3 decision maker: Risk-seeking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b="1" dirty="0"/>
              <a:t>Instructions:</a:t>
            </a:r>
          </a:p>
          <a:p>
            <a:pPr lvl="1"/>
            <a:r>
              <a:rPr lang="en-US" dirty="0"/>
              <a:t>You have 5-10 minutes to produce your arguments</a:t>
            </a:r>
          </a:p>
          <a:p>
            <a:pPr lvl="1"/>
            <a:r>
              <a:rPr lang="en-US" dirty="0"/>
              <a:t>You will have one spokesperson per team for round 1 of arguments</a:t>
            </a:r>
          </a:p>
          <a:p>
            <a:pPr lvl="1"/>
            <a:r>
              <a:rPr lang="en-US" dirty="0"/>
              <a:t>A separate spokesperson will argue for round 2 -rebuttals</a:t>
            </a:r>
          </a:p>
          <a:p>
            <a:pPr lvl="1"/>
            <a:endParaRPr lang="en-US" dirty="0"/>
          </a:p>
        </p:txBody>
      </p:sp>
      <p:pic>
        <p:nvPicPr>
          <p:cNvPr id="5" name="Graphic 4" descr="Judge female with solid fill">
            <a:extLst>
              <a:ext uri="{FF2B5EF4-FFF2-40B4-BE49-F238E27FC236}">
                <a16:creationId xmlns:a16="http://schemas.microsoft.com/office/drawing/2014/main" id="{FB553511-0E8A-9924-E0F6-95ABCF4F98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229599" y="1978526"/>
            <a:ext cx="3494117" cy="3494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82275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10842-0CE8-FAB9-00F1-A88F41143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FEE3C-2DFA-5A6A-53EC-515939433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791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86BEE49-F3E9-135C-E475-245529FE6E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70"/>
          <a:stretch/>
        </p:blipFill>
        <p:spPr>
          <a:xfrm>
            <a:off x="6015748" y="1513531"/>
            <a:ext cx="6095025" cy="43885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A20C1A-4914-2FAF-8554-DBB34247A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1945"/>
            <a:ext cx="10515600" cy="807459"/>
          </a:xfrm>
        </p:spPr>
        <p:txBody>
          <a:bodyPr/>
          <a:lstStyle/>
          <a:p>
            <a:r>
              <a:rPr lang="en-US" dirty="0"/>
              <a:t>Closing thoughts – what </a:t>
            </a:r>
            <a:r>
              <a:rPr lang="en-US" b="1" dirty="0"/>
              <a:t>did</a:t>
            </a:r>
            <a:r>
              <a:rPr lang="en-US" dirty="0"/>
              <a:t> you learn?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335A69E-B00D-6F92-3BE5-CD38F21DFE4B}"/>
              </a:ext>
            </a:extLst>
          </p:cNvPr>
          <p:cNvSpPr txBox="1">
            <a:spLocks/>
          </p:cNvSpPr>
          <p:nvPr/>
        </p:nvSpPr>
        <p:spPr>
          <a:xfrm>
            <a:off x="665050" y="1072086"/>
            <a:ext cx="5036503" cy="1182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Two key elements of Structured Decision Making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170E734-E07B-A136-45D3-E1D0300A5651}"/>
              </a:ext>
            </a:extLst>
          </p:cNvPr>
          <p:cNvSpPr txBox="1">
            <a:spLocks/>
          </p:cNvSpPr>
          <p:nvPr/>
        </p:nvSpPr>
        <p:spPr>
          <a:xfrm>
            <a:off x="1329929" y="2212097"/>
            <a:ext cx="4685819" cy="16649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b="1" dirty="0"/>
              <a:t>1. Values-focused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Objectives are discussed first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Contrasts with alternative-focused methods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/>
          </a:p>
        </p:txBody>
      </p:sp>
      <p:pic>
        <p:nvPicPr>
          <p:cNvPr id="8" name="Graphic 7" descr="Comment Heart with solid fill">
            <a:extLst>
              <a:ext uri="{FF2B5EF4-FFF2-40B4-BE49-F238E27FC236}">
                <a16:creationId xmlns:a16="http://schemas.microsoft.com/office/drawing/2014/main" id="{6A5EB302-E8CF-2793-A870-9CB5871D6E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0290" y="2133756"/>
            <a:ext cx="914400" cy="91440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0BF7BDD-1401-3C91-0736-615A4D548160}"/>
              </a:ext>
            </a:extLst>
          </p:cNvPr>
          <p:cNvSpPr txBox="1">
            <a:spLocks/>
          </p:cNvSpPr>
          <p:nvPr/>
        </p:nvSpPr>
        <p:spPr>
          <a:xfrm>
            <a:off x="1195908" y="3762556"/>
            <a:ext cx="5422750" cy="2781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/>
              <a:t>2. Problem decomposition (</a:t>
            </a:r>
            <a:r>
              <a:rPr lang="en-US" sz="2400" b="1" dirty="0" err="1"/>
              <a:t>PrOACT</a:t>
            </a:r>
            <a:r>
              <a:rPr lang="en-US" sz="2400" b="1" dirty="0"/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Break problem into components, separating science from values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Complete relevant analysis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Recompose the parts to make a decision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400" u="sng" dirty="0"/>
              <a:t>Additional considerations</a:t>
            </a:r>
            <a:r>
              <a:rPr lang="en-US" sz="2400" dirty="0"/>
              <a:t>: risk, uncertainty, adaptive management</a:t>
            </a:r>
          </a:p>
        </p:txBody>
      </p:sp>
      <p:pic>
        <p:nvPicPr>
          <p:cNvPr id="10" name="Graphic 9" descr="Puzzle pieces with solid fill">
            <a:extLst>
              <a:ext uri="{FF2B5EF4-FFF2-40B4-BE49-F238E27FC236}">
                <a16:creationId xmlns:a16="http://schemas.microsoft.com/office/drawing/2014/main" id="{C3DC2100-1404-B74B-8817-94D1DC9D25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5529" y="3653093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9D6A36E-5CC3-7A3C-8AAE-BC39EB46115B}"/>
              </a:ext>
            </a:extLst>
          </p:cNvPr>
          <p:cNvSpPr txBox="1"/>
          <p:nvPr/>
        </p:nvSpPr>
        <p:spPr>
          <a:xfrm>
            <a:off x="0" y="6581001"/>
            <a:ext cx="80164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Ashley Fortune Isham, Jim Lyons, Sarah J Converse,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2715570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C88F94-FB33-5210-B483-39F4BB1B7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5CAB0-5C67-4865-D647-F2F453B24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5793"/>
          </a:xfrm>
        </p:spPr>
        <p:txBody>
          <a:bodyPr/>
          <a:lstStyle/>
          <a:p>
            <a:r>
              <a:rPr lang="en-US" dirty="0"/>
              <a:t>Closing thoughts – what </a:t>
            </a:r>
            <a:r>
              <a:rPr lang="en-US" b="1" dirty="0"/>
              <a:t>didn’t</a:t>
            </a:r>
            <a:r>
              <a:rPr lang="en-US" dirty="0"/>
              <a:t> you learn?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BBCA15A-6291-EB8A-5CDE-D9858C8D8674}"/>
              </a:ext>
            </a:extLst>
          </p:cNvPr>
          <p:cNvSpPr txBox="1">
            <a:spLocks/>
          </p:cNvSpPr>
          <p:nvPr/>
        </p:nvSpPr>
        <p:spPr>
          <a:xfrm>
            <a:off x="963641" y="1215615"/>
            <a:ext cx="7734300" cy="523951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dirty="0"/>
              <a:t>What we didn’t cover:</a:t>
            </a:r>
          </a:p>
          <a:p>
            <a:pPr lvl="1"/>
            <a:r>
              <a:rPr lang="en-US" sz="3200" b="1" dirty="0"/>
              <a:t>Variety of quantitative tools</a:t>
            </a:r>
            <a:endParaRPr lang="en-US" sz="2800" dirty="0"/>
          </a:p>
          <a:p>
            <a:pPr lvl="2"/>
            <a:r>
              <a:rPr lang="en-US" sz="2800" dirty="0"/>
              <a:t>Other types of value of information analysis</a:t>
            </a:r>
          </a:p>
          <a:p>
            <a:pPr lvl="2"/>
            <a:r>
              <a:rPr lang="en-US" sz="2800" dirty="0"/>
              <a:t>Multi-Criteria Decision analysis tools</a:t>
            </a:r>
          </a:p>
          <a:p>
            <a:pPr lvl="2"/>
            <a:r>
              <a:rPr lang="en-US" sz="2800" dirty="0"/>
              <a:t>Bayesian Belief Networks</a:t>
            </a:r>
          </a:p>
          <a:p>
            <a:pPr lvl="2"/>
            <a:r>
              <a:rPr lang="en-US" sz="2800" dirty="0"/>
              <a:t>Adaptive management modeling techniques</a:t>
            </a:r>
          </a:p>
          <a:p>
            <a:pPr lvl="2"/>
            <a:r>
              <a:rPr lang="en-US" sz="2800" dirty="0"/>
              <a:t>Projection modeling</a:t>
            </a:r>
          </a:p>
          <a:p>
            <a:pPr lvl="2"/>
            <a:r>
              <a:rPr lang="en-US" sz="2800" dirty="0"/>
              <a:t>Optimization modeling</a:t>
            </a:r>
          </a:p>
          <a:p>
            <a:pPr lvl="1"/>
            <a:r>
              <a:rPr lang="en-US" sz="3200" b="1" dirty="0"/>
              <a:t>Dealing with people</a:t>
            </a:r>
          </a:p>
          <a:p>
            <a:pPr lvl="2"/>
            <a:r>
              <a:rPr lang="en-US" sz="2800" dirty="0"/>
              <a:t>Stakeholder analysis, forming a team</a:t>
            </a:r>
          </a:p>
          <a:p>
            <a:pPr lvl="2"/>
            <a:r>
              <a:rPr lang="en-US" sz="2800" dirty="0"/>
              <a:t>Facilitation</a:t>
            </a:r>
          </a:p>
          <a:p>
            <a:pPr lvl="2"/>
            <a:r>
              <a:rPr lang="en-US" sz="2800" dirty="0"/>
              <a:t>Expert elicitation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8" name="Graphic 7" descr="Programmer female with solid fill">
            <a:extLst>
              <a:ext uri="{FF2B5EF4-FFF2-40B4-BE49-F238E27FC236}">
                <a16:creationId xmlns:a16="http://schemas.microsoft.com/office/drawing/2014/main" id="{AF6AB866-276B-9538-582A-8E73FD098E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63057" y="1417772"/>
            <a:ext cx="2290743" cy="2290743"/>
          </a:xfrm>
          <a:prstGeom prst="rect">
            <a:avLst/>
          </a:prstGeom>
        </p:spPr>
      </p:pic>
      <p:pic>
        <p:nvPicPr>
          <p:cNvPr id="9" name="Graphic 8" descr="Cycle with people with solid fill">
            <a:extLst>
              <a:ext uri="{FF2B5EF4-FFF2-40B4-BE49-F238E27FC236}">
                <a16:creationId xmlns:a16="http://schemas.microsoft.com/office/drawing/2014/main" id="{CA1C6E53-9B82-9E3B-740C-47014461CE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44571" y="3566428"/>
            <a:ext cx="2781300" cy="2781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0745C87-3E06-9056-609B-72E09C90E763}"/>
              </a:ext>
            </a:extLst>
          </p:cNvPr>
          <p:cNvSpPr txBox="1"/>
          <p:nvPr/>
        </p:nvSpPr>
        <p:spPr>
          <a:xfrm>
            <a:off x="0" y="6581001"/>
            <a:ext cx="80164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Ashley Fortune Isham, Jim Lyons, Sarah J Converse,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153409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148E07-0CBD-4B16-EC22-A3974ECA2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6442FB79-7C16-A40A-1600-6478F246C306}"/>
              </a:ext>
            </a:extLst>
          </p:cNvPr>
          <p:cNvSpPr/>
          <p:nvPr/>
        </p:nvSpPr>
        <p:spPr>
          <a:xfrm>
            <a:off x="7394233" y="1173382"/>
            <a:ext cx="4550208" cy="4922618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2BA144-6049-A0BE-2E28-095FE863A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927814" cy="646331"/>
          </a:xfrm>
        </p:spPr>
        <p:txBody>
          <a:bodyPr>
            <a:normAutofit fontScale="90000"/>
          </a:bodyPr>
          <a:lstStyle/>
          <a:p>
            <a:r>
              <a:rPr lang="en-US" dirty="0"/>
              <a:t>Closing thoughts – What can SDM be used for?</a:t>
            </a:r>
          </a:p>
        </p:txBody>
      </p:sp>
      <p:pic>
        <p:nvPicPr>
          <p:cNvPr id="4" name="Picture 3" descr="A group of white birds standing on the ground&#10;&#10;Description automatically generated">
            <a:extLst>
              <a:ext uri="{FF2B5EF4-FFF2-40B4-BE49-F238E27FC236}">
                <a16:creationId xmlns:a16="http://schemas.microsoft.com/office/drawing/2014/main" id="{DB194074-5C3F-0D20-665B-50327C4940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85" y="3611298"/>
            <a:ext cx="1700575" cy="11320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24AB0D-EEB6-23A6-496A-CFA4B1917B81}"/>
              </a:ext>
            </a:extLst>
          </p:cNvPr>
          <p:cNvSpPr txBox="1"/>
          <p:nvPr/>
        </p:nvSpPr>
        <p:spPr>
          <a:xfrm>
            <a:off x="512190" y="2944344"/>
            <a:ext cx="3013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Whooping crane management</a:t>
            </a:r>
          </a:p>
          <a:p>
            <a:pPr algn="ctr"/>
            <a:r>
              <a:rPr lang="en-US" dirty="0"/>
              <a:t>(Moore et al. 2008)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7DA22C-A193-C785-EDB1-FCF40D2F0448}"/>
              </a:ext>
            </a:extLst>
          </p:cNvPr>
          <p:cNvSpPr txBox="1"/>
          <p:nvPr/>
        </p:nvSpPr>
        <p:spPr>
          <a:xfrm>
            <a:off x="442235" y="1173383"/>
            <a:ext cx="3013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Waterfowl harvests</a:t>
            </a:r>
          </a:p>
          <a:p>
            <a:pPr algn="ctr"/>
            <a:r>
              <a:rPr lang="en-US" dirty="0"/>
              <a:t>(Williams and Johnson 1995)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F19360-9993-B38A-7AE9-402B251E87AF}"/>
              </a:ext>
            </a:extLst>
          </p:cNvPr>
          <p:cNvSpPr txBox="1"/>
          <p:nvPr/>
        </p:nvSpPr>
        <p:spPr>
          <a:xfrm>
            <a:off x="3500378" y="1173382"/>
            <a:ext cx="34907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Bighorn Sheep disease mitigation</a:t>
            </a:r>
          </a:p>
          <a:p>
            <a:pPr algn="ctr"/>
            <a:r>
              <a:rPr lang="en-US" dirty="0"/>
              <a:t>(Sells et al. 2016)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324DB0-83C0-3FF7-EB6D-4CCB91CCD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252" y="1819713"/>
            <a:ext cx="1513748" cy="10094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0FDC75-722D-47D0-54C7-4AE626541D6A}"/>
              </a:ext>
            </a:extLst>
          </p:cNvPr>
          <p:cNvSpPr txBox="1"/>
          <p:nvPr/>
        </p:nvSpPr>
        <p:spPr>
          <a:xfrm>
            <a:off x="715384" y="4706681"/>
            <a:ext cx="2466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Bull trout reintroduction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Brignon</a:t>
            </a:r>
            <a:r>
              <a:rPr lang="en-US" dirty="0"/>
              <a:t> et al. 2017)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75CA23-80DB-632A-BFEB-EE54FB3DD3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869" y="5330819"/>
            <a:ext cx="1700239" cy="12735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F8E0AF-F591-9A23-0CE1-5A32D68BD067}"/>
              </a:ext>
            </a:extLst>
          </p:cNvPr>
          <p:cNvSpPr txBox="1"/>
          <p:nvPr/>
        </p:nvSpPr>
        <p:spPr>
          <a:xfrm>
            <a:off x="3763040" y="2942441"/>
            <a:ext cx="31521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Dreissenid</a:t>
            </a:r>
            <a:r>
              <a:rPr lang="en-US" dirty="0"/>
              <a:t> mussel management</a:t>
            </a:r>
          </a:p>
          <a:p>
            <a:pPr algn="ctr"/>
            <a:r>
              <a:rPr lang="en-US" dirty="0"/>
              <a:t>(Sepulveda et al. 2022)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05E18BA-3E4E-E569-2056-D71BE541CC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9614" y="3588772"/>
            <a:ext cx="1619024" cy="98378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37425C-CB67-1FF4-BF7C-9A122C03D3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1999" y="1859923"/>
            <a:ext cx="1513748" cy="10389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E0E4482-B84F-9E82-8371-7AC4F0962525}"/>
              </a:ext>
            </a:extLst>
          </p:cNvPr>
          <p:cNvSpPr txBox="1"/>
          <p:nvPr/>
        </p:nvSpPr>
        <p:spPr>
          <a:xfrm>
            <a:off x="-14056" y="6628191"/>
            <a:ext cx="60944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Developed by Brielle Thompson, Michael C. Runge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52C43E8-45C2-63D1-515F-13DEC92079D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8399" y="5353011"/>
            <a:ext cx="1700239" cy="12751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8AD116E-C2F2-960A-99A9-1AC76C1FCC11}"/>
              </a:ext>
            </a:extLst>
          </p:cNvPr>
          <p:cNvSpPr txBox="1"/>
          <p:nvPr/>
        </p:nvSpPr>
        <p:spPr>
          <a:xfrm>
            <a:off x="3338561" y="4706680"/>
            <a:ext cx="40108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Prairie Pothole wetland management</a:t>
            </a:r>
          </a:p>
          <a:p>
            <a:pPr algn="ctr"/>
            <a:r>
              <a:rPr lang="en-US" dirty="0"/>
              <a:t>(Hunt et al. 2020)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CB5E701-BD7A-EF53-234A-5B866503D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94233" y="1819713"/>
            <a:ext cx="4582081" cy="4276287"/>
          </a:xfrm>
        </p:spPr>
        <p:txBody>
          <a:bodyPr>
            <a:normAutofit lnSpcReduction="10000"/>
          </a:bodyPr>
          <a:lstStyle/>
          <a:p>
            <a:pPr lvl="0"/>
            <a:r>
              <a:rPr lang="en-US" dirty="0"/>
              <a:t>Routine: one decision maker</a:t>
            </a:r>
          </a:p>
          <a:p>
            <a:pPr lvl="0"/>
            <a:r>
              <a:rPr lang="en-US" dirty="0"/>
              <a:t>Small‐scale: one decision maker or closely collaborating decision makers, few stakeholders</a:t>
            </a:r>
          </a:p>
          <a:p>
            <a:pPr lvl="0"/>
            <a:r>
              <a:rPr lang="en-US" dirty="0"/>
              <a:t>Medium‐scale: multiple collaborative decision makers, many stakeholders</a:t>
            </a:r>
          </a:p>
          <a:p>
            <a:pPr lvl="0"/>
            <a:r>
              <a:rPr lang="en-US" dirty="0"/>
              <a:t>Large‐scale: multiple collaborative decision makers, many stakeholders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46FD63-9ADB-0B38-6A05-1D1530968C73}"/>
              </a:ext>
            </a:extLst>
          </p:cNvPr>
          <p:cNvSpPr txBox="1"/>
          <p:nvPr/>
        </p:nvSpPr>
        <p:spPr>
          <a:xfrm>
            <a:off x="7470129" y="1111827"/>
            <a:ext cx="4241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dirty="0"/>
              <a:t>Across many scales</a:t>
            </a:r>
          </a:p>
        </p:txBody>
      </p:sp>
    </p:spTree>
    <p:extLst>
      <p:ext uri="{BB962C8B-B14F-4D97-AF65-F5344CB8AC3E}">
        <p14:creationId xmlns:p14="http://schemas.microsoft.com/office/powerpoint/2010/main" val="2587991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19" grpId="0" uiExpand="1" build="p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9478E7-DFE5-6923-0FCB-81ABE047E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10BD3-C2DD-F65F-847F-7FA25D426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4917" y="322311"/>
            <a:ext cx="10640209" cy="1325563"/>
          </a:xfrm>
        </p:spPr>
        <p:txBody>
          <a:bodyPr/>
          <a:lstStyle/>
          <a:p>
            <a:pPr algn="ctr"/>
            <a:r>
              <a:rPr lang="en-US" dirty="0"/>
              <a:t>Closing thoughts – What can SDM be used for</a:t>
            </a:r>
            <a:br>
              <a:rPr lang="en-US" dirty="0"/>
            </a:br>
            <a:r>
              <a:rPr lang="en-US" b="1" dirty="0"/>
              <a:t>beyond natural resources</a:t>
            </a:r>
            <a:r>
              <a:rPr lang="en-US" dirty="0"/>
              <a:t>?</a:t>
            </a:r>
          </a:p>
        </p:txBody>
      </p:sp>
      <p:pic>
        <p:nvPicPr>
          <p:cNvPr id="3" name="Graphic 2" descr="Car with solid fill">
            <a:extLst>
              <a:ext uri="{FF2B5EF4-FFF2-40B4-BE49-F238E27FC236}">
                <a16:creationId xmlns:a16="http://schemas.microsoft.com/office/drawing/2014/main" id="{C6DEAD00-1FD6-CDEF-4EE0-8FDC6BF57B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10047" y="1695994"/>
            <a:ext cx="1664822" cy="1664822"/>
          </a:xfrm>
          <a:prstGeom prst="rect">
            <a:avLst/>
          </a:prstGeom>
        </p:spPr>
      </p:pic>
      <p:pic>
        <p:nvPicPr>
          <p:cNvPr id="4" name="Graphic 3" descr="Schoolhouse with solid fill">
            <a:extLst>
              <a:ext uri="{FF2B5EF4-FFF2-40B4-BE49-F238E27FC236}">
                <a16:creationId xmlns:a16="http://schemas.microsoft.com/office/drawing/2014/main" id="{68AD51D5-2FFD-9569-E09E-5A08ED4426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8825" y="1572415"/>
            <a:ext cx="1664822" cy="1664822"/>
          </a:xfrm>
          <a:prstGeom prst="rect">
            <a:avLst/>
          </a:prstGeom>
        </p:spPr>
      </p:pic>
      <p:pic>
        <p:nvPicPr>
          <p:cNvPr id="5" name="Graphic 4" descr="Briefcase with solid fill">
            <a:extLst>
              <a:ext uri="{FF2B5EF4-FFF2-40B4-BE49-F238E27FC236}">
                <a16:creationId xmlns:a16="http://schemas.microsoft.com/office/drawing/2014/main" id="{236D832A-4D97-21C2-1D2F-6D798E77AE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1617" y="1641813"/>
            <a:ext cx="1551011" cy="1551011"/>
          </a:xfrm>
          <a:prstGeom prst="rect">
            <a:avLst/>
          </a:prstGeom>
        </p:spPr>
      </p:pic>
      <p:pic>
        <p:nvPicPr>
          <p:cNvPr id="7" name="Graphic 6" descr="House with solid fill">
            <a:extLst>
              <a:ext uri="{FF2B5EF4-FFF2-40B4-BE49-F238E27FC236}">
                <a16:creationId xmlns:a16="http://schemas.microsoft.com/office/drawing/2014/main" id="{C9A47595-8534-393D-5BD2-E5B96A157D4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66630" y="3887598"/>
            <a:ext cx="1645920" cy="16459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7DCE010-3AFC-5EC6-97AE-ABDB079E8AB4}"/>
              </a:ext>
            </a:extLst>
          </p:cNvPr>
          <p:cNvSpPr txBox="1"/>
          <p:nvPr/>
        </p:nvSpPr>
        <p:spPr>
          <a:xfrm>
            <a:off x="4686471" y="2933491"/>
            <a:ext cx="214805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Choosing a college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C6A906-ACC4-94AF-36AE-45BDE66826DE}"/>
              </a:ext>
            </a:extLst>
          </p:cNvPr>
          <p:cNvSpPr txBox="1"/>
          <p:nvPr/>
        </p:nvSpPr>
        <p:spPr>
          <a:xfrm>
            <a:off x="2419634" y="2928692"/>
            <a:ext cx="13879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Buying a car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D554CD-8737-3F26-C946-AECC8734EDDA}"/>
              </a:ext>
            </a:extLst>
          </p:cNvPr>
          <p:cNvSpPr txBox="1"/>
          <p:nvPr/>
        </p:nvSpPr>
        <p:spPr>
          <a:xfrm>
            <a:off x="7323095" y="2928692"/>
            <a:ext cx="214805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Career decisions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13ADE9-0356-9684-D53B-448F13978E5A}"/>
              </a:ext>
            </a:extLst>
          </p:cNvPr>
          <p:cNvSpPr txBox="1"/>
          <p:nvPr/>
        </p:nvSpPr>
        <p:spPr>
          <a:xfrm>
            <a:off x="4626889" y="5474050"/>
            <a:ext cx="212540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Buying a house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84E003-DCBE-64A5-734A-49D44DD9F4D7}"/>
              </a:ext>
            </a:extLst>
          </p:cNvPr>
          <p:cNvSpPr txBox="1"/>
          <p:nvPr/>
        </p:nvSpPr>
        <p:spPr>
          <a:xfrm>
            <a:off x="1524" y="6596390"/>
            <a:ext cx="60944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Developed by Brielle Thompson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7E6140-1AC9-8F05-D6C8-92F8B1097BBD}"/>
              </a:ext>
            </a:extLst>
          </p:cNvPr>
          <p:cNvSpPr txBox="1"/>
          <p:nvPr/>
        </p:nvSpPr>
        <p:spPr>
          <a:xfrm>
            <a:off x="1852790" y="5474050"/>
            <a:ext cx="22235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Deciding dinner plans</a:t>
            </a:r>
          </a:p>
        </p:txBody>
      </p:sp>
      <p:pic>
        <p:nvPicPr>
          <p:cNvPr id="14" name="Graphic 13" descr="Fork and knife with solid fill">
            <a:extLst>
              <a:ext uri="{FF2B5EF4-FFF2-40B4-BE49-F238E27FC236}">
                <a16:creationId xmlns:a16="http://schemas.microsoft.com/office/drawing/2014/main" id="{469A2D47-0035-ABEF-106D-6048B799228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2187303" y="3979038"/>
            <a:ext cx="1554480" cy="1554480"/>
          </a:xfrm>
          <a:prstGeom prst="rect">
            <a:avLst/>
          </a:prstGeom>
        </p:spPr>
      </p:pic>
      <p:pic>
        <p:nvPicPr>
          <p:cNvPr id="15" name="Graphic 14" descr="Travel with solid fill">
            <a:extLst>
              <a:ext uri="{FF2B5EF4-FFF2-40B4-BE49-F238E27FC236}">
                <a16:creationId xmlns:a16="http://schemas.microsoft.com/office/drawing/2014/main" id="{33A02C97-E923-96AE-4B85-A1D7266D972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7637397" y="3887598"/>
            <a:ext cx="1645920" cy="164592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031E185-C1CE-DDDD-0ECB-DA4D89496F84}"/>
              </a:ext>
            </a:extLst>
          </p:cNvPr>
          <p:cNvSpPr txBox="1"/>
          <p:nvPr/>
        </p:nvSpPr>
        <p:spPr>
          <a:xfrm>
            <a:off x="7157915" y="5474050"/>
            <a:ext cx="212540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Making travel plans</a:t>
            </a:r>
          </a:p>
        </p:txBody>
      </p:sp>
    </p:spTree>
    <p:extLst>
      <p:ext uri="{BB962C8B-B14F-4D97-AF65-F5344CB8AC3E}">
        <p14:creationId xmlns:p14="http://schemas.microsoft.com/office/powerpoint/2010/main" val="95040249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A6F5A-257E-97E6-83AA-4696B79E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8710"/>
            <a:ext cx="10515600" cy="2513642"/>
          </a:xfrm>
        </p:spPr>
        <p:txBody>
          <a:bodyPr anchor="ctr">
            <a:normAutofit fontScale="90000"/>
          </a:bodyPr>
          <a:lstStyle/>
          <a:p>
            <a:r>
              <a:rPr lang="en-US" sz="8000" dirty="0"/>
              <a:t>Next week:</a:t>
            </a:r>
            <a:br>
              <a:rPr lang="en-US" dirty="0"/>
            </a:br>
            <a:r>
              <a:rPr lang="en-US" dirty="0"/>
              <a:t> </a:t>
            </a:r>
            <a:br>
              <a:rPr lang="en-US" dirty="0"/>
            </a:br>
            <a:r>
              <a:rPr lang="en-US" sz="3600" dirty="0"/>
              <a:t>final class period </a:t>
            </a:r>
            <a:br>
              <a:rPr lang="en-US" sz="3600" dirty="0"/>
            </a:br>
            <a:r>
              <a:rPr lang="en-US" sz="3600" dirty="0"/>
              <a:t>2-4pm ABNR 210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45E01A-AEC6-B3DB-F5CB-086D84BA8E7A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  <p:sp>
        <p:nvSpPr>
          <p:cNvPr id="7" name="Rectangle 6" descr="End with solid fill">
            <a:extLst>
              <a:ext uri="{FF2B5EF4-FFF2-40B4-BE49-F238E27FC236}">
                <a16:creationId xmlns:a16="http://schemas.microsoft.com/office/drawing/2014/main" id="{F4EBFBD8-D5D1-6E5C-6AD5-EEF15D60642B}"/>
              </a:ext>
            </a:extLst>
          </p:cNvPr>
          <p:cNvSpPr/>
          <p:nvPr/>
        </p:nvSpPr>
        <p:spPr>
          <a:xfrm>
            <a:off x="1619482" y="3014847"/>
            <a:ext cx="2308436" cy="2268095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4">
              <a:hueOff val="9800891"/>
              <a:satOff val="-40777"/>
              <a:lumOff val="9608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CDBE7B-05AB-B78B-1843-DFBE16204CC3}"/>
              </a:ext>
            </a:extLst>
          </p:cNvPr>
          <p:cNvSpPr txBox="1"/>
          <p:nvPr/>
        </p:nvSpPr>
        <p:spPr>
          <a:xfrm>
            <a:off x="4038086" y="3687230"/>
            <a:ext cx="68414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/>
              <a:t>Final presentations!</a:t>
            </a:r>
          </a:p>
        </p:txBody>
      </p:sp>
    </p:spTree>
    <p:extLst>
      <p:ext uri="{BB962C8B-B14F-4D97-AF65-F5344CB8AC3E}">
        <p14:creationId xmlns:p14="http://schemas.microsoft.com/office/powerpoint/2010/main" val="197208879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1DB82-1DE0-B78B-AB52-6E66ADCAD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Extra time activities:</a:t>
            </a:r>
            <a:endParaRPr lang="en-US"/>
          </a:p>
        </p:txBody>
      </p:sp>
      <p:pic>
        <p:nvPicPr>
          <p:cNvPr id="4" name="Picture 3" descr="Alarm clocks in a line">
            <a:extLst>
              <a:ext uri="{FF2B5EF4-FFF2-40B4-BE49-F238E27FC236}">
                <a16:creationId xmlns:a16="http://schemas.microsoft.com/office/drawing/2014/main" id="{893D1E89-BB04-80A9-9C6C-90FFCF680A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436"/>
          <a:stretch>
            <a:fillRect/>
          </a:stretch>
        </p:blipFill>
        <p:spPr>
          <a:xfrm>
            <a:off x="838200" y="1825625"/>
            <a:ext cx="10515600" cy="43513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854182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ED602-EC27-67AB-41A7-EA2E6E2F1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60426"/>
          </a:xfrm>
        </p:spPr>
        <p:txBody>
          <a:bodyPr>
            <a:normAutofit fontScale="90000"/>
          </a:bodyPr>
          <a:lstStyle/>
          <a:p>
            <a:r>
              <a:rPr lang="en-US" dirty="0"/>
              <a:t>Reading discussion (Runge et al. 2020 Ch 13)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6CCB-9497-D52A-E563-EA564D079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7342"/>
            <a:ext cx="10515600" cy="503224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How does risk tolerance influence the choice between management actions with uncertain outcomes?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does expected utility theory help integrate scientific uncertainty with stakeholder values? What challenges might arise when eliciting utility functions from decision makers?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might cognitive biases affect how decision makers perceive and respond to risk in conservation settings? What strategies can help mitigate these biases?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what ways can structured decision making tools help clarify value-based disagreements among stakeholders in conservation planning?</a:t>
            </a:r>
          </a:p>
        </p:txBody>
      </p:sp>
    </p:spTree>
    <p:extLst>
      <p:ext uri="{BB962C8B-B14F-4D97-AF65-F5344CB8AC3E}">
        <p14:creationId xmlns:p14="http://schemas.microsoft.com/office/powerpoint/2010/main" val="3019933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205C470770B0D4ABF8826612BE84D5C" ma:contentTypeVersion="11" ma:contentTypeDescription="Create a new document." ma:contentTypeScope="" ma:versionID="d7fafb7966f5382a7b5f49eb7fca42a7">
  <xsd:schema xmlns:xsd="http://www.w3.org/2001/XMLSchema" xmlns:xs="http://www.w3.org/2001/XMLSchema" xmlns:p="http://schemas.microsoft.com/office/2006/metadata/properties" xmlns:ns2="050c1e3a-3f2f-46e4-a7ea-a86e3cc5eb79" xmlns:ns3="46a3c90f-7163-42dd-89ea-fb04cd484268" targetNamespace="http://schemas.microsoft.com/office/2006/metadata/properties" ma:root="true" ma:fieldsID="9d965f3a61d4a60a0bcdf4e7f4aceea8" ns2:_="" ns3:_="">
    <xsd:import namespace="050c1e3a-3f2f-46e4-a7ea-a86e3cc5eb79"/>
    <xsd:import namespace="46a3c90f-7163-42dd-89ea-fb04cd4842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c1e3a-3f2f-46e4-a7ea-a86e3cc5eb7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9c5df3ad-b4e5-45d1-88c9-23db5f1fe61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a3c90f-7163-42dd-89ea-fb04cd48426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2362f2d-49b2-4aec-879b-1d5b4696d909}" ma:internalName="TaxCatchAll" ma:showField="CatchAllData" ma:web="46a3c90f-7163-42dd-89ea-fb04cd4842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6a3c90f-7163-42dd-89ea-fb04cd484268" xsi:nil="true"/>
    <lcf76f155ced4ddcb4097134ff3c332f xmlns="050c1e3a-3f2f-46e4-a7ea-a86e3cc5eb7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FDCFB6C1-0DFB-464F-A4E0-4B9110FCE372}">
  <ds:schemaRefs>
    <ds:schemaRef ds:uri="050c1e3a-3f2f-46e4-a7ea-a86e3cc5eb79"/>
    <ds:schemaRef ds:uri="46a3c90f-7163-42dd-89ea-fb04cd48426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B6C8A5A-3C6E-4AD9-AAB6-4593C0D0103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6358A4-AB2B-46A6-8A66-ED7466D63DD5}">
  <ds:schemaRefs>
    <ds:schemaRef ds:uri="050c1e3a-3f2f-46e4-a7ea-a86e3cc5eb79"/>
    <ds:schemaRef ds:uri="46a3c90f-7163-42dd-89ea-fb04cd484268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1322</TotalTime>
  <Words>4493</Words>
  <Application>Microsoft Office PowerPoint</Application>
  <PresentationFormat>Widescreen</PresentationFormat>
  <Paragraphs>934</Paragraphs>
  <Slides>62</Slides>
  <Notes>24</Notes>
  <HiddenSlides>0</HiddenSlides>
  <MMClips>1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72" baseType="lpstr">
      <vt:lpstr>Amasis MT Pro</vt:lpstr>
      <vt:lpstr>Aptos</vt:lpstr>
      <vt:lpstr>Arial</vt:lpstr>
      <vt:lpstr>Arial (Headings)</vt:lpstr>
      <vt:lpstr>Calibri</vt:lpstr>
      <vt:lpstr>Calibri Light</vt:lpstr>
      <vt:lpstr>Century Gothic</vt:lpstr>
      <vt:lpstr>Palatino Linotype</vt:lpstr>
      <vt:lpstr>Times New Roman</vt:lpstr>
      <vt:lpstr>Office 2013 - 2022 Theme</vt:lpstr>
      <vt:lpstr>Week 7:  Decisions under uncertainty part 2 + Risk</vt:lpstr>
      <vt:lpstr>Begin with a few final presentations</vt:lpstr>
      <vt:lpstr>Review of last week</vt:lpstr>
      <vt:lpstr>Working with uncertainty</vt:lpstr>
      <vt:lpstr>Assessing risk</vt:lpstr>
      <vt:lpstr>Risk attitude examples</vt:lpstr>
      <vt:lpstr>Risk attitude examples</vt:lpstr>
      <vt:lpstr>Back to decision trees:</vt:lpstr>
      <vt:lpstr>Decision tree example:</vt:lpstr>
      <vt:lpstr>Decision tree example:</vt:lpstr>
      <vt:lpstr>Decision tree example:</vt:lpstr>
      <vt:lpstr>Decision tree example:</vt:lpstr>
      <vt:lpstr>Activity: Your risk attitude</vt:lpstr>
      <vt:lpstr>Activity: Your risk attitude</vt:lpstr>
      <vt:lpstr>Approaches to risk:</vt:lpstr>
      <vt:lpstr>Approaches to risk example with EV:</vt:lpstr>
      <vt:lpstr>Activity: Risk Discussion</vt:lpstr>
      <vt:lpstr>Approaches to risk:</vt:lpstr>
      <vt:lpstr>Expected utility:</vt:lpstr>
      <vt:lpstr>Approaches to risk example:</vt:lpstr>
      <vt:lpstr>Approaches to risk example:</vt:lpstr>
      <vt:lpstr>Approaches to risk example:</vt:lpstr>
      <vt:lpstr>Aside: diminishing utility</vt:lpstr>
      <vt:lpstr>Approaches to risk example:</vt:lpstr>
      <vt:lpstr>Using Gambles to Determine Utility</vt:lpstr>
      <vt:lpstr>Probability equivalence:</vt:lpstr>
      <vt:lpstr>Probability equivalence:</vt:lpstr>
      <vt:lpstr>Probability equivalence:</vt:lpstr>
      <vt:lpstr>Probability equivalence:</vt:lpstr>
      <vt:lpstr>Probability equivalence:</vt:lpstr>
      <vt:lpstr>Probability equivalence:</vt:lpstr>
      <vt:lpstr>Probability equivalence:</vt:lpstr>
      <vt:lpstr>If you know the decision maker’s risk attitude:</vt:lpstr>
      <vt:lpstr>Brielle’s flight risk example:</vt:lpstr>
      <vt:lpstr>Brielle’s flight risk example:</vt:lpstr>
      <vt:lpstr>Brielle’s flight risk example:</vt:lpstr>
      <vt:lpstr>Brielle’s flight risk example:</vt:lpstr>
      <vt:lpstr>Brielle’s flight risk example:</vt:lpstr>
      <vt:lpstr>Approaches to risk:</vt:lpstr>
      <vt:lpstr>Mini-max</vt:lpstr>
      <vt:lpstr>Mini-max</vt:lpstr>
      <vt:lpstr>Mini-max vs expected value example #1</vt:lpstr>
      <vt:lpstr>Mini-max vs expected value example #2</vt:lpstr>
      <vt:lpstr>Robustness</vt:lpstr>
      <vt:lpstr>Robustness</vt:lpstr>
      <vt:lpstr>Skills Check: Risk attitudes</vt:lpstr>
      <vt:lpstr>Tools to handle identify and deal with uncertainty:</vt:lpstr>
      <vt:lpstr>Fault trees</vt:lpstr>
      <vt:lpstr>Tools to handle identify and deal with uncertainty:</vt:lpstr>
      <vt:lpstr>Bayesian Belief Network (BBN) models</vt:lpstr>
      <vt:lpstr>Tools to handle identify and deal with uncertainty:</vt:lpstr>
      <vt:lpstr>Risk summary</vt:lpstr>
      <vt:lpstr>Discussion</vt:lpstr>
      <vt:lpstr>Activity: Risk attitude debate</vt:lpstr>
      <vt:lpstr>PowerPoint Presentation</vt:lpstr>
      <vt:lpstr>Closing thoughts – what did you learn?</vt:lpstr>
      <vt:lpstr>Closing thoughts – what didn’t you learn?</vt:lpstr>
      <vt:lpstr>Closing thoughts – What can SDM be used for?</vt:lpstr>
      <vt:lpstr>Closing thoughts – What can SDM be used for beyond natural resources?</vt:lpstr>
      <vt:lpstr>Next week:   final class period  2-4pm ABNR 210</vt:lpstr>
      <vt:lpstr>Extra time activities:</vt:lpstr>
      <vt:lpstr>Reading discussion (Runge et al. 2020 Ch 13)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Introduction: Motivation for Structured Decision Making</dc:title>
  <dc:creator>Thompson, Brielle</dc:creator>
  <cp:lastModifiedBy>Thompson, Brielle</cp:lastModifiedBy>
  <cp:revision>54</cp:revision>
  <dcterms:created xsi:type="dcterms:W3CDTF">2024-12-30T15:57:04Z</dcterms:created>
  <dcterms:modified xsi:type="dcterms:W3CDTF">2025-10-14T18:42:55Z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0x010100D205C470770B0D4ABF8826612BE84D5C</vt:lpwstr>
  </property>
  <property fmtid="{D5CDD505-2E9C-101B-9397-08002B2CF9AE}" pid="3" name="MediaServiceImageTags">
    <vt:lpwstr/>
  </property>
</Properties>
</file>