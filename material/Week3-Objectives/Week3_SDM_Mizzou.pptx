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66"/>
  </p:notesMasterIdLst>
  <p:sldIdLst>
    <p:sldId id="434" r:id="rId5"/>
    <p:sldId id="509" r:id="rId6"/>
    <p:sldId id="291" r:id="rId7"/>
    <p:sldId id="436" r:id="rId8"/>
    <p:sldId id="467" r:id="rId9"/>
    <p:sldId id="511" r:id="rId10"/>
    <p:sldId id="512" r:id="rId11"/>
    <p:sldId id="466" r:id="rId12"/>
    <p:sldId id="317" r:id="rId13"/>
    <p:sldId id="318" r:id="rId14"/>
    <p:sldId id="319" r:id="rId15"/>
    <p:sldId id="320" r:id="rId16"/>
    <p:sldId id="321" r:id="rId17"/>
    <p:sldId id="469" r:id="rId18"/>
    <p:sldId id="471" r:id="rId19"/>
    <p:sldId id="472" r:id="rId20"/>
    <p:sldId id="507" r:id="rId21"/>
    <p:sldId id="324" r:id="rId22"/>
    <p:sldId id="325" r:id="rId23"/>
    <p:sldId id="474" r:id="rId24"/>
    <p:sldId id="475" r:id="rId25"/>
    <p:sldId id="326" r:id="rId26"/>
    <p:sldId id="478" r:id="rId27"/>
    <p:sldId id="479" r:id="rId28"/>
    <p:sldId id="328" r:id="rId29"/>
    <p:sldId id="329" r:id="rId30"/>
    <p:sldId id="330" r:id="rId31"/>
    <p:sldId id="476" r:id="rId32"/>
    <p:sldId id="477" r:id="rId33"/>
    <p:sldId id="331" r:id="rId34"/>
    <p:sldId id="481" r:id="rId35"/>
    <p:sldId id="482" r:id="rId36"/>
    <p:sldId id="483" r:id="rId37"/>
    <p:sldId id="485" r:id="rId38"/>
    <p:sldId id="515" r:id="rId39"/>
    <p:sldId id="484" r:id="rId40"/>
    <p:sldId id="487" r:id="rId41"/>
    <p:sldId id="488" r:id="rId42"/>
    <p:sldId id="495" r:id="rId43"/>
    <p:sldId id="496" r:id="rId44"/>
    <p:sldId id="332" r:id="rId45"/>
    <p:sldId id="498" r:id="rId46"/>
    <p:sldId id="499" r:id="rId47"/>
    <p:sldId id="500" r:id="rId48"/>
    <p:sldId id="333" r:id="rId49"/>
    <p:sldId id="283" r:id="rId50"/>
    <p:sldId id="497" r:id="rId51"/>
    <p:sldId id="504" r:id="rId52"/>
    <p:sldId id="516" r:id="rId53"/>
    <p:sldId id="501" r:id="rId54"/>
    <p:sldId id="502" r:id="rId55"/>
    <p:sldId id="503" r:id="rId56"/>
    <p:sldId id="510" r:id="rId57"/>
    <p:sldId id="514" r:id="rId58"/>
    <p:sldId id="452" r:id="rId59"/>
    <p:sldId id="384" r:id="rId60"/>
    <p:sldId id="459" r:id="rId61"/>
    <p:sldId id="513" r:id="rId62"/>
    <p:sldId id="505" r:id="rId63"/>
    <p:sldId id="506" r:id="rId64"/>
    <p:sldId id="464" r:id="rId6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8F8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8809AF-57EE-46A8-9FFB-5C73D92D8713}" v="384" dt="2025-09-09T18:37:51.24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69" autoAdjust="0"/>
    <p:restoredTop sz="81477" autoAdjust="0"/>
  </p:normalViewPr>
  <p:slideViewPr>
    <p:cSldViewPr snapToGrid="0">
      <p:cViewPr varScale="1">
        <p:scale>
          <a:sx n="90" d="100"/>
          <a:sy n="90" d="100"/>
        </p:scale>
        <p:origin x="63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viewProps" Target="viewProps.xml"/><Relationship Id="rId7" Type="http://schemas.openxmlformats.org/officeDocument/2006/relationships/slide" Target="slides/slide3.xml"/><Relationship Id="rId71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microsoft.com/office/2015/10/relationships/revisionInfo" Target="revisionInfo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mpson, Brielle" userId="f0ea580a-03ee-4a63-bd84-436803179175" providerId="ADAL" clId="{A8653F06-0B99-4EE0-815C-EAA8C98FAF5D}"/>
    <pc:docChg chg="undo custSel addSld delSld modSld sldOrd">
      <pc:chgData name="Thompson, Brielle" userId="f0ea580a-03ee-4a63-bd84-436803179175" providerId="ADAL" clId="{A8653F06-0B99-4EE0-815C-EAA8C98FAF5D}" dt="2025-08-19T14:02:35.544" v="3161" actId="115"/>
      <pc:docMkLst>
        <pc:docMk/>
      </pc:docMkLst>
      <pc:sldChg chg="add del">
        <pc:chgData name="Thompson, Brielle" userId="f0ea580a-03ee-4a63-bd84-436803179175" providerId="ADAL" clId="{A8653F06-0B99-4EE0-815C-EAA8C98FAF5D}" dt="2025-08-18T20:38:28.781" v="1200" actId="47"/>
        <pc:sldMkLst>
          <pc:docMk/>
          <pc:sldMk cId="0" sldId="271"/>
        </pc:sldMkLst>
      </pc:sldChg>
      <pc:sldChg chg="add del">
        <pc:chgData name="Thompson, Brielle" userId="f0ea580a-03ee-4a63-bd84-436803179175" providerId="ADAL" clId="{A8653F06-0B99-4EE0-815C-EAA8C98FAF5D}" dt="2025-08-18T20:42:15.163" v="1269" actId="47"/>
        <pc:sldMkLst>
          <pc:docMk/>
          <pc:sldMk cId="0" sldId="272"/>
        </pc:sldMkLst>
      </pc:sldChg>
      <pc:sldChg chg="modSp add del mod">
        <pc:chgData name="Thompson, Brielle" userId="f0ea580a-03ee-4a63-bd84-436803179175" providerId="ADAL" clId="{A8653F06-0B99-4EE0-815C-EAA8C98FAF5D}" dt="2025-08-18T20:42:58.466" v="1294" actId="47"/>
        <pc:sldMkLst>
          <pc:docMk/>
          <pc:sldMk cId="0" sldId="273"/>
        </pc:sldMkLst>
      </pc:sldChg>
      <pc:sldChg chg="modSp add del mod">
        <pc:chgData name="Thompson, Brielle" userId="f0ea580a-03ee-4a63-bd84-436803179175" providerId="ADAL" clId="{A8653F06-0B99-4EE0-815C-EAA8C98FAF5D}" dt="2025-08-18T20:44:36.668" v="1316" actId="47"/>
        <pc:sldMkLst>
          <pc:docMk/>
          <pc:sldMk cId="0" sldId="274"/>
        </pc:sldMkLst>
      </pc:sldChg>
      <pc:sldChg chg="modSp add mod">
        <pc:chgData name="Thompson, Brielle" userId="f0ea580a-03ee-4a63-bd84-436803179175" providerId="ADAL" clId="{A8653F06-0B99-4EE0-815C-EAA8C98FAF5D}" dt="2025-08-18T22:23:56.336" v="1900" actId="20577"/>
        <pc:sldMkLst>
          <pc:docMk/>
          <pc:sldMk cId="606874343" sldId="283"/>
        </pc:sldMkLst>
        <pc:spChg chg="mod">
          <ac:chgData name="Thompson, Brielle" userId="f0ea580a-03ee-4a63-bd84-436803179175" providerId="ADAL" clId="{A8653F06-0B99-4EE0-815C-EAA8C98FAF5D}" dt="2025-08-18T22:23:56.336" v="1900" actId="20577"/>
          <ac:spMkLst>
            <pc:docMk/>
            <pc:sldMk cId="606874343" sldId="283"/>
            <ac:spMk id="2" creationId="{C206431B-29EA-A246-A6F7-DF77C71ED6EC}"/>
          </ac:spMkLst>
        </pc:spChg>
      </pc:sldChg>
      <pc:sldChg chg="modSp add mod">
        <pc:chgData name="Thompson, Brielle" userId="f0ea580a-03ee-4a63-bd84-436803179175" providerId="ADAL" clId="{A8653F06-0B99-4EE0-815C-EAA8C98FAF5D}" dt="2025-08-18T17:17:45.949" v="49" actId="313"/>
        <pc:sldMkLst>
          <pc:docMk/>
          <pc:sldMk cId="201371984" sldId="317"/>
        </pc:sldMkLst>
        <pc:spChg chg="mod">
          <ac:chgData name="Thompson, Brielle" userId="f0ea580a-03ee-4a63-bd84-436803179175" providerId="ADAL" clId="{A8653F06-0B99-4EE0-815C-EAA8C98FAF5D}" dt="2025-08-18T17:17:45.949" v="49" actId="313"/>
          <ac:spMkLst>
            <pc:docMk/>
            <pc:sldMk cId="201371984" sldId="317"/>
            <ac:spMk id="3" creationId="{A41088DE-BC8B-5541-8FA1-0906461E1896}"/>
          </ac:spMkLst>
        </pc:spChg>
      </pc:sldChg>
      <pc:sldChg chg="addSp modSp add mod">
        <pc:chgData name="Thompson, Brielle" userId="f0ea580a-03ee-4a63-bd84-436803179175" providerId="ADAL" clId="{A8653F06-0B99-4EE0-815C-EAA8C98FAF5D}" dt="2025-08-18T17:18:38.930" v="67" actId="313"/>
        <pc:sldMkLst>
          <pc:docMk/>
          <pc:sldMk cId="1279739453" sldId="318"/>
        </pc:sldMkLst>
        <pc:spChg chg="add mod">
          <ac:chgData name="Thompson, Brielle" userId="f0ea580a-03ee-4a63-bd84-436803179175" providerId="ADAL" clId="{A8653F06-0B99-4EE0-815C-EAA8C98FAF5D}" dt="2025-08-18T17:18:38.930" v="67" actId="313"/>
          <ac:spMkLst>
            <pc:docMk/>
            <pc:sldMk cId="1279739453" sldId="318"/>
            <ac:spMk id="8" creationId="{09A6E814-A3F2-23D0-3597-B69C234A5022}"/>
          </ac:spMkLst>
        </pc:spChg>
      </pc:sldChg>
      <pc:sldChg chg="add">
        <pc:chgData name="Thompson, Brielle" userId="f0ea580a-03ee-4a63-bd84-436803179175" providerId="ADAL" clId="{A8653F06-0B99-4EE0-815C-EAA8C98FAF5D}" dt="2025-08-18T17:06:18.942" v="0"/>
        <pc:sldMkLst>
          <pc:docMk/>
          <pc:sldMk cId="754799561" sldId="319"/>
        </pc:sldMkLst>
      </pc:sldChg>
      <pc:sldChg chg="add">
        <pc:chgData name="Thompson, Brielle" userId="f0ea580a-03ee-4a63-bd84-436803179175" providerId="ADAL" clId="{A8653F06-0B99-4EE0-815C-EAA8C98FAF5D}" dt="2025-08-18T17:06:18.942" v="0"/>
        <pc:sldMkLst>
          <pc:docMk/>
          <pc:sldMk cId="943169494" sldId="320"/>
        </pc:sldMkLst>
      </pc:sldChg>
      <pc:sldChg chg="addSp delSp modSp add mod modAnim">
        <pc:chgData name="Thompson, Brielle" userId="f0ea580a-03ee-4a63-bd84-436803179175" providerId="ADAL" clId="{A8653F06-0B99-4EE0-815C-EAA8C98FAF5D}" dt="2025-08-18T19:57:21.697" v="576"/>
        <pc:sldMkLst>
          <pc:docMk/>
          <pc:sldMk cId="382481239" sldId="321"/>
        </pc:sldMkLst>
        <pc:spChg chg="ord">
          <ac:chgData name="Thompson, Brielle" userId="f0ea580a-03ee-4a63-bd84-436803179175" providerId="ADAL" clId="{A8653F06-0B99-4EE0-815C-EAA8C98FAF5D}" dt="2025-08-18T19:56:21.355" v="560" actId="167"/>
          <ac:spMkLst>
            <pc:docMk/>
            <pc:sldMk cId="382481239" sldId="321"/>
            <ac:spMk id="9" creationId="{2F366992-F516-7FE4-2B93-015999141ADD}"/>
          </ac:spMkLst>
        </pc:spChg>
        <pc:spChg chg="add mod">
          <ac:chgData name="Thompson, Brielle" userId="f0ea580a-03ee-4a63-bd84-436803179175" providerId="ADAL" clId="{A8653F06-0B99-4EE0-815C-EAA8C98FAF5D}" dt="2025-08-18T19:57:10.793" v="575" actId="1076"/>
          <ac:spMkLst>
            <pc:docMk/>
            <pc:sldMk cId="382481239" sldId="321"/>
            <ac:spMk id="14" creationId="{42E77B37-8E24-ADB5-9090-71A18391FBAB}"/>
          </ac:spMkLst>
        </pc:spChg>
        <pc:spChg chg="add mod">
          <ac:chgData name="Thompson, Brielle" userId="f0ea580a-03ee-4a63-bd84-436803179175" providerId="ADAL" clId="{A8653F06-0B99-4EE0-815C-EAA8C98FAF5D}" dt="2025-08-18T19:56:35.512" v="564" actId="207"/>
          <ac:spMkLst>
            <pc:docMk/>
            <pc:sldMk cId="382481239" sldId="321"/>
            <ac:spMk id="16" creationId="{00D08980-E15D-FE83-8138-EF6C7237D7AF}"/>
          </ac:spMkLst>
        </pc:spChg>
      </pc:sldChg>
      <pc:sldChg chg="add del">
        <pc:chgData name="Thompson, Brielle" userId="f0ea580a-03ee-4a63-bd84-436803179175" providerId="ADAL" clId="{A8653F06-0B99-4EE0-815C-EAA8C98FAF5D}" dt="2025-08-18T20:08:10.336" v="763" actId="47"/>
        <pc:sldMkLst>
          <pc:docMk/>
          <pc:sldMk cId="3594457772" sldId="323"/>
        </pc:sldMkLst>
      </pc:sldChg>
      <pc:sldChg chg="addSp delSp modSp add mod">
        <pc:chgData name="Thompson, Brielle" userId="f0ea580a-03ee-4a63-bd84-436803179175" providerId="ADAL" clId="{A8653F06-0B99-4EE0-815C-EAA8C98FAF5D}" dt="2025-08-19T14:01:56.602" v="3156" actId="20577"/>
        <pc:sldMkLst>
          <pc:docMk/>
          <pc:sldMk cId="343525391" sldId="324"/>
        </pc:sldMkLst>
        <pc:spChg chg="add mod">
          <ac:chgData name="Thompson, Brielle" userId="f0ea580a-03ee-4a63-bd84-436803179175" providerId="ADAL" clId="{A8653F06-0B99-4EE0-815C-EAA8C98FAF5D}" dt="2025-08-19T14:01:56.602" v="3156" actId="20577"/>
          <ac:spMkLst>
            <pc:docMk/>
            <pc:sldMk cId="343525391" sldId="324"/>
            <ac:spMk id="9" creationId="{90980E55-8ED0-B0DF-B01E-07511DF952BC}"/>
          </ac:spMkLst>
        </pc:spChg>
      </pc:sldChg>
      <pc:sldChg chg="addSp delSp modSp add mod">
        <pc:chgData name="Thompson, Brielle" userId="f0ea580a-03ee-4a63-bd84-436803179175" providerId="ADAL" clId="{A8653F06-0B99-4EE0-815C-EAA8C98FAF5D}" dt="2025-08-18T20:25:22.543" v="1012" actId="20577"/>
        <pc:sldMkLst>
          <pc:docMk/>
          <pc:sldMk cId="2100928310" sldId="325"/>
        </pc:sldMkLst>
        <pc:spChg chg="add mod">
          <ac:chgData name="Thompson, Brielle" userId="f0ea580a-03ee-4a63-bd84-436803179175" providerId="ADAL" clId="{A8653F06-0B99-4EE0-815C-EAA8C98FAF5D}" dt="2025-08-18T20:25:22.543" v="1012" actId="20577"/>
          <ac:spMkLst>
            <pc:docMk/>
            <pc:sldMk cId="2100928310" sldId="325"/>
            <ac:spMk id="8" creationId="{0BDA7182-07E4-8B7C-E809-9B8FE8267057}"/>
          </ac:spMkLst>
        </pc:spChg>
      </pc:sldChg>
      <pc:sldChg chg="addSp delSp modSp add mod">
        <pc:chgData name="Thompson, Brielle" userId="f0ea580a-03ee-4a63-bd84-436803179175" providerId="ADAL" clId="{A8653F06-0B99-4EE0-815C-EAA8C98FAF5D}" dt="2025-08-18T20:36:40.258" v="1180" actId="20577"/>
        <pc:sldMkLst>
          <pc:docMk/>
          <pc:sldMk cId="211886428" sldId="326"/>
        </pc:sldMkLst>
        <pc:spChg chg="mod">
          <ac:chgData name="Thompson, Brielle" userId="f0ea580a-03ee-4a63-bd84-436803179175" providerId="ADAL" clId="{A8653F06-0B99-4EE0-815C-EAA8C98FAF5D}" dt="2025-08-18T20:36:40.258" v="1180" actId="20577"/>
          <ac:spMkLst>
            <pc:docMk/>
            <pc:sldMk cId="211886428" sldId="326"/>
            <ac:spMk id="2" creationId="{D7F7711D-537C-9634-4887-F79EF0217D7F}"/>
          </ac:spMkLst>
        </pc:spChg>
        <pc:spChg chg="add mod">
          <ac:chgData name="Thompson, Brielle" userId="f0ea580a-03ee-4a63-bd84-436803179175" providerId="ADAL" clId="{A8653F06-0B99-4EE0-815C-EAA8C98FAF5D}" dt="2025-08-18T20:04:39.669" v="759"/>
          <ac:spMkLst>
            <pc:docMk/>
            <pc:sldMk cId="211886428" sldId="326"/>
            <ac:spMk id="7" creationId="{D77F982F-75AC-FCB1-FAA7-E44FE4765BC8}"/>
          </ac:spMkLst>
        </pc:spChg>
      </pc:sldChg>
      <pc:sldChg chg="modSp add del mod ord">
        <pc:chgData name="Thompson, Brielle" userId="f0ea580a-03ee-4a63-bd84-436803179175" providerId="ADAL" clId="{A8653F06-0B99-4EE0-815C-EAA8C98FAF5D}" dt="2025-08-18T22:18:00.187" v="1793" actId="47"/>
        <pc:sldMkLst>
          <pc:docMk/>
          <pc:sldMk cId="0" sldId="327"/>
        </pc:sldMkLst>
      </pc:sldChg>
      <pc:sldChg chg="addSp modSp add mod">
        <pc:chgData name="Thompson, Brielle" userId="f0ea580a-03ee-4a63-bd84-436803179175" providerId="ADAL" clId="{A8653F06-0B99-4EE0-815C-EAA8C98FAF5D}" dt="2025-08-18T20:44:43.052" v="1318" actId="20577"/>
        <pc:sldMkLst>
          <pc:docMk/>
          <pc:sldMk cId="2283546291" sldId="328"/>
        </pc:sldMkLst>
        <pc:spChg chg="add mod">
          <ac:chgData name="Thompson, Brielle" userId="f0ea580a-03ee-4a63-bd84-436803179175" providerId="ADAL" clId="{A8653F06-0B99-4EE0-815C-EAA8C98FAF5D}" dt="2025-08-18T20:04:46.669" v="760"/>
          <ac:spMkLst>
            <pc:docMk/>
            <pc:sldMk cId="2283546291" sldId="328"/>
            <ac:spMk id="3" creationId="{2F3B4C70-1B37-0429-6DA8-51675AA37D5A}"/>
          </ac:spMkLst>
        </pc:spChg>
        <pc:spChg chg="mod">
          <ac:chgData name="Thompson, Brielle" userId="f0ea580a-03ee-4a63-bd84-436803179175" providerId="ADAL" clId="{A8653F06-0B99-4EE0-815C-EAA8C98FAF5D}" dt="2025-08-18T20:44:43.052" v="1318" actId="20577"/>
          <ac:spMkLst>
            <pc:docMk/>
            <pc:sldMk cId="2283546291" sldId="328"/>
            <ac:spMk id="5" creationId="{93E9D839-E905-C3B1-0473-27EC5A3D1FCD}"/>
          </ac:spMkLst>
        </pc:spChg>
      </pc:sldChg>
      <pc:sldChg chg="addSp modSp add mod">
        <pc:chgData name="Thompson, Brielle" userId="f0ea580a-03ee-4a63-bd84-436803179175" providerId="ADAL" clId="{A8653F06-0B99-4EE0-815C-EAA8C98FAF5D}" dt="2025-08-18T20:45:19.485" v="1346" actId="20577"/>
        <pc:sldMkLst>
          <pc:docMk/>
          <pc:sldMk cId="368993062" sldId="329"/>
        </pc:sldMkLst>
        <pc:spChg chg="add mod">
          <ac:chgData name="Thompson, Brielle" userId="f0ea580a-03ee-4a63-bd84-436803179175" providerId="ADAL" clId="{A8653F06-0B99-4EE0-815C-EAA8C98FAF5D}" dt="2025-08-18T20:45:19.485" v="1346" actId="20577"/>
          <ac:spMkLst>
            <pc:docMk/>
            <pc:sldMk cId="368993062" sldId="329"/>
            <ac:spMk id="3" creationId="{06D5D7E5-F091-B5BD-5A93-2AB4D9B277E6}"/>
          </ac:spMkLst>
        </pc:spChg>
        <pc:spChg chg="mod">
          <ac:chgData name="Thompson, Brielle" userId="f0ea580a-03ee-4a63-bd84-436803179175" providerId="ADAL" clId="{A8653F06-0B99-4EE0-815C-EAA8C98FAF5D}" dt="2025-08-18T20:44:47.165" v="1320" actId="20577"/>
          <ac:spMkLst>
            <pc:docMk/>
            <pc:sldMk cId="368993062" sldId="329"/>
            <ac:spMk id="9" creationId="{D7E0AA0D-2769-374B-F047-D918C15374E7}"/>
          </ac:spMkLst>
        </pc:spChg>
      </pc:sldChg>
      <pc:sldChg chg="addSp modSp add mod">
        <pc:chgData name="Thompson, Brielle" userId="f0ea580a-03ee-4a63-bd84-436803179175" providerId="ADAL" clId="{A8653F06-0B99-4EE0-815C-EAA8C98FAF5D}" dt="2025-08-18T20:45:31.728" v="1349"/>
        <pc:sldMkLst>
          <pc:docMk/>
          <pc:sldMk cId="2429975983" sldId="330"/>
        </pc:sldMkLst>
        <pc:spChg chg="add mod">
          <ac:chgData name="Thompson, Brielle" userId="f0ea580a-03ee-4a63-bd84-436803179175" providerId="ADAL" clId="{A8653F06-0B99-4EE0-815C-EAA8C98FAF5D}" dt="2025-08-18T20:45:31.728" v="1349"/>
          <ac:spMkLst>
            <pc:docMk/>
            <pc:sldMk cId="2429975983" sldId="330"/>
            <ac:spMk id="3" creationId="{D4A32DEF-3668-1504-5943-4E6C3142A358}"/>
          </ac:spMkLst>
        </pc:spChg>
        <pc:spChg chg="mod">
          <ac:chgData name="Thompson, Brielle" userId="f0ea580a-03ee-4a63-bd84-436803179175" providerId="ADAL" clId="{A8653F06-0B99-4EE0-815C-EAA8C98FAF5D}" dt="2025-08-18T20:45:29.928" v="1348" actId="20577"/>
          <ac:spMkLst>
            <pc:docMk/>
            <pc:sldMk cId="2429975983" sldId="330"/>
            <ac:spMk id="10" creationId="{7F732C5E-A823-E684-4E67-AD1E0ABC133B}"/>
          </ac:spMkLst>
        </pc:spChg>
      </pc:sldChg>
      <pc:sldChg chg="modSp add mod">
        <pc:chgData name="Thompson, Brielle" userId="f0ea580a-03ee-4a63-bd84-436803179175" providerId="ADAL" clId="{A8653F06-0B99-4EE0-815C-EAA8C98FAF5D}" dt="2025-08-18T21:06:46.881" v="1449" actId="1076"/>
        <pc:sldMkLst>
          <pc:docMk/>
          <pc:sldMk cId="2662060584" sldId="331"/>
        </pc:sldMkLst>
        <pc:spChg chg="mod">
          <ac:chgData name="Thompson, Brielle" userId="f0ea580a-03ee-4a63-bd84-436803179175" providerId="ADAL" clId="{A8653F06-0B99-4EE0-815C-EAA8C98FAF5D}" dt="2025-08-18T21:06:46.881" v="1449" actId="1076"/>
          <ac:spMkLst>
            <pc:docMk/>
            <pc:sldMk cId="2662060584" sldId="331"/>
            <ac:spMk id="36" creationId="{1025E34F-AB6E-DB9A-079E-74CAE3F9474F}"/>
          </ac:spMkLst>
        </pc:spChg>
      </pc:sldChg>
      <pc:sldChg chg="addSp modSp add mod modAnim">
        <pc:chgData name="Thompson, Brielle" userId="f0ea580a-03ee-4a63-bd84-436803179175" providerId="ADAL" clId="{A8653F06-0B99-4EE0-815C-EAA8C98FAF5D}" dt="2025-08-18T22:23:00.920" v="1888"/>
        <pc:sldMkLst>
          <pc:docMk/>
          <pc:sldMk cId="30920658" sldId="332"/>
        </pc:sldMkLst>
        <pc:spChg chg="mod">
          <ac:chgData name="Thompson, Brielle" userId="f0ea580a-03ee-4a63-bd84-436803179175" providerId="ADAL" clId="{A8653F06-0B99-4EE0-815C-EAA8C98FAF5D}" dt="2025-08-18T21:16:02.783" v="1647" actId="113"/>
          <ac:spMkLst>
            <pc:docMk/>
            <pc:sldMk cId="30920658" sldId="332"/>
            <ac:spMk id="2" creationId="{6CD6B5E5-18AB-4966-B36A-2254E0DAD242}"/>
          </ac:spMkLst>
        </pc:spChg>
        <pc:spChg chg="add mod">
          <ac:chgData name="Thompson, Brielle" userId="f0ea580a-03ee-4a63-bd84-436803179175" providerId="ADAL" clId="{A8653F06-0B99-4EE0-815C-EAA8C98FAF5D}" dt="2025-08-18T22:22:17.531" v="1882" actId="14100"/>
          <ac:spMkLst>
            <pc:docMk/>
            <pc:sldMk cId="30920658" sldId="332"/>
            <ac:spMk id="5" creationId="{2634D187-49EB-1C8D-D649-D8B1A11EA7C5}"/>
          </ac:spMkLst>
        </pc:spChg>
      </pc:sldChg>
      <pc:sldChg chg="modSp add mod">
        <pc:chgData name="Thompson, Brielle" userId="f0ea580a-03ee-4a63-bd84-436803179175" providerId="ADAL" clId="{A8653F06-0B99-4EE0-815C-EAA8C98FAF5D}" dt="2025-08-18T22:35:23.982" v="2016" actId="20577"/>
        <pc:sldMkLst>
          <pc:docMk/>
          <pc:sldMk cId="2398906164" sldId="333"/>
        </pc:sldMkLst>
        <pc:spChg chg="mod">
          <ac:chgData name="Thompson, Brielle" userId="f0ea580a-03ee-4a63-bd84-436803179175" providerId="ADAL" clId="{A8653F06-0B99-4EE0-815C-EAA8C98FAF5D}" dt="2025-08-18T22:35:23.982" v="2016" actId="20577"/>
          <ac:spMkLst>
            <pc:docMk/>
            <pc:sldMk cId="2398906164" sldId="333"/>
            <ac:spMk id="13" creationId="{C4EA2A06-96D1-5854-EF2F-842EA8227DC2}"/>
          </ac:spMkLst>
        </pc:spChg>
      </pc:sldChg>
      <pc:sldChg chg="modSp add del mod">
        <pc:chgData name="Thompson, Brielle" userId="f0ea580a-03ee-4a63-bd84-436803179175" providerId="ADAL" clId="{A8653F06-0B99-4EE0-815C-EAA8C98FAF5D}" dt="2025-08-18T22:41:51.470" v="2347" actId="47"/>
        <pc:sldMkLst>
          <pc:docMk/>
          <pc:sldMk cId="0" sldId="338"/>
        </pc:sldMkLst>
      </pc:sldChg>
      <pc:sldChg chg="add del">
        <pc:chgData name="Thompson, Brielle" userId="f0ea580a-03ee-4a63-bd84-436803179175" providerId="ADAL" clId="{A8653F06-0B99-4EE0-815C-EAA8C98FAF5D}" dt="2025-08-18T21:18:43.359" v="1667" actId="47"/>
        <pc:sldMkLst>
          <pc:docMk/>
          <pc:sldMk cId="2084462249" sldId="339"/>
        </pc:sldMkLst>
      </pc:sldChg>
      <pc:sldChg chg="add del">
        <pc:chgData name="Thompson, Brielle" userId="f0ea580a-03ee-4a63-bd84-436803179175" providerId="ADAL" clId="{A8653F06-0B99-4EE0-815C-EAA8C98FAF5D}" dt="2025-08-18T21:18:39.718" v="1666" actId="47"/>
        <pc:sldMkLst>
          <pc:docMk/>
          <pc:sldMk cId="3574892176" sldId="340"/>
        </pc:sldMkLst>
      </pc:sldChg>
      <pc:sldChg chg="add del">
        <pc:chgData name="Thompson, Brielle" userId="f0ea580a-03ee-4a63-bd84-436803179175" providerId="ADAL" clId="{A8653F06-0B99-4EE0-815C-EAA8C98FAF5D}" dt="2025-08-18T22:39:53.194" v="2311" actId="47"/>
        <pc:sldMkLst>
          <pc:docMk/>
          <pc:sldMk cId="0" sldId="341"/>
        </pc:sldMkLst>
      </pc:sldChg>
      <pc:sldChg chg="add del">
        <pc:chgData name="Thompson, Brielle" userId="f0ea580a-03ee-4a63-bd84-436803179175" providerId="ADAL" clId="{A8653F06-0B99-4EE0-815C-EAA8C98FAF5D}" dt="2025-08-18T21:18:46.719" v="1668" actId="47"/>
        <pc:sldMkLst>
          <pc:docMk/>
          <pc:sldMk cId="1423802778" sldId="341"/>
        </pc:sldMkLst>
      </pc:sldChg>
      <pc:sldChg chg="add del">
        <pc:chgData name="Thompson, Brielle" userId="f0ea580a-03ee-4a63-bd84-436803179175" providerId="ADAL" clId="{A8653F06-0B99-4EE0-815C-EAA8C98FAF5D}" dt="2025-08-18T22:24:20.880" v="1902" actId="47"/>
        <pc:sldMkLst>
          <pc:docMk/>
          <pc:sldMk cId="0" sldId="349"/>
        </pc:sldMkLst>
      </pc:sldChg>
      <pc:sldChg chg="modSp add del mod ord">
        <pc:chgData name="Thompson, Brielle" userId="f0ea580a-03ee-4a63-bd84-436803179175" providerId="ADAL" clId="{A8653F06-0B99-4EE0-815C-EAA8C98FAF5D}" dt="2025-08-18T22:35:02.687" v="1998" actId="47"/>
        <pc:sldMkLst>
          <pc:docMk/>
          <pc:sldMk cId="0" sldId="350"/>
        </pc:sldMkLst>
      </pc:sldChg>
      <pc:sldChg chg="modSp add del mod ord">
        <pc:chgData name="Thompson, Brielle" userId="f0ea580a-03ee-4a63-bd84-436803179175" providerId="ADAL" clId="{A8653F06-0B99-4EE0-815C-EAA8C98FAF5D}" dt="2025-08-18T22:16:04.441" v="1785" actId="47"/>
        <pc:sldMkLst>
          <pc:docMk/>
          <pc:sldMk cId="0" sldId="373"/>
        </pc:sldMkLst>
      </pc:sldChg>
      <pc:sldChg chg="add del">
        <pc:chgData name="Thompson, Brielle" userId="f0ea580a-03ee-4a63-bd84-436803179175" providerId="ADAL" clId="{A8653F06-0B99-4EE0-815C-EAA8C98FAF5D}" dt="2025-08-18T22:24:36.563" v="1909" actId="47"/>
        <pc:sldMkLst>
          <pc:docMk/>
          <pc:sldMk cId="0" sldId="374"/>
        </pc:sldMkLst>
      </pc:sldChg>
      <pc:sldChg chg="modSp add del mod">
        <pc:chgData name="Thompson, Brielle" userId="f0ea580a-03ee-4a63-bd84-436803179175" providerId="ADAL" clId="{A8653F06-0B99-4EE0-815C-EAA8C98FAF5D}" dt="2025-08-18T22:43:09.549" v="2456" actId="47"/>
        <pc:sldMkLst>
          <pc:docMk/>
          <pc:sldMk cId="0" sldId="376"/>
        </pc:sldMkLst>
      </pc:sldChg>
      <pc:sldChg chg="add del">
        <pc:chgData name="Thompson, Brielle" userId="f0ea580a-03ee-4a63-bd84-436803179175" providerId="ADAL" clId="{A8653F06-0B99-4EE0-815C-EAA8C98FAF5D}" dt="2025-08-18T22:24:41.240" v="1910" actId="47"/>
        <pc:sldMkLst>
          <pc:docMk/>
          <pc:sldMk cId="2481012355" sldId="383"/>
        </pc:sldMkLst>
      </pc:sldChg>
      <pc:sldChg chg="modSp add del mod">
        <pc:chgData name="Thompson, Brielle" userId="f0ea580a-03ee-4a63-bd84-436803179175" providerId="ADAL" clId="{A8653F06-0B99-4EE0-815C-EAA8C98FAF5D}" dt="2025-08-18T21:16:46.475" v="1664" actId="47"/>
        <pc:sldMkLst>
          <pc:docMk/>
          <pc:sldMk cId="2371150064" sldId="385"/>
        </pc:sldMkLst>
      </pc:sldChg>
      <pc:sldChg chg="modSp add del mod">
        <pc:chgData name="Thompson, Brielle" userId="f0ea580a-03ee-4a63-bd84-436803179175" providerId="ADAL" clId="{A8653F06-0B99-4EE0-815C-EAA8C98FAF5D}" dt="2025-08-18T22:40:43.209" v="2313" actId="47"/>
        <pc:sldMkLst>
          <pc:docMk/>
          <pc:sldMk cId="1908182355" sldId="404"/>
        </pc:sldMkLst>
      </pc:sldChg>
      <pc:sldChg chg="modSp add mod">
        <pc:chgData name="Thompson, Brielle" userId="f0ea580a-03ee-4a63-bd84-436803179175" providerId="ADAL" clId="{A8653F06-0B99-4EE0-815C-EAA8C98FAF5D}" dt="2025-08-18T22:43:03.074" v="2455" actId="1076"/>
        <pc:sldMkLst>
          <pc:docMk/>
          <pc:sldMk cId="3247257364" sldId="435"/>
        </pc:sldMkLst>
      </pc:sldChg>
      <pc:sldChg chg="modSp add mod setBg">
        <pc:chgData name="Thompson, Brielle" userId="f0ea580a-03ee-4a63-bd84-436803179175" providerId="ADAL" clId="{A8653F06-0B99-4EE0-815C-EAA8C98FAF5D}" dt="2025-08-18T19:59:01.695" v="585" actId="20577"/>
        <pc:sldMkLst>
          <pc:docMk/>
          <pc:sldMk cId="1238645798" sldId="436"/>
        </pc:sldMkLst>
        <pc:spChg chg="mod">
          <ac:chgData name="Thompson, Brielle" userId="f0ea580a-03ee-4a63-bd84-436803179175" providerId="ADAL" clId="{A8653F06-0B99-4EE0-815C-EAA8C98FAF5D}" dt="2025-08-18T19:59:01.695" v="585" actId="20577"/>
          <ac:spMkLst>
            <pc:docMk/>
            <pc:sldMk cId="1238645798" sldId="436"/>
            <ac:spMk id="6" creationId="{FFF1FE7A-91EC-86CE-B4B6-381DAE00F597}"/>
          </ac:spMkLst>
        </pc:spChg>
      </pc:sldChg>
      <pc:sldChg chg="modSp mod">
        <pc:chgData name="Thompson, Brielle" userId="f0ea580a-03ee-4a63-bd84-436803179175" providerId="ADAL" clId="{A8653F06-0B99-4EE0-815C-EAA8C98FAF5D}" dt="2025-08-18T23:23:28.695" v="3049" actId="404"/>
        <pc:sldMkLst>
          <pc:docMk/>
          <pc:sldMk cId="3019933041" sldId="459"/>
        </pc:sldMkLst>
        <pc:spChg chg="mod">
          <ac:chgData name="Thompson, Brielle" userId="f0ea580a-03ee-4a63-bd84-436803179175" providerId="ADAL" clId="{A8653F06-0B99-4EE0-815C-EAA8C98FAF5D}" dt="2025-08-18T23:23:28.695" v="3049" actId="404"/>
          <ac:spMkLst>
            <pc:docMk/>
            <pc:sldMk cId="3019933041" sldId="459"/>
            <ac:spMk id="2" creationId="{137ED602-EC27-67AB-41A7-EA2E6E2F1A3F}"/>
          </ac:spMkLst>
        </pc:spChg>
        <pc:spChg chg="mod">
          <ac:chgData name="Thompson, Brielle" userId="f0ea580a-03ee-4a63-bd84-436803179175" providerId="ADAL" clId="{A8653F06-0B99-4EE0-815C-EAA8C98FAF5D}" dt="2025-08-18T23:22:44.452" v="3013" actId="33524"/>
          <ac:spMkLst>
            <pc:docMk/>
            <pc:sldMk cId="3019933041" sldId="459"/>
            <ac:spMk id="3" creationId="{532F6CCB-9497-D52A-E563-EA564D079580}"/>
          </ac:spMkLst>
        </pc:spChg>
      </pc:sldChg>
      <pc:sldChg chg="modSp del mod ord">
        <pc:chgData name="Thompson, Brielle" userId="f0ea580a-03ee-4a63-bd84-436803179175" providerId="ADAL" clId="{A8653F06-0B99-4EE0-815C-EAA8C98FAF5D}" dt="2025-08-18T19:45:59.001" v="88" actId="47"/>
        <pc:sldMkLst>
          <pc:docMk/>
          <pc:sldMk cId="2448043726" sldId="460"/>
        </pc:sldMkLst>
      </pc:sldChg>
      <pc:sldChg chg="del">
        <pc:chgData name="Thompson, Brielle" userId="f0ea580a-03ee-4a63-bd84-436803179175" providerId="ADAL" clId="{A8653F06-0B99-4EE0-815C-EAA8C98FAF5D}" dt="2025-08-18T21:18:49.813" v="1669" actId="47"/>
        <pc:sldMkLst>
          <pc:docMk/>
          <pc:sldMk cId="1888484659" sldId="461"/>
        </pc:sldMkLst>
      </pc:sldChg>
      <pc:sldChg chg="del">
        <pc:chgData name="Thompson, Brielle" userId="f0ea580a-03ee-4a63-bd84-436803179175" providerId="ADAL" clId="{A8653F06-0B99-4EE0-815C-EAA8C98FAF5D}" dt="2025-08-18T21:18:53.085" v="1670" actId="47"/>
        <pc:sldMkLst>
          <pc:docMk/>
          <pc:sldMk cId="418225438" sldId="462"/>
        </pc:sldMkLst>
      </pc:sldChg>
      <pc:sldChg chg="del">
        <pc:chgData name="Thompson, Brielle" userId="f0ea580a-03ee-4a63-bd84-436803179175" providerId="ADAL" clId="{A8653F06-0B99-4EE0-815C-EAA8C98FAF5D}" dt="2025-08-18T21:18:53.898" v="1671" actId="47"/>
        <pc:sldMkLst>
          <pc:docMk/>
          <pc:sldMk cId="4221440965" sldId="463"/>
        </pc:sldMkLst>
      </pc:sldChg>
      <pc:sldChg chg="addSp modSp mod ord">
        <pc:chgData name="Thompson, Brielle" userId="f0ea580a-03ee-4a63-bd84-436803179175" providerId="ADAL" clId="{A8653F06-0B99-4EE0-815C-EAA8C98FAF5D}" dt="2025-08-18T23:24:44.954" v="3053" actId="20577"/>
        <pc:sldMkLst>
          <pc:docMk/>
          <pc:sldMk cId="342380599" sldId="464"/>
        </pc:sldMkLst>
        <pc:spChg chg="add mod">
          <ac:chgData name="Thompson, Brielle" userId="f0ea580a-03ee-4a63-bd84-436803179175" providerId="ADAL" clId="{A8653F06-0B99-4EE0-815C-EAA8C98FAF5D}" dt="2025-08-18T23:24:44.954" v="3053" actId="20577"/>
          <ac:spMkLst>
            <pc:docMk/>
            <pc:sldMk cId="342380599" sldId="464"/>
            <ac:spMk id="3" creationId="{C8A118F7-5447-E6FF-2019-B7976571F66A}"/>
          </ac:spMkLst>
        </pc:spChg>
        <pc:picChg chg="mod">
          <ac:chgData name="Thompson, Brielle" userId="f0ea580a-03ee-4a63-bd84-436803179175" providerId="ADAL" clId="{A8653F06-0B99-4EE0-815C-EAA8C98FAF5D}" dt="2025-08-18T21:19:01.906" v="1673" actId="1076"/>
          <ac:picMkLst>
            <pc:docMk/>
            <pc:sldMk cId="342380599" sldId="464"/>
            <ac:picMk id="5" creationId="{6106EBAA-0570-C401-E020-6608718B3820}"/>
          </ac:picMkLst>
        </pc:picChg>
      </pc:sldChg>
      <pc:sldChg chg="addSp delSp modSp add mod">
        <pc:chgData name="Thompson, Brielle" userId="f0ea580a-03ee-4a63-bd84-436803179175" providerId="ADAL" clId="{A8653F06-0B99-4EE0-815C-EAA8C98FAF5D}" dt="2025-08-18T19:45:56.503" v="87" actId="22"/>
        <pc:sldMkLst>
          <pc:docMk/>
          <pc:sldMk cId="645106111" sldId="465"/>
        </pc:sldMkLst>
      </pc:sldChg>
      <pc:sldChg chg="addSp delSp modSp new mod modAnim">
        <pc:chgData name="Thompson, Brielle" userId="f0ea580a-03ee-4a63-bd84-436803179175" providerId="ADAL" clId="{A8653F06-0B99-4EE0-815C-EAA8C98FAF5D}" dt="2025-08-19T14:01:28.073" v="3152"/>
        <pc:sldMkLst>
          <pc:docMk/>
          <pc:sldMk cId="2111722268" sldId="466"/>
        </pc:sldMkLst>
        <pc:spChg chg="mod">
          <ac:chgData name="Thompson, Brielle" userId="f0ea580a-03ee-4a63-bd84-436803179175" providerId="ADAL" clId="{A8653F06-0B99-4EE0-815C-EAA8C98FAF5D}" dt="2025-08-18T19:48:29.923" v="190" actId="1076"/>
          <ac:spMkLst>
            <pc:docMk/>
            <pc:sldMk cId="2111722268" sldId="466"/>
            <ac:spMk id="2" creationId="{24930FBC-AFDF-89BE-E219-EA67919D535E}"/>
          </ac:spMkLst>
        </pc:spChg>
        <pc:spChg chg="add del mod">
          <ac:chgData name="Thompson, Brielle" userId="f0ea580a-03ee-4a63-bd84-436803179175" providerId="ADAL" clId="{A8653F06-0B99-4EE0-815C-EAA8C98FAF5D}" dt="2025-08-18T19:49:02.139" v="225" actId="113"/>
          <ac:spMkLst>
            <pc:docMk/>
            <pc:sldMk cId="2111722268" sldId="466"/>
            <ac:spMk id="3" creationId="{52E0E5DB-C787-DC97-F223-71575521C240}"/>
          </ac:spMkLst>
        </pc:spChg>
        <pc:picChg chg="add mod">
          <ac:chgData name="Thompson, Brielle" userId="f0ea580a-03ee-4a63-bd84-436803179175" providerId="ADAL" clId="{A8653F06-0B99-4EE0-815C-EAA8C98FAF5D}" dt="2025-08-18T19:48:43.812" v="197" actId="1076"/>
          <ac:picMkLst>
            <pc:docMk/>
            <pc:sldMk cId="2111722268" sldId="466"/>
            <ac:picMk id="7" creationId="{943050C7-6805-762B-5434-6D5A515A7DC2}"/>
          </ac:picMkLst>
        </pc:picChg>
        <pc:picChg chg="add mod">
          <ac:chgData name="Thompson, Brielle" userId="f0ea580a-03ee-4a63-bd84-436803179175" providerId="ADAL" clId="{A8653F06-0B99-4EE0-815C-EAA8C98FAF5D}" dt="2025-08-18T19:48:40.967" v="196" actId="1076"/>
          <ac:picMkLst>
            <pc:docMk/>
            <pc:sldMk cId="2111722268" sldId="466"/>
            <ac:picMk id="9" creationId="{75050A4B-9D30-54B6-E7C8-7E6907402EB5}"/>
          </ac:picMkLst>
        </pc:picChg>
        <pc:picChg chg="add mod">
          <ac:chgData name="Thompson, Brielle" userId="f0ea580a-03ee-4a63-bd84-436803179175" providerId="ADAL" clId="{A8653F06-0B99-4EE0-815C-EAA8C98FAF5D}" dt="2025-08-18T19:48:39.272" v="195" actId="1076"/>
          <ac:picMkLst>
            <pc:docMk/>
            <pc:sldMk cId="2111722268" sldId="466"/>
            <ac:picMk id="11" creationId="{442F26FE-3099-6EB2-0384-CC729F8EC4DA}"/>
          </ac:picMkLst>
        </pc:picChg>
      </pc:sldChg>
      <pc:sldChg chg="addSp modSp add mod modAnim">
        <pc:chgData name="Thompson, Brielle" userId="f0ea580a-03ee-4a63-bd84-436803179175" providerId="ADAL" clId="{A8653F06-0B99-4EE0-815C-EAA8C98FAF5D}" dt="2025-08-18T20:02:04.415" v="713"/>
        <pc:sldMkLst>
          <pc:docMk/>
          <pc:sldMk cId="2340138798" sldId="467"/>
        </pc:sldMkLst>
        <pc:spChg chg="mod">
          <ac:chgData name="Thompson, Brielle" userId="f0ea580a-03ee-4a63-bd84-436803179175" providerId="ADAL" clId="{A8653F06-0B99-4EE0-815C-EAA8C98FAF5D}" dt="2025-08-18T20:01:18.961" v="661" actId="20577"/>
          <ac:spMkLst>
            <pc:docMk/>
            <pc:sldMk cId="2340138798" sldId="467"/>
            <ac:spMk id="2" creationId="{1B69CB12-5CDF-5926-D2ED-FAACDB1D6F02}"/>
          </ac:spMkLst>
        </pc:spChg>
        <pc:spChg chg="mod">
          <ac:chgData name="Thompson, Brielle" userId="f0ea580a-03ee-4a63-bd84-436803179175" providerId="ADAL" clId="{A8653F06-0B99-4EE0-815C-EAA8C98FAF5D}" dt="2025-08-18T20:00:21.387" v="629" actId="1076"/>
          <ac:spMkLst>
            <pc:docMk/>
            <pc:sldMk cId="2340138798" sldId="467"/>
            <ac:spMk id="5" creationId="{A7C66E89-2507-E9F9-9309-88BA3EB35ECE}"/>
          </ac:spMkLst>
        </pc:spChg>
        <pc:spChg chg="add mod">
          <ac:chgData name="Thompson, Brielle" userId="f0ea580a-03ee-4a63-bd84-436803179175" providerId="ADAL" clId="{A8653F06-0B99-4EE0-815C-EAA8C98FAF5D}" dt="2025-08-18T20:02:02.703" v="712" actId="1076"/>
          <ac:spMkLst>
            <pc:docMk/>
            <pc:sldMk cId="2340138798" sldId="467"/>
            <ac:spMk id="8" creationId="{6C13EAD8-5CD7-1538-5E4E-CB09104C312C}"/>
          </ac:spMkLst>
        </pc:spChg>
      </pc:sldChg>
      <pc:sldChg chg="new del">
        <pc:chgData name="Thompson, Brielle" userId="f0ea580a-03ee-4a63-bd84-436803179175" providerId="ADAL" clId="{A8653F06-0B99-4EE0-815C-EAA8C98FAF5D}" dt="2025-08-18T19:58:58.272" v="579" actId="47"/>
        <pc:sldMkLst>
          <pc:docMk/>
          <pc:sldMk cId="3525463621" sldId="467"/>
        </pc:sldMkLst>
      </pc:sldChg>
      <pc:sldChg chg="add">
        <pc:chgData name="Thompson, Brielle" userId="f0ea580a-03ee-4a63-bd84-436803179175" providerId="ADAL" clId="{A8653F06-0B99-4EE0-815C-EAA8C98FAF5D}" dt="2025-08-18T20:08:04.373" v="761" actId="2890"/>
        <pc:sldMkLst>
          <pc:docMk/>
          <pc:sldMk cId="1671724641" sldId="468"/>
        </pc:sldMkLst>
      </pc:sldChg>
      <pc:sldChg chg="addSp delSp modSp add mod modAnim">
        <pc:chgData name="Thompson, Brielle" userId="f0ea580a-03ee-4a63-bd84-436803179175" providerId="ADAL" clId="{A8653F06-0B99-4EE0-815C-EAA8C98FAF5D}" dt="2025-08-19T14:01:40.882" v="3154" actId="115"/>
        <pc:sldMkLst>
          <pc:docMk/>
          <pc:sldMk cId="1227561630" sldId="469"/>
        </pc:sldMkLst>
        <pc:spChg chg="mod">
          <ac:chgData name="Thompson, Brielle" userId="f0ea580a-03ee-4a63-bd84-436803179175" providerId="ADAL" clId="{A8653F06-0B99-4EE0-815C-EAA8C98FAF5D}" dt="2025-08-19T14:01:40.882" v="3154" actId="115"/>
          <ac:spMkLst>
            <pc:docMk/>
            <pc:sldMk cId="1227561630" sldId="469"/>
            <ac:spMk id="2" creationId="{327B9617-58C2-8D60-5CA8-C6CD3881D7FC}"/>
          </ac:spMkLst>
        </pc:spChg>
        <pc:spChg chg="mod">
          <ac:chgData name="Thompson, Brielle" userId="f0ea580a-03ee-4a63-bd84-436803179175" providerId="ADAL" clId="{A8653F06-0B99-4EE0-815C-EAA8C98FAF5D}" dt="2025-08-18T20:08:54.630" v="804" actId="1076"/>
          <ac:spMkLst>
            <pc:docMk/>
            <pc:sldMk cId="1227561630" sldId="469"/>
            <ac:spMk id="4" creationId="{16813E78-8FB8-AF79-5FAE-AA7098D8D821}"/>
          </ac:spMkLst>
        </pc:spChg>
        <pc:spChg chg="add mod">
          <ac:chgData name="Thompson, Brielle" userId="f0ea580a-03ee-4a63-bd84-436803179175" providerId="ADAL" clId="{A8653F06-0B99-4EE0-815C-EAA8C98FAF5D}" dt="2025-08-18T20:10:51.854" v="830" actId="208"/>
          <ac:spMkLst>
            <pc:docMk/>
            <pc:sldMk cId="1227561630" sldId="469"/>
            <ac:spMk id="8" creationId="{84F68348-2DB7-56E1-76E1-AA515DEA7E67}"/>
          </ac:spMkLst>
        </pc:spChg>
        <pc:spChg chg="add mod">
          <ac:chgData name="Thompson, Brielle" userId="f0ea580a-03ee-4a63-bd84-436803179175" providerId="ADAL" clId="{A8653F06-0B99-4EE0-815C-EAA8C98FAF5D}" dt="2025-08-18T20:10:59.868" v="831" actId="207"/>
          <ac:spMkLst>
            <pc:docMk/>
            <pc:sldMk cId="1227561630" sldId="469"/>
            <ac:spMk id="9" creationId="{FBDA3E38-76E6-6755-D141-0B6254AA95D4}"/>
          </ac:spMkLst>
        </pc:spChg>
        <pc:spChg chg="add mod">
          <ac:chgData name="Thompson, Brielle" userId="f0ea580a-03ee-4a63-bd84-436803179175" providerId="ADAL" clId="{A8653F06-0B99-4EE0-815C-EAA8C98FAF5D}" dt="2025-08-18T20:11:15.702" v="835" actId="1582"/>
          <ac:spMkLst>
            <pc:docMk/>
            <pc:sldMk cId="1227561630" sldId="469"/>
            <ac:spMk id="10" creationId="{AA1F72A4-BC9C-B50D-454F-C0AC97746CED}"/>
          </ac:spMkLst>
        </pc:spChg>
        <pc:spChg chg="add mod">
          <ac:chgData name="Thompson, Brielle" userId="f0ea580a-03ee-4a63-bd84-436803179175" providerId="ADAL" clId="{A8653F06-0B99-4EE0-815C-EAA8C98FAF5D}" dt="2025-08-18T20:11:03.685" v="832" actId="207"/>
          <ac:spMkLst>
            <pc:docMk/>
            <pc:sldMk cId="1227561630" sldId="469"/>
            <ac:spMk id="11" creationId="{44CC66A6-0C12-F6F8-1AB4-C745B298D747}"/>
          </ac:spMkLst>
        </pc:spChg>
      </pc:sldChg>
      <pc:sldChg chg="addSp modSp add del mod">
        <pc:chgData name="Thompson, Brielle" userId="f0ea580a-03ee-4a63-bd84-436803179175" providerId="ADAL" clId="{A8653F06-0B99-4EE0-815C-EAA8C98FAF5D}" dt="2025-08-18T20:16:42.179" v="902" actId="47"/>
        <pc:sldMkLst>
          <pc:docMk/>
          <pc:sldMk cId="871794381" sldId="470"/>
        </pc:sldMkLst>
      </pc:sldChg>
      <pc:sldChg chg="addSp delSp modSp add mod">
        <pc:chgData name="Thompson, Brielle" userId="f0ea580a-03ee-4a63-bd84-436803179175" providerId="ADAL" clId="{A8653F06-0B99-4EE0-815C-EAA8C98FAF5D}" dt="2025-08-18T20:16:56.403" v="905" actId="20577"/>
        <pc:sldMkLst>
          <pc:docMk/>
          <pc:sldMk cId="1987270957" sldId="471"/>
        </pc:sldMkLst>
        <pc:spChg chg="mod">
          <ac:chgData name="Thompson, Brielle" userId="f0ea580a-03ee-4a63-bd84-436803179175" providerId="ADAL" clId="{A8653F06-0B99-4EE0-815C-EAA8C98FAF5D}" dt="2025-08-18T20:16:56.403" v="905" actId="20577"/>
          <ac:spMkLst>
            <pc:docMk/>
            <pc:sldMk cId="1987270957" sldId="471"/>
            <ac:spMk id="6" creationId="{D17B5C50-39CA-A11C-4C16-8027D0DC333F}"/>
          </ac:spMkLst>
        </pc:spChg>
        <pc:picChg chg="mod">
          <ac:chgData name="Thompson, Brielle" userId="f0ea580a-03ee-4a63-bd84-436803179175" providerId="ADAL" clId="{A8653F06-0B99-4EE0-815C-EAA8C98FAF5D}" dt="2025-08-18T20:16:36.101" v="900" actId="1076"/>
          <ac:picMkLst>
            <pc:docMk/>
            <pc:sldMk cId="1987270957" sldId="471"/>
            <ac:picMk id="8" creationId="{2507D211-77FC-9C99-5F68-7CD46A81A490}"/>
          </ac:picMkLst>
        </pc:picChg>
      </pc:sldChg>
      <pc:sldChg chg="addSp delSp modSp add mod">
        <pc:chgData name="Thompson, Brielle" userId="f0ea580a-03ee-4a63-bd84-436803179175" providerId="ADAL" clId="{A8653F06-0B99-4EE0-815C-EAA8C98FAF5D}" dt="2025-08-18T20:19:44.610" v="941" actId="1076"/>
        <pc:sldMkLst>
          <pc:docMk/>
          <pc:sldMk cId="1568879828" sldId="472"/>
        </pc:sldMkLst>
        <pc:spChg chg="mod">
          <ac:chgData name="Thompson, Brielle" userId="f0ea580a-03ee-4a63-bd84-436803179175" providerId="ADAL" clId="{A8653F06-0B99-4EE0-815C-EAA8C98FAF5D}" dt="2025-08-18T20:19:14.834" v="934" actId="1076"/>
          <ac:spMkLst>
            <pc:docMk/>
            <pc:sldMk cId="1568879828" sldId="472"/>
            <ac:spMk id="7" creationId="{B5AC8CB2-E436-6181-21E9-103A882B6083}"/>
          </ac:spMkLst>
        </pc:spChg>
        <pc:picChg chg="add mod">
          <ac:chgData name="Thompson, Brielle" userId="f0ea580a-03ee-4a63-bd84-436803179175" providerId="ADAL" clId="{A8653F06-0B99-4EE0-815C-EAA8C98FAF5D}" dt="2025-08-18T20:19:28.977" v="938" actId="196"/>
          <ac:picMkLst>
            <pc:docMk/>
            <pc:sldMk cId="1568879828" sldId="472"/>
            <ac:picMk id="13" creationId="{7B7267A0-F067-F08C-1591-5B0043519AA3}"/>
          </ac:picMkLst>
        </pc:picChg>
        <pc:picChg chg="add mod">
          <ac:chgData name="Thompson, Brielle" userId="f0ea580a-03ee-4a63-bd84-436803179175" providerId="ADAL" clId="{A8653F06-0B99-4EE0-815C-EAA8C98FAF5D}" dt="2025-08-18T20:19:44.610" v="941" actId="1076"/>
          <ac:picMkLst>
            <pc:docMk/>
            <pc:sldMk cId="1568879828" sldId="472"/>
            <ac:picMk id="15" creationId="{39C075B9-7ADF-438C-3AE2-A0C4A7B5FA99}"/>
          </ac:picMkLst>
        </pc:picChg>
      </pc:sldChg>
      <pc:sldChg chg="addSp delSp modSp add del mod modAnim">
        <pc:chgData name="Thompson, Brielle" userId="f0ea580a-03ee-4a63-bd84-436803179175" providerId="ADAL" clId="{A8653F06-0B99-4EE0-815C-EAA8C98FAF5D}" dt="2025-08-19T13:54:28.778" v="3060" actId="47"/>
        <pc:sldMkLst>
          <pc:docMk/>
          <pc:sldMk cId="282092907" sldId="473"/>
        </pc:sldMkLst>
      </pc:sldChg>
      <pc:sldChg chg="addSp delSp modSp add mod delAnim modNotesTx">
        <pc:chgData name="Thompson, Brielle" userId="f0ea580a-03ee-4a63-bd84-436803179175" providerId="ADAL" clId="{A8653F06-0B99-4EE0-815C-EAA8C98FAF5D}" dt="2025-08-18T22:38:24.503" v="2247" actId="20577"/>
        <pc:sldMkLst>
          <pc:docMk/>
          <pc:sldMk cId="233975140" sldId="474"/>
        </pc:sldMkLst>
        <pc:spChg chg="add mod">
          <ac:chgData name="Thompson, Brielle" userId="f0ea580a-03ee-4a63-bd84-436803179175" providerId="ADAL" clId="{A8653F06-0B99-4EE0-815C-EAA8C98FAF5D}" dt="2025-08-18T22:38:24.503" v="2247" actId="20577"/>
          <ac:spMkLst>
            <pc:docMk/>
            <pc:sldMk cId="233975140" sldId="474"/>
            <ac:spMk id="4" creationId="{6FC569A6-D8F6-C961-CC35-D5D53612E0E5}"/>
          </ac:spMkLst>
        </pc:spChg>
        <pc:spChg chg="add mod">
          <ac:chgData name="Thompson, Brielle" userId="f0ea580a-03ee-4a63-bd84-436803179175" providerId="ADAL" clId="{A8653F06-0B99-4EE0-815C-EAA8C98FAF5D}" dt="2025-08-18T20:33:24.069" v="1054" actId="1076"/>
          <ac:spMkLst>
            <pc:docMk/>
            <pc:sldMk cId="233975140" sldId="474"/>
            <ac:spMk id="5" creationId="{2E475C11-33F2-6A00-74A3-F5AB8F597221}"/>
          </ac:spMkLst>
        </pc:spChg>
        <pc:spChg chg="mod">
          <ac:chgData name="Thompson, Brielle" userId="f0ea580a-03ee-4a63-bd84-436803179175" providerId="ADAL" clId="{A8653F06-0B99-4EE0-815C-EAA8C98FAF5D}" dt="2025-08-18T21:01:37.183" v="1431" actId="207"/>
          <ac:spMkLst>
            <pc:docMk/>
            <pc:sldMk cId="233975140" sldId="474"/>
            <ac:spMk id="8" creationId="{46E688AA-1B5B-5A39-84E2-108F36A3B348}"/>
          </ac:spMkLst>
        </pc:spChg>
        <pc:spChg chg="add mod">
          <ac:chgData name="Thompson, Brielle" userId="f0ea580a-03ee-4a63-bd84-436803179175" providerId="ADAL" clId="{A8653F06-0B99-4EE0-815C-EAA8C98FAF5D}" dt="2025-08-18T21:00:47.818" v="1425" actId="313"/>
          <ac:spMkLst>
            <pc:docMk/>
            <pc:sldMk cId="233975140" sldId="474"/>
            <ac:spMk id="10" creationId="{A2E3C402-6F2F-B783-8226-C298230D54BF}"/>
          </ac:spMkLst>
        </pc:spChg>
        <pc:picChg chg="add mod">
          <ac:chgData name="Thompson, Brielle" userId="f0ea580a-03ee-4a63-bd84-436803179175" providerId="ADAL" clId="{A8653F06-0B99-4EE0-815C-EAA8C98FAF5D}" dt="2025-08-18T21:01:04.814" v="1428" actId="1076"/>
          <ac:picMkLst>
            <pc:docMk/>
            <pc:sldMk cId="233975140" sldId="474"/>
            <ac:picMk id="14" creationId="{9B2FED5D-01AE-B20D-15D8-272A12DDA67A}"/>
          </ac:picMkLst>
        </pc:picChg>
      </pc:sldChg>
      <pc:sldChg chg="addSp modSp add mod ord modAnim">
        <pc:chgData name="Thompson, Brielle" userId="f0ea580a-03ee-4a63-bd84-436803179175" providerId="ADAL" clId="{A8653F06-0B99-4EE0-815C-EAA8C98FAF5D}" dt="2025-08-19T14:02:09.493" v="3159" actId="115"/>
        <pc:sldMkLst>
          <pc:docMk/>
          <pc:sldMk cId="1834270088" sldId="475"/>
        </pc:sldMkLst>
        <pc:spChg chg="mod">
          <ac:chgData name="Thompson, Brielle" userId="f0ea580a-03ee-4a63-bd84-436803179175" providerId="ADAL" clId="{A8653F06-0B99-4EE0-815C-EAA8C98FAF5D}" dt="2025-08-19T13:55:46.958" v="3094" actId="14100"/>
          <ac:spMkLst>
            <pc:docMk/>
            <pc:sldMk cId="1834270088" sldId="475"/>
            <ac:spMk id="2" creationId="{9808512F-E758-9AEB-6152-E995DA059343}"/>
          </ac:spMkLst>
        </pc:spChg>
        <pc:spChg chg="add mod">
          <ac:chgData name="Thompson, Brielle" userId="f0ea580a-03ee-4a63-bd84-436803179175" providerId="ADAL" clId="{A8653F06-0B99-4EE0-815C-EAA8C98FAF5D}" dt="2025-08-19T14:02:09.493" v="3159" actId="115"/>
          <ac:spMkLst>
            <pc:docMk/>
            <pc:sldMk cId="1834270088" sldId="475"/>
            <ac:spMk id="3" creationId="{818293EC-055D-BFF1-6181-3F5F1EBABBAF}"/>
          </ac:spMkLst>
        </pc:spChg>
        <pc:spChg chg="mod">
          <ac:chgData name="Thompson, Brielle" userId="f0ea580a-03ee-4a63-bd84-436803179175" providerId="ADAL" clId="{A8653F06-0B99-4EE0-815C-EAA8C98FAF5D}" dt="2025-08-19T13:55:42.910" v="3093" actId="1038"/>
          <ac:spMkLst>
            <pc:docMk/>
            <pc:sldMk cId="1834270088" sldId="475"/>
            <ac:spMk id="6" creationId="{43F878BD-3479-5495-1C69-1B46E82BDFF5}"/>
          </ac:spMkLst>
        </pc:spChg>
        <pc:spChg chg="add mod">
          <ac:chgData name="Thompson, Brielle" userId="f0ea580a-03ee-4a63-bd84-436803179175" providerId="ADAL" clId="{A8653F06-0B99-4EE0-815C-EAA8C98FAF5D}" dt="2025-08-19T13:55:42.910" v="3093" actId="1038"/>
          <ac:spMkLst>
            <pc:docMk/>
            <pc:sldMk cId="1834270088" sldId="475"/>
            <ac:spMk id="11" creationId="{A816A236-CA83-5F13-090D-53D506E33714}"/>
          </ac:spMkLst>
        </pc:spChg>
        <pc:spChg chg="add mod">
          <ac:chgData name="Thompson, Brielle" userId="f0ea580a-03ee-4a63-bd84-436803179175" providerId="ADAL" clId="{A8653F06-0B99-4EE0-815C-EAA8C98FAF5D}" dt="2025-08-19T13:55:49.991" v="3095" actId="1076"/>
          <ac:spMkLst>
            <pc:docMk/>
            <pc:sldMk cId="1834270088" sldId="475"/>
            <ac:spMk id="12" creationId="{0F8BBA50-9EC1-81A4-4164-0BF31EF81F57}"/>
          </ac:spMkLst>
        </pc:spChg>
        <pc:spChg chg="add mod">
          <ac:chgData name="Thompson, Brielle" userId="f0ea580a-03ee-4a63-bd84-436803179175" providerId="ADAL" clId="{A8653F06-0B99-4EE0-815C-EAA8C98FAF5D}" dt="2025-08-19T13:55:54.943" v="3097" actId="14100"/>
          <ac:spMkLst>
            <pc:docMk/>
            <pc:sldMk cId="1834270088" sldId="475"/>
            <ac:spMk id="13" creationId="{DBA5F525-8859-A8F0-AA0D-24DD55B49C24}"/>
          </ac:spMkLst>
        </pc:spChg>
        <pc:spChg chg="add mod">
          <ac:chgData name="Thompson, Brielle" userId="f0ea580a-03ee-4a63-bd84-436803179175" providerId="ADAL" clId="{A8653F06-0B99-4EE0-815C-EAA8C98FAF5D}" dt="2025-08-19T13:55:58.084" v="3098" actId="1076"/>
          <ac:spMkLst>
            <pc:docMk/>
            <pc:sldMk cId="1834270088" sldId="475"/>
            <ac:spMk id="14" creationId="{9D317673-EC26-5D5D-2D9E-98BD62C79F80}"/>
          </ac:spMkLst>
        </pc:spChg>
      </pc:sldChg>
      <pc:sldChg chg="addSp delSp modSp add mod delAnim">
        <pc:chgData name="Thompson, Brielle" userId="f0ea580a-03ee-4a63-bd84-436803179175" providerId="ADAL" clId="{A8653F06-0B99-4EE0-815C-EAA8C98FAF5D}" dt="2025-08-18T20:43:59.339" v="1303" actId="13926"/>
        <pc:sldMkLst>
          <pc:docMk/>
          <pc:sldMk cId="2903616126" sldId="476"/>
        </pc:sldMkLst>
        <pc:spChg chg="add mod">
          <ac:chgData name="Thompson, Brielle" userId="f0ea580a-03ee-4a63-bd84-436803179175" providerId="ADAL" clId="{A8653F06-0B99-4EE0-815C-EAA8C98FAF5D}" dt="2025-08-18T20:43:59.339" v="1303" actId="13926"/>
          <ac:spMkLst>
            <pc:docMk/>
            <pc:sldMk cId="2903616126" sldId="476"/>
            <ac:spMk id="6" creationId="{7C5D92CC-4B97-CD4C-2C9E-B1D0288777B5}"/>
          </ac:spMkLst>
        </pc:spChg>
      </pc:sldChg>
      <pc:sldChg chg="modSp add mod modNotesTx">
        <pc:chgData name="Thompson, Brielle" userId="f0ea580a-03ee-4a63-bd84-436803179175" providerId="ADAL" clId="{A8653F06-0B99-4EE0-815C-EAA8C98FAF5D}" dt="2025-08-18T20:43:52.375" v="1301" actId="13926"/>
        <pc:sldMkLst>
          <pc:docMk/>
          <pc:sldMk cId="1805789959" sldId="477"/>
        </pc:sldMkLst>
        <pc:spChg chg="mod">
          <ac:chgData name="Thompson, Brielle" userId="f0ea580a-03ee-4a63-bd84-436803179175" providerId="ADAL" clId="{A8653F06-0B99-4EE0-815C-EAA8C98FAF5D}" dt="2025-08-18T20:43:52.375" v="1301" actId="13926"/>
          <ac:spMkLst>
            <pc:docMk/>
            <pc:sldMk cId="1805789959" sldId="477"/>
            <ac:spMk id="6" creationId="{58EA3128-528B-30CD-E4D2-4B7D6764B919}"/>
          </ac:spMkLst>
        </pc:spChg>
      </pc:sldChg>
      <pc:sldChg chg="modSp add mod">
        <pc:chgData name="Thompson, Brielle" userId="f0ea580a-03ee-4a63-bd84-436803179175" providerId="ADAL" clId="{A8653F06-0B99-4EE0-815C-EAA8C98FAF5D}" dt="2025-08-18T20:44:03.348" v="1304" actId="13926"/>
        <pc:sldMkLst>
          <pc:docMk/>
          <pc:sldMk cId="3125949323" sldId="478"/>
        </pc:sldMkLst>
        <pc:spChg chg="mod">
          <ac:chgData name="Thompson, Brielle" userId="f0ea580a-03ee-4a63-bd84-436803179175" providerId="ADAL" clId="{A8653F06-0B99-4EE0-815C-EAA8C98FAF5D}" dt="2025-08-18T20:44:03.348" v="1304" actId="13926"/>
          <ac:spMkLst>
            <pc:docMk/>
            <pc:sldMk cId="3125949323" sldId="478"/>
            <ac:spMk id="6" creationId="{45002718-FBE9-9225-8334-3D50FBD215B8}"/>
          </ac:spMkLst>
        </pc:spChg>
      </pc:sldChg>
      <pc:sldChg chg="modSp add mod">
        <pc:chgData name="Thompson, Brielle" userId="f0ea580a-03ee-4a63-bd84-436803179175" providerId="ADAL" clId="{A8653F06-0B99-4EE0-815C-EAA8C98FAF5D}" dt="2025-08-18T20:44:31.062" v="1315" actId="14100"/>
        <pc:sldMkLst>
          <pc:docMk/>
          <pc:sldMk cId="3901892510" sldId="479"/>
        </pc:sldMkLst>
        <pc:spChg chg="mod">
          <ac:chgData name="Thompson, Brielle" userId="f0ea580a-03ee-4a63-bd84-436803179175" providerId="ADAL" clId="{A8653F06-0B99-4EE0-815C-EAA8C98FAF5D}" dt="2025-08-18T20:44:31.062" v="1315" actId="14100"/>
          <ac:spMkLst>
            <pc:docMk/>
            <pc:sldMk cId="3901892510" sldId="479"/>
            <ac:spMk id="6" creationId="{64C85DF4-1D3B-8DC2-6D6F-B6A6E8889AC1}"/>
          </ac:spMkLst>
        </pc:spChg>
      </pc:sldChg>
      <pc:sldChg chg="new del">
        <pc:chgData name="Thompson, Brielle" userId="f0ea580a-03ee-4a63-bd84-436803179175" providerId="ADAL" clId="{A8653F06-0B99-4EE0-815C-EAA8C98FAF5D}" dt="2025-08-18T21:05:18.317" v="1434" actId="47"/>
        <pc:sldMkLst>
          <pc:docMk/>
          <pc:sldMk cId="2295889465" sldId="480"/>
        </pc:sldMkLst>
      </pc:sldChg>
      <pc:sldChg chg="addSp delSp modSp add mod delAnim">
        <pc:chgData name="Thompson, Brielle" userId="f0ea580a-03ee-4a63-bd84-436803179175" providerId="ADAL" clId="{A8653F06-0B99-4EE0-815C-EAA8C98FAF5D}" dt="2025-08-18T21:06:56.415" v="1452"/>
        <pc:sldMkLst>
          <pc:docMk/>
          <pc:sldMk cId="3054094753" sldId="481"/>
        </pc:sldMkLst>
        <pc:spChg chg="add mod">
          <ac:chgData name="Thompson, Brielle" userId="f0ea580a-03ee-4a63-bd84-436803179175" providerId="ADAL" clId="{A8653F06-0B99-4EE0-815C-EAA8C98FAF5D}" dt="2025-08-18T21:06:05.067" v="1440" actId="1076"/>
          <ac:spMkLst>
            <pc:docMk/>
            <pc:sldMk cId="3054094753" sldId="481"/>
            <ac:spMk id="5" creationId="{F52C98FE-A9FF-307B-AD46-398F952E52AA}"/>
          </ac:spMkLst>
        </pc:spChg>
        <pc:spChg chg="add mod">
          <ac:chgData name="Thompson, Brielle" userId="f0ea580a-03ee-4a63-bd84-436803179175" providerId="ADAL" clId="{A8653F06-0B99-4EE0-815C-EAA8C98FAF5D}" dt="2025-08-18T21:05:57.544" v="1438" actId="1076"/>
          <ac:spMkLst>
            <pc:docMk/>
            <pc:sldMk cId="3054094753" sldId="481"/>
            <ac:spMk id="6" creationId="{D55CE791-4EA6-6071-AB36-517BB38F1E53}"/>
          </ac:spMkLst>
        </pc:spChg>
        <pc:spChg chg="add mod">
          <ac:chgData name="Thompson, Brielle" userId="f0ea580a-03ee-4a63-bd84-436803179175" providerId="ADAL" clId="{A8653F06-0B99-4EE0-815C-EAA8C98FAF5D}" dt="2025-08-18T21:06:56.415" v="1452"/>
          <ac:spMkLst>
            <pc:docMk/>
            <pc:sldMk cId="3054094753" sldId="481"/>
            <ac:spMk id="34" creationId="{08FA047D-4897-B7CB-AC39-86B3296BD091}"/>
          </ac:spMkLst>
        </pc:spChg>
        <pc:picChg chg="add mod">
          <ac:chgData name="Thompson, Brielle" userId="f0ea580a-03ee-4a63-bd84-436803179175" providerId="ADAL" clId="{A8653F06-0B99-4EE0-815C-EAA8C98FAF5D}" dt="2025-08-18T21:05:57.544" v="1438" actId="1076"/>
          <ac:picMkLst>
            <pc:docMk/>
            <pc:sldMk cId="3054094753" sldId="481"/>
            <ac:picMk id="3" creationId="{FBFFE66D-B37C-45FA-0603-883A194C7502}"/>
          </ac:picMkLst>
        </pc:picChg>
      </pc:sldChg>
      <pc:sldChg chg="addSp delSp modSp add mod">
        <pc:chgData name="Thompson, Brielle" userId="f0ea580a-03ee-4a63-bd84-436803179175" providerId="ADAL" clId="{A8653F06-0B99-4EE0-815C-EAA8C98FAF5D}" dt="2025-08-18T21:07:19.491" v="1460" actId="14100"/>
        <pc:sldMkLst>
          <pc:docMk/>
          <pc:sldMk cId="3855034562" sldId="482"/>
        </pc:sldMkLst>
        <pc:spChg chg="add mod">
          <ac:chgData name="Thompson, Brielle" userId="f0ea580a-03ee-4a63-bd84-436803179175" providerId="ADAL" clId="{A8653F06-0B99-4EE0-815C-EAA8C98FAF5D}" dt="2025-08-18T21:07:19.491" v="1460" actId="14100"/>
          <ac:spMkLst>
            <pc:docMk/>
            <pc:sldMk cId="3855034562" sldId="482"/>
            <ac:spMk id="7" creationId="{75F55C06-DF17-F625-A0CB-88B19E8A0DDE}"/>
          </ac:spMkLst>
        </pc:spChg>
        <pc:spChg chg="add mod">
          <ac:chgData name="Thompson, Brielle" userId="f0ea580a-03ee-4a63-bd84-436803179175" providerId="ADAL" clId="{A8653F06-0B99-4EE0-815C-EAA8C98FAF5D}" dt="2025-08-18T21:07:10.082" v="1457" actId="1076"/>
          <ac:spMkLst>
            <pc:docMk/>
            <pc:sldMk cId="3855034562" sldId="482"/>
            <ac:spMk id="8" creationId="{FBADFB4D-5E02-6643-4A8B-5D4373251578}"/>
          </ac:spMkLst>
        </pc:spChg>
        <pc:spChg chg="add mod">
          <ac:chgData name="Thompson, Brielle" userId="f0ea580a-03ee-4a63-bd84-436803179175" providerId="ADAL" clId="{A8653F06-0B99-4EE0-815C-EAA8C98FAF5D}" dt="2025-08-18T21:07:04.899" v="1455"/>
          <ac:spMkLst>
            <pc:docMk/>
            <pc:sldMk cId="3855034562" sldId="482"/>
            <ac:spMk id="11" creationId="{23CC4A5B-0066-D89B-FA74-E6FD485BC80B}"/>
          </ac:spMkLst>
        </pc:spChg>
        <pc:picChg chg="add mod">
          <ac:chgData name="Thompson, Brielle" userId="f0ea580a-03ee-4a63-bd84-436803179175" providerId="ADAL" clId="{A8653F06-0B99-4EE0-815C-EAA8C98FAF5D}" dt="2025-08-18T21:07:07.390" v="1456" actId="1076"/>
          <ac:picMkLst>
            <pc:docMk/>
            <pc:sldMk cId="3855034562" sldId="482"/>
            <ac:picMk id="4" creationId="{724C0D88-62C8-E230-D488-A95DA59FA841}"/>
          </ac:picMkLst>
        </pc:picChg>
      </pc:sldChg>
      <pc:sldChg chg="addSp delSp modSp add mod">
        <pc:chgData name="Thompson, Brielle" userId="f0ea580a-03ee-4a63-bd84-436803179175" providerId="ADAL" clId="{A8653F06-0B99-4EE0-815C-EAA8C98FAF5D}" dt="2025-08-19T14:02:26.287" v="3160" actId="403"/>
        <pc:sldMkLst>
          <pc:docMk/>
          <pc:sldMk cId="1128108140" sldId="483"/>
        </pc:sldMkLst>
        <pc:spChg chg="add mod">
          <ac:chgData name="Thompson, Brielle" userId="f0ea580a-03ee-4a63-bd84-436803179175" providerId="ADAL" clId="{A8653F06-0B99-4EE0-815C-EAA8C98FAF5D}" dt="2025-08-19T14:02:26.287" v="3160" actId="403"/>
          <ac:spMkLst>
            <pc:docMk/>
            <pc:sldMk cId="1128108140" sldId="483"/>
            <ac:spMk id="3" creationId="{C563D6C1-145D-1199-8F13-091F6C5A9E2F}"/>
          </ac:spMkLst>
        </pc:spChg>
        <pc:spChg chg="add mod">
          <ac:chgData name="Thompson, Brielle" userId="f0ea580a-03ee-4a63-bd84-436803179175" providerId="ADAL" clId="{A8653F06-0B99-4EE0-815C-EAA8C98FAF5D}" dt="2025-08-18T21:08:29.751" v="1482" actId="115"/>
          <ac:spMkLst>
            <pc:docMk/>
            <pc:sldMk cId="1128108140" sldId="483"/>
            <ac:spMk id="5" creationId="{5DB36E9B-21D0-B2B8-4E4E-C8272F4AF95B}"/>
          </ac:spMkLst>
        </pc:spChg>
      </pc:sldChg>
      <pc:sldChg chg="addSp delSp modSp add mod">
        <pc:chgData name="Thompson, Brielle" userId="f0ea580a-03ee-4a63-bd84-436803179175" providerId="ADAL" clId="{A8653F06-0B99-4EE0-815C-EAA8C98FAF5D}" dt="2025-08-18T22:38:51.145" v="2310" actId="20577"/>
        <pc:sldMkLst>
          <pc:docMk/>
          <pc:sldMk cId="1111021876" sldId="484"/>
        </pc:sldMkLst>
        <pc:spChg chg="add del mod">
          <ac:chgData name="Thompson, Brielle" userId="f0ea580a-03ee-4a63-bd84-436803179175" providerId="ADAL" clId="{A8653F06-0B99-4EE0-815C-EAA8C98FAF5D}" dt="2025-08-18T22:38:51.145" v="2310" actId="20577"/>
          <ac:spMkLst>
            <pc:docMk/>
            <pc:sldMk cId="1111021876" sldId="484"/>
            <ac:spMk id="4" creationId="{727D4EE4-F2E1-B1F6-554C-865B6500618B}"/>
          </ac:spMkLst>
        </pc:spChg>
        <pc:spChg chg="mod">
          <ac:chgData name="Thompson, Brielle" userId="f0ea580a-03ee-4a63-bd84-436803179175" providerId="ADAL" clId="{A8653F06-0B99-4EE0-815C-EAA8C98FAF5D}" dt="2025-08-18T21:08:51.380" v="1485" actId="20577"/>
          <ac:spMkLst>
            <pc:docMk/>
            <pc:sldMk cId="1111021876" sldId="484"/>
            <ac:spMk id="8" creationId="{3CDA6DDA-1B27-C8C7-C885-9895E0F73CEF}"/>
          </ac:spMkLst>
        </pc:spChg>
        <pc:picChg chg="add mod">
          <ac:chgData name="Thompson, Brielle" userId="f0ea580a-03ee-4a63-bd84-436803179175" providerId="ADAL" clId="{A8653F06-0B99-4EE0-815C-EAA8C98FAF5D}" dt="2025-08-18T21:11:16.080" v="1619" actId="1076"/>
          <ac:picMkLst>
            <pc:docMk/>
            <pc:sldMk cId="1111021876" sldId="484"/>
            <ac:picMk id="6" creationId="{DAF0B574-30B0-DC5F-361F-3F8788B5E197}"/>
          </ac:picMkLst>
        </pc:picChg>
        <pc:picChg chg="mod">
          <ac:chgData name="Thompson, Brielle" userId="f0ea580a-03ee-4a63-bd84-436803179175" providerId="ADAL" clId="{A8653F06-0B99-4EE0-815C-EAA8C98FAF5D}" dt="2025-08-18T21:11:22.365" v="1622" actId="1076"/>
          <ac:picMkLst>
            <pc:docMk/>
            <pc:sldMk cId="1111021876" sldId="484"/>
            <ac:picMk id="14" creationId="{E35711C9-2F16-5A9C-2B26-553DBC1C5300}"/>
          </ac:picMkLst>
        </pc:picChg>
      </pc:sldChg>
      <pc:sldChg chg="addSp delSp modSp add mod">
        <pc:chgData name="Thompson, Brielle" userId="f0ea580a-03ee-4a63-bd84-436803179175" providerId="ADAL" clId="{A8653F06-0B99-4EE0-815C-EAA8C98FAF5D}" dt="2025-08-18T21:12:57.462" v="1636" actId="1076"/>
        <pc:sldMkLst>
          <pc:docMk/>
          <pc:sldMk cId="590293170" sldId="485"/>
        </pc:sldMkLst>
        <pc:spChg chg="add mod">
          <ac:chgData name="Thompson, Brielle" userId="f0ea580a-03ee-4a63-bd84-436803179175" providerId="ADAL" clId="{A8653F06-0B99-4EE0-815C-EAA8C98FAF5D}" dt="2025-08-18T21:12:57.462" v="1636" actId="1076"/>
          <ac:spMkLst>
            <pc:docMk/>
            <pc:sldMk cId="590293170" sldId="485"/>
            <ac:spMk id="2" creationId="{1AF772B1-3D2B-343F-C1FC-64E1FD6EC2D9}"/>
          </ac:spMkLst>
        </pc:spChg>
      </pc:sldChg>
      <pc:sldChg chg="new del">
        <pc:chgData name="Thompson, Brielle" userId="f0ea580a-03ee-4a63-bd84-436803179175" providerId="ADAL" clId="{A8653F06-0B99-4EE0-815C-EAA8C98FAF5D}" dt="2025-08-18T21:15:22.981" v="1639" actId="47"/>
        <pc:sldMkLst>
          <pc:docMk/>
          <pc:sldMk cId="4041922252" sldId="486"/>
        </pc:sldMkLst>
      </pc:sldChg>
      <pc:sldChg chg="modSp add mod modAnim">
        <pc:chgData name="Thompson, Brielle" userId="f0ea580a-03ee-4a63-bd84-436803179175" providerId="ADAL" clId="{A8653F06-0B99-4EE0-815C-EAA8C98FAF5D}" dt="2025-08-19T14:02:35.544" v="3161" actId="115"/>
        <pc:sldMkLst>
          <pc:docMk/>
          <pc:sldMk cId="242563890" sldId="487"/>
        </pc:sldMkLst>
        <pc:spChg chg="mod">
          <ac:chgData name="Thompson, Brielle" userId="f0ea580a-03ee-4a63-bd84-436803179175" providerId="ADAL" clId="{A8653F06-0B99-4EE0-815C-EAA8C98FAF5D}" dt="2025-08-19T14:02:35.544" v="3161" actId="115"/>
          <ac:spMkLst>
            <pc:docMk/>
            <pc:sldMk cId="242563890" sldId="487"/>
            <ac:spMk id="2" creationId="{98928EE0-CEE6-9BC2-CB29-86B093AA87CC}"/>
          </ac:spMkLst>
        </pc:spChg>
      </pc:sldChg>
      <pc:sldChg chg="addSp modSp new mod">
        <pc:chgData name="Thompson, Brielle" userId="f0ea580a-03ee-4a63-bd84-436803179175" providerId="ADAL" clId="{A8653F06-0B99-4EE0-815C-EAA8C98FAF5D}" dt="2025-08-19T13:57:42.498" v="3108" actId="1076"/>
        <pc:sldMkLst>
          <pc:docMk/>
          <pc:sldMk cId="2639429256" sldId="488"/>
        </pc:sldMkLst>
        <pc:spChg chg="mod">
          <ac:chgData name="Thompson, Brielle" userId="f0ea580a-03ee-4a63-bd84-436803179175" providerId="ADAL" clId="{A8653F06-0B99-4EE0-815C-EAA8C98FAF5D}" dt="2025-08-19T13:57:08.741" v="3104" actId="403"/>
          <ac:spMkLst>
            <pc:docMk/>
            <pc:sldMk cId="2639429256" sldId="488"/>
            <ac:spMk id="2" creationId="{4440CD3D-59D1-E340-4872-CFCDFE5802FF}"/>
          </ac:spMkLst>
        </pc:spChg>
        <pc:spChg chg="mod">
          <ac:chgData name="Thompson, Brielle" userId="f0ea580a-03ee-4a63-bd84-436803179175" providerId="ADAL" clId="{A8653F06-0B99-4EE0-815C-EAA8C98FAF5D}" dt="2025-08-19T13:57:05.516" v="3102" actId="403"/>
          <ac:spMkLst>
            <pc:docMk/>
            <pc:sldMk cId="2639429256" sldId="488"/>
            <ac:spMk id="3" creationId="{EDA44CFE-A67C-FF4B-DA84-A264C16F0EB5}"/>
          </ac:spMkLst>
        </pc:spChg>
        <pc:spChg chg="add mod">
          <ac:chgData name="Thompson, Brielle" userId="f0ea580a-03ee-4a63-bd84-436803179175" providerId="ADAL" clId="{A8653F06-0B99-4EE0-815C-EAA8C98FAF5D}" dt="2025-08-18T22:16:25.171" v="1788"/>
          <ac:spMkLst>
            <pc:docMk/>
            <pc:sldMk cId="2639429256" sldId="488"/>
            <ac:spMk id="4" creationId="{FC1FB5ED-3858-626D-71A7-FDA4BEBCAEDF}"/>
          </ac:spMkLst>
        </pc:spChg>
        <pc:picChg chg="add mod">
          <ac:chgData name="Thompson, Brielle" userId="f0ea580a-03ee-4a63-bd84-436803179175" providerId="ADAL" clId="{A8653F06-0B99-4EE0-815C-EAA8C98FAF5D}" dt="2025-08-19T13:57:36.333" v="3106" actId="1076"/>
          <ac:picMkLst>
            <pc:docMk/>
            <pc:sldMk cId="2639429256" sldId="488"/>
            <ac:picMk id="6" creationId="{226E050F-DD5A-1BAD-C6D0-7E7800C18E4A}"/>
          </ac:picMkLst>
        </pc:picChg>
        <pc:picChg chg="add mod">
          <ac:chgData name="Thompson, Brielle" userId="f0ea580a-03ee-4a63-bd84-436803179175" providerId="ADAL" clId="{A8653F06-0B99-4EE0-815C-EAA8C98FAF5D}" dt="2025-08-19T13:57:42.498" v="3108" actId="1076"/>
          <ac:picMkLst>
            <pc:docMk/>
            <pc:sldMk cId="2639429256" sldId="488"/>
            <ac:picMk id="7" creationId="{0B147975-EB14-C201-0176-0F666B975A87}"/>
          </ac:picMkLst>
        </pc:picChg>
      </pc:sldChg>
      <pc:sldChg chg="add del ord">
        <pc:chgData name="Thompson, Brielle" userId="f0ea580a-03ee-4a63-bd84-436803179175" providerId="ADAL" clId="{A8653F06-0B99-4EE0-815C-EAA8C98FAF5D}" dt="2025-08-18T21:58:57.862" v="1722" actId="47"/>
        <pc:sldMkLst>
          <pc:docMk/>
          <pc:sldMk cId="0" sldId="489"/>
        </pc:sldMkLst>
      </pc:sldChg>
      <pc:sldChg chg="modSp add del mod">
        <pc:chgData name="Thompson, Brielle" userId="f0ea580a-03ee-4a63-bd84-436803179175" providerId="ADAL" clId="{A8653F06-0B99-4EE0-815C-EAA8C98FAF5D}" dt="2025-08-18T22:24:12.008" v="1901" actId="47"/>
        <pc:sldMkLst>
          <pc:docMk/>
          <pc:sldMk cId="0" sldId="490"/>
        </pc:sldMkLst>
      </pc:sldChg>
      <pc:sldChg chg="modSp add del mod ord">
        <pc:chgData name="Thompson, Brielle" userId="f0ea580a-03ee-4a63-bd84-436803179175" providerId="ADAL" clId="{A8653F06-0B99-4EE0-815C-EAA8C98FAF5D}" dt="2025-08-18T22:21:25.747" v="1873" actId="47"/>
        <pc:sldMkLst>
          <pc:docMk/>
          <pc:sldMk cId="0" sldId="491"/>
        </pc:sldMkLst>
      </pc:sldChg>
      <pc:sldChg chg="delSp modSp add del mod ord">
        <pc:chgData name="Thompson, Brielle" userId="f0ea580a-03ee-4a63-bd84-436803179175" providerId="ADAL" clId="{A8653F06-0B99-4EE0-815C-EAA8C98FAF5D}" dt="2025-08-18T22:32:42.097" v="1959" actId="47"/>
        <pc:sldMkLst>
          <pc:docMk/>
          <pc:sldMk cId="0" sldId="492"/>
        </pc:sldMkLst>
      </pc:sldChg>
      <pc:sldChg chg="modSp add del mod ord">
        <pc:chgData name="Thompson, Brielle" userId="f0ea580a-03ee-4a63-bd84-436803179175" providerId="ADAL" clId="{A8653F06-0B99-4EE0-815C-EAA8C98FAF5D}" dt="2025-08-18T22:33:19.488" v="1971" actId="47"/>
        <pc:sldMkLst>
          <pc:docMk/>
          <pc:sldMk cId="0" sldId="493"/>
        </pc:sldMkLst>
      </pc:sldChg>
      <pc:sldChg chg="modSp add del mod ord modAnim">
        <pc:chgData name="Thompson, Brielle" userId="f0ea580a-03ee-4a63-bd84-436803179175" providerId="ADAL" clId="{A8653F06-0B99-4EE0-815C-EAA8C98FAF5D}" dt="2025-08-18T22:18:04.667" v="1794" actId="47"/>
        <pc:sldMkLst>
          <pc:docMk/>
          <pc:sldMk cId="3472890590" sldId="494"/>
        </pc:sldMkLst>
      </pc:sldChg>
      <pc:sldChg chg="modSp add mod">
        <pc:chgData name="Thompson, Brielle" userId="f0ea580a-03ee-4a63-bd84-436803179175" providerId="ADAL" clId="{A8653F06-0B99-4EE0-815C-EAA8C98FAF5D}" dt="2025-08-18T22:11:36.242" v="1780" actId="20577"/>
        <pc:sldMkLst>
          <pc:docMk/>
          <pc:sldMk cId="4236574390" sldId="495"/>
        </pc:sldMkLst>
        <pc:spChg chg="mod">
          <ac:chgData name="Thompson, Brielle" userId="f0ea580a-03ee-4a63-bd84-436803179175" providerId="ADAL" clId="{A8653F06-0B99-4EE0-815C-EAA8C98FAF5D}" dt="2025-08-18T22:11:36.242" v="1780" actId="20577"/>
          <ac:spMkLst>
            <pc:docMk/>
            <pc:sldMk cId="4236574390" sldId="495"/>
            <ac:spMk id="2" creationId="{A2381B13-C058-6DB0-6F3C-869AE714F379}"/>
          </ac:spMkLst>
        </pc:spChg>
      </pc:sldChg>
      <pc:sldChg chg="add del ord">
        <pc:chgData name="Thompson, Brielle" userId="f0ea580a-03ee-4a63-bd84-436803179175" providerId="ADAL" clId="{A8653F06-0B99-4EE0-815C-EAA8C98FAF5D}" dt="2025-08-18T22:17:32.352" v="1792" actId="47"/>
        <pc:sldMkLst>
          <pc:docMk/>
          <pc:sldMk cId="379710093" sldId="496"/>
        </pc:sldMkLst>
      </pc:sldChg>
      <pc:sldChg chg="addSp delSp modSp add mod ord delAnim modAnim">
        <pc:chgData name="Thompson, Brielle" userId="f0ea580a-03ee-4a63-bd84-436803179175" providerId="ADAL" clId="{A8653F06-0B99-4EE0-815C-EAA8C98FAF5D}" dt="2025-08-18T22:21:19.406" v="1872"/>
        <pc:sldMkLst>
          <pc:docMk/>
          <pc:sldMk cId="944645202" sldId="496"/>
        </pc:sldMkLst>
        <pc:spChg chg="mod">
          <ac:chgData name="Thompson, Brielle" userId="f0ea580a-03ee-4a63-bd84-436803179175" providerId="ADAL" clId="{A8653F06-0B99-4EE0-815C-EAA8C98FAF5D}" dt="2025-08-18T22:20:13.868" v="1837" actId="14100"/>
          <ac:spMkLst>
            <pc:docMk/>
            <pc:sldMk cId="944645202" sldId="496"/>
            <ac:spMk id="3" creationId="{8C608641-1906-69C9-56DA-476DE503AE43}"/>
          </ac:spMkLst>
        </pc:spChg>
        <pc:spChg chg="add mod">
          <ac:chgData name="Thompson, Brielle" userId="f0ea580a-03ee-4a63-bd84-436803179175" providerId="ADAL" clId="{A8653F06-0B99-4EE0-815C-EAA8C98FAF5D}" dt="2025-08-18T22:20:50.280" v="1866" actId="1076"/>
          <ac:spMkLst>
            <pc:docMk/>
            <pc:sldMk cId="944645202" sldId="496"/>
            <ac:spMk id="5" creationId="{B545BDD7-1B6B-3D19-906A-8464469F0762}"/>
          </ac:spMkLst>
        </pc:spChg>
      </pc:sldChg>
      <pc:sldChg chg="modSp new mod">
        <pc:chgData name="Thompson, Brielle" userId="f0ea580a-03ee-4a63-bd84-436803179175" providerId="ADAL" clId="{A8653F06-0B99-4EE0-815C-EAA8C98FAF5D}" dt="2025-08-18T23:13:06.534" v="2780" actId="20577"/>
        <pc:sldMkLst>
          <pc:docMk/>
          <pc:sldMk cId="4127597803" sldId="497"/>
        </pc:sldMkLst>
        <pc:spChg chg="mod">
          <ac:chgData name="Thompson, Brielle" userId="f0ea580a-03ee-4a63-bd84-436803179175" providerId="ADAL" clId="{A8653F06-0B99-4EE0-815C-EAA8C98FAF5D}" dt="2025-08-18T23:12:08.755" v="2689" actId="122"/>
          <ac:spMkLst>
            <pc:docMk/>
            <pc:sldMk cId="4127597803" sldId="497"/>
            <ac:spMk id="2" creationId="{FD7112BA-4D3C-A18A-34FC-81590254E2D6}"/>
          </ac:spMkLst>
        </pc:spChg>
        <pc:spChg chg="mod">
          <ac:chgData name="Thompson, Brielle" userId="f0ea580a-03ee-4a63-bd84-436803179175" providerId="ADAL" clId="{A8653F06-0B99-4EE0-815C-EAA8C98FAF5D}" dt="2025-08-18T23:13:06.534" v="2780" actId="20577"/>
          <ac:spMkLst>
            <pc:docMk/>
            <pc:sldMk cId="4127597803" sldId="497"/>
            <ac:spMk id="3" creationId="{5916745D-A10B-0161-9475-F41157ABFD12}"/>
          </ac:spMkLst>
        </pc:spChg>
      </pc:sldChg>
      <pc:sldChg chg="addSp delSp modSp add mod delAnim modAnim">
        <pc:chgData name="Thompson, Brielle" userId="f0ea580a-03ee-4a63-bd84-436803179175" providerId="ADAL" clId="{A8653F06-0B99-4EE0-815C-EAA8C98FAF5D}" dt="2025-08-19T14:00:21.999" v="3143"/>
        <pc:sldMkLst>
          <pc:docMk/>
          <pc:sldMk cId="4261700994" sldId="498"/>
        </pc:sldMkLst>
        <pc:spChg chg="add mod">
          <ac:chgData name="Thompson, Brielle" userId="f0ea580a-03ee-4a63-bd84-436803179175" providerId="ADAL" clId="{A8653F06-0B99-4EE0-815C-EAA8C98FAF5D}" dt="2025-08-19T13:58:33.940" v="3114" actId="1582"/>
          <ac:spMkLst>
            <pc:docMk/>
            <pc:sldMk cId="4261700994" sldId="498"/>
            <ac:spMk id="3" creationId="{BEC3AD04-B98C-CEB4-329B-BEE07637541A}"/>
          </ac:spMkLst>
        </pc:spChg>
        <pc:spChg chg="add mod">
          <ac:chgData name="Thompson, Brielle" userId="f0ea580a-03ee-4a63-bd84-436803179175" providerId="ADAL" clId="{A8653F06-0B99-4EE0-815C-EAA8C98FAF5D}" dt="2025-08-18T22:32:15.976" v="1951" actId="20577"/>
          <ac:spMkLst>
            <pc:docMk/>
            <pc:sldMk cId="4261700994" sldId="498"/>
            <ac:spMk id="11" creationId="{742C975E-8E1B-5FF3-631D-B2A8A58DA5C7}"/>
          </ac:spMkLst>
        </pc:spChg>
        <pc:spChg chg="add mod">
          <ac:chgData name="Thompson, Brielle" userId="f0ea580a-03ee-4a63-bd84-436803179175" providerId="ADAL" clId="{A8653F06-0B99-4EE0-815C-EAA8C98FAF5D}" dt="2025-08-18T22:32:33.311" v="1958" actId="27636"/>
          <ac:spMkLst>
            <pc:docMk/>
            <pc:sldMk cId="4261700994" sldId="498"/>
            <ac:spMk id="12" creationId="{B9FE2CAE-12AE-A582-B6E1-2049831B1AEE}"/>
          </ac:spMkLst>
        </pc:spChg>
      </pc:sldChg>
      <pc:sldChg chg="addSp delSp modSp add mod modAnim">
        <pc:chgData name="Thompson, Brielle" userId="f0ea580a-03ee-4a63-bd84-436803179175" providerId="ADAL" clId="{A8653F06-0B99-4EE0-815C-EAA8C98FAF5D}" dt="2025-08-19T13:59:57.605" v="3135"/>
        <pc:sldMkLst>
          <pc:docMk/>
          <pc:sldMk cId="547573310" sldId="499"/>
        </pc:sldMkLst>
        <pc:spChg chg="add mod">
          <ac:chgData name="Thompson, Brielle" userId="f0ea580a-03ee-4a63-bd84-436803179175" providerId="ADAL" clId="{A8653F06-0B99-4EE0-815C-EAA8C98FAF5D}" dt="2025-08-19T13:59:38.852" v="3132" actId="5793"/>
          <ac:spMkLst>
            <pc:docMk/>
            <pc:sldMk cId="547573310" sldId="499"/>
            <ac:spMk id="6" creationId="{04EA326E-DE95-848D-11A9-56E9CC6A4A7F}"/>
          </ac:spMkLst>
        </pc:spChg>
        <pc:spChg chg="mod">
          <ac:chgData name="Thompson, Brielle" userId="f0ea580a-03ee-4a63-bd84-436803179175" providerId="ADAL" clId="{A8653F06-0B99-4EE0-815C-EAA8C98FAF5D}" dt="2025-08-18T22:32:50.447" v="1962" actId="20577"/>
          <ac:spMkLst>
            <pc:docMk/>
            <pc:sldMk cId="547573310" sldId="499"/>
            <ac:spMk id="11" creationId="{722E98A6-9E46-4F78-2228-70FAF14CC7A5}"/>
          </ac:spMkLst>
        </pc:spChg>
      </pc:sldChg>
      <pc:sldChg chg="addSp delSp modSp add mod modAnim">
        <pc:chgData name="Thompson, Brielle" userId="f0ea580a-03ee-4a63-bd84-436803179175" providerId="ADAL" clId="{A8653F06-0B99-4EE0-815C-EAA8C98FAF5D}" dt="2025-08-18T22:34:52.212" v="1997"/>
        <pc:sldMkLst>
          <pc:docMk/>
          <pc:sldMk cId="3921891920" sldId="500"/>
        </pc:sldMkLst>
        <pc:spChg chg="add mod">
          <ac:chgData name="Thompson, Brielle" userId="f0ea580a-03ee-4a63-bd84-436803179175" providerId="ADAL" clId="{A8653F06-0B99-4EE0-815C-EAA8C98FAF5D}" dt="2025-08-18T22:34:12.034" v="1992" actId="1076"/>
          <ac:spMkLst>
            <pc:docMk/>
            <pc:sldMk cId="3921891920" sldId="500"/>
            <ac:spMk id="9" creationId="{1731215B-D566-1990-9839-2B90D47A6EF0}"/>
          </ac:spMkLst>
        </pc:spChg>
        <pc:spChg chg="add del mod">
          <ac:chgData name="Thompson, Brielle" userId="f0ea580a-03ee-4a63-bd84-436803179175" providerId="ADAL" clId="{A8653F06-0B99-4EE0-815C-EAA8C98FAF5D}" dt="2025-08-18T22:33:55.404" v="1983" actId="20577"/>
          <ac:spMkLst>
            <pc:docMk/>
            <pc:sldMk cId="3921891920" sldId="500"/>
            <ac:spMk id="11" creationId="{135BB315-6C9E-6B72-166F-8F28255E21D2}"/>
          </ac:spMkLst>
        </pc:spChg>
        <pc:picChg chg="add mod">
          <ac:chgData name="Thompson, Brielle" userId="f0ea580a-03ee-4a63-bd84-436803179175" providerId="ADAL" clId="{A8653F06-0B99-4EE0-815C-EAA8C98FAF5D}" dt="2025-08-18T22:34:43.185" v="1995" actId="1076"/>
          <ac:picMkLst>
            <pc:docMk/>
            <pc:sldMk cId="3921891920" sldId="500"/>
            <ac:picMk id="12" creationId="{D6B11222-241C-95AC-CFE5-9E104CF6D864}"/>
          </ac:picMkLst>
        </pc:picChg>
      </pc:sldChg>
      <pc:sldChg chg="delSp modSp add mod">
        <pc:chgData name="Thompson, Brielle" userId="f0ea580a-03ee-4a63-bd84-436803179175" providerId="ADAL" clId="{A8653F06-0B99-4EE0-815C-EAA8C98FAF5D}" dt="2025-08-18T22:38:05.357" v="2206" actId="20577"/>
        <pc:sldMkLst>
          <pc:docMk/>
          <pc:sldMk cId="977869094" sldId="501"/>
        </pc:sldMkLst>
        <pc:spChg chg="mod">
          <ac:chgData name="Thompson, Brielle" userId="f0ea580a-03ee-4a63-bd84-436803179175" providerId="ADAL" clId="{A8653F06-0B99-4EE0-815C-EAA8C98FAF5D}" dt="2025-08-18T22:37:56.167" v="2202" actId="27636"/>
          <ac:spMkLst>
            <pc:docMk/>
            <pc:sldMk cId="977869094" sldId="501"/>
            <ac:spMk id="4" creationId="{9B9B1E2E-89F1-FF15-5EB3-801CB605AC1A}"/>
          </ac:spMkLst>
        </pc:spChg>
        <pc:spChg chg="mod">
          <ac:chgData name="Thompson, Brielle" userId="f0ea580a-03ee-4a63-bd84-436803179175" providerId="ADAL" clId="{A8653F06-0B99-4EE0-815C-EAA8C98FAF5D}" dt="2025-08-18T22:38:05.357" v="2206" actId="20577"/>
          <ac:spMkLst>
            <pc:docMk/>
            <pc:sldMk cId="977869094" sldId="501"/>
            <ac:spMk id="8" creationId="{128C1BEF-82EC-C38A-F907-7A4E21EDF9DC}"/>
          </ac:spMkLst>
        </pc:spChg>
      </pc:sldChg>
      <pc:sldChg chg="modSp add mod">
        <pc:chgData name="Thompson, Brielle" userId="f0ea580a-03ee-4a63-bd84-436803179175" providerId="ADAL" clId="{A8653F06-0B99-4EE0-815C-EAA8C98FAF5D}" dt="2025-08-19T14:00:56.318" v="3151" actId="115"/>
        <pc:sldMkLst>
          <pc:docMk/>
          <pc:sldMk cId="3117204857" sldId="502"/>
        </pc:sldMkLst>
        <pc:spChg chg="mod">
          <ac:chgData name="Thompson, Brielle" userId="f0ea580a-03ee-4a63-bd84-436803179175" providerId="ADAL" clId="{A8653F06-0B99-4EE0-815C-EAA8C98FAF5D}" dt="2025-08-19T14:00:56.318" v="3151" actId="115"/>
          <ac:spMkLst>
            <pc:docMk/>
            <pc:sldMk cId="3117204857" sldId="502"/>
            <ac:spMk id="2" creationId="{F46F93C8-BFBF-89CA-9C75-E844CA4538EC}"/>
          </ac:spMkLst>
        </pc:spChg>
      </pc:sldChg>
      <pc:sldChg chg="addSp delSp modSp add mod">
        <pc:chgData name="Thompson, Brielle" userId="f0ea580a-03ee-4a63-bd84-436803179175" providerId="ADAL" clId="{A8653F06-0B99-4EE0-815C-EAA8C98FAF5D}" dt="2025-08-18T22:41:47.469" v="2346" actId="1076"/>
        <pc:sldMkLst>
          <pc:docMk/>
          <pc:sldMk cId="2262764080" sldId="503"/>
        </pc:sldMkLst>
        <pc:spChg chg="mod">
          <ac:chgData name="Thompson, Brielle" userId="f0ea580a-03ee-4a63-bd84-436803179175" providerId="ADAL" clId="{A8653F06-0B99-4EE0-815C-EAA8C98FAF5D}" dt="2025-08-18T22:41:47.469" v="2346" actId="1076"/>
          <ac:spMkLst>
            <pc:docMk/>
            <pc:sldMk cId="2262764080" sldId="503"/>
            <ac:spMk id="4" creationId="{3ECF5C02-B233-DC82-31EF-D46497A552EB}"/>
          </ac:spMkLst>
        </pc:spChg>
        <pc:spChg chg="add mod">
          <ac:chgData name="Thompson, Brielle" userId="f0ea580a-03ee-4a63-bd84-436803179175" providerId="ADAL" clId="{A8653F06-0B99-4EE0-815C-EAA8C98FAF5D}" dt="2025-08-18T22:41:43.223" v="2345" actId="1076"/>
          <ac:spMkLst>
            <pc:docMk/>
            <pc:sldMk cId="2262764080" sldId="503"/>
            <ac:spMk id="12" creationId="{9BE5F49D-F5A2-7BAB-1F57-2B700D51C74D}"/>
          </ac:spMkLst>
        </pc:spChg>
      </pc:sldChg>
      <pc:sldChg chg="modSp add mod">
        <pc:chgData name="Thompson, Brielle" userId="f0ea580a-03ee-4a63-bd84-436803179175" providerId="ADAL" clId="{A8653F06-0B99-4EE0-815C-EAA8C98FAF5D}" dt="2025-08-18T23:13:26.888" v="2846" actId="20577"/>
        <pc:sldMkLst>
          <pc:docMk/>
          <pc:sldMk cId="1790468939" sldId="504"/>
        </pc:sldMkLst>
        <pc:spChg chg="mod">
          <ac:chgData name="Thompson, Brielle" userId="f0ea580a-03ee-4a63-bd84-436803179175" providerId="ADAL" clId="{A8653F06-0B99-4EE0-815C-EAA8C98FAF5D}" dt="2025-08-18T23:12:29.601" v="2698" actId="122"/>
          <ac:spMkLst>
            <pc:docMk/>
            <pc:sldMk cId="1790468939" sldId="504"/>
            <ac:spMk id="2" creationId="{206359EE-47A5-0919-A6B9-0A41693E484D}"/>
          </ac:spMkLst>
        </pc:spChg>
        <pc:spChg chg="mod">
          <ac:chgData name="Thompson, Brielle" userId="f0ea580a-03ee-4a63-bd84-436803179175" providerId="ADAL" clId="{A8653F06-0B99-4EE0-815C-EAA8C98FAF5D}" dt="2025-08-18T23:13:26.888" v="2846" actId="20577"/>
          <ac:spMkLst>
            <pc:docMk/>
            <pc:sldMk cId="1790468939" sldId="504"/>
            <ac:spMk id="3" creationId="{5CC7CC99-CE58-13B4-7E98-A4808353429D}"/>
          </ac:spMkLst>
        </pc:spChg>
      </pc:sldChg>
      <pc:sldChg chg="modSp add mod">
        <pc:chgData name="Thompson, Brielle" userId="f0ea580a-03ee-4a63-bd84-436803179175" providerId="ADAL" clId="{A8653F06-0B99-4EE0-815C-EAA8C98FAF5D}" dt="2025-08-18T23:18:41.147" v="2957" actId="122"/>
        <pc:sldMkLst>
          <pc:docMk/>
          <pc:sldMk cId="882619258" sldId="505"/>
        </pc:sldMkLst>
        <pc:spChg chg="mod">
          <ac:chgData name="Thompson, Brielle" userId="f0ea580a-03ee-4a63-bd84-436803179175" providerId="ADAL" clId="{A8653F06-0B99-4EE0-815C-EAA8C98FAF5D}" dt="2025-08-18T23:17:38.432" v="2885" actId="20577"/>
          <ac:spMkLst>
            <pc:docMk/>
            <pc:sldMk cId="882619258" sldId="505"/>
            <ac:spMk id="2" creationId="{866F5731-F6FE-3ED3-69ED-94CA2ACE9233}"/>
          </ac:spMkLst>
        </pc:spChg>
        <pc:spChg chg="mod">
          <ac:chgData name="Thompson, Brielle" userId="f0ea580a-03ee-4a63-bd84-436803179175" providerId="ADAL" clId="{A8653F06-0B99-4EE0-815C-EAA8C98FAF5D}" dt="2025-08-18T23:18:41.147" v="2957" actId="122"/>
          <ac:spMkLst>
            <pc:docMk/>
            <pc:sldMk cId="882619258" sldId="505"/>
            <ac:spMk id="3" creationId="{63D864B0-28DE-A01E-9984-1997F8F753A3}"/>
          </ac:spMkLst>
        </pc:spChg>
      </pc:sldChg>
      <pc:sldChg chg="modSp add mod">
        <pc:chgData name="Thompson, Brielle" userId="f0ea580a-03ee-4a63-bd84-436803179175" providerId="ADAL" clId="{A8653F06-0B99-4EE0-815C-EAA8C98FAF5D}" dt="2025-08-18T23:19:29.324" v="2961" actId="20577"/>
        <pc:sldMkLst>
          <pc:docMk/>
          <pc:sldMk cId="3553281912" sldId="506"/>
        </pc:sldMkLst>
        <pc:spChg chg="mod">
          <ac:chgData name="Thompson, Brielle" userId="f0ea580a-03ee-4a63-bd84-436803179175" providerId="ADAL" clId="{A8653F06-0B99-4EE0-815C-EAA8C98FAF5D}" dt="2025-08-18T23:19:29.324" v="2961" actId="20577"/>
          <ac:spMkLst>
            <pc:docMk/>
            <pc:sldMk cId="3553281912" sldId="506"/>
            <ac:spMk id="3" creationId="{BB68C857-2206-20A4-A9EF-FBB118FF5B93}"/>
          </ac:spMkLst>
        </pc:spChg>
      </pc:sldChg>
      <pc:sldChg chg="delSp modSp add mod ord delAnim">
        <pc:chgData name="Thompson, Brielle" userId="f0ea580a-03ee-4a63-bd84-436803179175" providerId="ADAL" clId="{A8653F06-0B99-4EE0-815C-EAA8C98FAF5D}" dt="2025-08-19T14:01:48.043" v="3155" actId="115"/>
        <pc:sldMkLst>
          <pc:docMk/>
          <pc:sldMk cId="1527614094" sldId="507"/>
        </pc:sldMkLst>
        <pc:spChg chg="mod">
          <ac:chgData name="Thompson, Brielle" userId="f0ea580a-03ee-4a63-bd84-436803179175" providerId="ADAL" clId="{A8653F06-0B99-4EE0-815C-EAA8C98FAF5D}" dt="2025-08-19T14:01:48.043" v="3155" actId="115"/>
          <ac:spMkLst>
            <pc:docMk/>
            <pc:sldMk cId="1527614094" sldId="507"/>
            <ac:spMk id="2" creationId="{AD50A41E-8BCE-299F-D93F-7B2787210A5C}"/>
          </ac:spMkLst>
        </pc:spChg>
      </pc:sldChg>
      <pc:sldMasterChg chg="delSldLayout">
        <pc:chgData name="Thompson, Brielle" userId="f0ea580a-03ee-4a63-bd84-436803179175" providerId="ADAL" clId="{A8653F06-0B99-4EE0-815C-EAA8C98FAF5D}" dt="2025-08-18T22:43:09.549" v="2456" actId="47"/>
        <pc:sldMasterMkLst>
          <pc:docMk/>
          <pc:sldMasterMk cId="3623083998" sldId="2147483672"/>
        </pc:sldMasterMkLst>
        <pc:sldLayoutChg chg="del">
          <pc:chgData name="Thompson, Brielle" userId="f0ea580a-03ee-4a63-bd84-436803179175" providerId="ADAL" clId="{A8653F06-0B99-4EE0-815C-EAA8C98FAF5D}" dt="2025-08-18T21:16:46.475" v="1664" actId="47"/>
          <pc:sldLayoutMkLst>
            <pc:docMk/>
            <pc:sldMasterMk cId="3623083998" sldId="2147483672"/>
            <pc:sldLayoutMk cId="312103659" sldId="2147483684"/>
          </pc:sldLayoutMkLst>
        </pc:sldLayoutChg>
        <pc:sldLayoutChg chg="del">
          <pc:chgData name="Thompson, Brielle" userId="f0ea580a-03ee-4a63-bd84-436803179175" providerId="ADAL" clId="{A8653F06-0B99-4EE0-815C-EAA8C98FAF5D}" dt="2025-08-18T22:43:09.549" v="2456" actId="47"/>
          <pc:sldLayoutMkLst>
            <pc:docMk/>
            <pc:sldMasterMk cId="3623083998" sldId="2147483672"/>
            <pc:sldLayoutMk cId="2887979869" sldId="2147483684"/>
          </pc:sldLayoutMkLst>
        </pc:sldLayoutChg>
        <pc:sldLayoutChg chg="del">
          <pc:chgData name="Thompson, Brielle" userId="f0ea580a-03ee-4a63-bd84-436803179175" providerId="ADAL" clId="{A8653F06-0B99-4EE0-815C-EAA8C98FAF5D}" dt="2025-08-18T20:44:36.668" v="1316" actId="47"/>
          <pc:sldLayoutMkLst>
            <pc:docMk/>
            <pc:sldMasterMk cId="3623083998" sldId="2147483672"/>
            <pc:sldLayoutMk cId="3470513207" sldId="2147483684"/>
          </pc:sldLayoutMkLst>
        </pc:sldLayoutChg>
      </pc:sldMasterChg>
    </pc:docChg>
  </pc:docChgLst>
  <pc:docChgLst>
    <pc:chgData name="Thompson, Brielle" userId="f0ea580a-03ee-4a63-bd84-436803179175" providerId="ADAL" clId="{7B8809AF-57EE-46A8-9FFB-5C73D92D8713}"/>
    <pc:docChg chg="undo custSel addSld delSld modSld sldOrd">
      <pc:chgData name="Thompson, Brielle" userId="f0ea580a-03ee-4a63-bd84-436803179175" providerId="ADAL" clId="{7B8809AF-57EE-46A8-9FFB-5C73D92D8713}" dt="2025-09-09T18:37:51.245" v="2619"/>
      <pc:docMkLst>
        <pc:docMk/>
      </pc:docMkLst>
      <pc:sldChg chg="addSp modSp mod">
        <pc:chgData name="Thompson, Brielle" userId="f0ea580a-03ee-4a63-bd84-436803179175" providerId="ADAL" clId="{7B8809AF-57EE-46A8-9FFB-5C73D92D8713}" dt="2025-08-21T16:49:08.603" v="414" actId="1582"/>
        <pc:sldMkLst>
          <pc:docMk/>
          <pc:sldMk cId="2342776510" sldId="291"/>
        </pc:sldMkLst>
        <pc:spChg chg="add mod">
          <ac:chgData name="Thompson, Brielle" userId="f0ea580a-03ee-4a63-bd84-436803179175" providerId="ADAL" clId="{7B8809AF-57EE-46A8-9FFB-5C73D92D8713}" dt="2025-08-21T16:49:08.603" v="414" actId="1582"/>
          <ac:spMkLst>
            <pc:docMk/>
            <pc:sldMk cId="2342776510" sldId="291"/>
            <ac:spMk id="2" creationId="{6FB75B1D-D86B-0D64-10CD-A08AF3960B26}"/>
          </ac:spMkLst>
        </pc:spChg>
      </pc:sldChg>
      <pc:sldChg chg="modSp mod">
        <pc:chgData name="Thompson, Brielle" userId="f0ea580a-03ee-4a63-bd84-436803179175" providerId="ADAL" clId="{7B8809AF-57EE-46A8-9FFB-5C73D92D8713}" dt="2025-09-05T16:41:54.636" v="1193" actId="20577"/>
        <pc:sldMkLst>
          <pc:docMk/>
          <pc:sldMk cId="201371984" sldId="317"/>
        </pc:sldMkLst>
        <pc:spChg chg="mod">
          <ac:chgData name="Thompson, Brielle" userId="f0ea580a-03ee-4a63-bd84-436803179175" providerId="ADAL" clId="{7B8809AF-57EE-46A8-9FFB-5C73D92D8713}" dt="2025-09-05T16:41:54.636" v="1193" actId="20577"/>
          <ac:spMkLst>
            <pc:docMk/>
            <pc:sldMk cId="201371984" sldId="317"/>
            <ac:spMk id="2" creationId="{AACBCEA7-D40E-1C9E-E81C-DC23DD5884A0}"/>
          </ac:spMkLst>
        </pc:spChg>
        <pc:spChg chg="mod">
          <ac:chgData name="Thompson, Brielle" userId="f0ea580a-03ee-4a63-bd84-436803179175" providerId="ADAL" clId="{7B8809AF-57EE-46A8-9FFB-5C73D92D8713}" dt="2025-09-05T16:39:01.347" v="1095" actId="114"/>
          <ac:spMkLst>
            <pc:docMk/>
            <pc:sldMk cId="201371984" sldId="317"/>
            <ac:spMk id="3" creationId="{A41088DE-BC8B-5541-8FA1-0906461E1896}"/>
          </ac:spMkLst>
        </pc:spChg>
      </pc:sldChg>
      <pc:sldChg chg="modSp mod">
        <pc:chgData name="Thompson, Brielle" userId="f0ea580a-03ee-4a63-bd84-436803179175" providerId="ADAL" clId="{7B8809AF-57EE-46A8-9FFB-5C73D92D8713}" dt="2025-09-05T16:39:35.505" v="1117" actId="313"/>
        <pc:sldMkLst>
          <pc:docMk/>
          <pc:sldMk cId="1279739453" sldId="318"/>
        </pc:sldMkLst>
        <pc:spChg chg="mod">
          <ac:chgData name="Thompson, Brielle" userId="f0ea580a-03ee-4a63-bd84-436803179175" providerId="ADAL" clId="{7B8809AF-57EE-46A8-9FFB-5C73D92D8713}" dt="2025-09-05T16:39:35.505" v="1117" actId="313"/>
          <ac:spMkLst>
            <pc:docMk/>
            <pc:sldMk cId="1279739453" sldId="318"/>
            <ac:spMk id="2" creationId="{D8AAAB99-EAF3-B9DE-F33B-0F669B396843}"/>
          </ac:spMkLst>
        </pc:spChg>
      </pc:sldChg>
      <pc:sldChg chg="modSp mod">
        <pc:chgData name="Thompson, Brielle" userId="f0ea580a-03ee-4a63-bd84-436803179175" providerId="ADAL" clId="{7B8809AF-57EE-46A8-9FFB-5C73D92D8713}" dt="2025-09-05T16:40:20.066" v="1126" actId="113"/>
        <pc:sldMkLst>
          <pc:docMk/>
          <pc:sldMk cId="754799561" sldId="319"/>
        </pc:sldMkLst>
        <pc:spChg chg="mod">
          <ac:chgData name="Thompson, Brielle" userId="f0ea580a-03ee-4a63-bd84-436803179175" providerId="ADAL" clId="{7B8809AF-57EE-46A8-9FFB-5C73D92D8713}" dt="2025-09-05T16:40:20.066" v="1126" actId="113"/>
          <ac:spMkLst>
            <pc:docMk/>
            <pc:sldMk cId="754799561" sldId="319"/>
            <ac:spMk id="3" creationId="{F65DEBD9-1BE4-F20D-1A96-7D1E8243994A}"/>
          </ac:spMkLst>
        </pc:spChg>
      </pc:sldChg>
      <pc:sldChg chg="modSp mod">
        <pc:chgData name="Thompson, Brielle" userId="f0ea580a-03ee-4a63-bd84-436803179175" providerId="ADAL" clId="{7B8809AF-57EE-46A8-9FFB-5C73D92D8713}" dt="2025-09-05T16:40:11.546" v="1125" actId="255"/>
        <pc:sldMkLst>
          <pc:docMk/>
          <pc:sldMk cId="943169494" sldId="320"/>
        </pc:sldMkLst>
        <pc:spChg chg="mod">
          <ac:chgData name="Thompson, Brielle" userId="f0ea580a-03ee-4a63-bd84-436803179175" providerId="ADAL" clId="{7B8809AF-57EE-46A8-9FFB-5C73D92D8713}" dt="2025-09-05T16:40:11.546" v="1125" actId="255"/>
          <ac:spMkLst>
            <pc:docMk/>
            <pc:sldMk cId="943169494" sldId="320"/>
            <ac:spMk id="3" creationId="{6A53F5C7-7A5F-8FDD-910C-04846DBC2B7B}"/>
          </ac:spMkLst>
        </pc:spChg>
      </pc:sldChg>
      <pc:sldChg chg="modSp mod">
        <pc:chgData name="Thompson, Brielle" userId="f0ea580a-03ee-4a63-bd84-436803179175" providerId="ADAL" clId="{7B8809AF-57EE-46A8-9FFB-5C73D92D8713}" dt="2025-09-05T16:59:06.583" v="1487" actId="20577"/>
        <pc:sldMkLst>
          <pc:docMk/>
          <pc:sldMk cId="343525391" sldId="324"/>
        </pc:sldMkLst>
        <pc:spChg chg="mod">
          <ac:chgData name="Thompson, Brielle" userId="f0ea580a-03ee-4a63-bd84-436803179175" providerId="ADAL" clId="{7B8809AF-57EE-46A8-9FFB-5C73D92D8713}" dt="2025-09-05T16:59:06.583" v="1487" actId="20577"/>
          <ac:spMkLst>
            <pc:docMk/>
            <pc:sldMk cId="343525391" sldId="324"/>
            <ac:spMk id="9" creationId="{90980E55-8ED0-B0DF-B01E-07511DF952BC}"/>
          </ac:spMkLst>
        </pc:spChg>
      </pc:sldChg>
      <pc:sldChg chg="modSp mod">
        <pc:chgData name="Thompson, Brielle" userId="f0ea580a-03ee-4a63-bd84-436803179175" providerId="ADAL" clId="{7B8809AF-57EE-46A8-9FFB-5C73D92D8713}" dt="2025-09-05T16:59:04.278" v="1485" actId="20577"/>
        <pc:sldMkLst>
          <pc:docMk/>
          <pc:sldMk cId="2100928310" sldId="325"/>
        </pc:sldMkLst>
        <pc:spChg chg="mod">
          <ac:chgData name="Thompson, Brielle" userId="f0ea580a-03ee-4a63-bd84-436803179175" providerId="ADAL" clId="{7B8809AF-57EE-46A8-9FFB-5C73D92D8713}" dt="2025-09-05T16:59:04.278" v="1485" actId="20577"/>
          <ac:spMkLst>
            <pc:docMk/>
            <pc:sldMk cId="2100928310" sldId="325"/>
            <ac:spMk id="8" creationId="{0BDA7182-07E4-8B7C-E809-9B8FE8267057}"/>
          </ac:spMkLst>
        </pc:spChg>
      </pc:sldChg>
      <pc:sldChg chg="modSp del mod">
        <pc:chgData name="Thompson, Brielle" userId="f0ea580a-03ee-4a63-bd84-436803179175" providerId="ADAL" clId="{7B8809AF-57EE-46A8-9FFB-5C73D92D8713}" dt="2025-08-21T19:48:26.401" v="692" actId="47"/>
        <pc:sldMkLst>
          <pc:docMk/>
          <pc:sldMk cId="3247257364" sldId="435"/>
        </pc:sldMkLst>
      </pc:sldChg>
      <pc:sldChg chg="del">
        <pc:chgData name="Thompson, Brielle" userId="f0ea580a-03ee-4a63-bd84-436803179175" providerId="ADAL" clId="{7B8809AF-57EE-46A8-9FFB-5C73D92D8713}" dt="2025-09-05T16:37:37.029" v="1085" actId="47"/>
        <pc:sldMkLst>
          <pc:docMk/>
          <pc:sldMk cId="645106111" sldId="465"/>
        </pc:sldMkLst>
      </pc:sldChg>
      <pc:sldChg chg="modSp ord">
        <pc:chgData name="Thompson, Brielle" userId="f0ea580a-03ee-4a63-bd84-436803179175" providerId="ADAL" clId="{7B8809AF-57EE-46A8-9FFB-5C73D92D8713}" dt="2025-09-05T16:41:04.590" v="1143" actId="20577"/>
        <pc:sldMkLst>
          <pc:docMk/>
          <pc:sldMk cId="2111722268" sldId="466"/>
        </pc:sldMkLst>
        <pc:spChg chg="mod">
          <ac:chgData name="Thompson, Brielle" userId="f0ea580a-03ee-4a63-bd84-436803179175" providerId="ADAL" clId="{7B8809AF-57EE-46A8-9FFB-5C73D92D8713}" dt="2025-09-05T16:41:04.590" v="1143" actId="20577"/>
          <ac:spMkLst>
            <pc:docMk/>
            <pc:sldMk cId="2111722268" sldId="466"/>
            <ac:spMk id="2" creationId="{24930FBC-AFDF-89BE-E219-EA67919D535E}"/>
          </ac:spMkLst>
        </pc:spChg>
      </pc:sldChg>
      <pc:sldChg chg="modSp mod">
        <pc:chgData name="Thompson, Brielle" userId="f0ea580a-03ee-4a63-bd84-436803179175" providerId="ADAL" clId="{7B8809AF-57EE-46A8-9FFB-5C73D92D8713}" dt="2025-09-05T16:37:59.839" v="1087" actId="1076"/>
        <pc:sldMkLst>
          <pc:docMk/>
          <pc:sldMk cId="2340138798" sldId="467"/>
        </pc:sldMkLst>
        <pc:spChg chg="mod">
          <ac:chgData name="Thompson, Brielle" userId="f0ea580a-03ee-4a63-bd84-436803179175" providerId="ADAL" clId="{7B8809AF-57EE-46A8-9FFB-5C73D92D8713}" dt="2025-09-05T16:37:59.839" v="1087" actId="1076"/>
          <ac:spMkLst>
            <pc:docMk/>
            <pc:sldMk cId="2340138798" sldId="467"/>
            <ac:spMk id="7" creationId="{CA330307-B584-1DC3-A108-583891A8839E}"/>
          </ac:spMkLst>
        </pc:spChg>
        <pc:picChg chg="mod">
          <ac:chgData name="Thompson, Brielle" userId="f0ea580a-03ee-4a63-bd84-436803179175" providerId="ADAL" clId="{7B8809AF-57EE-46A8-9FFB-5C73D92D8713}" dt="2025-09-05T16:37:57.316" v="1086" actId="1076"/>
          <ac:picMkLst>
            <pc:docMk/>
            <pc:sldMk cId="2340138798" sldId="467"/>
            <ac:picMk id="4" creationId="{4199293A-9227-B3E8-DCFC-4228D33A9219}"/>
          </ac:picMkLst>
        </pc:picChg>
      </pc:sldChg>
      <pc:sldChg chg="del">
        <pc:chgData name="Thompson, Brielle" userId="f0ea580a-03ee-4a63-bd84-436803179175" providerId="ADAL" clId="{7B8809AF-57EE-46A8-9FFB-5C73D92D8713}" dt="2025-09-05T16:16:41.428" v="894" actId="47"/>
        <pc:sldMkLst>
          <pc:docMk/>
          <pc:sldMk cId="1671724641" sldId="468"/>
        </pc:sldMkLst>
      </pc:sldChg>
      <pc:sldChg chg="modSp mod ord">
        <pc:chgData name="Thompson, Brielle" userId="f0ea580a-03ee-4a63-bd84-436803179175" providerId="ADAL" clId="{7B8809AF-57EE-46A8-9FFB-5C73D92D8713}" dt="2025-09-05T16:48:33.823" v="1347" actId="20577"/>
        <pc:sldMkLst>
          <pc:docMk/>
          <pc:sldMk cId="2903616126" sldId="476"/>
        </pc:sldMkLst>
        <pc:spChg chg="mod">
          <ac:chgData name="Thompson, Brielle" userId="f0ea580a-03ee-4a63-bd84-436803179175" providerId="ADAL" clId="{7B8809AF-57EE-46A8-9FFB-5C73D92D8713}" dt="2025-09-05T16:48:33.823" v="1347" actId="20577"/>
          <ac:spMkLst>
            <pc:docMk/>
            <pc:sldMk cId="2903616126" sldId="476"/>
            <ac:spMk id="6" creationId="{7C5D92CC-4B97-CD4C-2C9E-B1D0288777B5}"/>
          </ac:spMkLst>
        </pc:spChg>
      </pc:sldChg>
      <pc:sldChg chg="modSp mod ord modAnim">
        <pc:chgData name="Thompson, Brielle" userId="f0ea580a-03ee-4a63-bd84-436803179175" providerId="ADAL" clId="{7B8809AF-57EE-46A8-9FFB-5C73D92D8713}" dt="2025-09-05T16:48:46.234" v="1356" actId="1076"/>
        <pc:sldMkLst>
          <pc:docMk/>
          <pc:sldMk cId="1805789959" sldId="477"/>
        </pc:sldMkLst>
        <pc:spChg chg="mod">
          <ac:chgData name="Thompson, Brielle" userId="f0ea580a-03ee-4a63-bd84-436803179175" providerId="ADAL" clId="{7B8809AF-57EE-46A8-9FFB-5C73D92D8713}" dt="2025-09-05T16:48:46.234" v="1356" actId="1076"/>
          <ac:spMkLst>
            <pc:docMk/>
            <pc:sldMk cId="1805789959" sldId="477"/>
            <ac:spMk id="6" creationId="{58EA3128-528B-30CD-E4D2-4B7D6764B919}"/>
          </ac:spMkLst>
        </pc:spChg>
      </pc:sldChg>
      <pc:sldChg chg="modSp mod">
        <pc:chgData name="Thompson, Brielle" userId="f0ea580a-03ee-4a63-bd84-436803179175" providerId="ADAL" clId="{7B8809AF-57EE-46A8-9FFB-5C73D92D8713}" dt="2025-09-09T18:33:32.276" v="2555" actId="20577"/>
        <pc:sldMkLst>
          <pc:docMk/>
          <pc:sldMk cId="3901892510" sldId="479"/>
        </pc:sldMkLst>
        <pc:spChg chg="mod">
          <ac:chgData name="Thompson, Brielle" userId="f0ea580a-03ee-4a63-bd84-436803179175" providerId="ADAL" clId="{7B8809AF-57EE-46A8-9FFB-5C73D92D8713}" dt="2025-09-09T18:33:32.276" v="2555" actId="20577"/>
          <ac:spMkLst>
            <pc:docMk/>
            <pc:sldMk cId="3901892510" sldId="479"/>
            <ac:spMk id="6" creationId="{64C85DF4-1D3B-8DC2-6D6F-B6A6E8889AC1}"/>
          </ac:spMkLst>
        </pc:spChg>
      </pc:sldChg>
      <pc:sldChg chg="modSp mod">
        <pc:chgData name="Thompson, Brielle" userId="f0ea580a-03ee-4a63-bd84-436803179175" providerId="ADAL" clId="{7B8809AF-57EE-46A8-9FFB-5C73D92D8713}" dt="2025-09-05T16:51:13.233" v="1358" actId="14838"/>
        <pc:sldMkLst>
          <pc:docMk/>
          <pc:sldMk cId="1128108140" sldId="483"/>
        </pc:sldMkLst>
        <pc:spChg chg="mod">
          <ac:chgData name="Thompson, Brielle" userId="f0ea580a-03ee-4a63-bd84-436803179175" providerId="ADAL" clId="{7B8809AF-57EE-46A8-9FFB-5C73D92D8713}" dt="2025-09-05T16:51:13.233" v="1358" actId="14838"/>
          <ac:spMkLst>
            <pc:docMk/>
            <pc:sldMk cId="1128108140" sldId="483"/>
            <ac:spMk id="3" creationId="{C563D6C1-145D-1199-8F13-091F6C5A9E2F}"/>
          </ac:spMkLst>
        </pc:spChg>
        <pc:spChg chg="mod">
          <ac:chgData name="Thompson, Brielle" userId="f0ea580a-03ee-4a63-bd84-436803179175" providerId="ADAL" clId="{7B8809AF-57EE-46A8-9FFB-5C73D92D8713}" dt="2025-09-05T16:51:06.365" v="1357" actId="14838"/>
          <ac:spMkLst>
            <pc:docMk/>
            <pc:sldMk cId="1128108140" sldId="483"/>
            <ac:spMk id="5" creationId="{5DB36E9B-21D0-B2B8-4E4E-C8272F4AF95B}"/>
          </ac:spMkLst>
        </pc:spChg>
      </pc:sldChg>
      <pc:sldChg chg="addSp modSp mod ord">
        <pc:chgData name="Thompson, Brielle" userId="f0ea580a-03ee-4a63-bd84-436803179175" providerId="ADAL" clId="{7B8809AF-57EE-46A8-9FFB-5C73D92D8713}" dt="2025-09-05T16:58:53.803" v="1483" actId="207"/>
        <pc:sldMkLst>
          <pc:docMk/>
          <pc:sldMk cId="4127597803" sldId="497"/>
        </pc:sldMkLst>
        <pc:spChg chg="mod">
          <ac:chgData name="Thompson, Brielle" userId="f0ea580a-03ee-4a63-bd84-436803179175" providerId="ADAL" clId="{7B8809AF-57EE-46A8-9FFB-5C73D92D8713}" dt="2025-09-05T16:58:53.803" v="1483" actId="207"/>
          <ac:spMkLst>
            <pc:docMk/>
            <pc:sldMk cId="4127597803" sldId="497"/>
            <ac:spMk id="2" creationId="{FD7112BA-4D3C-A18A-34FC-81590254E2D6}"/>
          </ac:spMkLst>
        </pc:spChg>
        <pc:spChg chg="mod">
          <ac:chgData name="Thompson, Brielle" userId="f0ea580a-03ee-4a63-bd84-436803179175" providerId="ADAL" clId="{7B8809AF-57EE-46A8-9FFB-5C73D92D8713}" dt="2025-09-05T16:58:34.565" v="1478" actId="20577"/>
          <ac:spMkLst>
            <pc:docMk/>
            <pc:sldMk cId="4127597803" sldId="497"/>
            <ac:spMk id="3" creationId="{5916745D-A10B-0161-9475-F41157ABFD12}"/>
          </ac:spMkLst>
        </pc:spChg>
        <pc:graphicFrameChg chg="add mod modGraphic">
          <ac:chgData name="Thompson, Brielle" userId="f0ea580a-03ee-4a63-bd84-436803179175" providerId="ADAL" clId="{7B8809AF-57EE-46A8-9FFB-5C73D92D8713}" dt="2025-09-05T16:58:20.539" v="1474" actId="1076"/>
          <ac:graphicFrameMkLst>
            <pc:docMk/>
            <pc:sldMk cId="4127597803" sldId="497"/>
            <ac:graphicFrameMk id="4" creationId="{F994573A-8BF0-E215-474C-CE10B87A1C3B}"/>
          </ac:graphicFrameMkLst>
        </pc:graphicFrameChg>
      </pc:sldChg>
      <pc:sldChg chg="modSp mod">
        <pc:chgData name="Thompson, Brielle" userId="f0ea580a-03ee-4a63-bd84-436803179175" providerId="ADAL" clId="{7B8809AF-57EE-46A8-9FFB-5C73D92D8713}" dt="2025-09-05T16:53:29.657" v="1377" actId="255"/>
        <pc:sldMkLst>
          <pc:docMk/>
          <pc:sldMk cId="2262764080" sldId="503"/>
        </pc:sldMkLst>
        <pc:spChg chg="mod">
          <ac:chgData name="Thompson, Brielle" userId="f0ea580a-03ee-4a63-bd84-436803179175" providerId="ADAL" clId="{7B8809AF-57EE-46A8-9FFB-5C73D92D8713}" dt="2025-09-05T16:53:29.657" v="1377" actId="255"/>
          <ac:spMkLst>
            <pc:docMk/>
            <pc:sldMk cId="2262764080" sldId="503"/>
            <ac:spMk id="12" creationId="{9BE5F49D-F5A2-7BAB-1F57-2B700D51C74D}"/>
          </ac:spMkLst>
        </pc:spChg>
      </pc:sldChg>
      <pc:sldChg chg="modSp mod ord">
        <pc:chgData name="Thompson, Brielle" userId="f0ea580a-03ee-4a63-bd84-436803179175" providerId="ADAL" clId="{7B8809AF-57EE-46A8-9FFB-5C73D92D8713}" dt="2025-09-05T17:00:13.196" v="1504" actId="113"/>
        <pc:sldMkLst>
          <pc:docMk/>
          <pc:sldMk cId="1790468939" sldId="504"/>
        </pc:sldMkLst>
        <pc:spChg chg="mod">
          <ac:chgData name="Thompson, Brielle" userId="f0ea580a-03ee-4a63-bd84-436803179175" providerId="ADAL" clId="{7B8809AF-57EE-46A8-9FFB-5C73D92D8713}" dt="2025-09-05T17:00:13.196" v="1504" actId="113"/>
          <ac:spMkLst>
            <pc:docMk/>
            <pc:sldMk cId="1790468939" sldId="504"/>
            <ac:spMk id="2" creationId="{206359EE-47A5-0919-A6B9-0A41693E484D}"/>
          </ac:spMkLst>
        </pc:spChg>
        <pc:spChg chg="mod">
          <ac:chgData name="Thompson, Brielle" userId="f0ea580a-03ee-4a63-bd84-436803179175" providerId="ADAL" clId="{7B8809AF-57EE-46A8-9FFB-5C73D92D8713}" dt="2025-09-05T16:59:55.754" v="1502" actId="20577"/>
          <ac:spMkLst>
            <pc:docMk/>
            <pc:sldMk cId="1790468939" sldId="504"/>
            <ac:spMk id="3" creationId="{5CC7CC99-CE58-13B4-7E98-A4808353429D}"/>
          </ac:spMkLst>
        </pc:spChg>
      </pc:sldChg>
      <pc:sldChg chg="addSp delSp modSp mod">
        <pc:chgData name="Thompson, Brielle" userId="f0ea580a-03ee-4a63-bd84-436803179175" providerId="ADAL" clId="{7B8809AF-57EE-46A8-9FFB-5C73D92D8713}" dt="2025-09-05T17:27:56.131" v="2470" actId="14100"/>
        <pc:sldMkLst>
          <pc:docMk/>
          <pc:sldMk cId="882619258" sldId="505"/>
        </pc:sldMkLst>
        <pc:spChg chg="mod">
          <ac:chgData name="Thompson, Brielle" userId="f0ea580a-03ee-4a63-bd84-436803179175" providerId="ADAL" clId="{7B8809AF-57EE-46A8-9FFB-5C73D92D8713}" dt="2025-09-05T17:22:38.578" v="2057" actId="207"/>
          <ac:spMkLst>
            <pc:docMk/>
            <pc:sldMk cId="882619258" sldId="505"/>
            <ac:spMk id="2" creationId="{866F5731-F6FE-3ED3-69ED-94CA2ACE9233}"/>
          </ac:spMkLst>
        </pc:spChg>
        <pc:spChg chg="mod">
          <ac:chgData name="Thompson, Brielle" userId="f0ea580a-03ee-4a63-bd84-436803179175" providerId="ADAL" clId="{7B8809AF-57EE-46A8-9FFB-5C73D92D8713}" dt="2025-09-05T17:26:49.203" v="2286" actId="14100"/>
          <ac:spMkLst>
            <pc:docMk/>
            <pc:sldMk cId="882619258" sldId="505"/>
            <ac:spMk id="3" creationId="{63D864B0-28DE-A01E-9984-1997F8F753A3}"/>
          </ac:spMkLst>
        </pc:spChg>
        <pc:spChg chg="add mod">
          <ac:chgData name="Thompson, Brielle" userId="f0ea580a-03ee-4a63-bd84-436803179175" providerId="ADAL" clId="{7B8809AF-57EE-46A8-9FFB-5C73D92D8713}" dt="2025-09-05T17:27:56.131" v="2470" actId="14100"/>
          <ac:spMkLst>
            <pc:docMk/>
            <pc:sldMk cId="882619258" sldId="505"/>
            <ac:spMk id="5" creationId="{6445274B-2E9B-F872-B7CC-FDCC92E519AF}"/>
          </ac:spMkLst>
        </pc:spChg>
      </pc:sldChg>
      <pc:sldChg chg="addSp delSp modSp mod">
        <pc:chgData name="Thompson, Brielle" userId="f0ea580a-03ee-4a63-bd84-436803179175" providerId="ADAL" clId="{7B8809AF-57EE-46A8-9FFB-5C73D92D8713}" dt="2025-09-05T17:28:17.354" v="2534" actId="20577"/>
        <pc:sldMkLst>
          <pc:docMk/>
          <pc:sldMk cId="3553281912" sldId="506"/>
        </pc:sldMkLst>
        <pc:spChg chg="mod">
          <ac:chgData name="Thompson, Brielle" userId="f0ea580a-03ee-4a63-bd84-436803179175" providerId="ADAL" clId="{7B8809AF-57EE-46A8-9FFB-5C73D92D8713}" dt="2025-09-05T17:26:45.911" v="2285" actId="1076"/>
          <ac:spMkLst>
            <pc:docMk/>
            <pc:sldMk cId="3553281912" sldId="506"/>
            <ac:spMk id="3" creationId="{BB68C857-2206-20A4-A9EF-FBB118FF5B93}"/>
          </ac:spMkLst>
        </pc:spChg>
        <pc:spChg chg="add mod">
          <ac:chgData name="Thompson, Brielle" userId="f0ea580a-03ee-4a63-bd84-436803179175" providerId="ADAL" clId="{7B8809AF-57EE-46A8-9FFB-5C73D92D8713}" dt="2025-09-05T17:28:17.354" v="2534" actId="20577"/>
          <ac:spMkLst>
            <pc:docMk/>
            <pc:sldMk cId="3553281912" sldId="506"/>
            <ac:spMk id="4" creationId="{479002D9-7875-80F3-15AD-2A7758D77C76}"/>
          </ac:spMkLst>
        </pc:spChg>
        <pc:spChg chg="add mod">
          <ac:chgData name="Thompson, Brielle" userId="f0ea580a-03ee-4a63-bd84-436803179175" providerId="ADAL" clId="{7B8809AF-57EE-46A8-9FFB-5C73D92D8713}" dt="2025-09-05T17:24:07.370" v="2135"/>
          <ac:spMkLst>
            <pc:docMk/>
            <pc:sldMk cId="3553281912" sldId="506"/>
            <ac:spMk id="7" creationId="{DD6793C3-2306-B31B-BB97-2A06DCF3D342}"/>
          </ac:spMkLst>
        </pc:spChg>
      </pc:sldChg>
      <pc:sldChg chg="new del">
        <pc:chgData name="Thompson, Brielle" userId="f0ea580a-03ee-4a63-bd84-436803179175" providerId="ADAL" clId="{7B8809AF-57EE-46A8-9FFB-5C73D92D8713}" dt="2025-08-20T22:19:09.732" v="2" actId="47"/>
        <pc:sldMkLst>
          <pc:docMk/>
          <pc:sldMk cId="270712822" sldId="508"/>
        </pc:sldMkLst>
      </pc:sldChg>
      <pc:sldChg chg="addSp delSp modSp add mod setBg modAnim">
        <pc:chgData name="Thompson, Brielle" userId="f0ea580a-03ee-4a63-bd84-436803179175" providerId="ADAL" clId="{7B8809AF-57EE-46A8-9FFB-5C73D92D8713}" dt="2025-09-09T18:27:01.388" v="2535"/>
        <pc:sldMkLst>
          <pc:docMk/>
          <pc:sldMk cId="2716345525" sldId="509"/>
        </pc:sldMkLst>
        <pc:spChg chg="mod">
          <ac:chgData name="Thompson, Brielle" userId="f0ea580a-03ee-4a63-bd84-436803179175" providerId="ADAL" clId="{7B8809AF-57EE-46A8-9FFB-5C73D92D8713}" dt="2025-08-20T22:28:29.372" v="337" actId="207"/>
          <ac:spMkLst>
            <pc:docMk/>
            <pc:sldMk cId="2716345525" sldId="509"/>
            <ac:spMk id="2" creationId="{7A40B144-4F84-4904-5069-E111693C7CAA}"/>
          </ac:spMkLst>
        </pc:spChg>
        <pc:spChg chg="mod">
          <ac:chgData name="Thompson, Brielle" userId="f0ea580a-03ee-4a63-bd84-436803179175" providerId="ADAL" clId="{7B8809AF-57EE-46A8-9FFB-5C73D92D8713}" dt="2025-08-20T22:22:28.986" v="314" actId="14100"/>
          <ac:spMkLst>
            <pc:docMk/>
            <pc:sldMk cId="2716345525" sldId="509"/>
            <ac:spMk id="3" creationId="{835A3ACB-323F-C124-5084-39A44120C243}"/>
          </ac:spMkLst>
        </pc:spChg>
        <pc:picChg chg="add mod">
          <ac:chgData name="Thompson, Brielle" userId="f0ea580a-03ee-4a63-bd84-436803179175" providerId="ADAL" clId="{7B8809AF-57EE-46A8-9FFB-5C73D92D8713}" dt="2025-08-20T22:28:21.310" v="336" actId="14861"/>
          <ac:picMkLst>
            <pc:docMk/>
            <pc:sldMk cId="2716345525" sldId="509"/>
            <ac:picMk id="6" creationId="{60FFCAA1-5EA6-0815-A67C-EE7A38664C03}"/>
          </ac:picMkLst>
        </pc:picChg>
      </pc:sldChg>
      <pc:sldChg chg="add">
        <pc:chgData name="Thompson, Brielle" userId="f0ea580a-03ee-4a63-bd84-436803179175" providerId="ADAL" clId="{7B8809AF-57EE-46A8-9FFB-5C73D92D8713}" dt="2025-08-21T19:48:25.107" v="691"/>
        <pc:sldMkLst>
          <pc:docMk/>
          <pc:sldMk cId="3190765445" sldId="510"/>
        </pc:sldMkLst>
      </pc:sldChg>
      <pc:sldChg chg="addSp modSp new mod">
        <pc:chgData name="Thompson, Brielle" userId="f0ea580a-03ee-4a63-bd84-436803179175" providerId="ADAL" clId="{7B8809AF-57EE-46A8-9FFB-5C73D92D8713}" dt="2025-09-05T16:41:28.233" v="1165" actId="14100"/>
        <pc:sldMkLst>
          <pc:docMk/>
          <pc:sldMk cId="3763813171" sldId="511"/>
        </pc:sldMkLst>
        <pc:spChg chg="mod">
          <ac:chgData name="Thompson, Brielle" userId="f0ea580a-03ee-4a63-bd84-436803179175" providerId="ADAL" clId="{7B8809AF-57EE-46A8-9FFB-5C73D92D8713}" dt="2025-09-05T16:41:28.233" v="1165" actId="14100"/>
          <ac:spMkLst>
            <pc:docMk/>
            <pc:sldMk cId="3763813171" sldId="511"/>
            <ac:spMk id="2" creationId="{20AE7182-5B2E-CB12-B9ED-AD0DCDD74C3C}"/>
          </ac:spMkLst>
        </pc:spChg>
        <pc:spChg chg="mod">
          <ac:chgData name="Thompson, Brielle" userId="f0ea580a-03ee-4a63-bd84-436803179175" providerId="ADAL" clId="{7B8809AF-57EE-46A8-9FFB-5C73D92D8713}" dt="2025-08-27T21:14:39.550" v="851" actId="115"/>
          <ac:spMkLst>
            <pc:docMk/>
            <pc:sldMk cId="3763813171" sldId="511"/>
            <ac:spMk id="3" creationId="{536F1B1B-CCA7-3A54-0573-A47067789982}"/>
          </ac:spMkLst>
        </pc:spChg>
        <pc:spChg chg="add mod">
          <ac:chgData name="Thompson, Brielle" userId="f0ea580a-03ee-4a63-bd84-436803179175" providerId="ADAL" clId="{7B8809AF-57EE-46A8-9FFB-5C73D92D8713}" dt="2025-08-27T21:14:07.753" v="839" actId="1076"/>
          <ac:spMkLst>
            <pc:docMk/>
            <pc:sldMk cId="3763813171" sldId="511"/>
            <ac:spMk id="4" creationId="{AF342606-5283-4735-BCB9-C89B56AD8B56}"/>
          </ac:spMkLst>
        </pc:spChg>
      </pc:sldChg>
      <pc:sldChg chg="addSp modSp new mod setBg modAnim">
        <pc:chgData name="Thompson, Brielle" userId="f0ea580a-03ee-4a63-bd84-436803179175" providerId="ADAL" clId="{7B8809AF-57EE-46A8-9FFB-5C73D92D8713}" dt="2025-09-05T16:28:24.208" v="1063" actId="20577"/>
        <pc:sldMkLst>
          <pc:docMk/>
          <pc:sldMk cId="1017658349" sldId="512"/>
        </pc:sldMkLst>
        <pc:spChg chg="mod">
          <ac:chgData name="Thompson, Brielle" userId="f0ea580a-03ee-4a63-bd84-436803179175" providerId="ADAL" clId="{7B8809AF-57EE-46A8-9FFB-5C73D92D8713}" dt="2025-08-27T21:16:51.021" v="891" actId="20577"/>
          <ac:spMkLst>
            <pc:docMk/>
            <pc:sldMk cId="1017658349" sldId="512"/>
            <ac:spMk id="2" creationId="{B6558E6E-3886-145B-C746-06A0223ABC1B}"/>
          </ac:spMkLst>
        </pc:spChg>
        <pc:spChg chg="mod">
          <ac:chgData name="Thompson, Brielle" userId="f0ea580a-03ee-4a63-bd84-436803179175" providerId="ADAL" clId="{7B8809AF-57EE-46A8-9FFB-5C73D92D8713}" dt="2025-09-05T16:28:24.208" v="1063" actId="20577"/>
          <ac:spMkLst>
            <pc:docMk/>
            <pc:sldMk cId="1017658349" sldId="512"/>
            <ac:spMk id="3" creationId="{C54BE161-5499-BC2D-B20E-D58ED0CF99B4}"/>
          </ac:spMkLst>
        </pc:spChg>
        <pc:spChg chg="add mod">
          <ac:chgData name="Thompson, Brielle" userId="f0ea580a-03ee-4a63-bd84-436803179175" providerId="ADAL" clId="{7B8809AF-57EE-46A8-9FFB-5C73D92D8713}" dt="2025-09-05T16:28:11.502" v="1061" actId="20577"/>
          <ac:spMkLst>
            <pc:docMk/>
            <pc:sldMk cId="1017658349" sldId="512"/>
            <ac:spMk id="4" creationId="{FADB5254-7F8B-D74E-D966-E8A882803A1C}"/>
          </ac:spMkLst>
        </pc:spChg>
      </pc:sldChg>
      <pc:sldChg chg="addSp modSp new mod">
        <pc:chgData name="Thompson, Brielle" userId="f0ea580a-03ee-4a63-bd84-436803179175" providerId="ADAL" clId="{7B8809AF-57EE-46A8-9FFB-5C73D92D8713}" dt="2025-09-05T17:22:20.286" v="2052" actId="1076"/>
        <pc:sldMkLst>
          <pc:docMk/>
          <pc:sldMk cId="176707920" sldId="513"/>
        </pc:sldMkLst>
        <pc:spChg chg="mod">
          <ac:chgData name="Thompson, Brielle" userId="f0ea580a-03ee-4a63-bd84-436803179175" providerId="ADAL" clId="{7B8809AF-57EE-46A8-9FFB-5C73D92D8713}" dt="2025-09-05T17:12:04.599" v="1751" actId="1076"/>
          <ac:spMkLst>
            <pc:docMk/>
            <pc:sldMk cId="176707920" sldId="513"/>
            <ac:spMk id="2" creationId="{AEC01B8F-3E25-D377-E4E0-B7F06138650E}"/>
          </ac:spMkLst>
        </pc:spChg>
        <pc:spChg chg="mod">
          <ac:chgData name="Thompson, Brielle" userId="f0ea580a-03ee-4a63-bd84-436803179175" providerId="ADAL" clId="{7B8809AF-57EE-46A8-9FFB-5C73D92D8713}" dt="2025-09-05T17:22:08.665" v="2051" actId="255"/>
          <ac:spMkLst>
            <pc:docMk/>
            <pc:sldMk cId="176707920" sldId="513"/>
            <ac:spMk id="3" creationId="{A7610EB2-3846-FF84-A962-AA5D2AA53DDF}"/>
          </ac:spMkLst>
        </pc:spChg>
        <pc:spChg chg="add mod">
          <ac:chgData name="Thompson, Brielle" userId="f0ea580a-03ee-4a63-bd84-436803179175" providerId="ADAL" clId="{7B8809AF-57EE-46A8-9FFB-5C73D92D8713}" dt="2025-09-05T17:22:20.286" v="2052" actId="1076"/>
          <ac:spMkLst>
            <pc:docMk/>
            <pc:sldMk cId="176707920" sldId="513"/>
            <ac:spMk id="4" creationId="{9A631B4C-A16A-607C-EC82-9C5DAE948781}"/>
          </ac:spMkLst>
        </pc:spChg>
      </pc:sldChg>
      <pc:sldChg chg="addSp delSp modSp new mod">
        <pc:chgData name="Thompson, Brielle" userId="f0ea580a-03ee-4a63-bd84-436803179175" providerId="ADAL" clId="{7B8809AF-57EE-46A8-9FFB-5C73D92D8713}" dt="2025-09-05T17:16:04.080" v="1874" actId="1076"/>
        <pc:sldMkLst>
          <pc:docMk/>
          <pc:sldMk cId="3646357672" sldId="514"/>
        </pc:sldMkLst>
        <pc:spChg chg="mod">
          <ac:chgData name="Thompson, Brielle" userId="f0ea580a-03ee-4a63-bd84-436803179175" providerId="ADAL" clId="{7B8809AF-57EE-46A8-9FFB-5C73D92D8713}" dt="2025-09-05T17:15:56.126" v="1871" actId="14100"/>
          <ac:spMkLst>
            <pc:docMk/>
            <pc:sldMk cId="3646357672" sldId="514"/>
            <ac:spMk id="2" creationId="{4A5759A2-DA98-D279-3F83-50BA3B848617}"/>
          </ac:spMkLst>
        </pc:spChg>
        <pc:spChg chg="mod">
          <ac:chgData name="Thompson, Brielle" userId="f0ea580a-03ee-4a63-bd84-436803179175" providerId="ADAL" clId="{7B8809AF-57EE-46A8-9FFB-5C73D92D8713}" dt="2025-09-05T17:16:01.111" v="1873" actId="14100"/>
          <ac:spMkLst>
            <pc:docMk/>
            <pc:sldMk cId="3646357672" sldId="514"/>
            <ac:spMk id="3" creationId="{5E2E8A95-1EC0-522D-18A6-D140319B534A}"/>
          </ac:spMkLst>
        </pc:spChg>
        <pc:picChg chg="add mod">
          <ac:chgData name="Thompson, Brielle" userId="f0ea580a-03ee-4a63-bd84-436803179175" providerId="ADAL" clId="{7B8809AF-57EE-46A8-9FFB-5C73D92D8713}" dt="2025-09-05T17:16:04.080" v="1874" actId="1076"/>
          <ac:picMkLst>
            <pc:docMk/>
            <pc:sldMk cId="3646357672" sldId="514"/>
            <ac:picMk id="7" creationId="{B54232AB-ED19-DB86-8D08-147244F8AB9C}"/>
          </ac:picMkLst>
        </pc:picChg>
      </pc:sldChg>
      <pc:sldChg chg="addSp delSp modSp new mod">
        <pc:chgData name="Thompson, Brielle" userId="f0ea580a-03ee-4a63-bd84-436803179175" providerId="ADAL" clId="{7B8809AF-57EE-46A8-9FFB-5C73D92D8713}" dt="2025-09-09T18:37:51.245" v="2619"/>
        <pc:sldMkLst>
          <pc:docMk/>
          <pc:sldMk cId="3145040999" sldId="515"/>
        </pc:sldMkLst>
        <pc:spChg chg="del">
          <ac:chgData name="Thompson, Brielle" userId="f0ea580a-03ee-4a63-bd84-436803179175" providerId="ADAL" clId="{7B8809AF-57EE-46A8-9FFB-5C73D92D8713}" dt="2025-09-09T18:35:12.110" v="2557" actId="478"/>
          <ac:spMkLst>
            <pc:docMk/>
            <pc:sldMk cId="3145040999" sldId="515"/>
            <ac:spMk id="2" creationId="{4E859949-DAE1-4B6B-F6DF-5205D7B4FAE7}"/>
          </ac:spMkLst>
        </pc:spChg>
        <pc:spChg chg="del">
          <ac:chgData name="Thompson, Brielle" userId="f0ea580a-03ee-4a63-bd84-436803179175" providerId="ADAL" clId="{7B8809AF-57EE-46A8-9FFB-5C73D92D8713}" dt="2025-09-09T18:35:12.110" v="2557" actId="478"/>
          <ac:spMkLst>
            <pc:docMk/>
            <pc:sldMk cId="3145040999" sldId="515"/>
            <ac:spMk id="3" creationId="{2C41A351-B686-45FD-2C4A-69C645FB4E93}"/>
          </ac:spMkLst>
        </pc:spChg>
        <pc:spChg chg="add mod">
          <ac:chgData name="Thompson, Brielle" userId="f0ea580a-03ee-4a63-bd84-436803179175" providerId="ADAL" clId="{7B8809AF-57EE-46A8-9FFB-5C73D92D8713}" dt="2025-09-09T18:36:42.784" v="2598" actId="1076"/>
          <ac:spMkLst>
            <pc:docMk/>
            <pc:sldMk cId="3145040999" sldId="515"/>
            <ac:spMk id="6" creationId="{733C70AD-FD6F-588B-1F3E-2B3C9D9665A4}"/>
          </ac:spMkLst>
        </pc:spChg>
        <pc:spChg chg="add del mod">
          <ac:chgData name="Thompson, Brielle" userId="f0ea580a-03ee-4a63-bd84-436803179175" providerId="ADAL" clId="{7B8809AF-57EE-46A8-9FFB-5C73D92D8713}" dt="2025-09-09T18:36:56.845" v="2603" actId="478"/>
          <ac:spMkLst>
            <pc:docMk/>
            <pc:sldMk cId="3145040999" sldId="515"/>
            <ac:spMk id="7" creationId="{52C1F974-1A49-FB5A-8540-5BD776F3F5E1}"/>
          </ac:spMkLst>
        </pc:spChg>
        <pc:spChg chg="add del mod">
          <ac:chgData name="Thompson, Brielle" userId="f0ea580a-03ee-4a63-bd84-436803179175" providerId="ADAL" clId="{7B8809AF-57EE-46A8-9FFB-5C73D92D8713}" dt="2025-09-09T18:36:58.944" v="2604" actId="478"/>
          <ac:spMkLst>
            <pc:docMk/>
            <pc:sldMk cId="3145040999" sldId="515"/>
            <ac:spMk id="9" creationId="{AEECD4A5-98DA-3FD5-B1C1-A9AE80442919}"/>
          </ac:spMkLst>
        </pc:spChg>
        <pc:spChg chg="add mod">
          <ac:chgData name="Thompson, Brielle" userId="f0ea580a-03ee-4a63-bd84-436803179175" providerId="ADAL" clId="{7B8809AF-57EE-46A8-9FFB-5C73D92D8713}" dt="2025-09-09T18:36:59.118" v="2605"/>
          <ac:spMkLst>
            <pc:docMk/>
            <pc:sldMk cId="3145040999" sldId="515"/>
            <ac:spMk id="10" creationId="{C1E45959-A333-3645-C96C-94DDD5185D7E}"/>
          </ac:spMkLst>
        </pc:spChg>
        <pc:picChg chg="add mod modCrop">
          <ac:chgData name="Thompson, Brielle" userId="f0ea580a-03ee-4a63-bd84-436803179175" providerId="ADAL" clId="{7B8809AF-57EE-46A8-9FFB-5C73D92D8713}" dt="2025-09-09T18:36:48.171" v="2601" actId="1076"/>
          <ac:picMkLst>
            <pc:docMk/>
            <pc:sldMk cId="3145040999" sldId="515"/>
            <ac:picMk id="5" creationId="{E6DD57A0-08FA-D28D-BCFE-C2686B6BE78A}"/>
          </ac:picMkLst>
        </pc:picChg>
        <pc:inkChg chg="add del">
          <ac:chgData name="Thompson, Brielle" userId="f0ea580a-03ee-4a63-bd84-436803179175" providerId="ADAL" clId="{7B8809AF-57EE-46A8-9FFB-5C73D92D8713}" dt="2025-09-09T18:37:14.613" v="2607" actId="9405"/>
          <ac:inkMkLst>
            <pc:docMk/>
            <pc:sldMk cId="3145040999" sldId="515"/>
            <ac:inkMk id="11" creationId="{6B97E059-341F-934E-4603-0E0843490ADC}"/>
          </ac:inkMkLst>
        </pc:inkChg>
        <pc:inkChg chg="add del">
          <ac:chgData name="Thompson, Brielle" userId="f0ea580a-03ee-4a63-bd84-436803179175" providerId="ADAL" clId="{7B8809AF-57EE-46A8-9FFB-5C73D92D8713}" dt="2025-09-09T18:37:18.230" v="2609"/>
          <ac:inkMkLst>
            <pc:docMk/>
            <pc:sldMk cId="3145040999" sldId="515"/>
            <ac:inkMk id="12" creationId="{D6DE6D2D-9EE2-23F3-14FE-089638FE40CE}"/>
          </ac:inkMkLst>
        </pc:inkChg>
        <pc:inkChg chg="add mod">
          <ac:chgData name="Thompson, Brielle" userId="f0ea580a-03ee-4a63-bd84-436803179175" providerId="ADAL" clId="{7B8809AF-57EE-46A8-9FFB-5C73D92D8713}" dt="2025-09-09T18:37:20.507" v="2610"/>
          <ac:inkMkLst>
            <pc:docMk/>
            <pc:sldMk cId="3145040999" sldId="515"/>
            <ac:inkMk id="13" creationId="{7D8A80CA-E35F-92E5-EBB7-65F9D91DCBDC}"/>
          </ac:inkMkLst>
        </pc:inkChg>
        <pc:inkChg chg="add">
          <ac:chgData name="Thompson, Brielle" userId="f0ea580a-03ee-4a63-bd84-436803179175" providerId="ADAL" clId="{7B8809AF-57EE-46A8-9FFB-5C73D92D8713}" dt="2025-09-09T18:37:26.596" v="2611" actId="9405"/>
          <ac:inkMkLst>
            <pc:docMk/>
            <pc:sldMk cId="3145040999" sldId="515"/>
            <ac:inkMk id="14" creationId="{D07BDFE7-CAA4-7F38-31C8-A4F4FC2C7FE0}"/>
          </ac:inkMkLst>
        </pc:inkChg>
        <pc:inkChg chg="add">
          <ac:chgData name="Thompson, Brielle" userId="f0ea580a-03ee-4a63-bd84-436803179175" providerId="ADAL" clId="{7B8809AF-57EE-46A8-9FFB-5C73D92D8713}" dt="2025-09-09T18:37:29.283" v="2612" actId="9405"/>
          <ac:inkMkLst>
            <pc:docMk/>
            <pc:sldMk cId="3145040999" sldId="515"/>
            <ac:inkMk id="15" creationId="{A99879EF-DD64-BE96-5D4B-4485B30EAF1B}"/>
          </ac:inkMkLst>
        </pc:inkChg>
        <pc:inkChg chg="add">
          <ac:chgData name="Thompson, Brielle" userId="f0ea580a-03ee-4a63-bd84-436803179175" providerId="ADAL" clId="{7B8809AF-57EE-46A8-9FFB-5C73D92D8713}" dt="2025-09-09T18:37:32.338" v="2613" actId="9405"/>
          <ac:inkMkLst>
            <pc:docMk/>
            <pc:sldMk cId="3145040999" sldId="515"/>
            <ac:inkMk id="16" creationId="{E70B35CE-D7EC-C969-7399-ECC92DF9AA53}"/>
          </ac:inkMkLst>
        </pc:inkChg>
        <pc:inkChg chg="add">
          <ac:chgData name="Thompson, Brielle" userId="f0ea580a-03ee-4a63-bd84-436803179175" providerId="ADAL" clId="{7B8809AF-57EE-46A8-9FFB-5C73D92D8713}" dt="2025-09-09T18:37:35.541" v="2614" actId="9405"/>
          <ac:inkMkLst>
            <pc:docMk/>
            <pc:sldMk cId="3145040999" sldId="515"/>
            <ac:inkMk id="17" creationId="{A9ECC084-99F3-4C4A-3529-FAC864C53C3E}"/>
          </ac:inkMkLst>
        </pc:inkChg>
        <pc:inkChg chg="add">
          <ac:chgData name="Thompson, Brielle" userId="f0ea580a-03ee-4a63-bd84-436803179175" providerId="ADAL" clId="{7B8809AF-57EE-46A8-9FFB-5C73D92D8713}" dt="2025-09-09T18:37:39.827" v="2615" actId="9405"/>
          <ac:inkMkLst>
            <pc:docMk/>
            <pc:sldMk cId="3145040999" sldId="515"/>
            <ac:inkMk id="18" creationId="{F8038BCA-5CA1-1D17-70A9-43493379CDD3}"/>
          </ac:inkMkLst>
        </pc:inkChg>
        <pc:inkChg chg="add">
          <ac:chgData name="Thompson, Brielle" userId="f0ea580a-03ee-4a63-bd84-436803179175" providerId="ADAL" clId="{7B8809AF-57EE-46A8-9FFB-5C73D92D8713}" dt="2025-09-09T18:37:43.021" v="2616" actId="9405"/>
          <ac:inkMkLst>
            <pc:docMk/>
            <pc:sldMk cId="3145040999" sldId="515"/>
            <ac:inkMk id="19" creationId="{D008E5A4-4013-64FF-97DD-9A3AD5E72B9D}"/>
          </ac:inkMkLst>
        </pc:inkChg>
        <pc:inkChg chg="add">
          <ac:chgData name="Thompson, Brielle" userId="f0ea580a-03ee-4a63-bd84-436803179175" providerId="ADAL" clId="{7B8809AF-57EE-46A8-9FFB-5C73D92D8713}" dt="2025-09-09T18:37:47.458" v="2617" actId="9405"/>
          <ac:inkMkLst>
            <pc:docMk/>
            <pc:sldMk cId="3145040999" sldId="515"/>
            <ac:inkMk id="20" creationId="{36FDA8D7-A6BC-D5BD-270A-ED880AA22C59}"/>
          </ac:inkMkLst>
        </pc:inkChg>
        <pc:inkChg chg="add del">
          <ac:chgData name="Thompson, Brielle" userId="f0ea580a-03ee-4a63-bd84-436803179175" providerId="ADAL" clId="{7B8809AF-57EE-46A8-9FFB-5C73D92D8713}" dt="2025-09-09T18:37:51.245" v="2619"/>
          <ac:inkMkLst>
            <pc:docMk/>
            <pc:sldMk cId="3145040999" sldId="515"/>
            <ac:inkMk id="21" creationId="{25A02BFF-9D18-3346-E9E9-1DCEE2956EF9}"/>
          </ac:inkMkLst>
        </pc:inkChg>
        <pc:inkChg chg="add">
          <ac:chgData name="Thompson, Brielle" userId="f0ea580a-03ee-4a63-bd84-436803179175" providerId="ADAL" clId="{7B8809AF-57EE-46A8-9FFB-5C73D92D8713}" dt="2025-09-09T18:37:51.245" v="2619"/>
          <ac:inkMkLst>
            <pc:docMk/>
            <pc:sldMk cId="3145040999" sldId="515"/>
            <ac:inkMk id="22" creationId="{8392B732-6148-78DF-6AAC-5A06BB4E8601}"/>
          </ac:inkMkLst>
        </pc:inkChg>
      </pc:sldChg>
      <pc:sldChg chg="add">
        <pc:chgData name="Thompson, Brielle" userId="f0ea580a-03ee-4a63-bd84-436803179175" providerId="ADAL" clId="{7B8809AF-57EE-46A8-9FFB-5C73D92D8713}" dt="2025-09-09T18:36:21.032" v="2596"/>
        <pc:sldMkLst>
          <pc:docMk/>
          <pc:sldMk cId="3244389716" sldId="516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svg"/><Relationship Id="rId1" Type="http://schemas.openxmlformats.org/officeDocument/2006/relationships/image" Target="../media/image53.png"/><Relationship Id="rId6" Type="http://schemas.openxmlformats.org/officeDocument/2006/relationships/image" Target="../media/image58.svg"/><Relationship Id="rId5" Type="http://schemas.openxmlformats.org/officeDocument/2006/relationships/image" Target="../media/image57.png"/><Relationship Id="rId4" Type="http://schemas.openxmlformats.org/officeDocument/2006/relationships/image" Target="../media/image5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svg"/><Relationship Id="rId1" Type="http://schemas.openxmlformats.org/officeDocument/2006/relationships/image" Target="../media/image53.png"/><Relationship Id="rId6" Type="http://schemas.openxmlformats.org/officeDocument/2006/relationships/image" Target="../media/image58.svg"/><Relationship Id="rId5" Type="http://schemas.openxmlformats.org/officeDocument/2006/relationships/image" Target="../media/image57.png"/><Relationship Id="rId4" Type="http://schemas.openxmlformats.org/officeDocument/2006/relationships/image" Target="../media/image5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388796C-84E5-4B6B-9CF7-B61E4C15B5E0}" type="doc">
      <dgm:prSet loTypeId="urn:microsoft.com/office/officeart/2018/2/layout/IconVerticalSolidList" loCatId="icon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485AC4E0-BF2D-4AD8-8D3B-2D6E3819ABC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3200" b="1" dirty="0"/>
            <a:t>Next week: </a:t>
          </a:r>
          <a:r>
            <a:rPr lang="en-US" sz="3200" b="0" u="sng" dirty="0"/>
            <a:t>A</a:t>
          </a:r>
          <a:r>
            <a:rPr lang="en-US" sz="3200" dirty="0"/>
            <a:t> step of </a:t>
          </a:r>
          <a:r>
            <a:rPr lang="en-US" sz="3200" b="0" u="none" dirty="0" err="1"/>
            <a:t>Pr</a:t>
          </a:r>
          <a:r>
            <a:rPr lang="en-US" sz="3200" u="none" dirty="0" err="1"/>
            <a:t>O</a:t>
          </a:r>
          <a:r>
            <a:rPr lang="en-US" sz="3200" u="sng" dirty="0" err="1"/>
            <a:t>A</a:t>
          </a:r>
          <a:r>
            <a:rPr lang="en-US" sz="3200" dirty="0" err="1"/>
            <a:t>CT</a:t>
          </a:r>
          <a:endParaRPr lang="en-US" sz="3200" dirty="0"/>
        </a:p>
      </dgm:t>
    </dgm:pt>
    <dgm:pt modelId="{36C2114D-F4EA-42E7-814C-72914715A2A4}" type="parTrans" cxnId="{6811D09C-7CAC-4829-880E-1C2C940E1881}">
      <dgm:prSet/>
      <dgm:spPr/>
      <dgm:t>
        <a:bodyPr/>
        <a:lstStyle/>
        <a:p>
          <a:endParaRPr lang="en-US"/>
        </a:p>
      </dgm:t>
    </dgm:pt>
    <dgm:pt modelId="{FB2191A4-4516-4618-9786-89D3A73692B0}" type="sibTrans" cxnId="{6811D09C-7CAC-4829-880E-1C2C940E1881}">
      <dgm:prSet/>
      <dgm:spPr/>
      <dgm:t>
        <a:bodyPr/>
        <a:lstStyle/>
        <a:p>
          <a:endParaRPr lang="en-US"/>
        </a:p>
      </dgm:t>
    </dgm:pt>
    <dgm:pt modelId="{0A3C7FC9-664A-4038-A0D3-B06A5E396FB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3200" b="1" dirty="0"/>
            <a:t>Weekly: </a:t>
          </a:r>
          <a:r>
            <a:rPr lang="en-US" sz="3200" dirty="0"/>
            <a:t>Work through a step of the </a:t>
          </a:r>
          <a:r>
            <a:rPr lang="en-US" sz="3200" dirty="0" err="1"/>
            <a:t>PrOACT</a:t>
          </a:r>
          <a:r>
            <a:rPr lang="en-US" sz="3200" dirty="0"/>
            <a:t> process/ learn extra tools</a:t>
          </a:r>
        </a:p>
      </dgm:t>
    </dgm:pt>
    <dgm:pt modelId="{82FE7222-0AB0-4379-B7C9-AF298ABCAA86}" type="parTrans" cxnId="{3C8F8CC0-D43F-47FF-B1EE-19524A265068}">
      <dgm:prSet/>
      <dgm:spPr/>
      <dgm:t>
        <a:bodyPr/>
        <a:lstStyle/>
        <a:p>
          <a:endParaRPr lang="en-US"/>
        </a:p>
      </dgm:t>
    </dgm:pt>
    <dgm:pt modelId="{B0939ACD-34C2-4364-ADDE-02ECD203C97D}" type="sibTrans" cxnId="{3C8F8CC0-D43F-47FF-B1EE-19524A265068}">
      <dgm:prSet/>
      <dgm:spPr/>
      <dgm:t>
        <a:bodyPr/>
        <a:lstStyle/>
        <a:p>
          <a:endParaRPr lang="en-US"/>
        </a:p>
      </dgm:t>
    </dgm:pt>
    <dgm:pt modelId="{DA0018A9-3520-4B96-9371-0496D8FEBFC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3200" b="1" dirty="0"/>
            <a:t>Last week of class: </a:t>
          </a:r>
        </a:p>
      </dgm:t>
    </dgm:pt>
    <dgm:pt modelId="{B2987A38-1220-4A97-8E35-F999B371BE6D}" type="parTrans" cxnId="{591D11CB-FE98-4C50-B75D-8EB3C81F5D85}">
      <dgm:prSet/>
      <dgm:spPr/>
      <dgm:t>
        <a:bodyPr/>
        <a:lstStyle/>
        <a:p>
          <a:endParaRPr lang="en-US"/>
        </a:p>
      </dgm:t>
    </dgm:pt>
    <dgm:pt modelId="{31CE782F-5FA8-49BE-A4CA-59856909600E}" type="sibTrans" cxnId="{591D11CB-FE98-4C50-B75D-8EB3C81F5D85}">
      <dgm:prSet/>
      <dgm:spPr/>
      <dgm:t>
        <a:bodyPr/>
        <a:lstStyle/>
        <a:p>
          <a:endParaRPr lang="en-US"/>
        </a:p>
      </dgm:t>
    </dgm:pt>
    <dgm:pt modelId="{9F705E52-9093-4C8E-B216-0709DF65E16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/>
            <a:t>Elevator pitch of your research project in terms of SDM/</a:t>
          </a:r>
          <a:r>
            <a:rPr lang="en-US" sz="2000" dirty="0" err="1"/>
            <a:t>PrOACT</a:t>
          </a:r>
          <a:endParaRPr lang="en-US" sz="2000" dirty="0"/>
        </a:p>
      </dgm:t>
    </dgm:pt>
    <dgm:pt modelId="{7C1C12F0-84DB-4477-9D86-71A9B2690EFC}" type="parTrans" cxnId="{4FFB0D22-5F34-45C8-91BA-560CF9DE4E0C}">
      <dgm:prSet/>
      <dgm:spPr/>
      <dgm:t>
        <a:bodyPr/>
        <a:lstStyle/>
        <a:p>
          <a:endParaRPr lang="en-US"/>
        </a:p>
      </dgm:t>
    </dgm:pt>
    <dgm:pt modelId="{2EE430DF-101F-4D79-B87B-8A92BEA66DB2}" type="sibTrans" cxnId="{4FFB0D22-5F34-45C8-91BA-560CF9DE4E0C}">
      <dgm:prSet/>
      <dgm:spPr/>
      <dgm:t>
        <a:bodyPr/>
        <a:lstStyle/>
        <a:p>
          <a:endParaRPr lang="en-US"/>
        </a:p>
      </dgm:t>
    </dgm:pt>
    <dgm:pt modelId="{A7265913-BBC5-4E62-8EAF-55FE1358B0E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dirty="0"/>
            <a:t>Note: Abridged </a:t>
          </a:r>
          <a:r>
            <a:rPr lang="en-US" sz="1400" dirty="0" err="1"/>
            <a:t>PrOACT</a:t>
          </a:r>
          <a:r>
            <a:rPr lang="en-US" sz="1400" dirty="0"/>
            <a:t> story slides with a star on the upper right are good examples to use for your presentation</a:t>
          </a:r>
        </a:p>
      </dgm:t>
    </dgm:pt>
    <dgm:pt modelId="{081163EE-0239-4D9B-945C-74666461A5A8}" type="parTrans" cxnId="{B0BD32DC-C0D9-48B2-BBA2-5C0726DFA2B3}">
      <dgm:prSet/>
      <dgm:spPr/>
      <dgm:t>
        <a:bodyPr/>
        <a:lstStyle/>
        <a:p>
          <a:endParaRPr lang="en-US"/>
        </a:p>
      </dgm:t>
    </dgm:pt>
    <dgm:pt modelId="{A325A3FE-1229-4750-A878-295119C1821A}" type="sibTrans" cxnId="{B0BD32DC-C0D9-48B2-BBA2-5C0726DFA2B3}">
      <dgm:prSet/>
      <dgm:spPr/>
      <dgm:t>
        <a:bodyPr/>
        <a:lstStyle/>
        <a:p>
          <a:endParaRPr lang="en-US"/>
        </a:p>
      </dgm:t>
    </dgm:pt>
    <dgm:pt modelId="{A056BA46-47B7-47AC-9D2C-2F76BB1B8416}" type="pres">
      <dgm:prSet presAssocID="{E388796C-84E5-4B6B-9CF7-B61E4C15B5E0}" presName="root" presStyleCnt="0">
        <dgm:presLayoutVars>
          <dgm:dir/>
          <dgm:resizeHandles val="exact"/>
        </dgm:presLayoutVars>
      </dgm:prSet>
      <dgm:spPr/>
    </dgm:pt>
    <dgm:pt modelId="{90A2CCA3-0102-4E3E-9F59-4F8F7CF06D07}" type="pres">
      <dgm:prSet presAssocID="{485AC4E0-BF2D-4AD8-8D3B-2D6E3819ABC4}" presName="compNode" presStyleCnt="0"/>
      <dgm:spPr/>
    </dgm:pt>
    <dgm:pt modelId="{A886FE22-7F7E-4337-AD20-62FF324B593F}" type="pres">
      <dgm:prSet presAssocID="{485AC4E0-BF2D-4AD8-8D3B-2D6E3819ABC4}" presName="bgRect" presStyleLbl="bgShp" presStyleIdx="0" presStyleCnt="3"/>
      <dgm:spPr/>
    </dgm:pt>
    <dgm:pt modelId="{E5A847E8-FF40-4218-94DC-831EF4B68C67}" type="pres">
      <dgm:prSet presAssocID="{485AC4E0-BF2D-4AD8-8D3B-2D6E3819ABC4}" presName="iconRect" presStyleLbl="node1" presStyleIdx="0" presStyleCnt="3" custScaleX="133760" custScaleY="133760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st Forward with solid fill"/>
        </a:ext>
      </dgm:extLst>
    </dgm:pt>
    <dgm:pt modelId="{E5BBB292-B7A2-414E-8522-828D1446F604}" type="pres">
      <dgm:prSet presAssocID="{485AC4E0-BF2D-4AD8-8D3B-2D6E3819ABC4}" presName="spaceRect" presStyleCnt="0"/>
      <dgm:spPr/>
    </dgm:pt>
    <dgm:pt modelId="{DCA50BE1-2C9D-4204-9EB2-5DFDA3ED5B58}" type="pres">
      <dgm:prSet presAssocID="{485AC4E0-BF2D-4AD8-8D3B-2D6E3819ABC4}" presName="parTx" presStyleLbl="revTx" presStyleIdx="0" presStyleCnt="4">
        <dgm:presLayoutVars>
          <dgm:chMax val="0"/>
          <dgm:chPref val="0"/>
        </dgm:presLayoutVars>
      </dgm:prSet>
      <dgm:spPr/>
    </dgm:pt>
    <dgm:pt modelId="{11A8245E-4320-4D39-977C-84693DCEC798}" type="pres">
      <dgm:prSet presAssocID="{FB2191A4-4516-4618-9786-89D3A73692B0}" presName="sibTrans" presStyleCnt="0"/>
      <dgm:spPr/>
    </dgm:pt>
    <dgm:pt modelId="{308B694A-5365-477C-ADF9-06B6473A8748}" type="pres">
      <dgm:prSet presAssocID="{0A3C7FC9-664A-4038-A0D3-B06A5E396FBA}" presName="compNode" presStyleCnt="0"/>
      <dgm:spPr/>
    </dgm:pt>
    <dgm:pt modelId="{29A47B8D-F73E-4C7D-B2AD-8709DC2C5C63}" type="pres">
      <dgm:prSet presAssocID="{0A3C7FC9-664A-4038-A0D3-B06A5E396FBA}" presName="bgRect" presStyleLbl="bgShp" presStyleIdx="1" presStyleCnt="3" custLinFactNeighborY="-8864"/>
      <dgm:spPr/>
    </dgm:pt>
    <dgm:pt modelId="{7F0201AB-0245-435F-9870-2C4E935E607B}" type="pres">
      <dgm:prSet presAssocID="{0A3C7FC9-664A-4038-A0D3-B06A5E396FBA}" presName="iconRect" presStyleLbl="node1" presStyleIdx="1" presStyleCnt="3" custScaleX="133760" custScaleY="133760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 with solid fill"/>
        </a:ext>
      </dgm:extLst>
    </dgm:pt>
    <dgm:pt modelId="{F42501A5-401C-4DFA-B48C-51E7DD340DA5}" type="pres">
      <dgm:prSet presAssocID="{0A3C7FC9-664A-4038-A0D3-B06A5E396FBA}" presName="spaceRect" presStyleCnt="0"/>
      <dgm:spPr/>
    </dgm:pt>
    <dgm:pt modelId="{EB0CAFE2-75BF-4F84-ACB1-CFC9603C0067}" type="pres">
      <dgm:prSet presAssocID="{0A3C7FC9-664A-4038-A0D3-B06A5E396FBA}" presName="parTx" presStyleLbl="revTx" presStyleIdx="1" presStyleCnt="4" custLinFactNeighborX="0" custLinFactNeighborY="-8864">
        <dgm:presLayoutVars>
          <dgm:chMax val="0"/>
          <dgm:chPref val="0"/>
        </dgm:presLayoutVars>
      </dgm:prSet>
      <dgm:spPr/>
    </dgm:pt>
    <dgm:pt modelId="{F26C2E4E-FE27-4565-AD26-5D3B0A87DB12}" type="pres">
      <dgm:prSet presAssocID="{B0939ACD-34C2-4364-ADDE-02ECD203C97D}" presName="sibTrans" presStyleCnt="0"/>
      <dgm:spPr/>
    </dgm:pt>
    <dgm:pt modelId="{ADD5E059-D589-4BD0-AD04-415B6645991C}" type="pres">
      <dgm:prSet presAssocID="{DA0018A9-3520-4B96-9371-0496D8FEBFC0}" presName="compNode" presStyleCnt="0"/>
      <dgm:spPr/>
    </dgm:pt>
    <dgm:pt modelId="{AB7DCEEB-5A1E-47C8-B39D-8FA94337A661}" type="pres">
      <dgm:prSet presAssocID="{DA0018A9-3520-4B96-9371-0496D8FEBFC0}" presName="bgRect" presStyleLbl="bgShp" presStyleIdx="2" presStyleCnt="3"/>
      <dgm:spPr/>
    </dgm:pt>
    <dgm:pt modelId="{4BDBD8EA-A81F-4209-94D3-346420AE14CE}" type="pres">
      <dgm:prSet presAssocID="{DA0018A9-3520-4B96-9371-0496D8FEBFC0}" presName="iconRect" presStyleLbl="node1" presStyleIdx="2" presStyleCnt="3" custScaleX="133760" custScaleY="133760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d with solid fill"/>
        </a:ext>
      </dgm:extLst>
    </dgm:pt>
    <dgm:pt modelId="{9F69214D-A5AD-493D-AD5E-8A08BCBF5068}" type="pres">
      <dgm:prSet presAssocID="{DA0018A9-3520-4B96-9371-0496D8FEBFC0}" presName="spaceRect" presStyleCnt="0"/>
      <dgm:spPr/>
    </dgm:pt>
    <dgm:pt modelId="{A38F464A-1384-4E4D-B65D-0257C7D56658}" type="pres">
      <dgm:prSet presAssocID="{DA0018A9-3520-4B96-9371-0496D8FEBFC0}" presName="parTx" presStyleLbl="revTx" presStyleIdx="2" presStyleCnt="4">
        <dgm:presLayoutVars>
          <dgm:chMax val="0"/>
          <dgm:chPref val="0"/>
        </dgm:presLayoutVars>
      </dgm:prSet>
      <dgm:spPr/>
    </dgm:pt>
    <dgm:pt modelId="{97E6121F-67FE-4485-9EA8-C21F3419F021}" type="pres">
      <dgm:prSet presAssocID="{DA0018A9-3520-4B96-9371-0496D8FEBFC0}" presName="desTx" presStyleLbl="revTx" presStyleIdx="3" presStyleCnt="4" custScaleX="115697" custLinFactNeighborX="-21175" custLinFactNeighborY="0">
        <dgm:presLayoutVars/>
      </dgm:prSet>
      <dgm:spPr/>
    </dgm:pt>
  </dgm:ptLst>
  <dgm:cxnLst>
    <dgm:cxn modelId="{57CD8220-ECA0-42B3-A714-EA9CF38F3144}" type="presOf" srcId="{0A3C7FC9-664A-4038-A0D3-B06A5E396FBA}" destId="{EB0CAFE2-75BF-4F84-ACB1-CFC9603C0067}" srcOrd="0" destOrd="0" presId="urn:microsoft.com/office/officeart/2018/2/layout/IconVerticalSolidList"/>
    <dgm:cxn modelId="{4FFB0D22-5F34-45C8-91BA-560CF9DE4E0C}" srcId="{DA0018A9-3520-4B96-9371-0496D8FEBFC0}" destId="{9F705E52-9093-4C8E-B216-0709DF65E169}" srcOrd="0" destOrd="0" parTransId="{7C1C12F0-84DB-4477-9D86-71A9B2690EFC}" sibTransId="{2EE430DF-101F-4D79-B87B-8A92BEA66DB2}"/>
    <dgm:cxn modelId="{77ED452A-E717-47DF-B421-3C24BF748B0A}" type="presOf" srcId="{9F705E52-9093-4C8E-B216-0709DF65E169}" destId="{97E6121F-67FE-4485-9EA8-C21F3419F021}" srcOrd="0" destOrd="0" presId="urn:microsoft.com/office/officeart/2018/2/layout/IconVerticalSolidList"/>
    <dgm:cxn modelId="{F9084044-A743-4F40-A07C-327386BBB7A5}" type="presOf" srcId="{E388796C-84E5-4B6B-9CF7-B61E4C15B5E0}" destId="{A056BA46-47B7-47AC-9D2C-2F76BB1B8416}" srcOrd="0" destOrd="0" presId="urn:microsoft.com/office/officeart/2018/2/layout/IconVerticalSolidList"/>
    <dgm:cxn modelId="{6811D09C-7CAC-4829-880E-1C2C940E1881}" srcId="{E388796C-84E5-4B6B-9CF7-B61E4C15B5E0}" destId="{485AC4E0-BF2D-4AD8-8D3B-2D6E3819ABC4}" srcOrd="0" destOrd="0" parTransId="{36C2114D-F4EA-42E7-814C-72914715A2A4}" sibTransId="{FB2191A4-4516-4618-9786-89D3A73692B0}"/>
    <dgm:cxn modelId="{F06D97AD-CE68-4F7C-A47F-8197A0C9010A}" type="presOf" srcId="{485AC4E0-BF2D-4AD8-8D3B-2D6E3819ABC4}" destId="{DCA50BE1-2C9D-4204-9EB2-5DFDA3ED5B58}" srcOrd="0" destOrd="0" presId="urn:microsoft.com/office/officeart/2018/2/layout/IconVerticalSolidList"/>
    <dgm:cxn modelId="{BE9541B7-6AC6-4813-BCAA-9CF69E030EF7}" type="presOf" srcId="{DA0018A9-3520-4B96-9371-0496D8FEBFC0}" destId="{A38F464A-1384-4E4D-B65D-0257C7D56658}" srcOrd="0" destOrd="0" presId="urn:microsoft.com/office/officeart/2018/2/layout/IconVerticalSolidList"/>
    <dgm:cxn modelId="{3C8F8CC0-D43F-47FF-B1EE-19524A265068}" srcId="{E388796C-84E5-4B6B-9CF7-B61E4C15B5E0}" destId="{0A3C7FC9-664A-4038-A0D3-B06A5E396FBA}" srcOrd="1" destOrd="0" parTransId="{82FE7222-0AB0-4379-B7C9-AF298ABCAA86}" sibTransId="{B0939ACD-34C2-4364-ADDE-02ECD203C97D}"/>
    <dgm:cxn modelId="{591D11CB-FE98-4C50-B75D-8EB3C81F5D85}" srcId="{E388796C-84E5-4B6B-9CF7-B61E4C15B5E0}" destId="{DA0018A9-3520-4B96-9371-0496D8FEBFC0}" srcOrd="2" destOrd="0" parTransId="{B2987A38-1220-4A97-8E35-F999B371BE6D}" sibTransId="{31CE782F-5FA8-49BE-A4CA-59856909600E}"/>
    <dgm:cxn modelId="{B0BD32DC-C0D9-48B2-BBA2-5C0726DFA2B3}" srcId="{DA0018A9-3520-4B96-9371-0496D8FEBFC0}" destId="{A7265913-BBC5-4E62-8EAF-55FE1358B0EA}" srcOrd="1" destOrd="0" parTransId="{081163EE-0239-4D9B-945C-74666461A5A8}" sibTransId="{A325A3FE-1229-4750-A878-295119C1821A}"/>
    <dgm:cxn modelId="{95C47AFE-5561-4986-A591-17FD5A3F8741}" type="presOf" srcId="{A7265913-BBC5-4E62-8EAF-55FE1358B0EA}" destId="{97E6121F-67FE-4485-9EA8-C21F3419F021}" srcOrd="0" destOrd="1" presId="urn:microsoft.com/office/officeart/2018/2/layout/IconVerticalSolidList"/>
    <dgm:cxn modelId="{ECCD9DDB-694F-4E21-A499-1C410AD8A4A2}" type="presParOf" srcId="{A056BA46-47B7-47AC-9D2C-2F76BB1B8416}" destId="{90A2CCA3-0102-4E3E-9F59-4F8F7CF06D07}" srcOrd="0" destOrd="0" presId="urn:microsoft.com/office/officeart/2018/2/layout/IconVerticalSolidList"/>
    <dgm:cxn modelId="{E6AF1CED-4A7C-44A4-A823-E7906E2413D7}" type="presParOf" srcId="{90A2CCA3-0102-4E3E-9F59-4F8F7CF06D07}" destId="{A886FE22-7F7E-4337-AD20-62FF324B593F}" srcOrd="0" destOrd="0" presId="urn:microsoft.com/office/officeart/2018/2/layout/IconVerticalSolidList"/>
    <dgm:cxn modelId="{57F01B90-0EBF-4F8D-A787-DB8C644D6913}" type="presParOf" srcId="{90A2CCA3-0102-4E3E-9F59-4F8F7CF06D07}" destId="{E5A847E8-FF40-4218-94DC-831EF4B68C67}" srcOrd="1" destOrd="0" presId="urn:microsoft.com/office/officeart/2018/2/layout/IconVerticalSolidList"/>
    <dgm:cxn modelId="{C26B7B3C-322B-42A4-933A-D5773746BEA0}" type="presParOf" srcId="{90A2CCA3-0102-4E3E-9F59-4F8F7CF06D07}" destId="{E5BBB292-B7A2-414E-8522-828D1446F604}" srcOrd="2" destOrd="0" presId="urn:microsoft.com/office/officeart/2018/2/layout/IconVerticalSolidList"/>
    <dgm:cxn modelId="{2640E2C5-CAF6-4AF0-99E9-A1B4FCC65F52}" type="presParOf" srcId="{90A2CCA3-0102-4E3E-9F59-4F8F7CF06D07}" destId="{DCA50BE1-2C9D-4204-9EB2-5DFDA3ED5B58}" srcOrd="3" destOrd="0" presId="urn:microsoft.com/office/officeart/2018/2/layout/IconVerticalSolidList"/>
    <dgm:cxn modelId="{8FDB6974-071C-47F3-83C8-9BAD79B1DB92}" type="presParOf" srcId="{A056BA46-47B7-47AC-9D2C-2F76BB1B8416}" destId="{11A8245E-4320-4D39-977C-84693DCEC798}" srcOrd="1" destOrd="0" presId="urn:microsoft.com/office/officeart/2018/2/layout/IconVerticalSolidList"/>
    <dgm:cxn modelId="{ACAA8309-8ADE-4C92-9F9A-365ED4372369}" type="presParOf" srcId="{A056BA46-47B7-47AC-9D2C-2F76BB1B8416}" destId="{308B694A-5365-477C-ADF9-06B6473A8748}" srcOrd="2" destOrd="0" presId="urn:microsoft.com/office/officeart/2018/2/layout/IconVerticalSolidList"/>
    <dgm:cxn modelId="{669718F3-CDA0-414D-AF5E-764A4037498D}" type="presParOf" srcId="{308B694A-5365-477C-ADF9-06B6473A8748}" destId="{29A47B8D-F73E-4C7D-B2AD-8709DC2C5C63}" srcOrd="0" destOrd="0" presId="urn:microsoft.com/office/officeart/2018/2/layout/IconVerticalSolidList"/>
    <dgm:cxn modelId="{3A115BB2-828D-451A-935B-0B672983D112}" type="presParOf" srcId="{308B694A-5365-477C-ADF9-06B6473A8748}" destId="{7F0201AB-0245-435F-9870-2C4E935E607B}" srcOrd="1" destOrd="0" presId="urn:microsoft.com/office/officeart/2018/2/layout/IconVerticalSolidList"/>
    <dgm:cxn modelId="{06D14E18-8C05-4826-8F5A-BA331B43DD92}" type="presParOf" srcId="{308B694A-5365-477C-ADF9-06B6473A8748}" destId="{F42501A5-401C-4DFA-B48C-51E7DD340DA5}" srcOrd="2" destOrd="0" presId="urn:microsoft.com/office/officeart/2018/2/layout/IconVerticalSolidList"/>
    <dgm:cxn modelId="{290960DB-F10A-4DCE-9860-3E1CCC0134E9}" type="presParOf" srcId="{308B694A-5365-477C-ADF9-06B6473A8748}" destId="{EB0CAFE2-75BF-4F84-ACB1-CFC9603C0067}" srcOrd="3" destOrd="0" presId="urn:microsoft.com/office/officeart/2018/2/layout/IconVerticalSolidList"/>
    <dgm:cxn modelId="{854FCD26-0B59-4E95-9C2E-9CF65E4EAD06}" type="presParOf" srcId="{A056BA46-47B7-47AC-9D2C-2F76BB1B8416}" destId="{F26C2E4E-FE27-4565-AD26-5D3B0A87DB12}" srcOrd="3" destOrd="0" presId="urn:microsoft.com/office/officeart/2018/2/layout/IconVerticalSolidList"/>
    <dgm:cxn modelId="{7F306B44-2FBD-4886-AD4D-33B7BFFB8DD3}" type="presParOf" srcId="{A056BA46-47B7-47AC-9D2C-2F76BB1B8416}" destId="{ADD5E059-D589-4BD0-AD04-415B6645991C}" srcOrd="4" destOrd="0" presId="urn:microsoft.com/office/officeart/2018/2/layout/IconVerticalSolidList"/>
    <dgm:cxn modelId="{EB2AC1F6-3637-456F-8294-3EEA1244AA17}" type="presParOf" srcId="{ADD5E059-D589-4BD0-AD04-415B6645991C}" destId="{AB7DCEEB-5A1E-47C8-B39D-8FA94337A661}" srcOrd="0" destOrd="0" presId="urn:microsoft.com/office/officeart/2018/2/layout/IconVerticalSolidList"/>
    <dgm:cxn modelId="{5611263E-D465-4BC9-BCE1-1043ACAD78BF}" type="presParOf" srcId="{ADD5E059-D589-4BD0-AD04-415B6645991C}" destId="{4BDBD8EA-A81F-4209-94D3-346420AE14CE}" srcOrd="1" destOrd="0" presId="urn:microsoft.com/office/officeart/2018/2/layout/IconVerticalSolidList"/>
    <dgm:cxn modelId="{850B60A8-C317-42DD-944D-97584872C416}" type="presParOf" srcId="{ADD5E059-D589-4BD0-AD04-415B6645991C}" destId="{9F69214D-A5AD-493D-AD5E-8A08BCBF5068}" srcOrd="2" destOrd="0" presId="urn:microsoft.com/office/officeart/2018/2/layout/IconVerticalSolidList"/>
    <dgm:cxn modelId="{BE6A0F8B-2D86-41A5-AC21-35F28F0A2ECC}" type="presParOf" srcId="{ADD5E059-D589-4BD0-AD04-415B6645991C}" destId="{A38F464A-1384-4E4D-B65D-0257C7D56658}" srcOrd="3" destOrd="0" presId="urn:microsoft.com/office/officeart/2018/2/layout/IconVerticalSolidList"/>
    <dgm:cxn modelId="{A9FE102D-AB35-46BD-8065-D847DC56D5FD}" type="presParOf" srcId="{ADD5E059-D589-4BD0-AD04-415B6645991C}" destId="{97E6121F-67FE-4485-9EA8-C21F3419F021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86FE22-7F7E-4337-AD20-62FF324B593F}">
      <dsp:nvSpPr>
        <dsp:cNvPr id="0" name=""/>
        <dsp:cNvSpPr/>
      </dsp:nvSpPr>
      <dsp:spPr>
        <a:xfrm>
          <a:off x="-160155" y="6897"/>
          <a:ext cx="10515600" cy="1201743"/>
        </a:xfrm>
        <a:prstGeom prst="roundRect">
          <a:avLst>
            <a:gd name="adj" fmla="val 10000"/>
          </a:avLst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A847E8-FF40-4218-94DC-831EF4B68C67}">
      <dsp:nvSpPr>
        <dsp:cNvPr id="0" name=""/>
        <dsp:cNvSpPr/>
      </dsp:nvSpPr>
      <dsp:spPr>
        <a:xfrm>
          <a:off x="91583" y="165719"/>
          <a:ext cx="885827" cy="88409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A50BE1-2C9D-4204-9EB2-5DFDA3ED5B58}">
      <dsp:nvSpPr>
        <dsp:cNvPr id="0" name=""/>
        <dsp:cNvSpPr/>
      </dsp:nvSpPr>
      <dsp:spPr>
        <a:xfrm>
          <a:off x="1229151" y="6897"/>
          <a:ext cx="9103508" cy="12392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159" tIns="131159" rIns="131159" bIns="131159" numCol="1" spcCol="1270" anchor="ctr" anchorCtr="0">
          <a:noAutofit/>
        </a:bodyPr>
        <a:lstStyle/>
        <a:p>
          <a:pPr marL="0" lvl="0" indent="0" algn="l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/>
            <a:t>Next week: </a:t>
          </a:r>
          <a:r>
            <a:rPr lang="en-US" sz="3200" b="0" u="sng" kern="1200" dirty="0"/>
            <a:t>A</a:t>
          </a:r>
          <a:r>
            <a:rPr lang="en-US" sz="3200" kern="1200" dirty="0"/>
            <a:t> step of </a:t>
          </a:r>
          <a:r>
            <a:rPr lang="en-US" sz="3200" b="0" u="none" kern="1200" dirty="0" err="1"/>
            <a:t>Pr</a:t>
          </a:r>
          <a:r>
            <a:rPr lang="en-US" sz="3200" u="none" kern="1200" dirty="0" err="1"/>
            <a:t>O</a:t>
          </a:r>
          <a:r>
            <a:rPr lang="en-US" sz="3200" u="sng" kern="1200" dirty="0" err="1"/>
            <a:t>A</a:t>
          </a:r>
          <a:r>
            <a:rPr lang="en-US" sz="3200" kern="1200" dirty="0" err="1"/>
            <a:t>CT</a:t>
          </a:r>
          <a:endParaRPr lang="en-US" sz="3200" kern="1200" dirty="0"/>
        </a:p>
      </dsp:txBody>
      <dsp:txXfrm>
        <a:off x="1229151" y="6897"/>
        <a:ext cx="9103508" cy="1239298"/>
      </dsp:txXfrm>
    </dsp:sp>
    <dsp:sp modelId="{29A47B8D-F73E-4C7D-B2AD-8709DC2C5C63}">
      <dsp:nvSpPr>
        <dsp:cNvPr id="0" name=""/>
        <dsp:cNvSpPr/>
      </dsp:nvSpPr>
      <dsp:spPr>
        <a:xfrm>
          <a:off x="-160155" y="1449497"/>
          <a:ext cx="10515600" cy="1201743"/>
        </a:xfrm>
        <a:prstGeom prst="roundRect">
          <a:avLst>
            <a:gd name="adj" fmla="val 10000"/>
          </a:avLst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0201AB-0245-435F-9870-2C4E935E607B}">
      <dsp:nvSpPr>
        <dsp:cNvPr id="0" name=""/>
        <dsp:cNvSpPr/>
      </dsp:nvSpPr>
      <dsp:spPr>
        <a:xfrm>
          <a:off x="91583" y="1714842"/>
          <a:ext cx="885827" cy="88409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0CAFE2-75BF-4F84-ACB1-CFC9603C0067}">
      <dsp:nvSpPr>
        <dsp:cNvPr id="0" name=""/>
        <dsp:cNvSpPr/>
      </dsp:nvSpPr>
      <dsp:spPr>
        <a:xfrm>
          <a:off x="1229151" y="1446168"/>
          <a:ext cx="9103508" cy="12392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159" tIns="131159" rIns="131159" bIns="131159" numCol="1" spcCol="1270" anchor="ctr" anchorCtr="0">
          <a:noAutofit/>
        </a:bodyPr>
        <a:lstStyle/>
        <a:p>
          <a:pPr marL="0" lvl="0" indent="0" algn="l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/>
            <a:t>Weekly: </a:t>
          </a:r>
          <a:r>
            <a:rPr lang="en-US" sz="3200" kern="1200" dirty="0"/>
            <a:t>Work through a step of the </a:t>
          </a:r>
          <a:r>
            <a:rPr lang="en-US" sz="3200" kern="1200" dirty="0" err="1"/>
            <a:t>PrOACT</a:t>
          </a:r>
          <a:r>
            <a:rPr lang="en-US" sz="3200" kern="1200" dirty="0"/>
            <a:t> process/ learn extra tools</a:t>
          </a:r>
        </a:p>
      </dsp:txBody>
      <dsp:txXfrm>
        <a:off x="1229151" y="1446168"/>
        <a:ext cx="9103508" cy="1239298"/>
      </dsp:txXfrm>
    </dsp:sp>
    <dsp:sp modelId="{AB7DCEEB-5A1E-47C8-B39D-8FA94337A661}">
      <dsp:nvSpPr>
        <dsp:cNvPr id="0" name=""/>
        <dsp:cNvSpPr/>
      </dsp:nvSpPr>
      <dsp:spPr>
        <a:xfrm>
          <a:off x="-160155" y="3105142"/>
          <a:ext cx="10515600" cy="1201743"/>
        </a:xfrm>
        <a:prstGeom prst="roundRect">
          <a:avLst>
            <a:gd name="adj" fmla="val 10000"/>
          </a:avLst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DBD8EA-A81F-4209-94D3-346420AE14CE}">
      <dsp:nvSpPr>
        <dsp:cNvPr id="0" name=""/>
        <dsp:cNvSpPr/>
      </dsp:nvSpPr>
      <dsp:spPr>
        <a:xfrm>
          <a:off x="91583" y="3263964"/>
          <a:ext cx="885827" cy="88409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8F464A-1384-4E4D-B65D-0257C7D56658}">
      <dsp:nvSpPr>
        <dsp:cNvPr id="0" name=""/>
        <dsp:cNvSpPr/>
      </dsp:nvSpPr>
      <dsp:spPr>
        <a:xfrm>
          <a:off x="1229151" y="3105142"/>
          <a:ext cx="4732020" cy="12392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159" tIns="131159" rIns="131159" bIns="131159" numCol="1" spcCol="1270" anchor="ctr" anchorCtr="0">
          <a:noAutofit/>
        </a:bodyPr>
        <a:lstStyle/>
        <a:p>
          <a:pPr marL="0" lvl="0" indent="0" algn="l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/>
            <a:t>Last week of class: </a:t>
          </a:r>
        </a:p>
      </dsp:txBody>
      <dsp:txXfrm>
        <a:off x="1229151" y="3105142"/>
        <a:ext cx="4732020" cy="1239298"/>
      </dsp:txXfrm>
    </dsp:sp>
    <dsp:sp modelId="{97E6121F-67FE-4485-9EA8-C21F3419F021}">
      <dsp:nvSpPr>
        <dsp:cNvPr id="0" name=""/>
        <dsp:cNvSpPr/>
      </dsp:nvSpPr>
      <dsp:spPr>
        <a:xfrm>
          <a:off x="4692412" y="3105142"/>
          <a:ext cx="5057680" cy="12392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159" tIns="131159" rIns="131159" bIns="131159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Elevator pitch of your research project in terms of SDM/</a:t>
          </a:r>
          <a:r>
            <a:rPr lang="en-US" sz="2000" kern="1200" dirty="0" err="1"/>
            <a:t>PrOACT</a:t>
          </a:r>
          <a:endParaRPr lang="en-US" sz="2000" kern="1200" dirty="0"/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Note: Abridged </a:t>
          </a:r>
          <a:r>
            <a:rPr lang="en-US" sz="1400" kern="1200" dirty="0" err="1"/>
            <a:t>PrOACT</a:t>
          </a:r>
          <a:r>
            <a:rPr lang="en-US" sz="1400" kern="1200" dirty="0"/>
            <a:t> story slides with a star on the upper right are good examples to use for your presentation</a:t>
          </a:r>
        </a:p>
      </dsp:txBody>
      <dsp:txXfrm>
        <a:off x="4692412" y="3105142"/>
        <a:ext cx="5057680" cy="123929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8:37:18.23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0 768 24404,'0'-767'0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8:37:26.59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0 445 24575,'3'0'0,"-1"0"0,1-1 0,0 1 0,-1-1 0,1 0 0,-1 1 0,0-1 0,1 0 0,-1-1 0,0 1 0,1 0 0,-1-1 0,0 1 0,0-1 0,0 0 0,0 1 0,0-1 0,-1 0 0,1 0 0,-1 0 0,1-1 0,-1 1 0,1 0 0,-1 0 0,0-1 0,0 1 0,-1-1 0,1 1 0,0-1 0,-1 1 0,1-5 0,2-11 0,-1 1 0,-1-1 0,-2-29 0,1 29 0,1-38-106,-3-57 337,1 103-397,0-1 1,-1 1-1,0 0 1,-1 0-1,0 0 1,-1 0-1,0 0 0,-6-11 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8:37:29.28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62 24575,'5'0'0,"7"0"0,0-5 0,5-2 0,-2-4 0,-2-6 0,-5-5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8:37:32.33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178 906 24575,'-2'-1'0,"-1"1"0,1-1 0,-1 0 0,0 0 0,1 0 0,0 0 0,-1-1 0,1 1 0,0-1 0,0 1 0,-1-1 0,1 0 0,1 0 0,-1 0 0,0 0 0,0 0 0,1 0 0,-3-4 0,-26-50 0,25 47 0,-5-11 0,-2-1 0,2-2 0,0 1 0,1-1 0,-9-40 0,7 2 0,2 0 0,-1-111 0,9 81 0,4-83 0,-3 170-68,0 0 0,1 0-1,-1-1 1,1 1 0,0 0 0,0 0-1,0 0 1,1 0 0,-1 0 0,1 1-1,0-1 1,0 0 0,1 1 0,-1-1-1,1 1 1,0 0 0,-1 0-1,1 0 1,5-4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8:37:35.54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1 202 24575,'85'2'0,"95"-5"0,-178 4 0,0-1 0,0 0 0,0-1 0,0 1 0,0 0 0,0-1 0,0 1 0,0-1 0,0 1 0,0-1 0,0 0 0,0 0 0,0 0 0,-1 0 0,1 0 0,0 0 0,2-3 0,-4 3 0,0 0 0,1 0 0,-1 1 0,0-1 0,0 0 0,0 0 0,0 0 0,0 0 0,0 0 0,0 0 0,0 0 0,0 1 0,-1-1 0,1 0 0,0 0 0,-1 0 0,1 0 0,0 1 0,-1-1 0,1 0 0,-1 0 0,1 1 0,-1-1 0,1 0 0,-1 1 0,-1-2 0,-3-3 0,-1 0 0,0 0 0,0 1 0,0 0 0,-1 0 0,1 0 0,-1 1 0,-9-3 0,-51-10 0,50 13 0,0 0 0,0-2 0,0 0 0,-16-8 0,32 13 0,1 0 0,-1 0 0,1 0 0,0 0 0,-1 0 0,1 0 0,0-1 0,-1 1 0,1 0 0,-1 0 0,1-1 0,0 1 0,-1 0 0,1 0 0,0-1 0,0 1 0,-1 0 0,1-1 0,0 1 0,0 0 0,-1-1 0,1 1 0,0-1 0,0 1 0,0 0 0,0-1 0,0 1 0,-1-1 0,1 1 0,0 0 0,0-1 0,0 1 0,0-1 0,0 1 0,0-1 0,0 1 0,1 0 0,-1-1 0,0 1 0,0-1 0,0 1 0,19-14 0,29-3 0,72-18-1365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8:37:39.82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24575,'29'2'0,"1"0"0,33 9 0,-31-5 0,50 3 0,-45-6 0,0 2 0,64 16 0,-66-11 0,2-3 0,71 6 0,761-11 0,-409-5 0,-448 3-109,-3-1-5,1 1-1,-1 0 1,0 1 0,0 0 0,0 0 0,0 1 0,0 0-1,-1 0 1,1 1 0,8 4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8:37:43.02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35 1 24575,'-5'0'0,"-7"0"0,-6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8:37:47.45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176 0 24575,'-5'0'0,"-7"0"0,-6 0 0,-5 0 0,-4 0 0,-2 0 0,-1 0 0,-1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18:37:51.24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768 59 24508,'-40'-59'0,"-688"59"0,1496 59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D0CED7-92F4-4138-87E8-6B85AC39F7FD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2311F2-5776-4B3C-8949-0AB4A691C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009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30 minutes = intro</a:t>
            </a:r>
          </a:p>
          <a:p>
            <a:r>
              <a:rPr lang="en-US" dirty="0"/>
              <a:t>Next 60 = slides</a:t>
            </a:r>
          </a:p>
          <a:p>
            <a:r>
              <a:rPr lang="en-US" dirty="0"/>
              <a:t>Final 30 = activity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2311F2-5776-4B3C-8949-0AB4A691C0E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8948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2311F2-5776-4B3C-8949-0AB4A691C0E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6402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2311F2-5776-4B3C-8949-0AB4A691C0E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4235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FD9DF-5F7F-E30C-1441-4CA10B35F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26AFBB-4705-8171-1D29-3BF1C459FD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AF82BC-2316-80D4-830F-5330F655AE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26CD47-AB7D-0316-339A-936FBF2070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2311F2-5776-4B3C-8949-0AB4A691C0E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3733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2311F2-5776-4B3C-8949-0AB4A691C0E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5308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2311F2-5776-4B3C-8949-0AB4A691C0E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0806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FC6D7-B447-DAD1-91AF-993DD3E8F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31F8F4-D63A-B757-E717-4AD42DA2CB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34188E-9988-15FA-03AD-CFC75041DD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DB393A-4B6A-C8AC-83B2-225B3E08F1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2311F2-5776-4B3C-8949-0AB4A691C0E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2598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Calibri" charset="0"/>
              <a:ea typeface="MS PGothic" charset="0"/>
            </a:endParaRPr>
          </a:p>
          <a:p>
            <a:r>
              <a:rPr lang="en-US" b="1" dirty="0">
                <a:latin typeface="Calibri" charset="0"/>
                <a:ea typeface="MS PGothic" charset="0"/>
              </a:rPr>
              <a:t>Be sure to take good notes </a:t>
            </a:r>
            <a:r>
              <a:rPr lang="en-US" dirty="0">
                <a:latin typeface="Calibri" charset="0"/>
                <a:ea typeface="MS PGothic" charset="0"/>
              </a:rPr>
              <a:t>– we will build on this example throughout this module</a:t>
            </a:r>
          </a:p>
          <a:p>
            <a:endParaRPr lang="en-US" dirty="0">
              <a:latin typeface="Calibri" charset="0"/>
              <a:ea typeface="MS PGothic" charset="0"/>
            </a:endParaRPr>
          </a:p>
          <a:p>
            <a:r>
              <a:rPr lang="en-US" dirty="0">
                <a:latin typeface="Calibri" charset="0"/>
                <a:ea typeface="MS PGothic" charset="0"/>
              </a:rPr>
              <a:t>I</a:t>
            </a:r>
            <a:r>
              <a:rPr lang="ja-JP" altLang="en-US" dirty="0">
                <a:latin typeface="Calibri" charset="0"/>
                <a:ea typeface="MS PGothic" charset="0"/>
              </a:rPr>
              <a:t>’</a:t>
            </a:r>
            <a:r>
              <a:rPr lang="en-US" altLang="ja-JP" dirty="0" err="1">
                <a:latin typeface="Calibri" charset="0"/>
                <a:ea typeface="MS PGothic" charset="0"/>
              </a:rPr>
              <a:t>ve</a:t>
            </a:r>
            <a:r>
              <a:rPr lang="en-US" altLang="ja-JP" dirty="0">
                <a:latin typeface="Calibri" charset="0"/>
                <a:ea typeface="MS PGothic" charset="0"/>
              </a:rPr>
              <a:t> already given you some brainstorming tips for creating good objectives.</a:t>
            </a:r>
          </a:p>
          <a:p>
            <a:endParaRPr lang="en-US" dirty="0">
              <a:latin typeface="Calibri" charset="0"/>
              <a:ea typeface="MS PGothic" charset="0"/>
            </a:endParaRPr>
          </a:p>
          <a:p>
            <a:r>
              <a:rPr lang="en-US" dirty="0">
                <a:latin typeface="Calibri" charset="0"/>
                <a:ea typeface="MS PGothic" charset="0"/>
              </a:rPr>
              <a:t>I</a:t>
            </a:r>
            <a:r>
              <a:rPr lang="ja-JP" altLang="en-US" dirty="0">
                <a:latin typeface="Calibri" charset="0"/>
                <a:ea typeface="MS PGothic" charset="0"/>
              </a:rPr>
              <a:t>’</a:t>
            </a:r>
            <a:r>
              <a:rPr lang="en-US" altLang="ja-JP" dirty="0" err="1">
                <a:latin typeface="Calibri" charset="0"/>
                <a:ea typeface="MS PGothic" charset="0"/>
              </a:rPr>
              <a:t>ll</a:t>
            </a:r>
            <a:r>
              <a:rPr lang="en-US" altLang="ja-JP" dirty="0">
                <a:latin typeface="Calibri" charset="0"/>
                <a:ea typeface="MS PGothic" charset="0"/>
              </a:rPr>
              <a:t> hear back from a few of you on how you did in 5 minutes (give a little longer if needed).</a:t>
            </a:r>
          </a:p>
          <a:p>
            <a:endParaRPr lang="en-US" dirty="0">
              <a:latin typeface="Calibri" charset="0"/>
              <a:ea typeface="MS PGothic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2311F2-5776-4B3C-8949-0AB4A691C0E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261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6BA2C-523E-6704-27C9-389DFA2C9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EBF382-B8A9-56C5-B477-8957B2D7CA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7C39CB-CEA2-9B02-0633-10DA73C3F0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83B719-FAB3-6A67-8E12-0EE375DF92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2311F2-5776-4B3C-8949-0AB4A691C0E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1555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2311F2-5776-4B3C-8949-0AB4A691C0E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6333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864C0-2660-022A-3C24-ABB310A50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5AF7F6-7471-39F3-0C0D-7E05285E00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9FFF9C-6B27-9239-093B-5430552523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These are objectives that are influenced by other decisions the organization is involved in and other organizational objectives including even the mission.</a:t>
            </a:r>
            <a:endParaRPr lang="en-US" dirty="0"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Strategic objectives have some bearing on decisions, but are unlikely to be fully achieved by any one decision </a:t>
            </a:r>
            <a:endParaRPr lang="en-US" dirty="0"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For example from Gregory et al. (2012):  </a:t>
            </a:r>
            <a:endParaRPr lang="en-US" dirty="0"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Maximize public trust and consent</a:t>
            </a:r>
            <a:endParaRPr lang="en-US" dirty="0"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Execute organization’s mandate</a:t>
            </a:r>
            <a:endParaRPr lang="en-US" dirty="0"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Comply with international trade rules</a:t>
            </a:r>
            <a:endParaRPr lang="en-US" dirty="0"/>
          </a:p>
          <a:p>
            <a:pPr marL="171450" lvl="0" indent="-82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82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If you keep asking why, you always end up at strategic objectives, you get to the mission of the agency, control isn’t necessarily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72C557-4962-5C13-2AFE-653BB60D62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2311F2-5776-4B3C-8949-0AB4A691C0E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6579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4D8CB-3505-8350-EFA5-780DE2718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210047-D96C-B48D-3688-DC63818F86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7F0EF9-92C2-5149-F6EE-54D0573483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These are objectives that are influenced by other decisions the organization is involved in and other organizational objectives including even the mission.</a:t>
            </a:r>
            <a:endParaRPr lang="en-US" dirty="0"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Strategic objectives have some bearing on decisions, but are unlikely to be fully achieved by any one decision </a:t>
            </a:r>
            <a:endParaRPr lang="en-US" dirty="0"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For example from Gregory et al. (2012):  </a:t>
            </a:r>
            <a:endParaRPr lang="en-US" dirty="0"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Maximize public trust and consent</a:t>
            </a:r>
            <a:endParaRPr lang="en-US" dirty="0"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Execute organization’s mandate</a:t>
            </a:r>
            <a:endParaRPr lang="en-US" dirty="0"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Comply with international trade rules</a:t>
            </a:r>
            <a:endParaRPr lang="en-US" dirty="0"/>
          </a:p>
          <a:p>
            <a:pPr marL="171450" lvl="0" indent="-82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82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If you keep asking why, you always end up at strategic objectives, you get to the mission of the agency, control isn’t necessarily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5EA1EB-9A2D-632C-E5B3-D28395201D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2311F2-5776-4B3C-8949-0AB4A691C0E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3248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2311F2-5776-4B3C-8949-0AB4A691C0EC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6749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7C4A1-841C-C4D9-BE6B-E5F069C5E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D139ED-72B5-B371-80A3-1FC6A6EE59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1BFC00-497A-6F0D-718B-C4D1545EE1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The process </a:t>
            </a: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matters…these objectives are about how the decision will be made, not what the solution will be.</a:t>
            </a:r>
            <a:endParaRPr lang="en-US" dirty="0"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Can you think of any mandates that set process objectives?</a:t>
            </a:r>
            <a:endParaRPr lang="en-US" dirty="0"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Often about who is at the table, </a:t>
            </a:r>
            <a:r>
              <a:rPr lang="en-US" dirty="0" err="1">
                <a:latin typeface="Calibri"/>
                <a:ea typeface="Calibri"/>
                <a:cs typeface="Calibri"/>
                <a:sym typeface="Calibri"/>
              </a:rPr>
              <a:t>eg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we will include all our indigenous co-management partners in all decisions</a:t>
            </a:r>
            <a:endParaRPr lang="en-US" dirty="0"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Whatever we do, idea is to get agencies to work together on grizzly bears – part of the process needs to be to promote collaboration between agencies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981D50-91B4-04D3-064E-EB85C0BFC9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2311F2-5776-4B3C-8949-0AB4A691C0EC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545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712FE-D528-F274-921A-78ACE7EE3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6BC4D5-5262-1842-367A-583D0C3A04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1D21C5-0F1C-46B8-AA73-B9E6C4586B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These are objectives that are influenced by other decisions the organization is involved in and other organizational objectives including even the mission.</a:t>
            </a:r>
            <a:endParaRPr lang="en-US" dirty="0"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Strategic objectives have some bearing on decisions, but are unlikely to be fully achieved by any one decision </a:t>
            </a:r>
            <a:endParaRPr lang="en-US" dirty="0"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For example from Gregory et al. (2012):  </a:t>
            </a:r>
            <a:endParaRPr lang="en-US" dirty="0"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Maximize public trust and consent</a:t>
            </a:r>
            <a:endParaRPr lang="en-US" dirty="0"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Execute organization’s mandate</a:t>
            </a:r>
            <a:endParaRPr lang="en-US" dirty="0"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Comply with international trade rules</a:t>
            </a:r>
            <a:endParaRPr lang="en-US" dirty="0"/>
          </a:p>
          <a:p>
            <a:pPr marL="171450" lvl="0" indent="-82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82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If you keep asking why, you always end up at strategic objectives, you get to the mission of the agency, control isn’t necessarily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57D80E-9925-4AFB-22FF-EE341E22B6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2311F2-5776-4B3C-8949-0AB4A691C0EC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0426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56B09-9853-10B8-3987-B7A06DBAE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6A5323-8C4F-0835-8A60-6C995E2F3D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22A3FB-2A03-FF4C-87AF-89EB19FCAA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https://pubs.usgs.gov/of/2011/1012/pdf/ofr20111012.pdf#page=17.21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CC6D56-C889-56EE-1C25-A221ED26FE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5CBE6-72FD-4C97-A5E1-1D65DDF4F595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0108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D8E7D-F6F7-8C84-0380-E31CD10D4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25C1BB-0A50-C889-9E47-6199E58EEC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D87391-7A39-D3D2-F1EC-E4C923E39A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Calibri" charset="0"/>
              <a:ea typeface="MS PGothic" charset="0"/>
            </a:endParaRPr>
          </a:p>
          <a:p>
            <a:r>
              <a:rPr lang="en-US" b="1" dirty="0">
                <a:latin typeface="Calibri" charset="0"/>
                <a:ea typeface="MS PGothic" charset="0"/>
              </a:rPr>
              <a:t>Be sure to take good notes </a:t>
            </a:r>
            <a:r>
              <a:rPr lang="en-US" dirty="0">
                <a:latin typeface="Calibri" charset="0"/>
                <a:ea typeface="MS PGothic" charset="0"/>
              </a:rPr>
              <a:t>– we will build on this example throughout this module</a:t>
            </a:r>
          </a:p>
          <a:p>
            <a:endParaRPr lang="en-US" dirty="0">
              <a:latin typeface="Calibri" charset="0"/>
              <a:ea typeface="MS PGothic" charset="0"/>
            </a:endParaRPr>
          </a:p>
          <a:p>
            <a:r>
              <a:rPr lang="en-US" dirty="0">
                <a:latin typeface="Calibri" charset="0"/>
                <a:ea typeface="MS PGothic" charset="0"/>
              </a:rPr>
              <a:t>I</a:t>
            </a:r>
            <a:r>
              <a:rPr lang="ja-JP" altLang="en-US" dirty="0">
                <a:latin typeface="Calibri" charset="0"/>
                <a:ea typeface="MS PGothic" charset="0"/>
              </a:rPr>
              <a:t>’</a:t>
            </a:r>
            <a:r>
              <a:rPr lang="en-US" altLang="ja-JP" dirty="0" err="1">
                <a:latin typeface="Calibri" charset="0"/>
                <a:ea typeface="MS PGothic" charset="0"/>
              </a:rPr>
              <a:t>ve</a:t>
            </a:r>
            <a:r>
              <a:rPr lang="en-US" altLang="ja-JP" dirty="0">
                <a:latin typeface="Calibri" charset="0"/>
                <a:ea typeface="MS PGothic" charset="0"/>
              </a:rPr>
              <a:t> already given you some brainstorming tips for creating good objectives.</a:t>
            </a:r>
          </a:p>
          <a:p>
            <a:endParaRPr lang="en-US" dirty="0">
              <a:latin typeface="Calibri" charset="0"/>
              <a:ea typeface="MS PGothic" charset="0"/>
            </a:endParaRPr>
          </a:p>
          <a:p>
            <a:r>
              <a:rPr lang="en-US" dirty="0">
                <a:latin typeface="Calibri" charset="0"/>
                <a:ea typeface="MS PGothic" charset="0"/>
              </a:rPr>
              <a:t>I</a:t>
            </a:r>
            <a:r>
              <a:rPr lang="ja-JP" altLang="en-US" dirty="0">
                <a:latin typeface="Calibri" charset="0"/>
                <a:ea typeface="MS PGothic" charset="0"/>
              </a:rPr>
              <a:t>’</a:t>
            </a:r>
            <a:r>
              <a:rPr lang="en-US" altLang="ja-JP" dirty="0" err="1">
                <a:latin typeface="Calibri" charset="0"/>
                <a:ea typeface="MS PGothic" charset="0"/>
              </a:rPr>
              <a:t>ll</a:t>
            </a:r>
            <a:r>
              <a:rPr lang="en-US" altLang="ja-JP" dirty="0">
                <a:latin typeface="Calibri" charset="0"/>
                <a:ea typeface="MS PGothic" charset="0"/>
              </a:rPr>
              <a:t> hear back from a few of you on how you did in 5 minutes (give a little longer if needed).</a:t>
            </a:r>
          </a:p>
          <a:p>
            <a:endParaRPr lang="en-US" dirty="0">
              <a:latin typeface="Calibri" charset="0"/>
              <a:ea typeface="MS PGothic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6F2789-CB64-9653-F966-39D4C3B7E0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2311F2-5776-4B3C-8949-0AB4A691C0EC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64047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E8EB7-9C3E-9CE0-CA62-5AB7F7E05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D517A4-E59C-1CBB-16CB-6A3A83DB78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094947-CA11-135A-981E-64B687433F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US" dirty="0"/>
              <a:t>Proxy scale funny example: Objective = </a:t>
            </a:r>
            <a:r>
              <a:rPr lang="en-US" dirty="0">
                <a:solidFill>
                  <a:schemeClr val="dk1"/>
                </a:solidFill>
                <a:latin typeface="Arial"/>
                <a:cs typeface="Arial"/>
                <a:sym typeface="Arial"/>
              </a:rPr>
              <a:t>m</a:t>
            </a: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inimize student boredom </a:t>
            </a:r>
            <a:r>
              <a:rPr lang="en-US" sz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Wingdings" panose="05000000000000000000" pitchFamily="2" charset="2"/>
              </a:rPr>
              <a:t> proxy = </a:t>
            </a:r>
            <a:r>
              <a:rPr lang="en-US" sz="2800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# of yawns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F122EC-840D-20BC-374E-EA18EE637E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314E68-6428-4057-8802-7FF013249D1B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29338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US" dirty="0"/>
              <a:t>Proxy scale funny example: Objective = </a:t>
            </a:r>
            <a:r>
              <a:rPr lang="en-US" dirty="0">
                <a:solidFill>
                  <a:schemeClr val="dk1"/>
                </a:solidFill>
                <a:latin typeface="Arial"/>
                <a:cs typeface="Arial"/>
                <a:sym typeface="Arial"/>
              </a:rPr>
              <a:t>m</a:t>
            </a: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inimize student boredom </a:t>
            </a:r>
            <a:r>
              <a:rPr lang="en-US" sz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Wingdings" panose="05000000000000000000" pitchFamily="2" charset="2"/>
              </a:rPr>
              <a:t> proxy = </a:t>
            </a:r>
            <a:r>
              <a:rPr lang="en-US" sz="2800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# of yawns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314E68-6428-4057-8802-7FF013249D1B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3786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F6897-4617-0C9D-4FD9-F2AFE094A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3C9DDC-4806-310C-9701-AE389B0B7C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AAB34C-BD38-780F-565E-46BBF396FC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US" dirty="0"/>
              <a:t>Proxy scale funny example: Objective = </a:t>
            </a:r>
            <a:r>
              <a:rPr lang="en-US" dirty="0">
                <a:solidFill>
                  <a:schemeClr val="dk1"/>
                </a:solidFill>
                <a:latin typeface="Arial"/>
                <a:cs typeface="Arial"/>
                <a:sym typeface="Arial"/>
              </a:rPr>
              <a:t>m</a:t>
            </a: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inimize student boredom </a:t>
            </a:r>
            <a:r>
              <a:rPr lang="en-US" sz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Wingdings" panose="05000000000000000000" pitchFamily="2" charset="2"/>
              </a:rPr>
              <a:t> proxy = </a:t>
            </a:r>
            <a:r>
              <a:rPr lang="en-US" sz="2800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# of yawns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F9340D-7545-DE51-C924-E5633698C0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314E68-6428-4057-8802-7FF013249D1B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258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43113-0DA3-97C1-AB74-50795EFFA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E554F0-84CC-9967-AC88-F07714F1B1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574378-CFAC-1BA8-A802-EC6BEDDCB4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US" dirty="0"/>
              <a:t>Proxy scale funny example: Objective = </a:t>
            </a:r>
            <a:r>
              <a:rPr lang="en-US" dirty="0">
                <a:solidFill>
                  <a:schemeClr val="dk1"/>
                </a:solidFill>
                <a:latin typeface="Arial"/>
                <a:cs typeface="Arial"/>
                <a:sym typeface="Arial"/>
              </a:rPr>
              <a:t>m</a:t>
            </a: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inimize student boredom </a:t>
            </a:r>
            <a:r>
              <a:rPr lang="en-US" sz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Wingdings" panose="05000000000000000000" pitchFamily="2" charset="2"/>
              </a:rPr>
              <a:t> proxy = </a:t>
            </a:r>
            <a:r>
              <a:rPr lang="en-US" sz="2800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# of yawns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F0651F-6E28-EB39-725F-7307B16A42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314E68-6428-4057-8802-7FF013249D1B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73600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04868-0F4B-4B9D-241E-C6A367301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6E8523-6115-435D-6995-2D93B32A3B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56CA4D-0FD0-B5A0-10E5-A2A0247A83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US" dirty="0"/>
              <a:t>Proxy scale funny example: Objective = </a:t>
            </a:r>
            <a:r>
              <a:rPr lang="en-US" dirty="0">
                <a:solidFill>
                  <a:schemeClr val="dk1"/>
                </a:solidFill>
                <a:latin typeface="Arial"/>
                <a:cs typeface="Arial"/>
                <a:sym typeface="Arial"/>
              </a:rPr>
              <a:t>m</a:t>
            </a: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inimize student boredom </a:t>
            </a:r>
            <a:r>
              <a:rPr lang="en-US" sz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Wingdings" panose="05000000000000000000" pitchFamily="2" charset="2"/>
              </a:rPr>
              <a:t> proxy = </a:t>
            </a:r>
            <a:r>
              <a:rPr lang="en-US" sz="2800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# of yawns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21137A-D511-A9ED-F0B5-C3F6007ECD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314E68-6428-4057-8802-7FF013249D1B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49203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2311F2-5776-4B3C-8949-0AB4A691C0EC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80828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2311F2-5776-4B3C-8949-0AB4A691C0EC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37264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1D9E2-449A-7210-7436-FA00022D3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035528-BA41-5F0C-443D-E647F96695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77A06B-6780-6457-FBE5-804E312AD4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Calibri" charset="0"/>
              <a:ea typeface="MS PGothic" charset="0"/>
            </a:endParaRPr>
          </a:p>
          <a:p>
            <a:r>
              <a:rPr lang="en-US" b="1" dirty="0">
                <a:latin typeface="Calibri" charset="0"/>
                <a:ea typeface="MS PGothic" charset="0"/>
              </a:rPr>
              <a:t>Be sure to take good notes </a:t>
            </a:r>
            <a:r>
              <a:rPr lang="en-US" dirty="0">
                <a:latin typeface="Calibri" charset="0"/>
                <a:ea typeface="MS PGothic" charset="0"/>
              </a:rPr>
              <a:t>– we will build on this example throughout this module</a:t>
            </a:r>
          </a:p>
          <a:p>
            <a:endParaRPr lang="en-US" dirty="0">
              <a:latin typeface="Calibri" charset="0"/>
              <a:ea typeface="MS PGothic" charset="0"/>
            </a:endParaRPr>
          </a:p>
          <a:p>
            <a:r>
              <a:rPr lang="en-US" dirty="0">
                <a:latin typeface="Calibri" charset="0"/>
                <a:ea typeface="MS PGothic" charset="0"/>
              </a:rPr>
              <a:t>I</a:t>
            </a:r>
            <a:r>
              <a:rPr lang="ja-JP" altLang="en-US" dirty="0">
                <a:latin typeface="Calibri" charset="0"/>
                <a:ea typeface="MS PGothic" charset="0"/>
              </a:rPr>
              <a:t>’</a:t>
            </a:r>
            <a:r>
              <a:rPr lang="en-US" altLang="ja-JP" dirty="0" err="1">
                <a:latin typeface="Calibri" charset="0"/>
                <a:ea typeface="MS PGothic" charset="0"/>
              </a:rPr>
              <a:t>ve</a:t>
            </a:r>
            <a:r>
              <a:rPr lang="en-US" altLang="ja-JP" dirty="0">
                <a:latin typeface="Calibri" charset="0"/>
                <a:ea typeface="MS PGothic" charset="0"/>
              </a:rPr>
              <a:t> already given you some brainstorming tips for creating good objectives.</a:t>
            </a:r>
          </a:p>
          <a:p>
            <a:endParaRPr lang="en-US" dirty="0">
              <a:latin typeface="Calibri" charset="0"/>
              <a:ea typeface="MS PGothic" charset="0"/>
            </a:endParaRPr>
          </a:p>
          <a:p>
            <a:r>
              <a:rPr lang="en-US" dirty="0">
                <a:latin typeface="Calibri" charset="0"/>
                <a:ea typeface="MS PGothic" charset="0"/>
              </a:rPr>
              <a:t>I</a:t>
            </a:r>
            <a:r>
              <a:rPr lang="ja-JP" altLang="en-US" dirty="0">
                <a:latin typeface="Calibri" charset="0"/>
                <a:ea typeface="MS PGothic" charset="0"/>
              </a:rPr>
              <a:t>’</a:t>
            </a:r>
            <a:r>
              <a:rPr lang="en-US" altLang="ja-JP" dirty="0" err="1">
                <a:latin typeface="Calibri" charset="0"/>
                <a:ea typeface="MS PGothic" charset="0"/>
              </a:rPr>
              <a:t>ll</a:t>
            </a:r>
            <a:r>
              <a:rPr lang="en-US" altLang="ja-JP" dirty="0">
                <a:latin typeface="Calibri" charset="0"/>
                <a:ea typeface="MS PGothic" charset="0"/>
              </a:rPr>
              <a:t> hear back from a few of you on how you did in 5 minutes (give a little longer if needed).</a:t>
            </a:r>
          </a:p>
          <a:p>
            <a:endParaRPr lang="en-US" dirty="0">
              <a:latin typeface="Calibri" charset="0"/>
              <a:ea typeface="MS PGothic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D9DAAC-5149-672F-26E1-F013946BB0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2311F2-5776-4B3C-8949-0AB4A691C0EC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55789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2311F2-5776-4B3C-8949-0AB4A691C0EC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79969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2311F2-5776-4B3C-8949-0AB4A691C0EC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9668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12475-7CF0-408A-B5B8-3330C0C12443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C6AA1-F993-436E-99FC-63F28720B9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657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12475-7CF0-408A-B5B8-3330C0C12443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C6AA1-F993-436E-99FC-63F28720B9C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2FD9346-AA22-5D16-331E-DA6EB867F85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1973" y="6205403"/>
            <a:ext cx="3185154" cy="626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8248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12475-7CF0-408A-B5B8-3330C0C12443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C6AA1-F993-436E-99FC-63F28720B9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608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12475-7CF0-408A-B5B8-3330C0C12443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C6AA1-F993-436E-99FC-63F28720B9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076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12475-7CF0-408A-B5B8-3330C0C12443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C6AA1-F993-436E-99FC-63F28720B9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401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12475-7CF0-408A-B5B8-3330C0C12443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C6AA1-F993-436E-99FC-63F28720B9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696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12475-7CF0-408A-B5B8-3330C0C12443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C6AA1-F993-436E-99FC-63F28720B9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292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12475-7CF0-408A-B5B8-3330C0C12443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C6AA1-F993-436E-99FC-63F28720B9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339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12475-7CF0-408A-B5B8-3330C0C12443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C6AA1-F993-436E-99FC-63F28720B9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03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12475-7CF0-408A-B5B8-3330C0C12443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C6AA1-F993-436E-99FC-63F28720B9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835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12475-7CF0-408A-B5B8-3330C0C12443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C6AA1-F993-436E-99FC-63F28720B9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437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212475-7CF0-408A-B5B8-3330C0C12443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8C6AA1-F993-436E-99FC-63F28720B9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083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Relationship Id="rId9" Type="http://schemas.openxmlformats.org/officeDocument/2006/relationships/image" Target="../media/image22.sv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sv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customXml" Target="../ink/ink6.xml"/><Relationship Id="rId18" Type="http://schemas.openxmlformats.org/officeDocument/2006/relationships/image" Target="../media/image40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37.png"/><Relationship Id="rId17" Type="http://schemas.openxmlformats.org/officeDocument/2006/relationships/customXml" Target="../ink/ink8.xml"/><Relationship Id="rId2" Type="http://schemas.openxmlformats.org/officeDocument/2006/relationships/image" Target="../media/image32.png"/><Relationship Id="rId16" Type="http://schemas.openxmlformats.org/officeDocument/2006/relationships/image" Target="../media/image39.png"/><Relationship Id="rId20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10" Type="http://schemas.openxmlformats.org/officeDocument/2006/relationships/image" Target="../media/image36.png"/><Relationship Id="rId19" Type="http://schemas.openxmlformats.org/officeDocument/2006/relationships/customXml" Target="../ink/ink9.xml"/><Relationship Id="rId4" Type="http://schemas.openxmlformats.org/officeDocument/2006/relationships/image" Target="../media/image33.png"/><Relationship Id="rId9" Type="http://schemas.openxmlformats.org/officeDocument/2006/relationships/customXml" Target="../ink/ink4.xml"/><Relationship Id="rId14" Type="http://schemas.openxmlformats.org/officeDocument/2006/relationships/image" Target="../media/image3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29.sv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sv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Relationship Id="rId9" Type="http://schemas.openxmlformats.org/officeDocument/2006/relationships/image" Target="../media/image22.sv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svg"/><Relationship Id="rId3" Type="http://schemas.openxmlformats.org/officeDocument/2006/relationships/image" Target="../media/image21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svg"/><Relationship Id="rId5" Type="http://schemas.openxmlformats.org/officeDocument/2006/relationships/image" Target="../media/image46.png"/><Relationship Id="rId4" Type="http://schemas.openxmlformats.org/officeDocument/2006/relationships/image" Target="../media/image22.sv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50.png"/><Relationship Id="rId4" Type="http://schemas.openxmlformats.org/officeDocument/2006/relationships/notesSlide" Target="../notesSlides/notesSlide2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sv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23848-0866-067B-5C85-225EDB126B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6554" y="1481908"/>
            <a:ext cx="9718260" cy="2516776"/>
          </a:xfrm>
        </p:spPr>
        <p:txBody>
          <a:bodyPr anchor="ctr">
            <a:normAutofit/>
          </a:bodyPr>
          <a:lstStyle/>
          <a:p>
            <a:r>
              <a:rPr lang="en-US" sz="7200" b="1" dirty="0"/>
              <a:t>Week 3: </a:t>
            </a:r>
            <a:br>
              <a:rPr lang="en-US" sz="7200" b="1" dirty="0"/>
            </a:br>
            <a:r>
              <a:rPr lang="en-US" sz="4700" dirty="0">
                <a:solidFill>
                  <a:srgbClr val="ED7D31"/>
                </a:solidFill>
                <a:latin typeface="+mn-lt"/>
              </a:rPr>
              <a:t>Objectives Step of </a:t>
            </a:r>
            <a:r>
              <a:rPr lang="en-US" sz="4700" dirty="0" err="1">
                <a:solidFill>
                  <a:srgbClr val="ED7D31"/>
                </a:solidFill>
                <a:latin typeface="+mn-lt"/>
              </a:rPr>
              <a:t>PrOACT</a:t>
            </a:r>
            <a:endParaRPr lang="en-US" sz="4700" dirty="0">
              <a:solidFill>
                <a:srgbClr val="ED7D31"/>
              </a:solidFill>
              <a:latin typeface="+mn-lt"/>
            </a:endParaRPr>
          </a:p>
        </p:txBody>
      </p:sp>
      <p:pic>
        <p:nvPicPr>
          <p:cNvPr id="11" name="Picture 1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A4DEB4C-A3E6-F636-2C42-D54CB20DD3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0005" y="451522"/>
            <a:ext cx="4832857" cy="94990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6D1B4F1-CD55-C0FF-1797-AD87F89108F7}"/>
              </a:ext>
            </a:extLst>
          </p:cNvPr>
          <p:cNvSpPr txBox="1"/>
          <p:nvPr/>
        </p:nvSpPr>
        <p:spPr>
          <a:xfrm>
            <a:off x="2383104" y="4111882"/>
            <a:ext cx="742579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Instructor: </a:t>
            </a:r>
            <a:r>
              <a:rPr lang="en-US" sz="2400" dirty="0"/>
              <a:t>Brielle K Thompson</a:t>
            </a:r>
          </a:p>
          <a:p>
            <a:pPr algn="ctr"/>
            <a:endParaRPr lang="en-US" sz="1200" dirty="0"/>
          </a:p>
          <a:p>
            <a:pPr algn="ctr"/>
            <a:r>
              <a:rPr lang="en-US" sz="2400" b="1" dirty="0"/>
              <a:t>Course: </a:t>
            </a:r>
            <a:r>
              <a:rPr lang="en-US" sz="2400" dirty="0"/>
              <a:t>NAT_R 8001 Decision Analysis for Research and Management of Natural Resources</a:t>
            </a:r>
          </a:p>
        </p:txBody>
      </p:sp>
    </p:spTree>
    <p:extLst>
      <p:ext uri="{BB962C8B-B14F-4D97-AF65-F5344CB8AC3E}">
        <p14:creationId xmlns:p14="http://schemas.microsoft.com/office/powerpoint/2010/main" val="24723090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0B144-4F84-4904-5069-E111693C7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047" y="182245"/>
            <a:ext cx="10515600" cy="1173219"/>
          </a:xfrm>
          <a:prstGeom prst="leftArrow">
            <a:avLst/>
          </a:prstGeom>
          <a:solidFill>
            <a:srgbClr val="002060"/>
          </a:solidFill>
          <a:ln w="38100"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pPr algn="ctr"/>
            <a:r>
              <a:rPr lang="en-US" b="1" u="sng" dirty="0">
                <a:solidFill>
                  <a:schemeClr val="bg1"/>
                </a:solidFill>
              </a:rPr>
              <a:t>Review of last week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5A3ACB-323F-C124-5084-39A44120C2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5131" y="1452283"/>
            <a:ext cx="6917397" cy="5223472"/>
          </a:xfrm>
        </p:spPr>
        <p:txBody>
          <a:bodyPr>
            <a:normAutofit/>
          </a:bodyPr>
          <a:lstStyle/>
          <a:p>
            <a:r>
              <a:rPr lang="en-US" dirty="0"/>
              <a:t>Discussed the problem framing step of SDM</a:t>
            </a:r>
          </a:p>
          <a:p>
            <a:r>
              <a:rPr lang="en-US" dirty="0"/>
              <a:t>Elements of problem framing</a:t>
            </a:r>
          </a:p>
          <a:p>
            <a:pPr marL="971550" lvl="1" indent="-514350">
              <a:buAutoNum type="arabicPeriod"/>
            </a:pPr>
            <a:r>
              <a:rPr lang="en-US" dirty="0"/>
              <a:t>ID the decision maker(s)</a:t>
            </a:r>
          </a:p>
          <a:p>
            <a:pPr marL="971550" lvl="1" indent="-514350">
              <a:buAutoNum type="arabicPeriod"/>
            </a:pPr>
            <a:r>
              <a:rPr lang="en-US" dirty="0"/>
              <a:t>ID other key players</a:t>
            </a:r>
          </a:p>
          <a:p>
            <a:pPr marL="971550" lvl="1" indent="-514350">
              <a:buAutoNum type="arabicPeriod"/>
            </a:pPr>
            <a:r>
              <a:rPr lang="en-US" dirty="0"/>
              <a:t>Consider legal and regulatory context</a:t>
            </a:r>
          </a:p>
          <a:p>
            <a:pPr marL="971550" lvl="1" indent="-514350">
              <a:buAutoNum type="arabicPeriod"/>
            </a:pPr>
            <a:r>
              <a:rPr lang="en-US" dirty="0"/>
              <a:t>Consider decision structure</a:t>
            </a:r>
          </a:p>
          <a:p>
            <a:pPr marL="971550" lvl="1" indent="-514350">
              <a:buAutoNum type="arabicPeriod"/>
            </a:pPr>
            <a:r>
              <a:rPr lang="en-US" dirty="0"/>
              <a:t>Consider the type of analysis required</a:t>
            </a:r>
          </a:p>
          <a:p>
            <a:pPr marL="457200" lvl="1" indent="0">
              <a:buNone/>
            </a:pPr>
            <a:r>
              <a:rPr lang="en-US" dirty="0"/>
              <a:t>6.  Revise as needed</a:t>
            </a:r>
          </a:p>
          <a:p>
            <a:r>
              <a:rPr lang="en-US" dirty="0"/>
              <a:t>Learned about the template: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“Decision Maker (</a:t>
            </a:r>
            <a:r>
              <a:rPr lang="en-US" b="1" u="sng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U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is trying to do </a:t>
            </a:r>
            <a:r>
              <a:rPr lang="en-US" b="1" u="sng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achieve </a:t>
            </a:r>
            <a:r>
              <a:rPr lang="en-US" b="1" u="sng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lang="en-U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over time </a:t>
            </a:r>
            <a:r>
              <a:rPr lang="en-US" b="1" u="sng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r>
              <a:rPr lang="en-U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in place </a:t>
            </a:r>
            <a:r>
              <a:rPr lang="en-US" b="1" u="sng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U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considering </a:t>
            </a:r>
            <a:r>
              <a:rPr lang="en-US" b="1" u="sng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-U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.” </a:t>
            </a:r>
            <a:endParaRPr lang="en-US" dirty="0"/>
          </a:p>
          <a:p>
            <a:endParaRPr lang="en-US" sz="3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FFCAA1-5EA6-0815-A67C-EE7A38664C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6347" y="1452283"/>
            <a:ext cx="3399064" cy="4532085"/>
          </a:xfrm>
          <a:prstGeom prst="rect">
            <a:avLst/>
          </a:prstGeom>
          <a:ln>
            <a:noFill/>
          </a:ln>
          <a:effectLst>
            <a:softEdge rad="25400"/>
          </a:effectLst>
        </p:spPr>
      </p:pic>
    </p:spTree>
    <p:extLst>
      <p:ext uri="{BB962C8B-B14F-4D97-AF65-F5344CB8AC3E}">
        <p14:creationId xmlns:p14="http://schemas.microsoft.com/office/powerpoint/2010/main" val="27163455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6827130-5F1A-E334-4E69-398B9B44D5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570"/>
          <a:stretch/>
        </p:blipFill>
        <p:spPr>
          <a:xfrm>
            <a:off x="1328673" y="0"/>
            <a:ext cx="8675769" cy="6246796"/>
          </a:xfrm>
          <a:prstGeom prst="rect">
            <a:avLst/>
          </a:prstGeom>
        </p:spPr>
      </p:pic>
      <p:sp>
        <p:nvSpPr>
          <p:cNvPr id="6" name="Star: 5 Points 5">
            <a:extLst>
              <a:ext uri="{FF2B5EF4-FFF2-40B4-BE49-F238E27FC236}">
                <a16:creationId xmlns:a16="http://schemas.microsoft.com/office/drawing/2014/main" id="{000D6200-F35A-3892-70FB-0438F0553F7A}"/>
              </a:ext>
            </a:extLst>
          </p:cNvPr>
          <p:cNvSpPr/>
          <p:nvPr/>
        </p:nvSpPr>
        <p:spPr>
          <a:xfrm>
            <a:off x="7197743" y="1475190"/>
            <a:ext cx="500127" cy="455756"/>
          </a:xfrm>
          <a:prstGeom prst="star5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B75B1D-D86B-0D64-10CD-A08AF3960B26}"/>
              </a:ext>
            </a:extLst>
          </p:cNvPr>
          <p:cNvSpPr txBox="1"/>
          <p:nvPr/>
        </p:nvSpPr>
        <p:spPr>
          <a:xfrm>
            <a:off x="320513" y="384061"/>
            <a:ext cx="2705492" cy="138499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762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Today: </a:t>
            </a:r>
          </a:p>
          <a:p>
            <a:pPr algn="ctr"/>
            <a:r>
              <a:rPr lang="en-US" sz="2800" dirty="0"/>
              <a:t>Learn about the objectives step</a:t>
            </a:r>
          </a:p>
        </p:txBody>
      </p:sp>
    </p:spTree>
    <p:extLst>
      <p:ext uri="{BB962C8B-B14F-4D97-AF65-F5344CB8AC3E}">
        <p14:creationId xmlns:p14="http://schemas.microsoft.com/office/powerpoint/2010/main" val="23427765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5C921-5C78-1110-B612-5B59D6377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FCBD1EA-7BE7-F474-B6A3-554997F3E9ED}"/>
              </a:ext>
            </a:extLst>
          </p:cNvPr>
          <p:cNvSpPr txBox="1"/>
          <p:nvPr/>
        </p:nvSpPr>
        <p:spPr>
          <a:xfrm>
            <a:off x="0" y="6621524"/>
            <a:ext cx="60975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Developed by Brielle Thompson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FF1FE7A-91EC-86CE-B4B6-381DAE00F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365125"/>
            <a:ext cx="11353800" cy="1044127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r>
              <a:rPr lang="en-US" dirty="0"/>
              <a:t>Recall: Values focused vs Alternatives focused thinking: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EB287-F29B-BD98-4369-B8C2F3ED9759}"/>
              </a:ext>
            </a:extLst>
          </p:cNvPr>
          <p:cNvSpPr txBox="1"/>
          <p:nvPr/>
        </p:nvSpPr>
        <p:spPr>
          <a:xfrm>
            <a:off x="929950" y="1409252"/>
            <a:ext cx="5088366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“Value-focused thinking involves starting at the best and working to make it a reality. </a:t>
            </a:r>
            <a:r>
              <a:rPr lang="en-US" sz="2800" b="1" dirty="0">
                <a:solidFill>
                  <a:schemeClr val="accent1"/>
                </a:solidFill>
              </a:rPr>
              <a:t>Alternative-focused thinking is starting with what is readily available and taking the best of the lot</a:t>
            </a:r>
            <a:r>
              <a:rPr lang="en-US" sz="2800" dirty="0">
                <a:solidFill>
                  <a:schemeClr val="accent1"/>
                </a:solidFill>
              </a:rPr>
              <a:t>” </a:t>
            </a:r>
            <a:r>
              <a:rPr lang="en-US" sz="2800" dirty="0"/>
              <a:t>– Keeny 1992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In other words: value-focused thinking first decides what you want, then you figure out how to get there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C7DC70-BCEC-EFFE-3DD5-AFE2DA6F7B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254" y="1648991"/>
            <a:ext cx="4825393" cy="389119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8D8A476-1A39-D536-350B-0525C3E0E110}"/>
              </a:ext>
            </a:extLst>
          </p:cNvPr>
          <p:cNvSpPr txBox="1"/>
          <p:nvPr/>
        </p:nvSpPr>
        <p:spPr>
          <a:xfrm>
            <a:off x="9136226" y="5386299"/>
            <a:ext cx="17074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Parnell &amp; West 2008</a:t>
            </a:r>
          </a:p>
        </p:txBody>
      </p:sp>
    </p:spTree>
    <p:extLst>
      <p:ext uri="{BB962C8B-B14F-4D97-AF65-F5344CB8AC3E}">
        <p14:creationId xmlns:p14="http://schemas.microsoft.com/office/powerpoint/2010/main" val="1238645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F48E4-DCD3-DDB0-EB3E-77556E08C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7C66E89-2507-E9F9-9309-88BA3EB35ECE}"/>
              </a:ext>
            </a:extLst>
          </p:cNvPr>
          <p:cNvSpPr txBox="1"/>
          <p:nvPr/>
        </p:nvSpPr>
        <p:spPr>
          <a:xfrm>
            <a:off x="0" y="6334780"/>
            <a:ext cx="65385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Developed by Brielle Thompson, Alex McInturff, Jean Fitts Cochrane, Angela Matz, Jennifer A. Szymanski, James E. Lyons, </a:t>
            </a:r>
            <a:r>
              <a:rPr lang="it-IT" sz="1400" dirty="0"/>
              <a:t>Sarah J. Converse, &amp; Michael C. Runge</a:t>
            </a:r>
            <a:r>
              <a:rPr lang="en-US" sz="1400" dirty="0"/>
              <a:t>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F6E981C-4D21-9408-EC3D-7828399D3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365125"/>
            <a:ext cx="11353800" cy="1044127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r>
              <a:rPr lang="en-US" dirty="0"/>
              <a:t>Recall: Values focused vs Alternatives focused thinking: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69CB12-5CDF-5926-D2ED-FAACDB1D6F02}"/>
              </a:ext>
            </a:extLst>
          </p:cNvPr>
          <p:cNvSpPr txBox="1"/>
          <p:nvPr/>
        </p:nvSpPr>
        <p:spPr>
          <a:xfrm>
            <a:off x="929949" y="1409252"/>
            <a:ext cx="5859157" cy="34240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spcBef>
                <a:spcPts val="560"/>
              </a:spcBef>
              <a:buClr>
                <a:schemeClr val="dk2"/>
              </a:buClr>
              <a:buSzPts val="2800"/>
              <a:buFont typeface="Arial"/>
              <a:buChar char="•"/>
            </a:pPr>
            <a:r>
              <a:rPr lang="en-US" sz="3600" dirty="0">
                <a:ea typeface="Century Gothic"/>
                <a:cs typeface="Arial" panose="020B0604020202020204" pitchFamily="34" charset="0"/>
                <a:sym typeface="Century Gothic"/>
              </a:rPr>
              <a:t>What are the risks of Alternative focused thinking? </a:t>
            </a:r>
            <a:endParaRPr lang="en-US" sz="2400" dirty="0"/>
          </a:p>
          <a:p>
            <a:pPr marL="742950" lvl="1" indent="-285750">
              <a:spcBef>
                <a:spcPts val="480"/>
              </a:spcBef>
              <a:buClr>
                <a:srgbClr val="7F7F7F"/>
              </a:buClr>
              <a:buSzPts val="2400"/>
              <a:buFont typeface="Courier New"/>
              <a:buChar char="o"/>
            </a:pPr>
            <a:r>
              <a:rPr lang="en-US" sz="2400" dirty="0">
                <a:ea typeface="Century Gothic"/>
                <a:cs typeface="Arial" panose="020B0604020202020204" pitchFamily="34" charset="0"/>
                <a:sym typeface="Century Gothic"/>
              </a:rPr>
              <a:t>We tend to limit ourselves to a smaller set of alternatives</a:t>
            </a:r>
            <a:endParaRPr lang="en-US" sz="4000" dirty="0"/>
          </a:p>
          <a:p>
            <a:pPr marL="742950" lvl="1" indent="-285750">
              <a:spcBef>
                <a:spcPts val="480"/>
              </a:spcBef>
              <a:buClr>
                <a:srgbClr val="7F7F7F"/>
              </a:buClr>
              <a:buSzPts val="2400"/>
              <a:buFont typeface="Courier New"/>
              <a:buChar char="o"/>
            </a:pPr>
            <a:r>
              <a:rPr lang="en-US" sz="2400" dirty="0">
                <a:ea typeface="Century Gothic"/>
                <a:cs typeface="Arial" panose="020B0604020202020204" pitchFamily="34" charset="0"/>
                <a:sym typeface="Century Gothic"/>
              </a:rPr>
              <a:t>We may anchor on the first alternative</a:t>
            </a:r>
          </a:p>
          <a:p>
            <a:pPr marL="742950" lvl="1" indent="-285750">
              <a:spcBef>
                <a:spcPts val="480"/>
              </a:spcBef>
              <a:buClr>
                <a:srgbClr val="7F7F7F"/>
              </a:buClr>
              <a:buSzPts val="2400"/>
              <a:buFont typeface="Courier New"/>
              <a:buChar char="o"/>
            </a:pPr>
            <a:r>
              <a:rPr lang="en-US" sz="2400" b="1" dirty="0">
                <a:solidFill>
                  <a:srgbClr val="C00000"/>
                </a:solidFill>
              </a:rPr>
              <a:t>We solve the wrong problem</a:t>
            </a:r>
            <a:r>
              <a:rPr lang="en-US" sz="2400" b="1" dirty="0">
                <a:solidFill>
                  <a:srgbClr val="C00000"/>
                </a:solidFill>
                <a:ea typeface="Century Gothic"/>
                <a:cs typeface="Arial" panose="020B0604020202020204" pitchFamily="34" charset="0"/>
                <a:sym typeface="Century Gothic"/>
              </a:rPr>
              <a:t>  </a:t>
            </a:r>
            <a:endParaRPr lang="en-US" sz="2400" b="1" dirty="0">
              <a:solidFill>
                <a:srgbClr val="C00000"/>
              </a:solidFill>
              <a:cs typeface="Arial" panose="020B0604020202020204" pitchFamily="34" charset="0"/>
              <a:sym typeface="Century Gothic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99293A-9227-B3E8-DCFC-4228D33A92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3529" y="1598458"/>
            <a:ext cx="4825393" cy="389119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A330307-B584-1DC3-A108-583891A8839E}"/>
              </a:ext>
            </a:extLst>
          </p:cNvPr>
          <p:cNvSpPr txBox="1"/>
          <p:nvPr/>
        </p:nvSpPr>
        <p:spPr>
          <a:xfrm>
            <a:off x="8282483" y="5359106"/>
            <a:ext cx="17074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Parnell &amp; West 2008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13EAD8-5CD7-1538-5E4E-CB09104C312C}"/>
              </a:ext>
            </a:extLst>
          </p:cNvPr>
          <p:cNvSpPr txBox="1"/>
          <p:nvPr/>
        </p:nvSpPr>
        <p:spPr>
          <a:xfrm>
            <a:off x="575038" y="5386299"/>
            <a:ext cx="71612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Values are pieces of an objective</a:t>
            </a:r>
          </a:p>
        </p:txBody>
      </p:sp>
    </p:spTree>
    <p:extLst>
      <p:ext uri="{BB962C8B-B14F-4D97-AF65-F5344CB8AC3E}">
        <p14:creationId xmlns:p14="http://schemas.microsoft.com/office/powerpoint/2010/main" val="2340138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E7182-5B2E-CB12-B9ED-AD0DCDD74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760242" cy="1325563"/>
          </a:xfrm>
        </p:spPr>
        <p:txBody>
          <a:bodyPr/>
          <a:lstStyle/>
          <a:p>
            <a:r>
              <a:rPr lang="en-US" dirty="0"/>
              <a:t>Management objectives ≠ Research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6F1B1B-CCA7-3A54-0573-A470677899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b="1" u="sng" dirty="0"/>
              <a:t>Research objectives</a:t>
            </a:r>
            <a:r>
              <a:rPr lang="en-US" sz="3200" b="1" dirty="0"/>
              <a:t>  </a:t>
            </a:r>
            <a:r>
              <a:rPr lang="en-US" sz="3200" dirty="0"/>
              <a:t>= “active statement[s] about how the study [or analysis] is going to answer the specific research question[s]” (Farrugia et al., 2010)</a:t>
            </a:r>
          </a:p>
          <a:p>
            <a:pPr marL="0" indent="0">
              <a:buNone/>
            </a:pPr>
            <a:endParaRPr lang="en-US" sz="3200" dirty="0"/>
          </a:p>
          <a:p>
            <a:r>
              <a:rPr lang="en-US" sz="3200" b="1" u="sng" dirty="0"/>
              <a:t>Management objectives</a:t>
            </a:r>
            <a:r>
              <a:rPr lang="en-US" sz="3200" b="1" dirty="0"/>
              <a:t>  </a:t>
            </a:r>
            <a:r>
              <a:rPr lang="en-US" sz="3200" dirty="0"/>
              <a:t>= “statements of the fundamental interests that could be affected by a decision—the ‘things that matter’ to people” or the things that have intrinsic social and cultural value (Gregory et al., 2012)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342606-5283-4735-BCB9-C89B56AD8B56}"/>
              </a:ext>
            </a:extLst>
          </p:cNvPr>
          <p:cNvSpPr txBox="1"/>
          <p:nvPr/>
        </p:nvSpPr>
        <p:spPr>
          <a:xfrm>
            <a:off x="0" y="6492875"/>
            <a:ext cx="65385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Developed by Brielle Thompson, see Aldridge and Colvin 2024</a:t>
            </a:r>
          </a:p>
        </p:txBody>
      </p:sp>
    </p:spTree>
    <p:extLst>
      <p:ext uri="{BB962C8B-B14F-4D97-AF65-F5344CB8AC3E}">
        <p14:creationId xmlns:p14="http://schemas.microsoft.com/office/powerpoint/2010/main" val="37638131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58E6E-3886-145B-C746-06A0223AB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Management objectives ≠ Alternatives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BE161-5499-BC2D-B20E-D58ED0CF99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69064"/>
            <a:ext cx="10515600" cy="4351338"/>
          </a:xfrm>
        </p:spPr>
        <p:txBody>
          <a:bodyPr/>
          <a:lstStyle/>
          <a:p>
            <a:r>
              <a:rPr lang="en-US" dirty="0"/>
              <a:t>Management actions and monitoring activities are often conflated with management objectives </a:t>
            </a:r>
          </a:p>
          <a:p>
            <a:r>
              <a:rPr lang="en-US" dirty="0"/>
              <a:t>For example:</a:t>
            </a:r>
          </a:p>
          <a:p>
            <a:pPr lvl="1"/>
            <a:r>
              <a:rPr lang="en-US" dirty="0"/>
              <a:t>Statements such as:</a:t>
            </a:r>
          </a:p>
          <a:p>
            <a:pPr lvl="2"/>
            <a:r>
              <a:rPr lang="en-US" dirty="0"/>
              <a:t>“We wish to better understand habitat effects on bobwhite quail reproduction” ( = research)</a:t>
            </a:r>
          </a:p>
          <a:p>
            <a:pPr lvl="2"/>
            <a:r>
              <a:rPr lang="en-US" dirty="0"/>
              <a:t>“We aim to monitor water quality” (= monitoring)</a:t>
            </a:r>
          </a:p>
          <a:p>
            <a:pPr lvl="2"/>
            <a:r>
              <a:rPr lang="en-US" dirty="0"/>
              <a:t>“We want to develop bass length limit recommendations” (= management action)</a:t>
            </a:r>
          </a:p>
          <a:p>
            <a:pPr lvl="1"/>
            <a:r>
              <a:rPr lang="en-US" dirty="0"/>
              <a:t>These all are not management objectives but describe activities that serve as means of achieving various ends (i.e. management objectives)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DB5254-7F8B-D74E-D966-E8A882803A1C}"/>
              </a:ext>
            </a:extLst>
          </p:cNvPr>
          <p:cNvSpPr txBox="1"/>
          <p:nvPr/>
        </p:nvSpPr>
        <p:spPr>
          <a:xfrm>
            <a:off x="0" y="6492875"/>
            <a:ext cx="65385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See Aldridge and Colvin 2024</a:t>
            </a:r>
          </a:p>
        </p:txBody>
      </p:sp>
    </p:spTree>
    <p:extLst>
      <p:ext uri="{BB962C8B-B14F-4D97-AF65-F5344CB8AC3E}">
        <p14:creationId xmlns:p14="http://schemas.microsoft.com/office/powerpoint/2010/main" val="1017658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4930FBC-AFDF-89BE-E219-EA67919D535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Management objectives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dirty="0"/>
                  <a:t> Targets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4930FBC-AFDF-89BE-E219-EA67919D53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E0E5DB-C787-DC97-F223-71575521C2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52364" cy="4437389"/>
          </a:xfrm>
        </p:spPr>
        <p:txBody>
          <a:bodyPr>
            <a:normAutofit lnSpcReduction="10000"/>
          </a:bodyPr>
          <a:lstStyle/>
          <a:p>
            <a:r>
              <a:rPr lang="en-US" sz="3600" dirty="0"/>
              <a:t>Target = Desired level of performance towards an objective</a:t>
            </a:r>
          </a:p>
          <a:p>
            <a:pPr lvl="1"/>
            <a:r>
              <a:rPr lang="en-US" sz="3200" dirty="0"/>
              <a:t>Example:</a:t>
            </a:r>
          </a:p>
          <a:p>
            <a:pPr lvl="2"/>
            <a:r>
              <a:rPr lang="en-US" sz="2800" b="1" dirty="0"/>
              <a:t>Create 1000 jobs is a target </a:t>
            </a:r>
            <a:r>
              <a:rPr lang="en-US" sz="2800" dirty="0"/>
              <a:t>– a specific quantitative level of performance we want to achieve. </a:t>
            </a:r>
          </a:p>
          <a:p>
            <a:pPr lvl="2"/>
            <a:r>
              <a:rPr lang="en-US" sz="2800" b="1" dirty="0"/>
              <a:t>Maximize employment </a:t>
            </a:r>
            <a:r>
              <a:rPr lang="en-US" sz="2800" dirty="0"/>
              <a:t>is an objective (employment is the thing we want, more is better than less</a:t>
            </a:r>
          </a:p>
          <a:p>
            <a:endParaRPr lang="en-US" sz="3600" dirty="0"/>
          </a:p>
        </p:txBody>
      </p:sp>
      <p:pic>
        <p:nvPicPr>
          <p:cNvPr id="7" name="Graphic 6" descr="Briefcase with solid fill">
            <a:extLst>
              <a:ext uri="{FF2B5EF4-FFF2-40B4-BE49-F238E27FC236}">
                <a16:creationId xmlns:a16="http://schemas.microsoft.com/office/drawing/2014/main" id="{943050C7-6805-762B-5434-6D5A515A7D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28865" y="2865567"/>
            <a:ext cx="1725460" cy="1725460"/>
          </a:xfrm>
          <a:prstGeom prst="rect">
            <a:avLst/>
          </a:prstGeom>
        </p:spPr>
      </p:pic>
      <p:pic>
        <p:nvPicPr>
          <p:cNvPr id="9" name="Graphic 8" descr="Office worker female with solid fill">
            <a:extLst>
              <a:ext uri="{FF2B5EF4-FFF2-40B4-BE49-F238E27FC236}">
                <a16:creationId xmlns:a16="http://schemas.microsoft.com/office/drawing/2014/main" id="{75050A4B-9D30-54B6-E7C8-7E6907402EB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94309" y="682625"/>
            <a:ext cx="2286000" cy="2286000"/>
          </a:xfrm>
          <a:prstGeom prst="rect">
            <a:avLst/>
          </a:prstGeom>
        </p:spPr>
      </p:pic>
      <p:pic>
        <p:nvPicPr>
          <p:cNvPr id="11" name="Graphic 10" descr="Office worker male with solid fill">
            <a:extLst>
              <a:ext uri="{FF2B5EF4-FFF2-40B4-BE49-F238E27FC236}">
                <a16:creationId xmlns:a16="http://schemas.microsoft.com/office/drawing/2014/main" id="{442F26FE-3099-6EB2-0384-CC729F8EC4D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31679" y="2450360"/>
            <a:ext cx="22860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722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BCEA7-D40E-1C9E-E81C-DC23DD588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424" y="300990"/>
            <a:ext cx="11503152" cy="1325563"/>
          </a:xfrm>
        </p:spPr>
        <p:txBody>
          <a:bodyPr/>
          <a:lstStyle/>
          <a:p>
            <a:r>
              <a:rPr lang="en-US" dirty="0"/>
              <a:t>What are objectives in decision analysis?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088DE-BC8B-5541-8FA1-0906461E18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904" y="1405001"/>
            <a:ext cx="10515600" cy="1091311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We make decisions to achieve something</a:t>
            </a:r>
          </a:p>
          <a:p>
            <a:r>
              <a:rPr lang="en-US" b="1" u="sng" dirty="0"/>
              <a:t>Objectives are what we want to achieve</a:t>
            </a:r>
          </a:p>
          <a:p>
            <a:pPr lvl="1"/>
            <a:r>
              <a:rPr lang="en-US" b="1" i="1" dirty="0"/>
              <a:t>Concise statements on what matters</a:t>
            </a: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A960E6-B5EE-1B54-0CF7-E11EA28949B1}"/>
              </a:ext>
            </a:extLst>
          </p:cNvPr>
          <p:cNvSpPr txBox="1"/>
          <p:nvPr/>
        </p:nvSpPr>
        <p:spPr>
          <a:xfrm>
            <a:off x="734407" y="2598003"/>
            <a:ext cx="64724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Example: I am deciding where to go on vacation. </a:t>
            </a:r>
          </a:p>
          <a:p>
            <a:r>
              <a:rPr lang="en-US" sz="2400" dirty="0"/>
              <a:t>What objectives are in play for me?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CDF91E-E5E9-D2F3-9C6C-96DDCF3C781A}"/>
              </a:ext>
            </a:extLst>
          </p:cNvPr>
          <p:cNvSpPr txBox="1"/>
          <p:nvPr/>
        </p:nvSpPr>
        <p:spPr>
          <a:xfrm>
            <a:off x="1863691" y="3429000"/>
            <a:ext cx="338496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 want to maximize:</a:t>
            </a:r>
          </a:p>
          <a:p>
            <a:pPr marL="342900" indent="-342900">
              <a:buFontTx/>
              <a:buChar char="-"/>
            </a:pPr>
            <a:r>
              <a:rPr lang="en-US" sz="2400" dirty="0"/>
              <a:t>Relaxation</a:t>
            </a:r>
          </a:p>
          <a:p>
            <a:pPr marL="342900" indent="-342900">
              <a:buFontTx/>
              <a:buChar char="-"/>
            </a:pPr>
            <a:r>
              <a:rPr lang="en-US" sz="2400" dirty="0"/>
              <a:t>Fun</a:t>
            </a:r>
          </a:p>
          <a:p>
            <a:pPr marL="342900" indent="-342900">
              <a:buFontTx/>
              <a:buChar char="-"/>
            </a:pPr>
            <a:r>
              <a:rPr lang="en-US" sz="2400" dirty="0"/>
              <a:t>Comfort</a:t>
            </a:r>
          </a:p>
          <a:p>
            <a:pPr marL="342900" indent="-342900">
              <a:buFontTx/>
              <a:buChar char="-"/>
            </a:pPr>
            <a:endParaRPr lang="en-US" sz="2400" dirty="0"/>
          </a:p>
          <a:p>
            <a:r>
              <a:rPr lang="en-US" sz="2400" dirty="0"/>
              <a:t>I want to minimize:</a:t>
            </a:r>
          </a:p>
          <a:p>
            <a:pPr marL="342900" indent="-342900">
              <a:buFontTx/>
              <a:buChar char="-"/>
            </a:pPr>
            <a:r>
              <a:rPr lang="en-US" sz="2400" dirty="0"/>
              <a:t>Cost </a:t>
            </a:r>
          </a:p>
          <a:p>
            <a:pPr marL="342900" indent="-342900">
              <a:buFontTx/>
              <a:buChar char="-"/>
            </a:pPr>
            <a:r>
              <a:rPr lang="en-US" sz="2400" dirty="0"/>
              <a:t>Travel time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E2C1F93-3933-2449-5A65-619824F3F4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9750"/>
          <a:stretch/>
        </p:blipFill>
        <p:spPr>
          <a:xfrm>
            <a:off x="7667513" y="2112264"/>
            <a:ext cx="3961300" cy="183794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616E51B-3223-0CD1-F714-7CCC7C7C1BB4}"/>
              </a:ext>
            </a:extLst>
          </p:cNvPr>
          <p:cNvSpPr txBox="1"/>
          <p:nvPr/>
        </p:nvSpPr>
        <p:spPr>
          <a:xfrm>
            <a:off x="10829051" y="3823250"/>
            <a:ext cx="719821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Medium</a:t>
            </a:r>
          </a:p>
        </p:txBody>
      </p:sp>
      <p:pic>
        <p:nvPicPr>
          <p:cNvPr id="5" name="Graphic 4" descr="Vacation with solid fill">
            <a:extLst>
              <a:ext uri="{FF2B5EF4-FFF2-40B4-BE49-F238E27FC236}">
                <a16:creationId xmlns:a16="http://schemas.microsoft.com/office/drawing/2014/main" id="{8DB0FB56-77BB-35EA-984D-51C9E235ED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20106" y="3658896"/>
            <a:ext cx="2587195" cy="258719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ADB5427-D0B0-4731-E15E-7C04A74A9EC5}"/>
              </a:ext>
            </a:extLst>
          </p:cNvPr>
          <p:cNvSpPr txBox="1"/>
          <p:nvPr/>
        </p:nvSpPr>
        <p:spPr>
          <a:xfrm>
            <a:off x="0" y="6581001"/>
            <a:ext cx="89180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Developed by Alex McInturff, Jean Fitts Cochrane, Angela Matz, Jennifer A. Szymanski, James E. Lyons, Sarah J. Converse, &amp; Michael C. Runge</a:t>
            </a:r>
          </a:p>
        </p:txBody>
      </p:sp>
    </p:spTree>
    <p:extLst>
      <p:ext uri="{BB962C8B-B14F-4D97-AF65-F5344CB8AC3E}">
        <p14:creationId xmlns:p14="http://schemas.microsoft.com/office/powerpoint/2010/main" val="201371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E3086-CAD7-5E7D-9E9B-61A4DFF80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AAB99-EAF3-B9DE-F33B-0F669B396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424" y="300990"/>
            <a:ext cx="11503152" cy="1325563"/>
          </a:xfrm>
        </p:spPr>
        <p:txBody>
          <a:bodyPr/>
          <a:lstStyle/>
          <a:p>
            <a:r>
              <a:rPr lang="en-US" dirty="0"/>
              <a:t>Why are objectives important?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144930-9806-BD67-616C-33B9FD65FA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2219" y="1660066"/>
            <a:ext cx="6351331" cy="4580283"/>
          </a:xfrm>
        </p:spPr>
        <p:txBody>
          <a:bodyPr>
            <a:noAutofit/>
          </a:bodyPr>
          <a:lstStyle/>
          <a:p>
            <a:r>
              <a:rPr lang="en-US" sz="3600" dirty="0"/>
              <a:t>Spending time on this step is important because we will:</a:t>
            </a:r>
          </a:p>
          <a:p>
            <a:pPr lvl="1"/>
            <a:r>
              <a:rPr lang="en-US" sz="3200" dirty="0"/>
              <a:t>Compare alternatives on the right criteria </a:t>
            </a:r>
          </a:p>
          <a:p>
            <a:pPr lvl="1"/>
            <a:r>
              <a:rPr lang="en-US" sz="3200" dirty="0"/>
              <a:t>Develop creative alternatives</a:t>
            </a:r>
          </a:p>
          <a:p>
            <a:pPr lvl="1"/>
            <a:r>
              <a:rPr lang="en-US" sz="3200" dirty="0"/>
              <a:t>Know what we want to make predictions about </a:t>
            </a:r>
          </a:p>
          <a:p>
            <a:pPr lvl="1"/>
            <a:r>
              <a:rPr lang="en-US" sz="3200" dirty="0"/>
              <a:t>Better explain our decisions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5E4636-74BC-D4EF-AD97-4D34870BE7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9750"/>
          <a:stretch/>
        </p:blipFill>
        <p:spPr>
          <a:xfrm>
            <a:off x="7667513" y="2112264"/>
            <a:ext cx="3961300" cy="183794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4731540-A18E-5EBC-2DDA-36759EAD870D}"/>
              </a:ext>
            </a:extLst>
          </p:cNvPr>
          <p:cNvSpPr txBox="1"/>
          <p:nvPr/>
        </p:nvSpPr>
        <p:spPr>
          <a:xfrm>
            <a:off x="10829051" y="3823250"/>
            <a:ext cx="719821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Medium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DC43FC-E3B7-D429-59B8-90943CC90BCE}"/>
              </a:ext>
            </a:extLst>
          </p:cNvPr>
          <p:cNvSpPr txBox="1"/>
          <p:nvPr/>
        </p:nvSpPr>
        <p:spPr>
          <a:xfrm>
            <a:off x="0" y="6581001"/>
            <a:ext cx="89180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Developed by Alex McInturff, Jean Fitts Cochrane, Angela Matz, Jennifer A. Szymanski, James E. Lyons, Sarah J. Converse, &amp; Michael C. Runge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A6E814-A3F2-23D0-3597-B69C234A5022}"/>
              </a:ext>
            </a:extLst>
          </p:cNvPr>
          <p:cNvSpPr txBox="1"/>
          <p:nvPr/>
        </p:nvSpPr>
        <p:spPr>
          <a:xfrm>
            <a:off x="850664" y="5702789"/>
            <a:ext cx="689443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Yogi Berra is reported to have said, </a:t>
            </a:r>
            <a:r>
              <a:rPr lang="en-US" sz="2000" b="1" i="1" dirty="0">
                <a:solidFill>
                  <a:schemeClr val="accent1">
                    <a:lumMod val="75000"/>
                  </a:schemeClr>
                </a:solidFill>
              </a:rPr>
              <a:t>“If you don’t know where you’re going, chances are you will end up somewhere else”</a:t>
            </a:r>
          </a:p>
        </p:txBody>
      </p:sp>
    </p:spTree>
    <p:extLst>
      <p:ext uri="{BB962C8B-B14F-4D97-AF65-F5344CB8AC3E}">
        <p14:creationId xmlns:p14="http://schemas.microsoft.com/office/powerpoint/2010/main" val="12797394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DEBD9-1BE4-F20D-1A96-7D1E82439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633" y="1806965"/>
            <a:ext cx="7667512" cy="4723794"/>
          </a:xfrm>
        </p:spPr>
        <p:txBody>
          <a:bodyPr>
            <a:normAutofit fontScale="85000" lnSpcReduction="10000"/>
          </a:bodyPr>
          <a:lstStyle/>
          <a:p>
            <a:pPr marL="45720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3500" b="1" dirty="0"/>
              <a:t>1) We often don’t know all our objectives</a:t>
            </a:r>
            <a:r>
              <a:rPr lang="en-US" sz="3500" dirty="0"/>
              <a:t>:</a:t>
            </a:r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en-US" sz="3500" dirty="0"/>
              <a:t>Bond et al. (2008) asked MBA students to imagine choosing an MBA program, list their objectives, then check against a master list </a:t>
            </a:r>
          </a:p>
          <a:p>
            <a:pPr lvl="2">
              <a:lnSpc>
                <a:spcPct val="120000"/>
              </a:lnSpc>
              <a:spcBef>
                <a:spcPts val="0"/>
              </a:spcBef>
            </a:pPr>
            <a:endParaRPr lang="en-US" sz="4100" dirty="0"/>
          </a:p>
          <a:p>
            <a:pPr lvl="3">
              <a:lnSpc>
                <a:spcPct val="120000"/>
              </a:lnSpc>
              <a:spcBef>
                <a:spcPts val="0"/>
              </a:spcBef>
            </a:pPr>
            <a:r>
              <a:rPr lang="en-US" sz="3100" dirty="0">
                <a:latin typeface="Cambria Math" panose="02040503050406030204" pitchFamily="18" charset="0"/>
              </a:rPr>
              <a:t>4/10 of the final top 10 objectives were absent from the student’s first list</a:t>
            </a:r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5E0DC2-5F8D-2635-E4E9-4DA718021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776" y="392557"/>
            <a:ext cx="11204448" cy="1325563"/>
          </a:xfrm>
        </p:spPr>
        <p:txBody>
          <a:bodyPr/>
          <a:lstStyle/>
          <a:p>
            <a:r>
              <a:rPr lang="en-US" dirty="0"/>
              <a:t>We are surprisingly poor at identifying objectives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3267A3-A27B-4CB4-7578-147D79615F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" b="1297"/>
          <a:stretch/>
        </p:blipFill>
        <p:spPr>
          <a:xfrm>
            <a:off x="7667513" y="2112263"/>
            <a:ext cx="3961300" cy="361011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CBD22F6-6AFE-E3D6-C701-08F9F445B1A5}"/>
              </a:ext>
            </a:extLst>
          </p:cNvPr>
          <p:cNvSpPr txBox="1"/>
          <p:nvPr/>
        </p:nvSpPr>
        <p:spPr>
          <a:xfrm>
            <a:off x="10945568" y="5450170"/>
            <a:ext cx="719821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Medium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921A63-F944-EC91-75C6-FFB3E7EEE3E1}"/>
              </a:ext>
            </a:extLst>
          </p:cNvPr>
          <p:cNvSpPr txBox="1"/>
          <p:nvPr/>
        </p:nvSpPr>
        <p:spPr>
          <a:xfrm>
            <a:off x="0" y="6581001"/>
            <a:ext cx="89180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Developed by Alex McInturff, Jean Fitts Cochrane, Angela Matz, Jennifer A. Szymanski, James E. Lyons, Sarah J. Converse, &amp; Michael C. Runge</a:t>
            </a:r>
          </a:p>
        </p:txBody>
      </p:sp>
    </p:spTree>
    <p:extLst>
      <p:ext uri="{BB962C8B-B14F-4D97-AF65-F5344CB8AC3E}">
        <p14:creationId xmlns:p14="http://schemas.microsoft.com/office/powerpoint/2010/main" val="754799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29AF3-D9C6-2764-6ECB-5DB120C89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6A448-C767-B88D-C5C3-97CE501E6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776" y="392557"/>
            <a:ext cx="11204448" cy="1325563"/>
          </a:xfrm>
        </p:spPr>
        <p:txBody>
          <a:bodyPr/>
          <a:lstStyle/>
          <a:p>
            <a:r>
              <a:rPr lang="en-US" dirty="0"/>
              <a:t>We are surprisingly poor at identifying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53F5C7-7A5F-8FDD-910C-04846DBC2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384" y="1741649"/>
            <a:ext cx="7756456" cy="4723794"/>
          </a:xfrm>
        </p:spPr>
        <p:txBody>
          <a:bodyPr>
            <a:noAutofit/>
          </a:bodyPr>
          <a:lstStyle/>
          <a:p>
            <a:pPr marL="914400" lvl="1" indent="-457200">
              <a:lnSpc>
                <a:spcPct val="120000"/>
              </a:lnSpc>
              <a:spcBef>
                <a:spcPts val="0"/>
              </a:spcBef>
              <a:buAutoNum type="arabicParenR"/>
            </a:pPr>
            <a:r>
              <a:rPr lang="en-US" sz="3000" b="1" dirty="0"/>
              <a:t>We often don’t know all our objectives</a:t>
            </a:r>
          </a:p>
          <a:p>
            <a:pPr marL="914400" lvl="1" indent="-457200">
              <a:lnSpc>
                <a:spcPct val="120000"/>
              </a:lnSpc>
              <a:spcBef>
                <a:spcPts val="0"/>
              </a:spcBef>
              <a:buAutoNum type="arabicParenR"/>
            </a:pPr>
            <a:r>
              <a:rPr lang="en-US" sz="3000" b="1" dirty="0"/>
              <a:t>We confuse ends and means:</a:t>
            </a:r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en-US" sz="2400" dirty="0"/>
              <a:t>Example – when deciding about management of an endangered species:</a:t>
            </a:r>
          </a:p>
          <a:p>
            <a:pPr lvl="3">
              <a:lnSpc>
                <a:spcPct val="120000"/>
              </a:lnSpc>
              <a:spcBef>
                <a:spcPts val="0"/>
              </a:spcBef>
            </a:pPr>
            <a:r>
              <a:rPr lang="en-US" sz="2000" dirty="0"/>
              <a:t>Is this the objective?</a:t>
            </a:r>
          </a:p>
          <a:p>
            <a:pPr lvl="4">
              <a:lnSpc>
                <a:spcPct val="120000"/>
              </a:lnSpc>
              <a:spcBef>
                <a:spcPts val="0"/>
              </a:spcBef>
            </a:pPr>
            <a:r>
              <a:rPr lang="en-US" sz="2000" dirty="0"/>
              <a:t>Maximize survival probability of the endangered species</a:t>
            </a:r>
          </a:p>
          <a:p>
            <a:pPr lvl="3">
              <a:lnSpc>
                <a:spcPct val="120000"/>
              </a:lnSpc>
              <a:spcBef>
                <a:spcPts val="0"/>
              </a:spcBef>
            </a:pPr>
            <a:r>
              <a:rPr lang="en-US" sz="2000" dirty="0"/>
              <a:t>Or is this the objective?</a:t>
            </a:r>
          </a:p>
          <a:p>
            <a:pPr lvl="4">
              <a:lnSpc>
                <a:spcPct val="120000"/>
              </a:lnSpc>
              <a:spcBef>
                <a:spcPts val="0"/>
              </a:spcBef>
            </a:pPr>
            <a:r>
              <a:rPr lang="en-US" sz="2000" dirty="0"/>
              <a:t>Maximize probability of persistence of the endangered species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A47B1A-8FD3-953A-A9A4-FA924BEC10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" b="1297"/>
          <a:stretch/>
        </p:blipFill>
        <p:spPr>
          <a:xfrm>
            <a:off x="7667513" y="2112263"/>
            <a:ext cx="3961300" cy="361011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926513F-6A40-0D5C-F0C9-E0965E188678}"/>
              </a:ext>
            </a:extLst>
          </p:cNvPr>
          <p:cNvSpPr txBox="1"/>
          <p:nvPr/>
        </p:nvSpPr>
        <p:spPr>
          <a:xfrm>
            <a:off x="10945568" y="5450170"/>
            <a:ext cx="719821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Medium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28E349-FFB2-A10D-98FD-59BBD71ABD6F}"/>
              </a:ext>
            </a:extLst>
          </p:cNvPr>
          <p:cNvSpPr txBox="1"/>
          <p:nvPr/>
        </p:nvSpPr>
        <p:spPr>
          <a:xfrm>
            <a:off x="0" y="6581001"/>
            <a:ext cx="89180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Developed by Alex McInturff, Jean Fitts Cochrane, Angela Matz, Jennifer A. Szymanski, James E. Lyons, Sarah J. Converse, &amp; Michael C. Runge</a:t>
            </a:r>
          </a:p>
        </p:txBody>
      </p:sp>
    </p:spTree>
    <p:extLst>
      <p:ext uri="{BB962C8B-B14F-4D97-AF65-F5344CB8AC3E}">
        <p14:creationId xmlns:p14="http://schemas.microsoft.com/office/powerpoint/2010/main" val="943169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F366992-F516-7FE4-2B93-015999141ADD}"/>
              </a:ext>
            </a:extLst>
          </p:cNvPr>
          <p:cNvSpPr txBox="1">
            <a:spLocks/>
          </p:cNvSpPr>
          <p:nvPr/>
        </p:nvSpPr>
        <p:spPr>
          <a:xfrm>
            <a:off x="987552" y="2483993"/>
            <a:ext cx="3319272" cy="14570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b="1" dirty="0"/>
              <a:t>Direction</a:t>
            </a:r>
            <a:r>
              <a:rPr lang="en-US" dirty="0"/>
              <a:t> 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(maximize, minimize)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DBEEFE-DE79-7BC7-C10C-32EF30C14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Pieces of an objective: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BF6EC2-64EF-11DE-CAA5-7C263A633D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26424" y="2483992"/>
            <a:ext cx="1943100" cy="145707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1" dirty="0"/>
              <a:t>Attribute</a:t>
            </a:r>
            <a:endParaRPr lang="en-US" dirty="0"/>
          </a:p>
          <a:p>
            <a:pPr marL="0" indent="0" algn="ctr">
              <a:buNone/>
            </a:pPr>
            <a:r>
              <a:rPr lang="en-US" dirty="0"/>
              <a:t>(the units)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00DE7E3-AB45-0481-3132-66F876547714}"/>
              </a:ext>
            </a:extLst>
          </p:cNvPr>
          <p:cNvSpPr txBox="1">
            <a:spLocks/>
          </p:cNvSpPr>
          <p:nvPr/>
        </p:nvSpPr>
        <p:spPr>
          <a:xfrm>
            <a:off x="3802380" y="2483993"/>
            <a:ext cx="1862328" cy="116751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8000" dirty="0"/>
              <a:t>+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ACE476A-0087-5F1E-DCE5-CE38794E5160}"/>
              </a:ext>
            </a:extLst>
          </p:cNvPr>
          <p:cNvSpPr txBox="1">
            <a:spLocks/>
          </p:cNvSpPr>
          <p:nvPr/>
        </p:nvSpPr>
        <p:spPr>
          <a:xfrm>
            <a:off x="4114800" y="2757234"/>
            <a:ext cx="4611624" cy="5975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b="1" dirty="0"/>
              <a:t>What is desired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459D757-E412-F18C-B82D-B44E4E6AF085}"/>
              </a:ext>
            </a:extLst>
          </p:cNvPr>
          <p:cNvSpPr txBox="1">
            <a:spLocks/>
          </p:cNvSpPr>
          <p:nvPr/>
        </p:nvSpPr>
        <p:spPr>
          <a:xfrm>
            <a:off x="7176516" y="2483993"/>
            <a:ext cx="1862328" cy="116751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8000" dirty="0"/>
              <a:t>+</a:t>
            </a:r>
          </a:p>
        </p:txBody>
      </p:sp>
      <p:pic>
        <p:nvPicPr>
          <p:cNvPr id="8" name="Graphic 7" descr="Arrow Up with solid fill">
            <a:extLst>
              <a:ext uri="{FF2B5EF4-FFF2-40B4-BE49-F238E27FC236}">
                <a16:creationId xmlns:a16="http://schemas.microsoft.com/office/drawing/2014/main" id="{52FB7161-6344-4B4B-F6D9-AAD9A851C3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71462" y="3651504"/>
            <a:ext cx="914400" cy="914400"/>
          </a:xfrm>
          <a:prstGeom prst="rect">
            <a:avLst/>
          </a:prstGeom>
        </p:spPr>
      </p:pic>
      <p:pic>
        <p:nvPicPr>
          <p:cNvPr id="11" name="Graphic 10" descr="Arrow Down with solid fill">
            <a:extLst>
              <a:ext uri="{FF2B5EF4-FFF2-40B4-BE49-F238E27FC236}">
                <a16:creationId xmlns:a16="http://schemas.microsoft.com/office/drawing/2014/main" id="{A0FE5BA0-2463-D238-D59B-ECB8EC9CF0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32562" y="3651504"/>
            <a:ext cx="914400" cy="914400"/>
          </a:xfrm>
          <a:prstGeom prst="rect">
            <a:avLst/>
          </a:prstGeom>
        </p:spPr>
      </p:pic>
      <p:pic>
        <p:nvPicPr>
          <p:cNvPr id="13" name="Graphic 12" descr="Heart with solid fill">
            <a:extLst>
              <a:ext uri="{FF2B5EF4-FFF2-40B4-BE49-F238E27FC236}">
                <a16:creationId xmlns:a16="http://schemas.microsoft.com/office/drawing/2014/main" id="{13BFACF2-4398-D3A1-E7F9-9CCA3A179FA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88053" y="3560064"/>
            <a:ext cx="1097280" cy="1097280"/>
          </a:xfrm>
          <a:prstGeom prst="rect">
            <a:avLst/>
          </a:prstGeom>
        </p:spPr>
      </p:pic>
      <p:pic>
        <p:nvPicPr>
          <p:cNvPr id="15" name="Graphic 14" descr="Dollar with solid fill">
            <a:extLst>
              <a:ext uri="{FF2B5EF4-FFF2-40B4-BE49-F238E27FC236}">
                <a16:creationId xmlns:a16="http://schemas.microsoft.com/office/drawing/2014/main" id="{BBAAD181-552E-422F-CF91-401DB0A921A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240774" y="3649776"/>
            <a:ext cx="914400" cy="914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FC7C4FA-A601-8FC1-5E22-3E450EE2BD1A}"/>
              </a:ext>
            </a:extLst>
          </p:cNvPr>
          <p:cNvSpPr txBox="1"/>
          <p:nvPr/>
        </p:nvSpPr>
        <p:spPr>
          <a:xfrm>
            <a:off x="8534579" y="3979401"/>
            <a:ext cx="100852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3200" dirty="0"/>
              <a:t>e.g.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BDFE9C-4D52-D92B-790E-E62DAF737360}"/>
              </a:ext>
            </a:extLst>
          </p:cNvPr>
          <p:cNvSpPr txBox="1"/>
          <p:nvPr/>
        </p:nvSpPr>
        <p:spPr>
          <a:xfrm>
            <a:off x="0" y="6581001"/>
            <a:ext cx="89180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Developed by Brielle K Thompson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2E77B37-8E24-ADB5-9090-71A18391FBAB}"/>
              </a:ext>
            </a:extLst>
          </p:cNvPr>
          <p:cNvSpPr/>
          <p:nvPr/>
        </p:nvSpPr>
        <p:spPr>
          <a:xfrm>
            <a:off x="414035" y="4830317"/>
            <a:ext cx="5573405" cy="143798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*Maximize/Minimize may be uncomfortable to state (but its useful for optimization purposes). So, as long as the direction is clear we can use other verbs (e.g.,  increase, decrease, etc.) </a:t>
            </a:r>
          </a:p>
        </p:txBody>
      </p:sp>
      <p:sp>
        <p:nvSpPr>
          <p:cNvPr id="16" name="Star: 5 Points 15">
            <a:extLst>
              <a:ext uri="{FF2B5EF4-FFF2-40B4-BE49-F238E27FC236}">
                <a16:creationId xmlns:a16="http://schemas.microsoft.com/office/drawing/2014/main" id="{00D08980-E15D-FE83-8138-EF6C7237D7AF}"/>
              </a:ext>
            </a:extLst>
          </p:cNvPr>
          <p:cNvSpPr/>
          <p:nvPr/>
        </p:nvSpPr>
        <p:spPr>
          <a:xfrm>
            <a:off x="706771" y="2869501"/>
            <a:ext cx="425885" cy="372999"/>
          </a:xfrm>
          <a:prstGeom prst="star5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81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7847C-9071-E07C-1FD5-DF059C277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B9617-58C2-8D60-5CA8-C6CD3881D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655" y="1732171"/>
            <a:ext cx="10644368" cy="4283901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  <a:spcBef>
                <a:spcPts val="640"/>
              </a:spcBef>
              <a:buSzPts val="3200"/>
            </a:pPr>
            <a:r>
              <a:rPr lang="en-US" sz="4000" b="1" u="sng" dirty="0"/>
              <a:t>1. Articulate goals &amp; concerns</a:t>
            </a:r>
            <a:br>
              <a:rPr lang="en-US" sz="4000" dirty="0"/>
            </a:br>
            <a:r>
              <a:rPr lang="en-US" sz="4000" dirty="0"/>
              <a:t>2. </a:t>
            </a:r>
            <a:r>
              <a:rPr lang="en-US" sz="4000" dirty="0">
                <a:solidFill>
                  <a:schemeClr val="dk1"/>
                </a:solidFill>
              </a:rPr>
              <a:t>Convert goals &amp; concerns to objectives</a:t>
            </a:r>
            <a:br>
              <a:rPr lang="en-US" sz="4000" dirty="0"/>
            </a:br>
            <a:r>
              <a:rPr lang="en-US" sz="4000" dirty="0"/>
              <a:t>3. </a:t>
            </a:r>
            <a:r>
              <a:rPr lang="en-US" sz="4000" dirty="0">
                <a:solidFill>
                  <a:schemeClr val="dk1"/>
                </a:solidFill>
              </a:rPr>
              <a:t>Structure objectives</a:t>
            </a:r>
            <a:br>
              <a:rPr lang="en-US" sz="4000" dirty="0"/>
            </a:br>
            <a:r>
              <a:rPr lang="en-US" sz="4000" dirty="0"/>
              <a:t>4. </a:t>
            </a:r>
            <a:r>
              <a:rPr lang="en-US" sz="4000" dirty="0">
                <a:solidFill>
                  <a:schemeClr val="dk1"/>
                </a:solidFill>
              </a:rPr>
              <a:t>Create measurable attributes for each objective</a:t>
            </a:r>
            <a:br>
              <a:rPr lang="en-US" sz="4000" dirty="0"/>
            </a:br>
            <a:r>
              <a:rPr lang="en-US" sz="4000" i="1" dirty="0">
                <a:solidFill>
                  <a:schemeClr val="dk1"/>
                </a:solidFill>
              </a:rPr>
              <a:t>Repeat as needed</a:t>
            </a:r>
            <a:br>
              <a:rPr lang="en-US" sz="4000" dirty="0"/>
            </a:br>
            <a:endParaRPr lang="en-US" sz="40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6813E78-8FB8-AF79-5FAE-AA7098D8D821}"/>
              </a:ext>
            </a:extLst>
          </p:cNvPr>
          <p:cNvSpPr txBox="1">
            <a:spLocks/>
          </p:cNvSpPr>
          <p:nvPr/>
        </p:nvSpPr>
        <p:spPr>
          <a:xfrm>
            <a:off x="933022" y="59366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Process for identifying objectives: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8F5C07-31EF-7B8F-CB42-86782BC0C72B}"/>
              </a:ext>
            </a:extLst>
          </p:cNvPr>
          <p:cNvSpPr txBox="1"/>
          <p:nvPr/>
        </p:nvSpPr>
        <p:spPr>
          <a:xfrm>
            <a:off x="0" y="6581001"/>
            <a:ext cx="89180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Developed by Alex McInturff, Jean Fitts Cochrane, Angela Matz, Jennifer A. Szymanski, James E. Lyons, Sarah J. Converse, &amp; Michael C. Runge</a:t>
            </a:r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84F68348-2DB7-56E1-76E1-AA515DEA7E67}"/>
              </a:ext>
            </a:extLst>
          </p:cNvPr>
          <p:cNvSpPr/>
          <p:nvPr/>
        </p:nvSpPr>
        <p:spPr>
          <a:xfrm>
            <a:off x="1046948" y="2287439"/>
            <a:ext cx="601449" cy="867077"/>
          </a:xfrm>
          <a:prstGeom prst="leftBrac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DA3E38-76E6-6755-D141-0B6254AA95D4}"/>
              </a:ext>
            </a:extLst>
          </p:cNvPr>
          <p:cNvSpPr txBox="1"/>
          <p:nvPr/>
        </p:nvSpPr>
        <p:spPr>
          <a:xfrm>
            <a:off x="110153" y="2299159"/>
            <a:ext cx="93679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</a:rPr>
              <a:t>Big</a:t>
            </a:r>
          </a:p>
          <a:p>
            <a:pPr algn="ctr"/>
            <a:r>
              <a:rPr lang="en-US" sz="2000" b="1" dirty="0">
                <a:solidFill>
                  <a:schemeClr val="accent1"/>
                </a:solidFill>
              </a:rPr>
              <a:t>picture</a:t>
            </a: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AA1F72A4-BC9C-B50D-454F-C0AC97746CED}"/>
              </a:ext>
            </a:extLst>
          </p:cNvPr>
          <p:cNvSpPr/>
          <p:nvPr/>
        </p:nvSpPr>
        <p:spPr>
          <a:xfrm>
            <a:off x="976696" y="3423739"/>
            <a:ext cx="567559" cy="867077"/>
          </a:xfrm>
          <a:prstGeom prst="leftBrac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CC66A6-0C12-F6F8-1AB4-C745B298D747}"/>
              </a:ext>
            </a:extLst>
          </p:cNvPr>
          <p:cNvSpPr txBox="1"/>
          <p:nvPr/>
        </p:nvSpPr>
        <p:spPr>
          <a:xfrm>
            <a:off x="80657" y="3497013"/>
            <a:ext cx="99578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6"/>
                </a:solidFill>
              </a:rPr>
              <a:t>Specific</a:t>
            </a:r>
          </a:p>
          <a:p>
            <a:pPr algn="ctr"/>
            <a:r>
              <a:rPr lang="en-US" sz="2000" b="1" dirty="0">
                <a:solidFill>
                  <a:schemeClr val="accent6"/>
                </a:solidFill>
              </a:rPr>
              <a:t>Steps</a:t>
            </a:r>
          </a:p>
        </p:txBody>
      </p:sp>
    </p:spTree>
    <p:extLst>
      <p:ext uri="{BB962C8B-B14F-4D97-AF65-F5344CB8AC3E}">
        <p14:creationId xmlns:p14="http://schemas.microsoft.com/office/powerpoint/2010/main" val="1227561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0" grpId="0" animBg="1"/>
      <p:bldP spid="1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35042-21EB-2B3F-5DFA-432A2CFFE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ADDBC-1565-E30C-720E-19638BF5B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03332"/>
            <a:ext cx="10920984" cy="613776"/>
          </a:xfrm>
        </p:spPr>
        <p:txBody>
          <a:bodyPr>
            <a:normAutofit fontScale="90000"/>
          </a:bodyPr>
          <a:lstStyle/>
          <a:p>
            <a:pPr lvl="0">
              <a:lnSpc>
                <a:spcPct val="100000"/>
              </a:lnSpc>
              <a:spcBef>
                <a:spcPts val="640"/>
              </a:spcBef>
              <a:buSzPts val="3200"/>
            </a:pPr>
            <a:r>
              <a:rPr lang="en-US" sz="4000" b="1" dirty="0"/>
              <a:t>1. Articulate goals &amp; concerns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1797433-6834-11F5-55A0-E4DB0D7021AC}"/>
              </a:ext>
            </a:extLst>
          </p:cNvPr>
          <p:cNvSpPr txBox="1">
            <a:spLocks/>
          </p:cNvSpPr>
          <p:nvPr/>
        </p:nvSpPr>
        <p:spPr>
          <a:xfrm>
            <a:off x="933022" y="59366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Process for identifying objectives: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7D6E08-C371-7B4F-D2B0-1F82CEB5253A}"/>
              </a:ext>
            </a:extLst>
          </p:cNvPr>
          <p:cNvSpPr txBox="1"/>
          <p:nvPr/>
        </p:nvSpPr>
        <p:spPr>
          <a:xfrm>
            <a:off x="0" y="6581001"/>
            <a:ext cx="89180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Developed by Alex McInturff, Jean Fitts Cochrane, Angela Matz, Jennifer A. Szymanski, James E. Lyons, Sarah J. Converse, &amp; Michael C. Runge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7B5C50-39CA-A11C-4C16-8027D0DC333F}"/>
              </a:ext>
            </a:extLst>
          </p:cNvPr>
          <p:cNvSpPr txBox="1"/>
          <p:nvPr/>
        </p:nvSpPr>
        <p:spPr>
          <a:xfrm>
            <a:off x="1069932" y="2320782"/>
            <a:ext cx="9664873" cy="3465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hangingPunct="1">
              <a:lnSpc>
                <a:spcPct val="120000"/>
              </a:lnSpc>
              <a:buFont typeface="Arial" charset="0"/>
              <a:buNone/>
            </a:pPr>
            <a:r>
              <a:rPr lang="en-US" sz="2400" b="1" dirty="0">
                <a:solidFill>
                  <a:schemeClr val="tx1"/>
                </a:solidFill>
                <a:ea typeface="MS PGothic" charset="0"/>
              </a:rPr>
              <a:t>To help identify the values that should drive the decision, think about:</a:t>
            </a:r>
          </a:p>
          <a:p>
            <a:pPr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What do you hope to achieve with this decision?</a:t>
            </a:r>
            <a:r>
              <a:rPr lang="en-US" sz="2000" dirty="0">
                <a:solidFill>
                  <a:schemeClr val="tx1"/>
                </a:solidFill>
                <a:ea typeface="MS PGothic" charset="0"/>
              </a:rPr>
              <a:t> </a:t>
            </a:r>
          </a:p>
          <a:p>
            <a:pPr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ea typeface="MS PGothic" charset="0"/>
              </a:rPr>
              <a:t>What concerns will this decision address?</a:t>
            </a:r>
          </a:p>
          <a:p>
            <a:pPr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ea typeface="MS PGothic" charset="0"/>
              </a:rPr>
              <a:t>What’s wrong with the current situation? </a:t>
            </a:r>
          </a:p>
          <a:p>
            <a:pPr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ea typeface="MS PGothic" charset="0"/>
              </a:rPr>
              <a:t>How can the current situation be improved?</a:t>
            </a:r>
          </a:p>
          <a:p>
            <a:pPr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ea typeface="MS PGothic" charset="0"/>
              </a:rPr>
              <a:t>What is the best (and worst) possible outcome  from this decision?</a:t>
            </a:r>
            <a:endParaRPr lang="en-US" sz="2000" dirty="0">
              <a:ea typeface="MS PGothic" charset="0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ea typeface="MS PGothic" charset="0"/>
              </a:rPr>
              <a:t>If you do make a decision, what do you want to avoid?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ea typeface="MS PGothic" charset="0"/>
              </a:rPr>
              <a:t>If you don’t make a decision, what will happen?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ea typeface="MS PGothic" charset="0"/>
              </a:rPr>
              <a:t>What does this issue look like from other perspectives?</a:t>
            </a:r>
            <a:endParaRPr lang="en-US" sz="2400" dirty="0">
              <a:solidFill>
                <a:schemeClr val="tx1"/>
              </a:solidFill>
              <a:ea typeface="MS PGothic" charset="0"/>
            </a:endParaRPr>
          </a:p>
        </p:txBody>
      </p:sp>
      <p:pic>
        <p:nvPicPr>
          <p:cNvPr id="8" name="Picture 7" descr="Magnifying glass and question mark">
            <a:extLst>
              <a:ext uri="{FF2B5EF4-FFF2-40B4-BE49-F238E27FC236}">
                <a16:creationId xmlns:a16="http://schemas.microsoft.com/office/drawing/2014/main" id="{2507D211-77FC-9C99-5F68-7CD46A81A4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17" t="12968" r="25143"/>
          <a:stretch>
            <a:fillRect/>
          </a:stretch>
        </p:blipFill>
        <p:spPr>
          <a:xfrm>
            <a:off x="8622023" y="2825775"/>
            <a:ext cx="3182714" cy="3250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2709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AA01C-CE9F-15E4-548B-C747CB0DF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72D21-A601-9E9B-AC77-1CB7C7944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03332"/>
            <a:ext cx="10920984" cy="613776"/>
          </a:xfrm>
        </p:spPr>
        <p:txBody>
          <a:bodyPr>
            <a:normAutofit fontScale="90000"/>
          </a:bodyPr>
          <a:lstStyle/>
          <a:p>
            <a:pPr lvl="0">
              <a:lnSpc>
                <a:spcPct val="100000"/>
              </a:lnSpc>
              <a:spcBef>
                <a:spcPts val="640"/>
              </a:spcBef>
              <a:buSzPts val="3200"/>
            </a:pPr>
            <a:r>
              <a:rPr lang="en-US" sz="4000" b="1" dirty="0"/>
              <a:t>1. Articulate goals &amp; concerns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46F7D10-D94F-8F16-9411-5009F5B37A4D}"/>
              </a:ext>
            </a:extLst>
          </p:cNvPr>
          <p:cNvSpPr txBox="1">
            <a:spLocks/>
          </p:cNvSpPr>
          <p:nvPr/>
        </p:nvSpPr>
        <p:spPr>
          <a:xfrm>
            <a:off x="933022" y="59366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Process for identifying objectives: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8A0139-3931-B112-F974-812B48188CBC}"/>
              </a:ext>
            </a:extLst>
          </p:cNvPr>
          <p:cNvSpPr txBox="1"/>
          <p:nvPr/>
        </p:nvSpPr>
        <p:spPr>
          <a:xfrm>
            <a:off x="0" y="6581001"/>
            <a:ext cx="89180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Developed by Alex McInturff, Jean Fitts Cochrane, Angela Matz, Jennifer A. Szymanski, James E. Lyons, Sarah J. Converse, &amp; Michael C. Runge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AC8CB2-E436-6181-21E9-103A882B6083}"/>
              </a:ext>
            </a:extLst>
          </p:cNvPr>
          <p:cNvSpPr txBox="1"/>
          <p:nvPr/>
        </p:nvSpPr>
        <p:spPr>
          <a:xfrm>
            <a:off x="1571795" y="2327772"/>
            <a:ext cx="5367625" cy="3546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</a:pPr>
            <a:r>
              <a:rPr lang="en-US" sz="2800" b="1" dirty="0">
                <a:solidFill>
                  <a:schemeClr val="tx1"/>
                </a:solidFill>
                <a:ea typeface="MS PGothic" charset="0"/>
              </a:rPr>
              <a:t>Think of possible solutions</a:t>
            </a:r>
          </a:p>
          <a:p>
            <a:pPr marL="342900" indent="-342900">
              <a:lnSpc>
                <a:spcPct val="120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ea typeface="MS PGothic" charset="0"/>
              </a:rPr>
              <a:t>What do you like and dislike about these solutions?</a:t>
            </a:r>
          </a:p>
          <a:p>
            <a:pPr marL="342900" indent="-342900">
              <a:lnSpc>
                <a:spcPct val="120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ea typeface="MS PGothic" charset="0"/>
              </a:rPr>
              <a:t>What constraints and guidelines are restricting your choices?</a:t>
            </a:r>
          </a:p>
          <a:p>
            <a:pPr marL="342900" indent="-342900">
              <a:lnSpc>
                <a:spcPct val="120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ea typeface="MS PGothic" charset="0"/>
              </a:rPr>
              <a:t>Make goals and concerns distinct and independent</a:t>
            </a:r>
          </a:p>
        </p:txBody>
      </p:sp>
      <p:pic>
        <p:nvPicPr>
          <p:cNvPr id="13" name="Graphic 12" descr="Comment Dislike with solid fill">
            <a:extLst>
              <a:ext uri="{FF2B5EF4-FFF2-40B4-BE49-F238E27FC236}">
                <a16:creationId xmlns:a16="http://schemas.microsoft.com/office/drawing/2014/main" id="{7B7267A0-F067-F08C-1591-5B0043519A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9300243" y="3598102"/>
            <a:ext cx="2478066" cy="2478066"/>
          </a:xfrm>
          <a:prstGeom prst="rect">
            <a:avLst/>
          </a:prstGeom>
        </p:spPr>
      </p:pic>
      <p:pic>
        <p:nvPicPr>
          <p:cNvPr id="15" name="Graphic 14" descr="Comment Like with solid fill">
            <a:extLst>
              <a:ext uri="{FF2B5EF4-FFF2-40B4-BE49-F238E27FC236}">
                <a16:creationId xmlns:a16="http://schemas.microsoft.com/office/drawing/2014/main" id="{39C075B9-7ADF-438C-3AE2-A0C4A7B5FA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29188" y="2359070"/>
            <a:ext cx="2478065" cy="2478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8798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6797F-DD9E-25FC-FAE7-5A5422603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0A41E-8BCE-299F-D93F-7B2787210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655" y="1732172"/>
            <a:ext cx="10644368" cy="3206602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  <a:spcBef>
                <a:spcPts val="640"/>
              </a:spcBef>
              <a:buSzPts val="3200"/>
            </a:pPr>
            <a:r>
              <a:rPr lang="en-US" sz="4000" dirty="0"/>
              <a:t>1. Articulate goals &amp; concerns</a:t>
            </a:r>
            <a:br>
              <a:rPr lang="en-US" sz="4000" dirty="0"/>
            </a:br>
            <a:r>
              <a:rPr lang="en-US" sz="4000" b="1" u="sng" dirty="0"/>
              <a:t>2. </a:t>
            </a:r>
            <a:r>
              <a:rPr lang="en-US" sz="4000" b="1" u="sng" dirty="0">
                <a:solidFill>
                  <a:schemeClr val="dk1"/>
                </a:solidFill>
              </a:rPr>
              <a:t>Convert goals &amp; concerns to objectives</a:t>
            </a:r>
            <a:br>
              <a:rPr lang="en-US" sz="4000" b="1" dirty="0"/>
            </a:br>
            <a:br>
              <a:rPr lang="en-US" sz="4000" b="1" dirty="0"/>
            </a:br>
            <a:endParaRPr lang="en-US" sz="4000" b="1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553A2CE-0BFF-6A12-FA75-E2D17B23B48E}"/>
              </a:ext>
            </a:extLst>
          </p:cNvPr>
          <p:cNvSpPr txBox="1">
            <a:spLocks/>
          </p:cNvSpPr>
          <p:nvPr/>
        </p:nvSpPr>
        <p:spPr>
          <a:xfrm>
            <a:off x="933022" y="59366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Process for identifying objectives: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10A651-5605-E3A4-A207-F17B437D2535}"/>
              </a:ext>
            </a:extLst>
          </p:cNvPr>
          <p:cNvSpPr txBox="1"/>
          <p:nvPr/>
        </p:nvSpPr>
        <p:spPr>
          <a:xfrm>
            <a:off x="0" y="6581001"/>
            <a:ext cx="89180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Developed by Alex McInturff, Jean Fitts Cochrane, Angela Matz, Jennifer A. Szymanski, James E. Lyons, Sarah J. Converse, &amp; Michael C. Runge</a:t>
            </a:r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30D69CAE-27A5-9C59-9CFF-DF91A333094F}"/>
              </a:ext>
            </a:extLst>
          </p:cNvPr>
          <p:cNvSpPr/>
          <p:nvPr/>
        </p:nvSpPr>
        <p:spPr>
          <a:xfrm>
            <a:off x="1046948" y="2287439"/>
            <a:ext cx="601449" cy="867077"/>
          </a:xfrm>
          <a:prstGeom prst="leftBrac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E84525-B333-FC7A-7B4A-015D350EF3A5}"/>
              </a:ext>
            </a:extLst>
          </p:cNvPr>
          <p:cNvSpPr txBox="1"/>
          <p:nvPr/>
        </p:nvSpPr>
        <p:spPr>
          <a:xfrm>
            <a:off x="110153" y="2299159"/>
            <a:ext cx="93679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</a:rPr>
              <a:t>Big</a:t>
            </a:r>
          </a:p>
          <a:p>
            <a:pPr algn="ctr"/>
            <a:r>
              <a:rPr lang="en-US" sz="2000" b="1" dirty="0">
                <a:solidFill>
                  <a:schemeClr val="accent1"/>
                </a:solidFill>
              </a:rPr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1527614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5CC8E-B69E-DEF7-7CAD-A26539123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E52467A-F1C4-A6B9-A964-429644FEBB44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751486"/>
          <a:ext cx="11119104" cy="4352667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37764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53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473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7098">
                <a:tc>
                  <a:txBody>
                    <a:bodyPr/>
                    <a:lstStyle/>
                    <a:p>
                      <a:pPr marL="64770" marR="0">
                        <a:lnSpc>
                          <a:spcPct val="115000"/>
                        </a:lnSpc>
                        <a:spcBef>
                          <a:spcPts val="27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1" spc="-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G</a:t>
                      </a:r>
                      <a:r>
                        <a:rPr lang="en-US" sz="2000" b="1" i="1" spc="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o</a:t>
                      </a:r>
                      <a:r>
                        <a:rPr lang="en-US" sz="2000" b="1" i="1" spc="-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a</a:t>
                      </a:r>
                      <a:r>
                        <a:rPr lang="en-US" sz="2000" b="1" i="1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l</a:t>
                      </a:r>
                      <a:r>
                        <a:rPr lang="en-US" sz="2000" b="1" i="1" spc="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b="1" i="1" spc="-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o</a:t>
                      </a:r>
                      <a:r>
                        <a:rPr lang="en-US" sz="2000" b="1" i="1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r</a:t>
                      </a:r>
                      <a:r>
                        <a:rPr lang="en-US" sz="2000" b="1" i="1" spc="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b="1" i="1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C</a:t>
                      </a:r>
                      <a:r>
                        <a:rPr lang="en-US" sz="2000" b="1" i="1" spc="-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o</a:t>
                      </a:r>
                      <a:r>
                        <a:rPr lang="en-US" sz="2000" b="1" i="1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nc</a:t>
                      </a:r>
                      <a:r>
                        <a:rPr lang="en-US" sz="2000" b="1" i="1" spc="-1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e</a:t>
                      </a:r>
                      <a:r>
                        <a:rPr lang="en-US" sz="2000" b="1" i="1" spc="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r</a:t>
                      </a:r>
                      <a:r>
                        <a:rPr lang="en-US" sz="2000" b="1" i="1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n</a:t>
                      </a:r>
                      <a:endParaRPr lang="en-US" sz="20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4770" marR="0">
                        <a:lnSpc>
                          <a:spcPct val="115000"/>
                        </a:lnSpc>
                        <a:spcBef>
                          <a:spcPts val="27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1" spc="-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Hope to Achieve</a:t>
                      </a:r>
                      <a:endParaRPr lang="en-US" sz="20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4770" marR="0">
                        <a:lnSpc>
                          <a:spcPct val="115000"/>
                        </a:lnSpc>
                        <a:spcBef>
                          <a:spcPts val="27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1" spc="-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P</a:t>
                      </a:r>
                      <a:r>
                        <a:rPr lang="en-US" sz="2000" b="1" i="1" spc="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ot</a:t>
                      </a:r>
                      <a:r>
                        <a:rPr lang="en-US" sz="2000" b="1" i="1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e</a:t>
                      </a:r>
                      <a:r>
                        <a:rPr lang="en-US" sz="2000" b="1" i="1" spc="-1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n</a:t>
                      </a:r>
                      <a:r>
                        <a:rPr lang="en-US" sz="2000" b="1" i="1" spc="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t</a:t>
                      </a:r>
                      <a:r>
                        <a:rPr lang="en-US" sz="2000" b="1" i="1" spc="-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ia</a:t>
                      </a:r>
                      <a:r>
                        <a:rPr lang="en-US" sz="2000" b="1" i="1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l</a:t>
                      </a:r>
                      <a:r>
                        <a:rPr lang="en-US" sz="2000" b="1" i="1" spc="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b="1" i="1" spc="-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Ob</a:t>
                      </a:r>
                      <a:r>
                        <a:rPr lang="en-US" sz="2000" b="1" i="1" spc="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j</a:t>
                      </a:r>
                      <a:r>
                        <a:rPr lang="en-US" sz="2000" b="1" i="1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e</a:t>
                      </a:r>
                      <a:r>
                        <a:rPr lang="en-US" sz="2000" b="1" i="1" spc="-1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c</a:t>
                      </a:r>
                      <a:r>
                        <a:rPr lang="en-US" sz="2000" b="1" i="1" spc="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ti</a:t>
                      </a:r>
                      <a:r>
                        <a:rPr lang="en-US" sz="2000" b="1" i="1" spc="-1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v</a:t>
                      </a:r>
                      <a:r>
                        <a:rPr lang="en-US" sz="2000" b="1" i="1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e</a:t>
                      </a:r>
                      <a:endParaRPr lang="en-US" sz="20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737">
                <a:tc>
                  <a:txBody>
                    <a:bodyPr/>
                    <a:lstStyle/>
                    <a:p>
                      <a:pPr marL="0" marR="0">
                        <a:lnSpc>
                          <a:spcPts val="700"/>
                        </a:lnSpc>
                        <a:spcBef>
                          <a:spcPts val="1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 </a:t>
                      </a:r>
                    </a:p>
                    <a:p>
                      <a:pPr marL="6477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spc="-1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I</a:t>
                      </a:r>
                      <a:r>
                        <a:rPr lang="en-US" sz="200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t</a:t>
                      </a:r>
                      <a:r>
                        <a:rPr lang="en-US" sz="2000" spc="-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’</a:t>
                      </a:r>
                      <a:r>
                        <a:rPr lang="en-US" sz="200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s </a:t>
                      </a:r>
                      <a:r>
                        <a:rPr lang="en-US" sz="2000" spc="1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h</a:t>
                      </a:r>
                      <a:r>
                        <a:rPr lang="en-US" sz="2000" spc="-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ar</a:t>
                      </a:r>
                      <a:r>
                        <a:rPr lang="en-US" sz="200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d to </a:t>
                      </a:r>
                      <a:r>
                        <a:rPr lang="en-US" sz="2000" spc="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c</a:t>
                      </a:r>
                      <a:r>
                        <a:rPr lang="en-US" sz="2000" spc="-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a</a:t>
                      </a:r>
                      <a:r>
                        <a:rPr lang="en-US" sz="200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t</a:t>
                      </a:r>
                      <a:r>
                        <a:rPr lang="en-US" sz="2000" spc="-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c</a:t>
                      </a:r>
                      <a:r>
                        <a:rPr lang="en-US" sz="200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h blu</a:t>
                      </a:r>
                      <a:r>
                        <a:rPr lang="en-US" sz="2000" spc="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e</a:t>
                      </a:r>
                      <a:r>
                        <a:rPr lang="en-US" sz="2000" spc="-1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g</a:t>
                      </a:r>
                      <a:r>
                        <a:rPr lang="en-US" sz="200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ills </a:t>
                      </a:r>
                      <a:r>
                        <a:rPr lang="en-US" sz="2000" spc="-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a</a:t>
                      </a:r>
                      <a:r>
                        <a:rPr lang="en-US" sz="2000" spc="1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n</a:t>
                      </a:r>
                      <a:r>
                        <a:rPr lang="en-US" sz="200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y</a:t>
                      </a:r>
                      <a:r>
                        <a:rPr lang="en-US" sz="2000" spc="-2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mo</a:t>
                      </a:r>
                      <a:r>
                        <a:rPr lang="en-US" sz="2000" spc="1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r</a:t>
                      </a:r>
                      <a:r>
                        <a:rPr lang="en-US" sz="200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e</a:t>
                      </a:r>
                      <a:endParaRPr lang="en-US" sz="20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700"/>
                        </a:lnSpc>
                        <a:spcBef>
                          <a:spcPts val="1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 </a:t>
                      </a:r>
                    </a:p>
                    <a:p>
                      <a:pPr marL="6477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spc="-1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Improve fishing</a:t>
                      </a:r>
                      <a:endParaRPr lang="en-US" sz="20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700"/>
                        </a:lnSpc>
                        <a:spcBef>
                          <a:spcPts val="1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5655">
                <a:tc>
                  <a:txBody>
                    <a:bodyPr/>
                    <a:lstStyle/>
                    <a:p>
                      <a:pPr marL="0" marR="0">
                        <a:lnSpc>
                          <a:spcPts val="650"/>
                        </a:lnSpc>
                        <a:spcBef>
                          <a:spcPts val="5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 </a:t>
                      </a:r>
                    </a:p>
                    <a:p>
                      <a:pPr marL="6477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M</a:t>
                      </a:r>
                      <a:r>
                        <a:rPr lang="en-US" sz="2000" spc="-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a</a:t>
                      </a:r>
                      <a:r>
                        <a:rPr lang="en-US" sz="2000" spc="1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n</a:t>
                      </a:r>
                      <a:r>
                        <a:rPr lang="en-US" sz="200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y</a:t>
                      </a:r>
                      <a:r>
                        <a:rPr lang="en-US" sz="2000" spc="-2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loons die</a:t>
                      </a:r>
                      <a:r>
                        <a:rPr lang="en-US" sz="2000" spc="-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i</a:t>
                      </a:r>
                      <a:r>
                        <a:rPr lang="en-US" sz="2000" spc="1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n</a:t>
                      </a:r>
                      <a:r>
                        <a:rPr lang="en-US" sz="2000" spc="-1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g</a:t>
                      </a:r>
                      <a:r>
                        <a:rPr lang="en-US" sz="2000" spc="-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e</a:t>
                      </a:r>
                      <a:r>
                        <a:rPr lang="en-US" sz="200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sti</a:t>
                      </a:r>
                      <a:r>
                        <a:rPr lang="en-US" sz="2000" spc="1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n</a:t>
                      </a:r>
                      <a:r>
                        <a:rPr lang="en-US" sz="200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g l</a:t>
                      </a:r>
                      <a:r>
                        <a:rPr lang="en-US" sz="2000" spc="-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ea</a:t>
                      </a:r>
                      <a:r>
                        <a:rPr lang="en-US" sz="200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d t</a:t>
                      </a:r>
                      <a:r>
                        <a:rPr lang="en-US" sz="2000" spc="-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ac</a:t>
                      </a:r>
                      <a:r>
                        <a:rPr lang="en-US" sz="200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kle</a:t>
                      </a:r>
                      <a:endParaRPr lang="en-US" sz="20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650"/>
                        </a:lnSpc>
                        <a:spcBef>
                          <a:spcPts val="5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 </a:t>
                      </a:r>
                    </a:p>
                    <a:p>
                      <a:pPr marL="6477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Reduce loon mortality and increase loon populations</a:t>
                      </a:r>
                      <a:endParaRPr lang="en-US" sz="20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650"/>
                        </a:lnSpc>
                        <a:spcBef>
                          <a:spcPts val="5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3263">
                <a:tc>
                  <a:txBody>
                    <a:bodyPr/>
                    <a:lstStyle/>
                    <a:p>
                      <a:pPr marL="0" marR="0">
                        <a:lnSpc>
                          <a:spcPts val="650"/>
                        </a:lnSpc>
                        <a:spcBef>
                          <a:spcPts val="5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 </a:t>
                      </a:r>
                    </a:p>
                    <a:p>
                      <a:pPr marL="6477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spc="-1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B</a:t>
                      </a:r>
                      <a:r>
                        <a:rPr lang="en-US" sz="2000" spc="-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a</a:t>
                      </a:r>
                      <a:r>
                        <a:rPr lang="en-US" sz="200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ll</a:t>
                      </a:r>
                      <a:r>
                        <a:rPr lang="en-US" sz="2000" spc="-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a</a:t>
                      </a:r>
                      <a:r>
                        <a:rPr lang="en-US" sz="200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st w</a:t>
                      </a:r>
                      <a:r>
                        <a:rPr lang="en-US" sz="2000" spc="-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a</a:t>
                      </a:r>
                      <a:r>
                        <a:rPr lang="en-US" sz="2000" spc="1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t</a:t>
                      </a:r>
                      <a:r>
                        <a:rPr lang="en-US" sz="2000" spc="-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e</a:t>
                      </a:r>
                      <a:r>
                        <a:rPr lang="en-US" sz="200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r</a:t>
                      </a:r>
                      <a:r>
                        <a:rPr lang="en-US" sz="2000" spc="-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b</a:t>
                      </a:r>
                      <a:r>
                        <a:rPr lang="en-US" sz="2000" spc="-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r</a:t>
                      </a:r>
                      <a:r>
                        <a:rPr lang="en-US" sz="200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i</a:t>
                      </a:r>
                      <a:r>
                        <a:rPr lang="en-US" sz="2000" spc="1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n</a:t>
                      </a:r>
                      <a:r>
                        <a:rPr lang="en-US" sz="2000" spc="-1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g</a:t>
                      </a:r>
                      <a:r>
                        <a:rPr lang="en-US" sz="200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s inv</a:t>
                      </a:r>
                      <a:r>
                        <a:rPr lang="en-US" sz="2000" spc="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a</a:t>
                      </a:r>
                      <a:r>
                        <a:rPr lang="en-US" sz="200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sive</a:t>
                      </a:r>
                      <a:r>
                        <a:rPr lang="en-US" sz="2000" spc="-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sp</a:t>
                      </a:r>
                      <a:r>
                        <a:rPr lang="en-US" sz="2000" spc="-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ec</a:t>
                      </a:r>
                      <a:r>
                        <a:rPr lang="en-US" sz="200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i</a:t>
                      </a:r>
                      <a:r>
                        <a:rPr lang="en-US" sz="2000" spc="-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es</a:t>
                      </a:r>
                      <a:endParaRPr lang="en-US" sz="20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650"/>
                        </a:lnSpc>
                        <a:spcBef>
                          <a:spcPts val="5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 </a:t>
                      </a:r>
                    </a:p>
                    <a:p>
                      <a:pPr marL="6477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spc="-1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Avoid release of invasive species and protect native species</a:t>
                      </a:r>
                      <a:endParaRPr lang="en-US" sz="20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4770" marR="441325">
                        <a:lnSpc>
                          <a:spcPct val="115000"/>
                        </a:lnSpc>
                        <a:spcBef>
                          <a:spcPts val="15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2825">
                <a:tc>
                  <a:txBody>
                    <a:bodyPr/>
                    <a:lstStyle/>
                    <a:p>
                      <a:pPr marL="0" marR="0">
                        <a:lnSpc>
                          <a:spcPts val="700"/>
                        </a:lnSpc>
                        <a:spcBef>
                          <a:spcPts val="1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 </a:t>
                      </a:r>
                    </a:p>
                    <a:p>
                      <a:pPr marL="6477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spc="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C</a:t>
                      </a:r>
                      <a:r>
                        <a:rPr lang="en-US" sz="2000" spc="-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er</a:t>
                      </a:r>
                      <a:r>
                        <a:rPr lang="en-US" sz="200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t</a:t>
                      </a:r>
                      <a:r>
                        <a:rPr lang="en-US" sz="2000" spc="-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a</a:t>
                      </a:r>
                      <a:r>
                        <a:rPr lang="en-US" sz="200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in interest groups</a:t>
                      </a:r>
                      <a:r>
                        <a:rPr lang="en-US" sz="2000" spc="1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spc="-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fee</a:t>
                      </a:r>
                      <a:r>
                        <a:rPr lang="en-US" sz="200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l</a:t>
                      </a:r>
                      <a:r>
                        <a:rPr lang="en-US" sz="2000" spc="1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spc="-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e</a:t>
                      </a:r>
                      <a:r>
                        <a:rPr lang="en-US" sz="2000" spc="1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x</a:t>
                      </a:r>
                      <a:r>
                        <a:rPr lang="en-US" sz="2000" spc="-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c</a:t>
                      </a:r>
                      <a:r>
                        <a:rPr lang="en-US" sz="200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lud</a:t>
                      </a:r>
                      <a:r>
                        <a:rPr lang="en-US" sz="2000" spc="-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ed</a:t>
                      </a:r>
                      <a:endParaRPr lang="en-US" sz="20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700"/>
                        </a:lnSpc>
                        <a:spcBef>
                          <a:spcPts val="10"/>
                        </a:spcBef>
                        <a:spcAft>
                          <a:spcPts val="0"/>
                        </a:spcAft>
                      </a:pPr>
                      <a:endParaRPr lang="en-US" sz="200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  <a:p>
                      <a:pPr marL="6477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spc="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Organize an inclusive decision process</a:t>
                      </a:r>
                      <a:endParaRPr lang="en-US" sz="20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4770" marR="55880">
                        <a:lnSpc>
                          <a:spcPct val="115000"/>
                        </a:lnSpc>
                        <a:spcBef>
                          <a:spcPts val="15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1824">
                <a:tc>
                  <a:txBody>
                    <a:bodyPr/>
                    <a:lstStyle/>
                    <a:p>
                      <a:pPr marL="0" marR="0">
                        <a:lnSpc>
                          <a:spcPts val="700"/>
                        </a:lnSpc>
                        <a:spcBef>
                          <a:spcPts val="1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 </a:t>
                      </a:r>
                    </a:p>
                    <a:p>
                      <a:pPr marL="6477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I</a:t>
                      </a:r>
                      <a:r>
                        <a:rPr lang="en-US" sz="2000" spc="-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won</a:t>
                      </a:r>
                      <a:r>
                        <a:rPr lang="en-US" sz="2000" spc="-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’</a:t>
                      </a:r>
                      <a:r>
                        <a:rPr lang="en-US" sz="200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t h</a:t>
                      </a:r>
                      <a:r>
                        <a:rPr lang="en-US" sz="2000" spc="-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a</a:t>
                      </a:r>
                      <a:r>
                        <a:rPr lang="en-US" sz="200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ve</a:t>
                      </a:r>
                      <a:r>
                        <a:rPr lang="en-US" sz="2000" spc="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spc="-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e</a:t>
                      </a:r>
                      <a:r>
                        <a:rPr lang="en-US" sz="200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no</a:t>
                      </a:r>
                      <a:r>
                        <a:rPr lang="en-US" sz="2000" spc="1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u</a:t>
                      </a:r>
                      <a:r>
                        <a:rPr lang="en-US" sz="2000" spc="-1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g</a:t>
                      </a:r>
                      <a:r>
                        <a:rPr lang="en-US" sz="200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h m</a:t>
                      </a:r>
                      <a:r>
                        <a:rPr lang="en-US" sz="2000" spc="1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o</a:t>
                      </a:r>
                      <a:r>
                        <a:rPr lang="en-US" sz="200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n</a:t>
                      </a:r>
                      <a:r>
                        <a:rPr lang="en-US" sz="2000" spc="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e</a:t>
                      </a:r>
                      <a:r>
                        <a:rPr lang="en-US" sz="200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y</a:t>
                      </a:r>
                      <a:r>
                        <a:rPr lang="en-US" sz="2000" spc="-1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spc="-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f</a:t>
                      </a:r>
                      <a:r>
                        <a:rPr lang="en-US" sz="200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or</a:t>
                      </a:r>
                      <a:r>
                        <a:rPr lang="en-US" sz="2000" spc="-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this</a:t>
                      </a:r>
                      <a:endParaRPr lang="en-US" sz="20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700"/>
                        </a:lnSpc>
                        <a:spcBef>
                          <a:spcPts val="1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 </a:t>
                      </a:r>
                    </a:p>
                    <a:p>
                      <a:pPr marL="6477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Reduce cost and manage within budget</a:t>
                      </a:r>
                      <a:endParaRPr lang="en-US" sz="20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700"/>
                        </a:lnSpc>
                        <a:spcBef>
                          <a:spcPts val="1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8E54C724-AB5D-E3F6-DD16-51F2C51B6A54}"/>
              </a:ext>
            </a:extLst>
          </p:cNvPr>
          <p:cNvSpPr txBox="1"/>
          <p:nvPr/>
        </p:nvSpPr>
        <p:spPr>
          <a:xfrm>
            <a:off x="762992" y="1301945"/>
            <a:ext cx="88696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Convert concerns to objectives: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D28D42-46F3-4DA3-CE6F-B331829C0707}"/>
              </a:ext>
            </a:extLst>
          </p:cNvPr>
          <p:cNvSpPr txBox="1"/>
          <p:nvPr/>
        </p:nvSpPr>
        <p:spPr>
          <a:xfrm>
            <a:off x="5910943" y="1330757"/>
            <a:ext cx="6046361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Hint: direction + what is desired (don’t worry about units yet!)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6E658C-46D7-96D9-18A7-ECB8EB5D6AC9}"/>
              </a:ext>
            </a:extLst>
          </p:cNvPr>
          <p:cNvSpPr txBox="1"/>
          <p:nvPr/>
        </p:nvSpPr>
        <p:spPr>
          <a:xfrm>
            <a:off x="0" y="6581001"/>
            <a:ext cx="89180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Developed by Alex McInturff, Jean Fitts Cochrane, Angela Matz, Jennifer A. Szymanski, James E. Lyons, Sarah J. Converse, &amp; Michael C. Runge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0980E55-8ED0-B0DF-B01E-07511DF952BC}"/>
              </a:ext>
            </a:extLst>
          </p:cNvPr>
          <p:cNvSpPr txBox="1">
            <a:spLocks/>
          </p:cNvSpPr>
          <p:nvPr/>
        </p:nvSpPr>
        <p:spPr>
          <a:xfrm>
            <a:off x="0" y="386671"/>
            <a:ext cx="12192000" cy="73435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Activity – convert goals to objectives</a:t>
            </a:r>
          </a:p>
        </p:txBody>
      </p:sp>
    </p:spTree>
    <p:extLst>
      <p:ext uri="{BB962C8B-B14F-4D97-AF65-F5344CB8AC3E}">
        <p14:creationId xmlns:p14="http://schemas.microsoft.com/office/powerpoint/2010/main" val="3435253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9B8DA-ACE6-C94D-1C7C-5D9BBC4BE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A2ACCEA-85B1-C435-EE0F-824A3E418EB5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751486"/>
          <a:ext cx="11119104" cy="4352667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37764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53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473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7098">
                <a:tc>
                  <a:txBody>
                    <a:bodyPr/>
                    <a:lstStyle/>
                    <a:p>
                      <a:pPr marL="64770" marR="0">
                        <a:lnSpc>
                          <a:spcPct val="115000"/>
                        </a:lnSpc>
                        <a:spcBef>
                          <a:spcPts val="27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1" spc="-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G</a:t>
                      </a:r>
                      <a:r>
                        <a:rPr lang="en-US" sz="2000" b="1" i="1" spc="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o</a:t>
                      </a:r>
                      <a:r>
                        <a:rPr lang="en-US" sz="2000" b="1" i="1" spc="-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a</a:t>
                      </a:r>
                      <a:r>
                        <a:rPr lang="en-US" sz="2000" b="1" i="1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l</a:t>
                      </a:r>
                      <a:r>
                        <a:rPr lang="en-US" sz="2000" b="1" i="1" spc="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b="1" i="1" spc="-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o</a:t>
                      </a:r>
                      <a:r>
                        <a:rPr lang="en-US" sz="2000" b="1" i="1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r</a:t>
                      </a:r>
                      <a:r>
                        <a:rPr lang="en-US" sz="2000" b="1" i="1" spc="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b="1" i="1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C</a:t>
                      </a:r>
                      <a:r>
                        <a:rPr lang="en-US" sz="2000" b="1" i="1" spc="-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o</a:t>
                      </a:r>
                      <a:r>
                        <a:rPr lang="en-US" sz="2000" b="1" i="1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nc</a:t>
                      </a:r>
                      <a:r>
                        <a:rPr lang="en-US" sz="2000" b="1" i="1" spc="-1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e</a:t>
                      </a:r>
                      <a:r>
                        <a:rPr lang="en-US" sz="2000" b="1" i="1" spc="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r</a:t>
                      </a:r>
                      <a:r>
                        <a:rPr lang="en-US" sz="2000" b="1" i="1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n</a:t>
                      </a:r>
                      <a:endParaRPr lang="en-US" sz="20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4770" marR="0">
                        <a:lnSpc>
                          <a:spcPct val="115000"/>
                        </a:lnSpc>
                        <a:spcBef>
                          <a:spcPts val="27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1" spc="-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Hope to Achieve</a:t>
                      </a:r>
                      <a:endParaRPr lang="en-US" sz="20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4770" marR="0">
                        <a:lnSpc>
                          <a:spcPct val="115000"/>
                        </a:lnSpc>
                        <a:spcBef>
                          <a:spcPts val="27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1" spc="-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P</a:t>
                      </a:r>
                      <a:r>
                        <a:rPr lang="en-US" sz="2000" b="1" i="1" spc="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ot</a:t>
                      </a:r>
                      <a:r>
                        <a:rPr lang="en-US" sz="2000" b="1" i="1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e</a:t>
                      </a:r>
                      <a:r>
                        <a:rPr lang="en-US" sz="2000" b="1" i="1" spc="-1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n</a:t>
                      </a:r>
                      <a:r>
                        <a:rPr lang="en-US" sz="2000" b="1" i="1" spc="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t</a:t>
                      </a:r>
                      <a:r>
                        <a:rPr lang="en-US" sz="2000" b="1" i="1" spc="-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ia</a:t>
                      </a:r>
                      <a:r>
                        <a:rPr lang="en-US" sz="2000" b="1" i="1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l</a:t>
                      </a:r>
                      <a:r>
                        <a:rPr lang="en-US" sz="2000" b="1" i="1" spc="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b="1" i="1" spc="-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Ob</a:t>
                      </a:r>
                      <a:r>
                        <a:rPr lang="en-US" sz="2000" b="1" i="1" spc="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j</a:t>
                      </a:r>
                      <a:r>
                        <a:rPr lang="en-US" sz="2000" b="1" i="1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e</a:t>
                      </a:r>
                      <a:r>
                        <a:rPr lang="en-US" sz="2000" b="1" i="1" spc="-1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c</a:t>
                      </a:r>
                      <a:r>
                        <a:rPr lang="en-US" sz="2000" b="1" i="1" spc="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ti</a:t>
                      </a:r>
                      <a:r>
                        <a:rPr lang="en-US" sz="2000" b="1" i="1" spc="-1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v</a:t>
                      </a:r>
                      <a:r>
                        <a:rPr lang="en-US" sz="2000" b="1" i="1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e</a:t>
                      </a:r>
                      <a:endParaRPr lang="en-US" sz="20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737">
                <a:tc>
                  <a:txBody>
                    <a:bodyPr/>
                    <a:lstStyle/>
                    <a:p>
                      <a:pPr marL="0" marR="0">
                        <a:lnSpc>
                          <a:spcPts val="700"/>
                        </a:lnSpc>
                        <a:spcBef>
                          <a:spcPts val="1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 </a:t>
                      </a:r>
                    </a:p>
                    <a:p>
                      <a:pPr marL="6477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spc="-1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I</a:t>
                      </a:r>
                      <a:r>
                        <a:rPr lang="en-US" sz="200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t</a:t>
                      </a:r>
                      <a:r>
                        <a:rPr lang="en-US" sz="2000" spc="-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’</a:t>
                      </a:r>
                      <a:r>
                        <a:rPr lang="en-US" sz="200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s </a:t>
                      </a:r>
                      <a:r>
                        <a:rPr lang="en-US" sz="2000" spc="1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h</a:t>
                      </a:r>
                      <a:r>
                        <a:rPr lang="en-US" sz="2000" spc="-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ar</a:t>
                      </a:r>
                      <a:r>
                        <a:rPr lang="en-US" sz="200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d to </a:t>
                      </a:r>
                      <a:r>
                        <a:rPr lang="en-US" sz="2000" spc="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c</a:t>
                      </a:r>
                      <a:r>
                        <a:rPr lang="en-US" sz="2000" spc="-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a</a:t>
                      </a:r>
                      <a:r>
                        <a:rPr lang="en-US" sz="200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t</a:t>
                      </a:r>
                      <a:r>
                        <a:rPr lang="en-US" sz="2000" spc="-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c</a:t>
                      </a:r>
                      <a:r>
                        <a:rPr lang="en-US" sz="200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h blu</a:t>
                      </a:r>
                      <a:r>
                        <a:rPr lang="en-US" sz="2000" spc="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e</a:t>
                      </a:r>
                      <a:r>
                        <a:rPr lang="en-US" sz="2000" spc="-1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g</a:t>
                      </a:r>
                      <a:r>
                        <a:rPr lang="en-US" sz="200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ills </a:t>
                      </a:r>
                      <a:r>
                        <a:rPr lang="en-US" sz="2000" spc="-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a</a:t>
                      </a:r>
                      <a:r>
                        <a:rPr lang="en-US" sz="2000" spc="1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n</a:t>
                      </a:r>
                      <a:r>
                        <a:rPr lang="en-US" sz="200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y</a:t>
                      </a:r>
                      <a:r>
                        <a:rPr lang="en-US" sz="2000" spc="-2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mo</a:t>
                      </a:r>
                      <a:r>
                        <a:rPr lang="en-US" sz="2000" spc="1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r</a:t>
                      </a:r>
                      <a:r>
                        <a:rPr lang="en-US" sz="200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e</a:t>
                      </a:r>
                      <a:endParaRPr lang="en-US" sz="20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700"/>
                        </a:lnSpc>
                        <a:spcBef>
                          <a:spcPts val="1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 </a:t>
                      </a:r>
                    </a:p>
                    <a:p>
                      <a:pPr marL="6477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spc="-1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Improve fishing</a:t>
                      </a:r>
                      <a:endParaRPr lang="en-US" sz="20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700"/>
                        </a:lnSpc>
                        <a:spcBef>
                          <a:spcPts val="1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5655">
                <a:tc>
                  <a:txBody>
                    <a:bodyPr/>
                    <a:lstStyle/>
                    <a:p>
                      <a:pPr marL="0" marR="0">
                        <a:lnSpc>
                          <a:spcPts val="650"/>
                        </a:lnSpc>
                        <a:spcBef>
                          <a:spcPts val="5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 </a:t>
                      </a:r>
                    </a:p>
                    <a:p>
                      <a:pPr marL="6477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M</a:t>
                      </a:r>
                      <a:r>
                        <a:rPr lang="en-US" sz="2000" spc="-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a</a:t>
                      </a:r>
                      <a:r>
                        <a:rPr lang="en-US" sz="2000" spc="1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n</a:t>
                      </a:r>
                      <a:r>
                        <a:rPr lang="en-US" sz="200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y</a:t>
                      </a:r>
                      <a:r>
                        <a:rPr lang="en-US" sz="2000" spc="-2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loons die</a:t>
                      </a:r>
                      <a:r>
                        <a:rPr lang="en-US" sz="2000" spc="-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i</a:t>
                      </a:r>
                      <a:r>
                        <a:rPr lang="en-US" sz="2000" spc="1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n</a:t>
                      </a:r>
                      <a:r>
                        <a:rPr lang="en-US" sz="2000" spc="-1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g</a:t>
                      </a:r>
                      <a:r>
                        <a:rPr lang="en-US" sz="2000" spc="-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e</a:t>
                      </a:r>
                      <a:r>
                        <a:rPr lang="en-US" sz="200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sti</a:t>
                      </a:r>
                      <a:r>
                        <a:rPr lang="en-US" sz="2000" spc="1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n</a:t>
                      </a:r>
                      <a:r>
                        <a:rPr lang="en-US" sz="200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g l</a:t>
                      </a:r>
                      <a:r>
                        <a:rPr lang="en-US" sz="2000" spc="-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ea</a:t>
                      </a:r>
                      <a:r>
                        <a:rPr lang="en-US" sz="200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d t</a:t>
                      </a:r>
                      <a:r>
                        <a:rPr lang="en-US" sz="2000" spc="-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ac</a:t>
                      </a:r>
                      <a:r>
                        <a:rPr lang="en-US" sz="200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kle</a:t>
                      </a:r>
                      <a:endParaRPr lang="en-US" sz="20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650"/>
                        </a:lnSpc>
                        <a:spcBef>
                          <a:spcPts val="5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 </a:t>
                      </a:r>
                    </a:p>
                    <a:p>
                      <a:pPr marL="6477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Reduce loon mortality and increase loon populations</a:t>
                      </a:r>
                      <a:endParaRPr lang="en-US" sz="20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650"/>
                        </a:lnSpc>
                        <a:spcBef>
                          <a:spcPts val="5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3263">
                <a:tc>
                  <a:txBody>
                    <a:bodyPr/>
                    <a:lstStyle/>
                    <a:p>
                      <a:pPr marL="0" marR="0">
                        <a:lnSpc>
                          <a:spcPts val="650"/>
                        </a:lnSpc>
                        <a:spcBef>
                          <a:spcPts val="5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 </a:t>
                      </a:r>
                    </a:p>
                    <a:p>
                      <a:pPr marL="6477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spc="-1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B</a:t>
                      </a:r>
                      <a:r>
                        <a:rPr lang="en-US" sz="2000" spc="-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a</a:t>
                      </a:r>
                      <a:r>
                        <a:rPr lang="en-US" sz="200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ll</a:t>
                      </a:r>
                      <a:r>
                        <a:rPr lang="en-US" sz="2000" spc="-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a</a:t>
                      </a:r>
                      <a:r>
                        <a:rPr lang="en-US" sz="200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st w</a:t>
                      </a:r>
                      <a:r>
                        <a:rPr lang="en-US" sz="2000" spc="-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a</a:t>
                      </a:r>
                      <a:r>
                        <a:rPr lang="en-US" sz="2000" spc="1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t</a:t>
                      </a:r>
                      <a:r>
                        <a:rPr lang="en-US" sz="2000" spc="-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e</a:t>
                      </a:r>
                      <a:r>
                        <a:rPr lang="en-US" sz="200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r</a:t>
                      </a:r>
                      <a:r>
                        <a:rPr lang="en-US" sz="2000" spc="-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b</a:t>
                      </a:r>
                      <a:r>
                        <a:rPr lang="en-US" sz="2000" spc="-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r</a:t>
                      </a:r>
                      <a:r>
                        <a:rPr lang="en-US" sz="200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i</a:t>
                      </a:r>
                      <a:r>
                        <a:rPr lang="en-US" sz="2000" spc="1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n</a:t>
                      </a:r>
                      <a:r>
                        <a:rPr lang="en-US" sz="2000" spc="-1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g</a:t>
                      </a:r>
                      <a:r>
                        <a:rPr lang="en-US" sz="200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s inv</a:t>
                      </a:r>
                      <a:r>
                        <a:rPr lang="en-US" sz="2000" spc="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a</a:t>
                      </a:r>
                      <a:r>
                        <a:rPr lang="en-US" sz="200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sive</a:t>
                      </a:r>
                      <a:r>
                        <a:rPr lang="en-US" sz="2000" spc="-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sp</a:t>
                      </a:r>
                      <a:r>
                        <a:rPr lang="en-US" sz="2000" spc="-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ec</a:t>
                      </a:r>
                      <a:r>
                        <a:rPr lang="en-US" sz="200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i</a:t>
                      </a:r>
                      <a:r>
                        <a:rPr lang="en-US" sz="2000" spc="-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es</a:t>
                      </a:r>
                      <a:endParaRPr lang="en-US" sz="20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650"/>
                        </a:lnSpc>
                        <a:spcBef>
                          <a:spcPts val="5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 </a:t>
                      </a:r>
                    </a:p>
                    <a:p>
                      <a:pPr marL="6477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spc="-1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Avoid release of invasive species and protect native species</a:t>
                      </a:r>
                      <a:endParaRPr lang="en-US" sz="20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4770" marR="441325">
                        <a:lnSpc>
                          <a:spcPct val="115000"/>
                        </a:lnSpc>
                        <a:spcBef>
                          <a:spcPts val="15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2825">
                <a:tc>
                  <a:txBody>
                    <a:bodyPr/>
                    <a:lstStyle/>
                    <a:p>
                      <a:pPr marL="0" marR="0">
                        <a:lnSpc>
                          <a:spcPts val="700"/>
                        </a:lnSpc>
                        <a:spcBef>
                          <a:spcPts val="1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 </a:t>
                      </a:r>
                    </a:p>
                    <a:p>
                      <a:pPr marL="6477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spc="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C</a:t>
                      </a:r>
                      <a:r>
                        <a:rPr lang="en-US" sz="2000" spc="-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er</a:t>
                      </a:r>
                      <a:r>
                        <a:rPr lang="en-US" sz="200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t</a:t>
                      </a:r>
                      <a:r>
                        <a:rPr lang="en-US" sz="2000" spc="-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a</a:t>
                      </a:r>
                      <a:r>
                        <a:rPr lang="en-US" sz="200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in interest groups</a:t>
                      </a:r>
                      <a:r>
                        <a:rPr lang="en-US" sz="2000" spc="1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spc="-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fee</a:t>
                      </a:r>
                      <a:r>
                        <a:rPr lang="en-US" sz="200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l</a:t>
                      </a:r>
                      <a:r>
                        <a:rPr lang="en-US" sz="2000" spc="1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spc="-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e</a:t>
                      </a:r>
                      <a:r>
                        <a:rPr lang="en-US" sz="2000" spc="1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x</a:t>
                      </a:r>
                      <a:r>
                        <a:rPr lang="en-US" sz="2000" spc="-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c</a:t>
                      </a:r>
                      <a:r>
                        <a:rPr lang="en-US" sz="200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lud</a:t>
                      </a:r>
                      <a:r>
                        <a:rPr lang="en-US" sz="2000" spc="-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ed</a:t>
                      </a:r>
                      <a:endParaRPr lang="en-US" sz="20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700"/>
                        </a:lnSpc>
                        <a:spcBef>
                          <a:spcPts val="1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Calibri"/>
                          <a:cs typeface="Times New Roman"/>
                        </a:rPr>
                        <a:t> </a:t>
                      </a:r>
                    </a:p>
                    <a:p>
                      <a:pPr marL="6477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spc="5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Organize an inclusive decision process</a:t>
                      </a:r>
                      <a:endParaRPr lang="en-US" sz="200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4770" marR="55880">
                        <a:lnSpc>
                          <a:spcPct val="115000"/>
                        </a:lnSpc>
                        <a:spcBef>
                          <a:spcPts val="15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1824">
                <a:tc>
                  <a:txBody>
                    <a:bodyPr/>
                    <a:lstStyle/>
                    <a:p>
                      <a:pPr marL="0" marR="0">
                        <a:lnSpc>
                          <a:spcPts val="700"/>
                        </a:lnSpc>
                        <a:spcBef>
                          <a:spcPts val="1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 </a:t>
                      </a:r>
                    </a:p>
                    <a:p>
                      <a:pPr marL="6477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I</a:t>
                      </a:r>
                      <a:r>
                        <a:rPr lang="en-US" sz="2000" spc="-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won</a:t>
                      </a:r>
                      <a:r>
                        <a:rPr lang="en-US" sz="2000" spc="-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’</a:t>
                      </a:r>
                      <a:r>
                        <a:rPr lang="en-US" sz="200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t h</a:t>
                      </a:r>
                      <a:r>
                        <a:rPr lang="en-US" sz="2000" spc="-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a</a:t>
                      </a:r>
                      <a:r>
                        <a:rPr lang="en-US" sz="200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ve</a:t>
                      </a:r>
                      <a:r>
                        <a:rPr lang="en-US" sz="2000" spc="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spc="-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e</a:t>
                      </a:r>
                      <a:r>
                        <a:rPr lang="en-US" sz="200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no</a:t>
                      </a:r>
                      <a:r>
                        <a:rPr lang="en-US" sz="2000" spc="1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u</a:t>
                      </a:r>
                      <a:r>
                        <a:rPr lang="en-US" sz="2000" spc="-1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g</a:t>
                      </a:r>
                      <a:r>
                        <a:rPr lang="en-US" sz="200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h m</a:t>
                      </a:r>
                      <a:r>
                        <a:rPr lang="en-US" sz="2000" spc="1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o</a:t>
                      </a:r>
                      <a:r>
                        <a:rPr lang="en-US" sz="200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n</a:t>
                      </a:r>
                      <a:r>
                        <a:rPr lang="en-US" sz="2000" spc="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e</a:t>
                      </a:r>
                      <a:r>
                        <a:rPr lang="en-US" sz="200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y</a:t>
                      </a:r>
                      <a:r>
                        <a:rPr lang="en-US" sz="2000" spc="-1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spc="-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f</a:t>
                      </a:r>
                      <a:r>
                        <a:rPr lang="en-US" sz="200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or</a:t>
                      </a:r>
                      <a:r>
                        <a:rPr lang="en-US" sz="2000" spc="-5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this</a:t>
                      </a:r>
                      <a:endParaRPr lang="en-US" sz="20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700"/>
                        </a:lnSpc>
                        <a:spcBef>
                          <a:spcPts val="1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 </a:t>
                      </a:r>
                    </a:p>
                    <a:p>
                      <a:pPr marL="6477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Reduce cost and manage within budget</a:t>
                      </a:r>
                      <a:endParaRPr lang="en-US" sz="20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700"/>
                        </a:lnSpc>
                        <a:spcBef>
                          <a:spcPts val="1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153FBABB-CAA4-4F89-7051-4FED65265D9C}"/>
              </a:ext>
            </a:extLst>
          </p:cNvPr>
          <p:cNvSpPr txBox="1"/>
          <p:nvPr/>
        </p:nvSpPr>
        <p:spPr>
          <a:xfrm>
            <a:off x="7829930" y="2187357"/>
            <a:ext cx="4288918" cy="425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477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effectLst/>
                <a:latin typeface="+mn-lt"/>
                <a:ea typeface="Times New Roman"/>
                <a:cs typeface="Times New Roman"/>
              </a:rPr>
              <a:t>M</a:t>
            </a:r>
            <a:r>
              <a:rPr lang="en-US" sz="2000" spc="-5" dirty="0">
                <a:effectLst/>
                <a:latin typeface="+mn-lt"/>
                <a:ea typeface="Times New Roman"/>
                <a:cs typeface="Times New Roman"/>
              </a:rPr>
              <a:t>a</a:t>
            </a:r>
            <a:r>
              <a:rPr lang="en-US" sz="2000" spc="10" dirty="0">
                <a:effectLst/>
                <a:latin typeface="+mn-lt"/>
                <a:ea typeface="Times New Roman"/>
                <a:cs typeface="Times New Roman"/>
              </a:rPr>
              <a:t>x</a:t>
            </a:r>
            <a:r>
              <a:rPr lang="en-US" sz="2000" dirty="0">
                <a:effectLst/>
                <a:latin typeface="+mn-lt"/>
                <a:ea typeface="Times New Roman"/>
                <a:cs typeface="Times New Roman"/>
              </a:rPr>
              <a:t>im</a:t>
            </a:r>
            <a:r>
              <a:rPr lang="en-US" sz="2000" spc="-10" dirty="0">
                <a:effectLst/>
                <a:latin typeface="+mn-lt"/>
                <a:ea typeface="Times New Roman"/>
                <a:cs typeface="Times New Roman"/>
              </a:rPr>
              <a:t>i</a:t>
            </a:r>
            <a:r>
              <a:rPr lang="en-US" sz="2000" spc="5" dirty="0">
                <a:effectLst/>
                <a:latin typeface="+mn-lt"/>
                <a:ea typeface="Times New Roman"/>
                <a:cs typeface="Times New Roman"/>
              </a:rPr>
              <a:t>z</a:t>
            </a:r>
            <a:r>
              <a:rPr lang="en-US" sz="2000" dirty="0">
                <a:effectLst/>
                <a:latin typeface="+mn-lt"/>
                <a:ea typeface="Times New Roman"/>
                <a:cs typeface="Times New Roman"/>
              </a:rPr>
              <a:t>e</a:t>
            </a:r>
            <a:r>
              <a:rPr lang="en-US" sz="2000" spc="-5" dirty="0">
                <a:effectLst/>
                <a:latin typeface="+mn-lt"/>
                <a:ea typeface="Times New Roman"/>
                <a:cs typeface="Times New Roman"/>
              </a:rPr>
              <a:t> recr</a:t>
            </a:r>
            <a:r>
              <a:rPr lang="en-US" sz="2000" spc="5" dirty="0">
                <a:effectLst/>
                <a:latin typeface="+mn-lt"/>
                <a:ea typeface="Times New Roman"/>
                <a:cs typeface="Times New Roman"/>
              </a:rPr>
              <a:t>e</a:t>
            </a:r>
            <a:r>
              <a:rPr lang="en-US" sz="2000" spc="-5" dirty="0">
                <a:effectLst/>
                <a:latin typeface="+mn-lt"/>
                <a:ea typeface="Times New Roman"/>
                <a:cs typeface="Times New Roman"/>
              </a:rPr>
              <a:t>a</a:t>
            </a:r>
            <a:r>
              <a:rPr lang="en-US" sz="2000" dirty="0">
                <a:effectLst/>
                <a:latin typeface="+mn-lt"/>
                <a:ea typeface="Times New Roman"/>
                <a:cs typeface="Times New Roman"/>
              </a:rPr>
              <a:t>tion</a:t>
            </a:r>
            <a:r>
              <a:rPr lang="en-US" sz="2000" spc="-5" dirty="0">
                <a:effectLst/>
                <a:latin typeface="+mn-lt"/>
                <a:ea typeface="Times New Roman"/>
                <a:cs typeface="Times New Roman"/>
              </a:rPr>
              <a:t>a</a:t>
            </a:r>
            <a:r>
              <a:rPr lang="en-US" sz="2000" dirty="0">
                <a:effectLst/>
                <a:latin typeface="+mn-lt"/>
                <a:ea typeface="Times New Roman"/>
                <a:cs typeface="Times New Roman"/>
              </a:rPr>
              <a:t>l </a:t>
            </a:r>
            <a:r>
              <a:rPr lang="en-US" sz="2000" spc="-5" dirty="0">
                <a:effectLst/>
                <a:latin typeface="+mn-lt"/>
                <a:ea typeface="Times New Roman"/>
                <a:cs typeface="Times New Roman"/>
              </a:rPr>
              <a:t>f</a:t>
            </a:r>
            <a:r>
              <a:rPr lang="en-US" sz="2000" dirty="0">
                <a:effectLst/>
                <a:latin typeface="+mn-lt"/>
                <a:ea typeface="Times New Roman"/>
                <a:cs typeface="Times New Roman"/>
              </a:rPr>
              <a:t>ishing</a:t>
            </a:r>
            <a:r>
              <a:rPr lang="en-US" sz="2000" spc="-10" dirty="0">
                <a:effectLst/>
                <a:latin typeface="+mn-lt"/>
                <a:ea typeface="Times New Roman"/>
                <a:cs typeface="Times New Roman"/>
              </a:rPr>
              <a:t> </a:t>
            </a:r>
            <a:r>
              <a:rPr lang="en-US" sz="2000" dirty="0">
                <a:effectLst/>
                <a:latin typeface="+mn-lt"/>
                <a:ea typeface="Times New Roman"/>
                <a:cs typeface="Times New Roman"/>
              </a:rPr>
              <a:t>su</a:t>
            </a:r>
            <a:r>
              <a:rPr lang="en-US" sz="2000" spc="-5" dirty="0">
                <a:effectLst/>
                <a:latin typeface="+mn-lt"/>
                <a:ea typeface="Times New Roman"/>
                <a:cs typeface="Times New Roman"/>
              </a:rPr>
              <a:t>c</a:t>
            </a:r>
            <a:r>
              <a:rPr lang="en-US" sz="2000" spc="5" dirty="0">
                <a:effectLst/>
                <a:latin typeface="+mn-lt"/>
                <a:ea typeface="Times New Roman"/>
                <a:cs typeface="Times New Roman"/>
              </a:rPr>
              <a:t>c</a:t>
            </a:r>
            <a:r>
              <a:rPr lang="en-US" sz="2000" spc="-5" dirty="0">
                <a:effectLst/>
                <a:latin typeface="+mn-lt"/>
                <a:ea typeface="Times New Roman"/>
                <a:cs typeface="Times New Roman"/>
              </a:rPr>
              <a:t>e</a:t>
            </a:r>
            <a:r>
              <a:rPr lang="en-US" sz="2000" dirty="0">
                <a:effectLst/>
                <a:latin typeface="+mn-lt"/>
                <a:ea typeface="Times New Roman"/>
                <a:cs typeface="Times New Roman"/>
              </a:rPr>
              <a:t>ss</a:t>
            </a:r>
            <a:endParaRPr lang="en-US" sz="2000" dirty="0">
              <a:effectLst/>
              <a:latin typeface="+mn-lt"/>
              <a:ea typeface="Calibri"/>
              <a:cs typeface="Times New Roman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00B5B4-6C83-DF9F-F816-81C05E648077}"/>
              </a:ext>
            </a:extLst>
          </p:cNvPr>
          <p:cNvSpPr txBox="1"/>
          <p:nvPr/>
        </p:nvSpPr>
        <p:spPr>
          <a:xfrm>
            <a:off x="7829930" y="2662600"/>
            <a:ext cx="3829050" cy="779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477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effectLst/>
                <a:latin typeface="+mn-lt"/>
                <a:ea typeface="Times New Roman"/>
                <a:cs typeface="Times New Roman"/>
              </a:rPr>
              <a:t>M</a:t>
            </a:r>
            <a:r>
              <a:rPr lang="en-US" sz="2000" spc="-5" dirty="0">
                <a:effectLst/>
                <a:latin typeface="+mn-lt"/>
                <a:ea typeface="Times New Roman"/>
                <a:cs typeface="Times New Roman"/>
              </a:rPr>
              <a:t>a</a:t>
            </a:r>
            <a:r>
              <a:rPr lang="en-US" sz="2000" spc="10" dirty="0">
                <a:effectLst/>
                <a:latin typeface="+mn-lt"/>
                <a:ea typeface="Times New Roman"/>
                <a:cs typeface="Times New Roman"/>
              </a:rPr>
              <a:t>x</a:t>
            </a:r>
            <a:r>
              <a:rPr lang="en-US" sz="2000" dirty="0">
                <a:effectLst/>
                <a:latin typeface="+mn-lt"/>
                <a:ea typeface="Times New Roman"/>
                <a:cs typeface="Times New Roman"/>
              </a:rPr>
              <a:t>im</a:t>
            </a:r>
            <a:r>
              <a:rPr lang="en-US" sz="2000" spc="-10" dirty="0">
                <a:effectLst/>
                <a:latin typeface="+mn-lt"/>
                <a:ea typeface="Times New Roman"/>
                <a:cs typeface="Times New Roman"/>
              </a:rPr>
              <a:t>i</a:t>
            </a:r>
            <a:r>
              <a:rPr lang="en-US" sz="2000" spc="5" dirty="0">
                <a:effectLst/>
                <a:latin typeface="+mn-lt"/>
                <a:ea typeface="Times New Roman"/>
                <a:cs typeface="Times New Roman"/>
              </a:rPr>
              <a:t>z</a:t>
            </a:r>
            <a:r>
              <a:rPr lang="en-US" sz="2000" dirty="0">
                <a:effectLst/>
                <a:latin typeface="+mn-lt"/>
                <a:ea typeface="Times New Roman"/>
                <a:cs typeface="Times New Roman"/>
              </a:rPr>
              <a:t>e</a:t>
            </a:r>
            <a:r>
              <a:rPr lang="en-US" sz="2000" spc="-5" dirty="0">
                <a:effectLst/>
                <a:latin typeface="+mn-lt"/>
                <a:ea typeface="Times New Roman"/>
                <a:cs typeface="Times New Roman"/>
              </a:rPr>
              <a:t> </a:t>
            </a:r>
            <a:r>
              <a:rPr lang="en-US" sz="2000" dirty="0">
                <a:effectLst/>
                <a:latin typeface="+mn-lt"/>
                <a:ea typeface="Times New Roman"/>
                <a:cs typeface="Times New Roman"/>
              </a:rPr>
              <a:t>p</a:t>
            </a:r>
            <a:r>
              <a:rPr lang="en-US" sz="2000" spc="-5" dirty="0">
                <a:effectLst/>
                <a:latin typeface="+mn-lt"/>
                <a:ea typeface="Times New Roman"/>
                <a:cs typeface="Times New Roman"/>
              </a:rPr>
              <a:t>er</a:t>
            </a:r>
            <a:r>
              <a:rPr lang="en-US" sz="2000" dirty="0">
                <a:effectLst/>
                <a:latin typeface="+mn-lt"/>
                <a:ea typeface="Times New Roman"/>
                <a:cs typeface="Times New Roman"/>
              </a:rPr>
              <a:t>sist</a:t>
            </a:r>
            <a:r>
              <a:rPr lang="en-US" sz="2000" spc="-5" dirty="0">
                <a:effectLst/>
                <a:latin typeface="+mn-lt"/>
                <a:ea typeface="Times New Roman"/>
                <a:cs typeface="Times New Roman"/>
              </a:rPr>
              <a:t>e</a:t>
            </a:r>
            <a:r>
              <a:rPr lang="en-US" sz="2000" dirty="0">
                <a:effectLst/>
                <a:latin typeface="+mn-lt"/>
                <a:ea typeface="Times New Roman"/>
                <a:cs typeface="Times New Roman"/>
              </a:rPr>
              <a:t>n</a:t>
            </a:r>
            <a:r>
              <a:rPr lang="en-US" sz="2000" spc="-5" dirty="0">
                <a:effectLst/>
                <a:latin typeface="+mn-lt"/>
                <a:ea typeface="Times New Roman"/>
                <a:cs typeface="Times New Roman"/>
              </a:rPr>
              <a:t>c</a:t>
            </a:r>
            <a:r>
              <a:rPr lang="en-US" sz="2000" dirty="0">
                <a:effectLst/>
                <a:latin typeface="+mn-lt"/>
                <a:ea typeface="Times New Roman"/>
                <a:cs typeface="Times New Roman"/>
              </a:rPr>
              <a:t>e</a:t>
            </a:r>
            <a:r>
              <a:rPr lang="en-US" sz="2000" spc="-5" dirty="0">
                <a:effectLst/>
                <a:latin typeface="+mn-lt"/>
                <a:ea typeface="Times New Roman"/>
                <a:cs typeface="Times New Roman"/>
              </a:rPr>
              <a:t> </a:t>
            </a:r>
            <a:r>
              <a:rPr lang="en-US" sz="2000" dirty="0">
                <a:effectLst/>
                <a:latin typeface="+mn-lt"/>
                <a:ea typeface="Times New Roman"/>
                <a:cs typeface="Times New Roman"/>
              </a:rPr>
              <a:t>of</a:t>
            </a:r>
            <a:r>
              <a:rPr lang="en-US" sz="2000" spc="10" dirty="0">
                <a:effectLst/>
                <a:latin typeface="+mn-lt"/>
                <a:ea typeface="Times New Roman"/>
                <a:cs typeface="Times New Roman"/>
              </a:rPr>
              <a:t> </a:t>
            </a:r>
            <a:r>
              <a:rPr lang="en-US" sz="2000" dirty="0">
                <a:effectLst/>
                <a:latin typeface="+mn-lt"/>
                <a:ea typeface="Times New Roman"/>
                <a:cs typeface="Times New Roman"/>
              </a:rPr>
              <a:t>loon popul</a:t>
            </a:r>
            <a:r>
              <a:rPr lang="en-US" sz="2000" spc="-5" dirty="0">
                <a:effectLst/>
                <a:latin typeface="+mn-lt"/>
                <a:ea typeface="Times New Roman"/>
                <a:cs typeface="Times New Roman"/>
              </a:rPr>
              <a:t>a</a:t>
            </a:r>
            <a:r>
              <a:rPr lang="en-US" sz="2000" dirty="0">
                <a:effectLst/>
                <a:latin typeface="+mn-lt"/>
                <a:ea typeface="Times New Roman"/>
                <a:cs typeface="Times New Roman"/>
              </a:rPr>
              <a:t>tions</a:t>
            </a:r>
            <a:endParaRPr lang="en-US" sz="2000" dirty="0">
              <a:effectLst/>
              <a:latin typeface="+mn-lt"/>
              <a:ea typeface="Calibri"/>
              <a:cs typeface="Times New Roman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F2BFBA-3499-925A-87D0-D0B7A0E45F10}"/>
              </a:ext>
            </a:extLst>
          </p:cNvPr>
          <p:cNvSpPr txBox="1"/>
          <p:nvPr/>
        </p:nvSpPr>
        <p:spPr>
          <a:xfrm>
            <a:off x="7829930" y="3579061"/>
            <a:ext cx="3829050" cy="779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4770" marR="441325">
              <a:lnSpc>
                <a:spcPct val="115000"/>
              </a:lnSpc>
              <a:spcBef>
                <a:spcPts val="15"/>
              </a:spcBef>
              <a:spcAft>
                <a:spcPts val="0"/>
              </a:spcAft>
            </a:pPr>
            <a:r>
              <a:rPr lang="en-US" sz="2000" dirty="0">
                <a:effectLst/>
                <a:latin typeface="+mn-lt"/>
                <a:ea typeface="Times New Roman"/>
                <a:cs typeface="Times New Roman"/>
              </a:rPr>
              <a:t>Maximize n</a:t>
            </a:r>
            <a:r>
              <a:rPr lang="en-US" sz="2000" spc="-5" dirty="0">
                <a:effectLst/>
                <a:latin typeface="+mn-lt"/>
                <a:ea typeface="Times New Roman"/>
                <a:cs typeface="Times New Roman"/>
              </a:rPr>
              <a:t>a</a:t>
            </a:r>
            <a:r>
              <a:rPr lang="en-US" sz="2000" dirty="0">
                <a:effectLst/>
                <a:latin typeface="+mn-lt"/>
                <a:ea typeface="Times New Roman"/>
                <a:cs typeface="Times New Roman"/>
              </a:rPr>
              <a:t>tive</a:t>
            </a:r>
            <a:r>
              <a:rPr lang="en-US" sz="2000" spc="-5" dirty="0">
                <a:effectLst/>
                <a:latin typeface="+mn-lt"/>
                <a:ea typeface="Times New Roman"/>
                <a:cs typeface="Times New Roman"/>
              </a:rPr>
              <a:t> </a:t>
            </a:r>
            <a:r>
              <a:rPr lang="en-US" sz="2000" dirty="0">
                <a:effectLst/>
                <a:latin typeface="+mn-lt"/>
                <a:ea typeface="Times New Roman"/>
                <a:cs typeface="Times New Roman"/>
              </a:rPr>
              <a:t>inv</a:t>
            </a:r>
            <a:r>
              <a:rPr lang="en-US" sz="2000" spc="-5" dirty="0">
                <a:effectLst/>
                <a:latin typeface="+mn-lt"/>
                <a:ea typeface="Times New Roman"/>
                <a:cs typeface="Times New Roman"/>
              </a:rPr>
              <a:t>er</a:t>
            </a:r>
            <a:r>
              <a:rPr lang="en-US" sz="2000" dirty="0">
                <a:effectLst/>
                <a:latin typeface="+mn-lt"/>
                <a:ea typeface="Times New Roman"/>
                <a:cs typeface="Times New Roman"/>
              </a:rPr>
              <a:t>t</a:t>
            </a:r>
            <a:r>
              <a:rPr lang="en-US" sz="2000" spc="-5" dirty="0">
                <a:effectLst/>
                <a:latin typeface="+mn-lt"/>
                <a:ea typeface="Times New Roman"/>
                <a:cs typeface="Times New Roman"/>
              </a:rPr>
              <a:t>e</a:t>
            </a:r>
            <a:r>
              <a:rPr lang="en-US" sz="2000" dirty="0">
                <a:effectLst/>
                <a:latin typeface="+mn-lt"/>
                <a:ea typeface="Times New Roman"/>
                <a:cs typeface="Times New Roman"/>
              </a:rPr>
              <a:t>b</a:t>
            </a:r>
            <a:r>
              <a:rPr lang="en-US" sz="2000" spc="10" dirty="0">
                <a:effectLst/>
                <a:latin typeface="+mn-lt"/>
                <a:ea typeface="Times New Roman"/>
                <a:cs typeface="Times New Roman"/>
              </a:rPr>
              <a:t>r</a:t>
            </a:r>
            <a:r>
              <a:rPr lang="en-US" sz="2000" spc="-5" dirty="0">
                <a:effectLst/>
                <a:latin typeface="+mn-lt"/>
                <a:ea typeface="Times New Roman"/>
                <a:cs typeface="Times New Roman"/>
              </a:rPr>
              <a:t>a</a:t>
            </a:r>
            <a:r>
              <a:rPr lang="en-US" sz="2000" dirty="0">
                <a:effectLst/>
                <a:latin typeface="+mn-lt"/>
                <a:ea typeface="Times New Roman"/>
                <a:cs typeface="Times New Roman"/>
              </a:rPr>
              <a:t>te</a:t>
            </a:r>
            <a:r>
              <a:rPr lang="en-US" sz="2000" spc="-5" dirty="0">
                <a:effectLst/>
                <a:latin typeface="+mn-lt"/>
                <a:ea typeface="Times New Roman"/>
                <a:cs typeface="Times New Roman"/>
              </a:rPr>
              <a:t> a</a:t>
            </a:r>
            <a:r>
              <a:rPr lang="en-US" sz="2000" dirty="0">
                <a:effectLst/>
                <a:latin typeface="+mn-lt"/>
                <a:ea typeface="Times New Roman"/>
                <a:cs typeface="Times New Roman"/>
              </a:rPr>
              <a:t>nd </a:t>
            </a:r>
            <a:r>
              <a:rPr lang="en-US" sz="2000" spc="-5" dirty="0">
                <a:effectLst/>
                <a:latin typeface="+mn-lt"/>
                <a:ea typeface="Times New Roman"/>
                <a:cs typeface="Times New Roman"/>
              </a:rPr>
              <a:t>f</a:t>
            </a:r>
            <a:r>
              <a:rPr lang="en-US" sz="2000" dirty="0">
                <a:effectLst/>
                <a:latin typeface="+mn-lt"/>
                <a:ea typeface="Times New Roman"/>
                <a:cs typeface="Times New Roman"/>
              </a:rPr>
              <a:t>ish </a:t>
            </a:r>
            <a:r>
              <a:rPr lang="en-US" sz="2000" spc="-5" dirty="0">
                <a:effectLst/>
                <a:latin typeface="+mn-lt"/>
                <a:ea typeface="Times New Roman"/>
                <a:cs typeface="Times New Roman"/>
              </a:rPr>
              <a:t>c</a:t>
            </a:r>
            <a:r>
              <a:rPr lang="en-US" sz="2000" dirty="0">
                <a:effectLst/>
                <a:latin typeface="+mn-lt"/>
                <a:ea typeface="Times New Roman"/>
                <a:cs typeface="Times New Roman"/>
              </a:rPr>
              <a:t>ommuniti</a:t>
            </a:r>
            <a:r>
              <a:rPr lang="en-US" sz="2000" spc="-5" dirty="0">
                <a:effectLst/>
                <a:latin typeface="+mn-lt"/>
                <a:ea typeface="Times New Roman"/>
                <a:cs typeface="Times New Roman"/>
              </a:rPr>
              <a:t>e</a:t>
            </a:r>
            <a:r>
              <a:rPr lang="en-US" sz="2000" dirty="0">
                <a:effectLst/>
                <a:latin typeface="+mn-lt"/>
                <a:ea typeface="Times New Roman"/>
                <a:cs typeface="Times New Roman"/>
              </a:rPr>
              <a:t>s in l</a:t>
            </a:r>
            <a:r>
              <a:rPr lang="en-US" sz="2000" spc="-5" dirty="0">
                <a:effectLst/>
                <a:latin typeface="+mn-lt"/>
                <a:ea typeface="Times New Roman"/>
                <a:cs typeface="Times New Roman"/>
              </a:rPr>
              <a:t>a</a:t>
            </a:r>
            <a:r>
              <a:rPr lang="en-US" sz="2000" dirty="0">
                <a:effectLst/>
                <a:latin typeface="+mn-lt"/>
                <a:ea typeface="Times New Roman"/>
                <a:cs typeface="Times New Roman"/>
              </a:rPr>
              <a:t>k</a:t>
            </a:r>
            <a:r>
              <a:rPr lang="en-US" sz="2000" spc="-5" dirty="0">
                <a:effectLst/>
                <a:latin typeface="+mn-lt"/>
                <a:ea typeface="Times New Roman"/>
                <a:cs typeface="Times New Roman"/>
              </a:rPr>
              <a:t>e</a:t>
            </a:r>
            <a:r>
              <a:rPr lang="en-US" sz="2000" dirty="0">
                <a:effectLst/>
                <a:latin typeface="+mn-lt"/>
                <a:ea typeface="Times New Roman"/>
                <a:cs typeface="Times New Roman"/>
              </a:rPr>
              <a:t>s</a:t>
            </a:r>
            <a:endParaRPr lang="en-US" sz="2000" dirty="0">
              <a:effectLst/>
              <a:latin typeface="+mn-lt"/>
              <a:ea typeface="Calibri"/>
              <a:cs typeface="Times New Roman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C311778-306C-3011-7DBC-2131B9739D5D}"/>
              </a:ext>
            </a:extLst>
          </p:cNvPr>
          <p:cNvSpPr txBox="1"/>
          <p:nvPr/>
        </p:nvSpPr>
        <p:spPr>
          <a:xfrm>
            <a:off x="7837170" y="4570538"/>
            <a:ext cx="3829050" cy="779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4770" marR="55880">
              <a:lnSpc>
                <a:spcPct val="115000"/>
              </a:lnSpc>
              <a:spcBef>
                <a:spcPts val="15"/>
              </a:spcBef>
              <a:spcAft>
                <a:spcPts val="0"/>
              </a:spcAft>
            </a:pPr>
            <a:r>
              <a:rPr lang="en-US" sz="2000" spc="5" dirty="0">
                <a:effectLst/>
                <a:latin typeface="+mn-lt"/>
                <a:ea typeface="Times New Roman"/>
                <a:cs typeface="Times New Roman"/>
              </a:rPr>
              <a:t>Maximize interest group engagement</a:t>
            </a:r>
            <a:endParaRPr lang="en-US" sz="2000" dirty="0">
              <a:effectLst/>
              <a:latin typeface="+mn-lt"/>
              <a:ea typeface="Calibri"/>
              <a:cs typeface="Times New Roman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1C6581-8F8F-34D1-31F6-7A2E0D13F21D}"/>
              </a:ext>
            </a:extLst>
          </p:cNvPr>
          <p:cNvSpPr txBox="1"/>
          <p:nvPr/>
        </p:nvSpPr>
        <p:spPr>
          <a:xfrm>
            <a:off x="7837170" y="5514317"/>
            <a:ext cx="3829050" cy="425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477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effectLst/>
                <a:latin typeface="+mn-lt"/>
                <a:ea typeface="Times New Roman"/>
                <a:cs typeface="Times New Roman"/>
              </a:rPr>
              <a:t>Minim</a:t>
            </a:r>
            <a:r>
              <a:rPr lang="en-US" sz="2000" spc="-10" dirty="0">
                <a:effectLst/>
                <a:latin typeface="+mn-lt"/>
                <a:ea typeface="Times New Roman"/>
                <a:cs typeface="Times New Roman"/>
              </a:rPr>
              <a:t>i</a:t>
            </a:r>
            <a:r>
              <a:rPr lang="en-US" sz="2000" spc="5" dirty="0">
                <a:effectLst/>
                <a:latin typeface="+mn-lt"/>
                <a:ea typeface="Times New Roman"/>
                <a:cs typeface="Times New Roman"/>
              </a:rPr>
              <a:t>z</a:t>
            </a:r>
            <a:r>
              <a:rPr lang="en-US" sz="2000" dirty="0">
                <a:effectLst/>
                <a:latin typeface="+mn-lt"/>
                <a:ea typeface="Times New Roman"/>
                <a:cs typeface="Times New Roman"/>
              </a:rPr>
              <a:t>e</a:t>
            </a:r>
            <a:r>
              <a:rPr lang="en-US" sz="2000" spc="-5" dirty="0">
                <a:effectLst/>
                <a:latin typeface="+mn-lt"/>
                <a:ea typeface="Times New Roman"/>
                <a:cs typeface="Times New Roman"/>
              </a:rPr>
              <a:t> c</a:t>
            </a:r>
            <a:r>
              <a:rPr lang="en-US" sz="2000" dirty="0">
                <a:effectLst/>
                <a:latin typeface="+mn-lt"/>
                <a:ea typeface="Times New Roman"/>
                <a:cs typeface="Times New Roman"/>
              </a:rPr>
              <a:t>ost</a:t>
            </a:r>
            <a:endParaRPr lang="en-US" sz="2000" dirty="0">
              <a:effectLst/>
              <a:latin typeface="+mn-lt"/>
              <a:ea typeface="Calibri"/>
              <a:cs typeface="Times New Roman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0ACF22E-A30C-8776-04B7-AF7C3D13C826}"/>
              </a:ext>
            </a:extLst>
          </p:cNvPr>
          <p:cNvSpPr txBox="1"/>
          <p:nvPr/>
        </p:nvSpPr>
        <p:spPr>
          <a:xfrm>
            <a:off x="762992" y="1301945"/>
            <a:ext cx="88696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Convert concerns to objectives: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27D02F-7F07-F4C1-EA81-9ECD45ABC2B2}"/>
              </a:ext>
            </a:extLst>
          </p:cNvPr>
          <p:cNvSpPr txBox="1"/>
          <p:nvPr/>
        </p:nvSpPr>
        <p:spPr>
          <a:xfrm>
            <a:off x="5910943" y="1330757"/>
            <a:ext cx="6046361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Hint: direction + what is desired (don’t worry about units yet!)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0E4CCC-9DC2-2B37-84DC-CAE4C75F95F4}"/>
              </a:ext>
            </a:extLst>
          </p:cNvPr>
          <p:cNvSpPr txBox="1"/>
          <p:nvPr/>
        </p:nvSpPr>
        <p:spPr>
          <a:xfrm>
            <a:off x="0" y="6581001"/>
            <a:ext cx="89180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Developed by Alex McInturff, Jean Fitts Cochrane, Angela Matz, Jennifer A. Szymanski, James E. Lyons, Sarah J. Converse, &amp; Michael C. Runge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BDA7182-07E4-8B7C-E809-9B8FE8267057}"/>
              </a:ext>
            </a:extLst>
          </p:cNvPr>
          <p:cNvSpPr txBox="1">
            <a:spLocks/>
          </p:cNvSpPr>
          <p:nvPr/>
        </p:nvSpPr>
        <p:spPr>
          <a:xfrm>
            <a:off x="0" y="386671"/>
            <a:ext cx="12192000" cy="73435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Activity – convert goals to objectives</a:t>
            </a:r>
          </a:p>
        </p:txBody>
      </p:sp>
    </p:spTree>
    <p:extLst>
      <p:ext uri="{BB962C8B-B14F-4D97-AF65-F5344CB8AC3E}">
        <p14:creationId xmlns:p14="http://schemas.microsoft.com/office/powerpoint/2010/main" val="2100928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3" grpId="0"/>
      <p:bldP spid="15" grpId="0"/>
      <p:bldP spid="1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64EBC-C881-88AE-C5C3-614E324A1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DEE801D-A2E3-589B-E697-F644B0157D28}"/>
              </a:ext>
            </a:extLst>
          </p:cNvPr>
          <p:cNvSpPr txBox="1"/>
          <p:nvPr/>
        </p:nvSpPr>
        <p:spPr>
          <a:xfrm>
            <a:off x="0" y="6581001"/>
            <a:ext cx="89180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Developed by Alex McInturff, Jean Fitts Cochrane, Angela Matz, Jennifer A. Szymanski, James E. Lyons, Sarah J. Converse, &amp; Michael C. Runge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6E688AA-1B5B-5A39-84E2-108F36A3B348}"/>
              </a:ext>
            </a:extLst>
          </p:cNvPr>
          <p:cNvSpPr txBox="1">
            <a:spLocks/>
          </p:cNvSpPr>
          <p:nvPr/>
        </p:nvSpPr>
        <p:spPr>
          <a:xfrm>
            <a:off x="0" y="386671"/>
            <a:ext cx="12192000" cy="73435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Skills Check Task 1</a:t>
            </a:r>
          </a:p>
        </p:txBody>
      </p:sp>
      <p:sp>
        <p:nvSpPr>
          <p:cNvPr id="4" name="Google Shape;225;p18">
            <a:extLst>
              <a:ext uri="{FF2B5EF4-FFF2-40B4-BE49-F238E27FC236}">
                <a16:creationId xmlns:a16="http://schemas.microsoft.com/office/drawing/2014/main" id="{6FC569A6-D8F6-C961-CC35-D5D53612E0E5}"/>
              </a:ext>
            </a:extLst>
          </p:cNvPr>
          <p:cNvSpPr txBox="1">
            <a:spLocks/>
          </p:cNvSpPr>
          <p:nvPr/>
        </p:nvSpPr>
        <p:spPr>
          <a:xfrm>
            <a:off x="687666" y="1737789"/>
            <a:ext cx="11292214" cy="319865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40"/>
              </a:spcBef>
              <a:buSzPts val="32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ea typeface="Century Gothic"/>
                <a:cs typeface="Century Gothic"/>
                <a:sym typeface="Century Gothic"/>
              </a:rPr>
              <a:t>Consider this decision… (5 min)</a:t>
            </a:r>
            <a:endParaRPr lang="en-US" sz="1100" dirty="0">
              <a:solidFill>
                <a:schemeClr val="dk1"/>
              </a:solidFill>
              <a:ea typeface="Century Gothic"/>
              <a:cs typeface="Century Gothic"/>
              <a:sym typeface="Century Gothic"/>
            </a:endParaRP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SzPts val="3200"/>
            </a:pPr>
            <a:r>
              <a:rPr lang="en-US" sz="2000" dirty="0">
                <a:solidFill>
                  <a:schemeClr val="dk1"/>
                </a:solidFill>
                <a:ea typeface="Century Gothic"/>
                <a:cs typeface="Century Gothic"/>
                <a:sym typeface="Century Gothic"/>
              </a:rPr>
              <a:t>You are the manager of a wildlife refuge</a:t>
            </a:r>
            <a:endParaRPr lang="en-US" dirty="0"/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SzPts val="3200"/>
            </a:pPr>
            <a:r>
              <a:rPr lang="en-US" sz="2000" dirty="0">
                <a:solidFill>
                  <a:schemeClr val="dk1"/>
                </a:solidFill>
                <a:ea typeface="Century Gothic"/>
                <a:cs typeface="Century Gothic"/>
                <a:sym typeface="Century Gothic"/>
              </a:rPr>
              <a:t>Developing a management plan for an endangered lizard. </a:t>
            </a:r>
            <a:endParaRPr lang="en-US" dirty="0"/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SzPts val="3200"/>
            </a:pPr>
            <a:r>
              <a:rPr lang="en-US" sz="2000" dirty="0">
                <a:solidFill>
                  <a:schemeClr val="dk1"/>
                </a:solidFill>
                <a:ea typeface="Century Gothic"/>
                <a:cs typeface="Century Gothic"/>
                <a:sym typeface="Century Gothic"/>
              </a:rPr>
              <a:t>The species benefits from prescribed fire (though your budget for such activities is limited)</a:t>
            </a:r>
            <a:endParaRPr lang="en-US" dirty="0"/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SzPts val="3200"/>
            </a:pPr>
            <a:r>
              <a:rPr lang="en-US" sz="2000" dirty="0">
                <a:solidFill>
                  <a:schemeClr val="dk1"/>
                </a:solidFill>
                <a:ea typeface="Century Gothic"/>
                <a:cs typeface="Century Gothic"/>
                <a:sym typeface="Century Gothic"/>
              </a:rPr>
              <a:t>The species is susceptible to road mortality</a:t>
            </a:r>
            <a:endParaRPr lang="en-US" dirty="0"/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SzPts val="3200"/>
            </a:pPr>
            <a:r>
              <a:rPr lang="en-US" sz="2000" dirty="0">
                <a:solidFill>
                  <a:schemeClr val="dk1"/>
                </a:solidFill>
                <a:ea typeface="Century Gothic"/>
                <a:cs typeface="Century Gothic"/>
                <a:sym typeface="Century Gothic"/>
              </a:rPr>
              <a:t>The Refuge receives substantial visitation by bird watchers, some of whom like to travel by car.</a:t>
            </a:r>
            <a:endParaRPr lang="en-US" sz="2000" b="1" dirty="0">
              <a:solidFill>
                <a:schemeClr val="dk1"/>
              </a:solidFill>
              <a:sym typeface="Century Gothic"/>
            </a:endParaRPr>
          </a:p>
          <a:p>
            <a:pPr marL="0" indent="0" algn="ctr">
              <a:lnSpc>
                <a:spcPct val="100000"/>
              </a:lnSpc>
              <a:spcBef>
                <a:spcPts val="600"/>
              </a:spcBef>
              <a:buSzPts val="3200"/>
              <a:buNone/>
            </a:pPr>
            <a:r>
              <a:rPr lang="en-US" sz="3600" b="1" dirty="0">
                <a:solidFill>
                  <a:schemeClr val="dk1"/>
                </a:solidFill>
                <a:sym typeface="Century Gothic"/>
              </a:rPr>
              <a:t>TASK 1: Write a list of objectives </a:t>
            </a:r>
            <a:endParaRPr lang="en-US" sz="4400" b="1" dirty="0"/>
          </a:p>
        </p:txBody>
      </p:sp>
      <p:sp>
        <p:nvSpPr>
          <p:cNvPr id="5" name="Google Shape;228;p18">
            <a:extLst>
              <a:ext uri="{FF2B5EF4-FFF2-40B4-BE49-F238E27FC236}">
                <a16:creationId xmlns:a16="http://schemas.microsoft.com/office/drawing/2014/main" id="{2E475C11-33F2-6A00-74A3-F5AB8F597221}"/>
              </a:ext>
            </a:extLst>
          </p:cNvPr>
          <p:cNvSpPr txBox="1"/>
          <p:nvPr/>
        </p:nvSpPr>
        <p:spPr>
          <a:xfrm>
            <a:off x="687666" y="4936441"/>
            <a:ext cx="7542756" cy="139413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indent="-228600">
              <a:buClr>
                <a:srgbClr val="000000"/>
              </a:buClr>
              <a:buSzPct val="100000"/>
            </a:pPr>
            <a:r>
              <a:rPr lang="en-US" sz="2000" b="0" i="0" u="none" strike="noStrike" cap="none" dirty="0">
                <a:latin typeface="Arial Black"/>
                <a:ea typeface="Arial Black"/>
                <a:cs typeface="Arial Black"/>
                <a:sym typeface="Arial Black"/>
              </a:rPr>
              <a:t>Identify your concerns and translate into objectives:</a:t>
            </a:r>
            <a:endParaRPr dirty="0"/>
          </a:p>
          <a:p>
            <a:pPr lvl="1">
              <a:spcBef>
                <a:spcPts val="370"/>
              </a:spcBef>
              <a:buClr>
                <a:srgbClr val="000000"/>
              </a:buClr>
              <a:buSzPct val="100000"/>
            </a:pPr>
            <a:r>
              <a:rPr lang="en-US" sz="2000" b="0" i="0" u="none" strike="noStrike" cap="none" dirty="0">
                <a:latin typeface="Arial Black"/>
                <a:ea typeface="Arial Black"/>
                <a:cs typeface="Arial Black"/>
                <a:sym typeface="Arial Black"/>
              </a:rPr>
              <a:t>What are you hoping to accomplish?</a:t>
            </a:r>
            <a:endParaRPr lang="en-US" dirty="0"/>
          </a:p>
          <a:p>
            <a:pPr lvl="1">
              <a:spcBef>
                <a:spcPts val="370"/>
              </a:spcBef>
              <a:buClr>
                <a:srgbClr val="000000"/>
              </a:buClr>
              <a:buSzPct val="100000"/>
            </a:pPr>
            <a:r>
              <a:rPr lang="en-US" sz="2000" b="0" i="0" u="none" strike="noStrike" cap="none" dirty="0">
                <a:latin typeface="Arial Black"/>
                <a:ea typeface="Arial Black"/>
                <a:cs typeface="Arial Black"/>
                <a:sym typeface="Arial Black"/>
              </a:rPr>
              <a:t>What do stakeholders want?</a:t>
            </a:r>
            <a:endParaRPr lang="en-US" dirty="0">
              <a:sym typeface="Arial Black"/>
            </a:endParaRPr>
          </a:p>
          <a:p>
            <a:pPr lvl="1">
              <a:spcBef>
                <a:spcPts val="370"/>
              </a:spcBef>
              <a:buClr>
                <a:srgbClr val="000000"/>
              </a:buClr>
              <a:buSzPct val="100000"/>
            </a:pPr>
            <a:r>
              <a:rPr lang="en-US" sz="2000" b="0" i="0" u="none" strike="noStrike" cap="none" dirty="0">
                <a:latin typeface="Arial Black"/>
                <a:ea typeface="Arial Black"/>
                <a:cs typeface="Arial Black"/>
                <a:sym typeface="Arial Black"/>
              </a:rPr>
              <a:t>What do you or they want to avoid?</a:t>
            </a:r>
            <a:endParaRPr sz="2700" b="0" i="0" u="none" strike="noStrike" cap="none" dirty="0">
              <a:latin typeface="Arial Black"/>
              <a:ea typeface="Arial Black"/>
              <a:cs typeface="Arial Black"/>
              <a:sym typeface="Arial Black"/>
            </a:endParaRPr>
          </a:p>
          <a:p>
            <a:pPr marL="1143000" marR="0" lvl="2" indent="-228600" algn="l" rtl="0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None/>
            </a:pPr>
            <a:endParaRPr sz="2000" b="0" i="0" u="none" strike="noStrike" cap="none" dirty="0">
              <a:latin typeface="Arial Black"/>
              <a:ea typeface="Arial Black"/>
              <a:cs typeface="Arial Black"/>
              <a:sym typeface="Arial Black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None/>
            </a:pPr>
            <a:endParaRPr sz="2400" b="0" i="0" u="none" strike="noStrike" cap="none" dirty="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E3C402-6F2F-B783-8226-C298230D54BF}"/>
              </a:ext>
            </a:extLst>
          </p:cNvPr>
          <p:cNvSpPr txBox="1"/>
          <p:nvPr/>
        </p:nvSpPr>
        <p:spPr>
          <a:xfrm>
            <a:off x="63169" y="1213673"/>
            <a:ext cx="12192000" cy="734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600"/>
              </a:spcBef>
              <a:buSzPts val="3200"/>
              <a:buNone/>
            </a:pPr>
            <a:r>
              <a:rPr lang="en-US" sz="4000" b="1" dirty="0">
                <a:solidFill>
                  <a:schemeClr val="dk1"/>
                </a:solidFill>
                <a:sym typeface="Century Gothic"/>
              </a:rPr>
              <a:t>Lizard example</a:t>
            </a:r>
            <a:endParaRPr lang="en-US" sz="4800" b="1" dirty="0"/>
          </a:p>
        </p:txBody>
      </p:sp>
      <p:pic>
        <p:nvPicPr>
          <p:cNvPr id="14" name="Graphic 13" descr="Gecko with solid fill">
            <a:extLst>
              <a:ext uri="{FF2B5EF4-FFF2-40B4-BE49-F238E27FC236}">
                <a16:creationId xmlns:a16="http://schemas.microsoft.com/office/drawing/2014/main" id="{9B2FED5D-01AE-B20D-15D8-272A12DDA6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20153" y="1121023"/>
            <a:ext cx="1931581" cy="1931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751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C773E-AA56-792B-218F-EB231C7CB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8512F-E758-9AEB-6152-E995DA059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2431" y="1603332"/>
            <a:ext cx="9616547" cy="613776"/>
          </a:xfrm>
        </p:spPr>
        <p:txBody>
          <a:bodyPr>
            <a:normAutofit fontScale="90000"/>
          </a:bodyPr>
          <a:lstStyle/>
          <a:p>
            <a:pPr lvl="0">
              <a:lnSpc>
                <a:spcPct val="100000"/>
              </a:lnSpc>
              <a:spcBef>
                <a:spcPts val="640"/>
              </a:spcBef>
              <a:buSzPts val="3200"/>
            </a:pPr>
            <a:r>
              <a:rPr lang="en-US" sz="4000" dirty="0"/>
              <a:t>1. Articulate goals &amp; concerns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8DECEEF-6813-0A56-147E-CD766EC44964}"/>
              </a:ext>
            </a:extLst>
          </p:cNvPr>
          <p:cNvSpPr txBox="1">
            <a:spLocks/>
          </p:cNvSpPr>
          <p:nvPr/>
        </p:nvSpPr>
        <p:spPr>
          <a:xfrm>
            <a:off x="933022" y="59366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Process for identifying objectives: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0E7282-4A9F-0A66-2621-C8143A3B5047}"/>
              </a:ext>
            </a:extLst>
          </p:cNvPr>
          <p:cNvSpPr txBox="1"/>
          <p:nvPr/>
        </p:nvSpPr>
        <p:spPr>
          <a:xfrm>
            <a:off x="0" y="6581001"/>
            <a:ext cx="89180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Developed by Alex McInturff, Jean Fitts Cochrane, Angela Matz, Jennifer A. Szymanski, James E. Lyons, Sarah J. Converse, &amp; Michael C. Runge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F878BD-3479-5495-1C69-1B46E82BDFF5}"/>
              </a:ext>
            </a:extLst>
          </p:cNvPr>
          <p:cNvSpPr txBox="1"/>
          <p:nvPr/>
        </p:nvSpPr>
        <p:spPr>
          <a:xfrm>
            <a:off x="1656000" y="2190293"/>
            <a:ext cx="86554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dk1"/>
                </a:solidFill>
                <a:latin typeface="+mj-lt"/>
              </a:rPr>
              <a:t>2. Convert goals &amp; concerns to objectives</a:t>
            </a:r>
            <a:endParaRPr lang="en-US" sz="3600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8293EC-055D-BFF1-6181-3F5F1EBABBAF}"/>
              </a:ext>
            </a:extLst>
          </p:cNvPr>
          <p:cNvSpPr txBox="1"/>
          <p:nvPr/>
        </p:nvSpPr>
        <p:spPr>
          <a:xfrm>
            <a:off x="1694722" y="2836624"/>
            <a:ext cx="9189173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u="sng" dirty="0">
                <a:solidFill>
                  <a:schemeClr val="dk1"/>
                </a:solidFill>
                <a:latin typeface="+mj-lt"/>
              </a:rPr>
              <a:t>3. Structure objectives:</a:t>
            </a:r>
          </a:p>
          <a:p>
            <a:pPr lvl="0">
              <a:spcBef>
                <a:spcPts val="1200"/>
              </a:spcBef>
              <a:buSzPts val="3200"/>
            </a:pPr>
            <a:r>
              <a:rPr lang="en-US" sz="3600" dirty="0">
                <a:solidFill>
                  <a:schemeClr val="dk1"/>
                </a:solidFill>
                <a:ea typeface="Arial"/>
                <a:cs typeface="Arial"/>
                <a:sym typeface="Arial"/>
              </a:rPr>
              <a:t>	</a:t>
            </a:r>
            <a:r>
              <a:rPr lang="en-US" sz="3600" u="sng" dirty="0">
                <a:solidFill>
                  <a:schemeClr val="dk1"/>
                </a:solidFill>
                <a:ea typeface="Arial"/>
                <a:cs typeface="Arial"/>
                <a:sym typeface="Arial"/>
              </a:rPr>
              <a:t>3a. Classify and distinguish types of objectives</a:t>
            </a:r>
            <a:endParaRPr lang="en-US" sz="3600" u="sng" dirty="0">
              <a:sym typeface="Arial"/>
            </a:endParaRPr>
          </a:p>
          <a:p>
            <a:pPr lvl="0">
              <a:spcBef>
                <a:spcPts val="1200"/>
              </a:spcBef>
              <a:buSzPts val="3200"/>
            </a:pPr>
            <a:r>
              <a:rPr lang="en-US" sz="3600" dirty="0">
                <a:solidFill>
                  <a:schemeClr val="dk1"/>
                </a:solidFill>
                <a:ea typeface="Arial"/>
                <a:cs typeface="Arial"/>
                <a:sym typeface="Arial"/>
              </a:rPr>
              <a:t>	</a:t>
            </a:r>
            <a:r>
              <a:rPr lang="en-US" sz="3600" u="sng" dirty="0">
                <a:solidFill>
                  <a:schemeClr val="dk1"/>
                </a:solidFill>
                <a:ea typeface="Arial"/>
                <a:cs typeface="Arial"/>
                <a:sym typeface="Arial"/>
              </a:rPr>
              <a:t>3b. Create an objectives hierarchy</a:t>
            </a:r>
            <a:endParaRPr lang="en-US" sz="3600" u="sng" dirty="0"/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A816A236-CA83-5F13-090D-53D506E33714}"/>
              </a:ext>
            </a:extLst>
          </p:cNvPr>
          <p:cNvSpPr/>
          <p:nvPr/>
        </p:nvSpPr>
        <p:spPr>
          <a:xfrm>
            <a:off x="1093273" y="1766569"/>
            <a:ext cx="601449" cy="867077"/>
          </a:xfrm>
          <a:prstGeom prst="leftBrac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8BBA50-9EC1-81A4-4164-0BF31EF81F57}"/>
              </a:ext>
            </a:extLst>
          </p:cNvPr>
          <p:cNvSpPr txBox="1"/>
          <p:nvPr/>
        </p:nvSpPr>
        <p:spPr>
          <a:xfrm>
            <a:off x="76352" y="1735853"/>
            <a:ext cx="93679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</a:rPr>
              <a:t>Big</a:t>
            </a:r>
          </a:p>
          <a:p>
            <a:pPr algn="ctr"/>
            <a:r>
              <a:rPr lang="en-US" sz="2000" b="1" dirty="0">
                <a:solidFill>
                  <a:schemeClr val="accent1"/>
                </a:solidFill>
              </a:rPr>
              <a:t>picture</a:t>
            </a:r>
          </a:p>
        </p:txBody>
      </p:sp>
      <p:sp>
        <p:nvSpPr>
          <p:cNvPr id="13" name="Left Brace 12">
            <a:extLst>
              <a:ext uri="{FF2B5EF4-FFF2-40B4-BE49-F238E27FC236}">
                <a16:creationId xmlns:a16="http://schemas.microsoft.com/office/drawing/2014/main" id="{DBA5F525-8859-A8F0-AA0D-24DD55B49C24}"/>
              </a:ext>
            </a:extLst>
          </p:cNvPr>
          <p:cNvSpPr/>
          <p:nvPr/>
        </p:nvSpPr>
        <p:spPr>
          <a:xfrm>
            <a:off x="1093273" y="3032305"/>
            <a:ext cx="601449" cy="1647144"/>
          </a:xfrm>
          <a:prstGeom prst="leftBrac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317673-EC26-5D5D-2D9E-98BD62C79F80}"/>
              </a:ext>
            </a:extLst>
          </p:cNvPr>
          <p:cNvSpPr txBox="1"/>
          <p:nvPr/>
        </p:nvSpPr>
        <p:spPr>
          <a:xfrm>
            <a:off x="97488" y="3501934"/>
            <a:ext cx="99578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6"/>
                </a:solidFill>
              </a:rPr>
              <a:t>Specific</a:t>
            </a:r>
          </a:p>
          <a:p>
            <a:pPr algn="ctr"/>
            <a:r>
              <a:rPr lang="en-US" sz="2000" b="1" dirty="0">
                <a:solidFill>
                  <a:schemeClr val="accent6"/>
                </a:solidFill>
              </a:rPr>
              <a:t>Steps</a:t>
            </a:r>
          </a:p>
        </p:txBody>
      </p:sp>
    </p:spTree>
    <p:extLst>
      <p:ext uri="{BB962C8B-B14F-4D97-AF65-F5344CB8AC3E}">
        <p14:creationId xmlns:p14="http://schemas.microsoft.com/office/powerpoint/2010/main" val="1834270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  <p:bldP spid="13" grpId="0" animBg="1"/>
      <p:bldP spid="1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7711D-537C-9634-4887-F79EF0217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4853"/>
            <a:ext cx="10515600" cy="1325563"/>
          </a:xfrm>
        </p:spPr>
        <p:txBody>
          <a:bodyPr/>
          <a:lstStyle/>
          <a:p>
            <a:r>
              <a:rPr lang="en-US" dirty="0"/>
              <a:t>3a. Distinguish types of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798294-643F-1C55-791D-75D450CB2E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9593"/>
            <a:ext cx="10717305" cy="4351338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lnSpc>
                <a:spcPct val="90000"/>
              </a:lnSpc>
              <a:buFont typeface="Century Gothic" charset="0"/>
              <a:buAutoNum type="arabicPeriod"/>
            </a:pPr>
            <a:r>
              <a:rPr lang="en-US" b="1" dirty="0">
                <a:ea typeface="MS PGothic" charset="0"/>
              </a:rPr>
              <a:t>Fundamental </a:t>
            </a:r>
          </a:p>
          <a:p>
            <a:pPr lvl="1">
              <a:lnSpc>
                <a:spcPct val="90000"/>
              </a:lnSpc>
            </a:pPr>
            <a:r>
              <a:rPr lang="en-US" sz="2800" dirty="0">
                <a:ea typeface="MS PGothic" charset="0"/>
              </a:rPr>
              <a:t>The basic reason for caring about the decision (essential)</a:t>
            </a:r>
          </a:p>
          <a:p>
            <a:pPr marL="457200" indent="-457200">
              <a:lnSpc>
                <a:spcPct val="90000"/>
              </a:lnSpc>
              <a:buFont typeface="Century Gothic" charset="0"/>
              <a:buAutoNum type="arabicPeriod"/>
            </a:pPr>
            <a:r>
              <a:rPr lang="en-US" b="1" dirty="0">
                <a:ea typeface="MS PGothic" charset="0"/>
              </a:rPr>
              <a:t>Means </a:t>
            </a:r>
          </a:p>
          <a:p>
            <a:pPr lvl="1">
              <a:lnSpc>
                <a:spcPct val="90000"/>
              </a:lnSpc>
            </a:pPr>
            <a:r>
              <a:rPr lang="en-US" sz="2800" dirty="0">
                <a:ea typeface="MS PGothic" charset="0"/>
              </a:rPr>
              <a:t>Influence the achievement of fundamental objectives (not necessarily essential)</a:t>
            </a:r>
          </a:p>
          <a:p>
            <a:pPr marL="457200" indent="-457200">
              <a:lnSpc>
                <a:spcPct val="90000"/>
              </a:lnSpc>
              <a:buFont typeface="Century Gothic" charset="0"/>
              <a:buAutoNum type="arabicPeriod"/>
            </a:pPr>
            <a:r>
              <a:rPr lang="en-US" b="1" dirty="0">
                <a:ea typeface="MS PGothic" charset="0"/>
              </a:rPr>
              <a:t>Process </a:t>
            </a:r>
          </a:p>
          <a:p>
            <a:pPr lvl="1">
              <a:lnSpc>
                <a:spcPct val="90000"/>
              </a:lnSpc>
            </a:pPr>
            <a:r>
              <a:rPr lang="en-US" sz="2800" dirty="0">
                <a:ea typeface="MS PGothic" charset="0"/>
              </a:rPr>
              <a:t>Concern for </a:t>
            </a:r>
            <a:r>
              <a:rPr lang="en-US" sz="2800" u="sng" dirty="0">
                <a:ea typeface="MS PGothic" charset="0"/>
              </a:rPr>
              <a:t>how the decision is made</a:t>
            </a:r>
            <a:r>
              <a:rPr lang="en-US" sz="2800" dirty="0">
                <a:ea typeface="MS PGothic" charset="0"/>
              </a:rPr>
              <a:t> rather than what decision is made</a:t>
            </a:r>
          </a:p>
          <a:p>
            <a:pPr lvl="2"/>
            <a:r>
              <a:rPr lang="en-US" sz="2400" dirty="0">
                <a:ea typeface="MS PGothic" charset="0"/>
              </a:rPr>
              <a:t>Example- maximize public trust</a:t>
            </a:r>
          </a:p>
          <a:p>
            <a:pPr marL="457200" indent="-457200">
              <a:lnSpc>
                <a:spcPct val="90000"/>
              </a:lnSpc>
              <a:buFont typeface="Century Gothic" charset="0"/>
              <a:buAutoNum type="arabicPeriod"/>
            </a:pPr>
            <a:r>
              <a:rPr lang="en-US" b="1" dirty="0">
                <a:ea typeface="MS PGothic" charset="0"/>
              </a:rPr>
              <a:t>Strategic </a:t>
            </a:r>
          </a:p>
          <a:p>
            <a:pPr lvl="1">
              <a:lnSpc>
                <a:spcPct val="90000"/>
              </a:lnSpc>
            </a:pPr>
            <a:r>
              <a:rPr lang="en-US" sz="2800" u="sng" dirty="0">
                <a:ea typeface="MS PGothic" charset="0"/>
              </a:rPr>
              <a:t>Higher level </a:t>
            </a:r>
            <a:r>
              <a:rPr lang="en-US" sz="2800" dirty="0">
                <a:ea typeface="MS PGothic" charset="0"/>
              </a:rPr>
              <a:t>– objectives covering all decisions made by the organization or person or an agency mandate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E2BD75-A4B9-51F9-78EC-72D178667064}"/>
              </a:ext>
            </a:extLst>
          </p:cNvPr>
          <p:cNvSpPr txBox="1"/>
          <p:nvPr/>
        </p:nvSpPr>
        <p:spPr>
          <a:xfrm>
            <a:off x="0" y="6581001"/>
            <a:ext cx="89180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Developed by Alex McInturff, Jean Fitts Cochrane, Angela Matz, Jennifer A. Szymanski, James E. Lyons, Sarah J. Converse, &amp; Michael C. Runge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77F982F-75AC-FCB1-FAA7-E44FE4765BC8}"/>
              </a:ext>
            </a:extLst>
          </p:cNvPr>
          <p:cNvSpPr txBox="1">
            <a:spLocks/>
          </p:cNvSpPr>
          <p:nvPr/>
        </p:nvSpPr>
        <p:spPr>
          <a:xfrm>
            <a:off x="920496" y="-17878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Process for identifying objectives:</a:t>
            </a:r>
          </a:p>
        </p:txBody>
      </p:sp>
    </p:spTree>
    <p:extLst>
      <p:ext uri="{BB962C8B-B14F-4D97-AF65-F5344CB8AC3E}">
        <p14:creationId xmlns:p14="http://schemas.microsoft.com/office/powerpoint/2010/main" val="211886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82A29-B2EB-0ED1-C7CC-4F634DE1E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685E9-F60B-13B2-89A7-B8B257100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4853"/>
            <a:ext cx="10515600" cy="1325563"/>
          </a:xfrm>
        </p:spPr>
        <p:txBody>
          <a:bodyPr/>
          <a:lstStyle/>
          <a:p>
            <a:r>
              <a:rPr lang="en-US" dirty="0"/>
              <a:t>3a. Distinguish types of objectives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15FD5C-BCD5-F8BC-2511-61FD1FA2B05F}"/>
              </a:ext>
            </a:extLst>
          </p:cNvPr>
          <p:cNvSpPr txBox="1"/>
          <p:nvPr/>
        </p:nvSpPr>
        <p:spPr>
          <a:xfrm>
            <a:off x="0" y="6581001"/>
            <a:ext cx="89180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Developed by Alex McInturff, Jean Fitts Cochrane, Angela Matz, Jennifer A. Szymanski, James E. Lyons, Sarah J. Converse, &amp; Michael C. Runge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3CC3E8F-92F5-4DA6-1D01-C5D14105C0F6}"/>
              </a:ext>
            </a:extLst>
          </p:cNvPr>
          <p:cNvSpPr txBox="1">
            <a:spLocks/>
          </p:cNvSpPr>
          <p:nvPr/>
        </p:nvSpPr>
        <p:spPr>
          <a:xfrm>
            <a:off x="920496" y="-17878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Process for identifying objectives: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002718-FBE9-9225-8334-3D50FBD215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>
                <a:highlight>
                  <a:srgbClr val="C0C0C0"/>
                </a:highlight>
                <a:ea typeface="Arial"/>
                <a:cs typeface="Arial"/>
                <a:sym typeface="Arial"/>
              </a:rPr>
              <a:t>Fundamental Objectives</a:t>
            </a:r>
          </a:p>
          <a:p>
            <a:pPr marL="0" indent="0">
              <a:spcBef>
                <a:spcPts val="1200"/>
              </a:spcBef>
              <a:buSzPct val="108108"/>
              <a:buNone/>
            </a:pPr>
            <a:r>
              <a:rPr lang="en-US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do you know what’s fundamental?</a:t>
            </a:r>
            <a:endParaRPr lang="en-US" dirty="0"/>
          </a:p>
          <a:p>
            <a:pPr indent="-457200">
              <a:spcBef>
                <a:spcPts val="1200"/>
              </a:spcBef>
              <a:buSzPct val="108108"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Must be </a:t>
            </a:r>
            <a:r>
              <a:rPr lang="en-US" u="sng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controllable</a:t>
            </a: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available alternatives could influence the objective</a:t>
            </a:r>
            <a:endParaRPr lang="en-US" dirty="0"/>
          </a:p>
          <a:p>
            <a:pPr lvl="1">
              <a:spcBef>
                <a:spcPts val="1200"/>
              </a:spcBef>
              <a:buSzPct val="126126"/>
            </a:pPr>
            <a:r>
              <a:rPr lang="en-US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Not too broad or high level to be beyond control with alternatives available for this context</a:t>
            </a:r>
            <a:endParaRPr lang="en-US" dirty="0"/>
          </a:p>
          <a:p>
            <a:pPr indent="-457200">
              <a:spcBef>
                <a:spcPts val="1200"/>
              </a:spcBef>
              <a:buSzPct val="108108"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Must be </a:t>
            </a:r>
            <a:r>
              <a:rPr lang="en-US" u="sng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essential</a:t>
            </a: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relevant to selection of alternative </a:t>
            </a:r>
            <a:endParaRPr lang="en-US" dirty="0"/>
          </a:p>
          <a:p>
            <a:pPr lvl="1">
              <a:spcBef>
                <a:spcPts val="1200"/>
              </a:spcBef>
              <a:buSzPct val="126126"/>
            </a:pPr>
            <a:r>
              <a:rPr lang="en-US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Not too narrow and not a means to another objective</a:t>
            </a:r>
            <a:endParaRPr lang="en-US" dirty="0"/>
          </a:p>
          <a:p>
            <a:pPr lvl="1">
              <a:spcBef>
                <a:spcPts val="1200"/>
              </a:spcBef>
            </a:pPr>
            <a:endParaRPr lang="en-US" dirty="0">
              <a:solidFill>
                <a:srgbClr val="7F7F7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59493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B5993-B66C-9F89-A23F-11D80F43F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0D55E-4939-9140-71C1-A481AC7E9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4853"/>
            <a:ext cx="10515600" cy="1325563"/>
          </a:xfrm>
        </p:spPr>
        <p:txBody>
          <a:bodyPr/>
          <a:lstStyle/>
          <a:p>
            <a:r>
              <a:rPr lang="en-US" dirty="0"/>
              <a:t>3a. Distinguish types of objectives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4BDF05-9934-31F4-AED6-5D7D94004D1E}"/>
              </a:ext>
            </a:extLst>
          </p:cNvPr>
          <p:cNvSpPr txBox="1"/>
          <p:nvPr/>
        </p:nvSpPr>
        <p:spPr>
          <a:xfrm>
            <a:off x="0" y="6581001"/>
            <a:ext cx="89180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Developed by Alex McInturff, Jean Fitts Cochrane, Angela Matz, Jennifer A. Szymanski, James E. Lyons, Sarah J. Converse, &amp; Michael C. Runge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751A849-8846-748D-07B6-E344A92426F1}"/>
              </a:ext>
            </a:extLst>
          </p:cNvPr>
          <p:cNvSpPr txBox="1">
            <a:spLocks/>
          </p:cNvSpPr>
          <p:nvPr/>
        </p:nvSpPr>
        <p:spPr>
          <a:xfrm>
            <a:off x="920496" y="-17878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Process for identifying objectives: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C85DF4-1D3B-8DC2-6D6F-B6A6E8889A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5752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200" dirty="0">
                <a:highlight>
                  <a:srgbClr val="C0C0C0"/>
                </a:highlight>
                <a:ea typeface="Arial"/>
                <a:cs typeface="Arial"/>
                <a:sym typeface="Arial"/>
              </a:rPr>
              <a:t>Means Objectives</a:t>
            </a:r>
          </a:p>
          <a:p>
            <a:pPr marL="0" indent="0">
              <a:spcBef>
                <a:spcPts val="1200"/>
              </a:spcBef>
              <a:buSzPct val="108108"/>
              <a:buNone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Means objectives point to the actions that you can take to influence what matters</a:t>
            </a:r>
            <a:endParaRPr lang="en-US" dirty="0"/>
          </a:p>
          <a:p>
            <a:pPr marL="0" indent="0">
              <a:spcBef>
                <a:spcPts val="1200"/>
              </a:spcBef>
              <a:buSzPct val="108108"/>
              <a:buNone/>
            </a:pPr>
            <a:endParaRPr lang="en-US" dirty="0">
              <a:latin typeface="Arial"/>
              <a:ea typeface="Arial"/>
              <a:cs typeface="Arial"/>
              <a:sym typeface="Arial"/>
            </a:endParaRPr>
          </a:p>
          <a:p>
            <a:pPr marL="0" indent="0">
              <a:spcBef>
                <a:spcPts val="1200"/>
              </a:spcBef>
              <a:buSzPct val="108108"/>
              <a:buNone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TIP: Distinguish </a:t>
            </a:r>
            <a:r>
              <a:rPr lang="en-US" u="sng" dirty="0">
                <a:latin typeface="Arial"/>
                <a:ea typeface="Arial"/>
                <a:cs typeface="Arial"/>
                <a:sym typeface="Arial"/>
              </a:rPr>
              <a:t>fundamental</a:t>
            </a:r>
            <a:r>
              <a:rPr lang="en-US" dirty="0">
                <a:latin typeface="Arial"/>
                <a:ea typeface="Arial"/>
                <a:cs typeface="Arial"/>
                <a:sym typeface="Arial"/>
              </a:rPr>
              <a:t> from </a:t>
            </a:r>
            <a:r>
              <a:rPr lang="en-US" u="sng" dirty="0">
                <a:latin typeface="Arial"/>
                <a:ea typeface="Arial"/>
                <a:cs typeface="Arial"/>
                <a:sym typeface="Arial"/>
              </a:rPr>
              <a:t>means</a:t>
            </a:r>
            <a:r>
              <a:rPr lang="en-US" dirty="0">
                <a:latin typeface="Arial"/>
                <a:ea typeface="Arial"/>
                <a:cs typeface="Arial"/>
                <a:sym typeface="Arial"/>
              </a:rPr>
              <a:t> objectives</a:t>
            </a:r>
          </a:p>
          <a:p>
            <a:pPr lvl="1">
              <a:buSzPct val="117647"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Fundamental objectives point to what matters</a:t>
            </a:r>
            <a:endParaRPr lang="en-US" dirty="0"/>
          </a:p>
          <a:p>
            <a:pPr lvl="1">
              <a:buSzPct val="117647"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Distinguish fundamental and means objectives to</a:t>
            </a:r>
            <a:endParaRPr lang="en-US" dirty="0"/>
          </a:p>
          <a:p>
            <a:pPr lvl="2">
              <a:buSzPct val="137254"/>
            </a:pPr>
            <a:r>
              <a:rPr lang="en-US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Correctly weight objectives</a:t>
            </a:r>
            <a:endParaRPr lang="en-US" dirty="0"/>
          </a:p>
          <a:p>
            <a:pPr lvl="2">
              <a:buSzPct val="137254"/>
            </a:pPr>
            <a:r>
              <a:rPr lang="en-US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Separate means from ends (i.e., improving habitat might not be sufficient to improve species status)</a:t>
            </a:r>
            <a:endParaRPr lang="en-US" dirty="0"/>
          </a:p>
          <a:p>
            <a:pPr lvl="2">
              <a:buSzPct val="137254"/>
            </a:pPr>
            <a:r>
              <a:rPr lang="en-US" b="1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Help develop </a:t>
            </a:r>
            <a:r>
              <a:rPr lang="en-US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creative alternatives (focus on the end not the means)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18925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0C273-1241-021A-EE4B-550BAEF97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56BEB4CA-4FFB-5640-5F6C-5184405FAB0B}"/>
              </a:ext>
            </a:extLst>
          </p:cNvPr>
          <p:cNvSpPr txBox="1"/>
          <p:nvPr/>
        </p:nvSpPr>
        <p:spPr>
          <a:xfrm>
            <a:off x="4019905" y="1459528"/>
            <a:ext cx="417104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 dirty="0">
                <a:solidFill>
                  <a:srgbClr val="00B050"/>
                </a:solidFill>
                <a:ea typeface="MS PGothic" charset="0"/>
              </a:rPr>
              <a:t>Fundamental </a:t>
            </a:r>
            <a:endParaRPr lang="en-US" sz="5400" dirty="0">
              <a:solidFill>
                <a:srgbClr val="00B05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C2B25C3-0990-11EA-41A8-5DA9818CDC75}"/>
              </a:ext>
            </a:extLst>
          </p:cNvPr>
          <p:cNvSpPr txBox="1"/>
          <p:nvPr/>
        </p:nvSpPr>
        <p:spPr>
          <a:xfrm>
            <a:off x="4037878" y="3815359"/>
            <a:ext cx="41521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b="1" dirty="0">
                <a:solidFill>
                  <a:srgbClr val="0070C0"/>
                </a:solidFill>
                <a:ea typeface="MS PGothic" charset="0"/>
              </a:rPr>
              <a:t>Means</a:t>
            </a:r>
            <a:endParaRPr lang="en-US" sz="5400" dirty="0">
              <a:solidFill>
                <a:srgbClr val="0070C0"/>
              </a:solidFill>
            </a:endParaRPr>
          </a:p>
        </p:txBody>
      </p:sp>
      <p:sp>
        <p:nvSpPr>
          <p:cNvPr id="20" name="Arrow: Curved Down 19">
            <a:extLst>
              <a:ext uri="{FF2B5EF4-FFF2-40B4-BE49-F238E27FC236}">
                <a16:creationId xmlns:a16="http://schemas.microsoft.com/office/drawing/2014/main" id="{04D2A061-8D08-3F4B-B32B-6B5FEDA0BA4E}"/>
              </a:ext>
            </a:extLst>
          </p:cNvPr>
          <p:cNvSpPr/>
          <p:nvPr/>
        </p:nvSpPr>
        <p:spPr>
          <a:xfrm rot="16200000">
            <a:off x="1598055" y="2072257"/>
            <a:ext cx="3034578" cy="1809122"/>
          </a:xfrm>
          <a:prstGeom prst="curvedDownArrow">
            <a:avLst/>
          </a:prstGeom>
          <a:solidFill>
            <a:schemeClr val="bg2">
              <a:lumMod val="5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243962-CDF6-109B-AE7E-FF496DA3C429}"/>
              </a:ext>
            </a:extLst>
          </p:cNvPr>
          <p:cNvSpPr txBox="1"/>
          <p:nvPr/>
        </p:nvSpPr>
        <p:spPr>
          <a:xfrm>
            <a:off x="403871" y="3313684"/>
            <a:ext cx="162153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ea typeface="MS PGothic" charset="0"/>
              </a:rPr>
              <a:t>Ask </a:t>
            </a:r>
            <a:r>
              <a:rPr lang="en-US" sz="3200" b="1" dirty="0">
                <a:ea typeface="MS PGothic" charset="0"/>
              </a:rPr>
              <a:t>“WHY”</a:t>
            </a:r>
            <a:endParaRPr lang="en-US" sz="3200" b="1" dirty="0"/>
          </a:p>
        </p:txBody>
      </p:sp>
      <p:sp>
        <p:nvSpPr>
          <p:cNvPr id="23" name="Arrow: Curved Down 22">
            <a:extLst>
              <a:ext uri="{FF2B5EF4-FFF2-40B4-BE49-F238E27FC236}">
                <a16:creationId xmlns:a16="http://schemas.microsoft.com/office/drawing/2014/main" id="{5AD49216-2F54-810E-C01E-F50A04F0977B}"/>
              </a:ext>
            </a:extLst>
          </p:cNvPr>
          <p:cNvSpPr/>
          <p:nvPr/>
        </p:nvSpPr>
        <p:spPr>
          <a:xfrm rot="16200000" flipH="1" flipV="1">
            <a:off x="7331537" y="2357650"/>
            <a:ext cx="3034576" cy="1727503"/>
          </a:xfrm>
          <a:prstGeom prst="curvedDownArrow">
            <a:avLst/>
          </a:prstGeom>
          <a:solidFill>
            <a:schemeClr val="bg2">
              <a:lumMod val="5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F19FF62-951E-7F9A-7D3F-6D599E76E385}"/>
              </a:ext>
            </a:extLst>
          </p:cNvPr>
          <p:cNvSpPr txBox="1"/>
          <p:nvPr/>
        </p:nvSpPr>
        <p:spPr>
          <a:xfrm>
            <a:off x="9995850" y="3313684"/>
            <a:ext cx="153982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ea typeface="MS PGothic" charset="0"/>
              </a:rPr>
              <a:t>Ask </a:t>
            </a:r>
            <a:r>
              <a:rPr lang="en-US" sz="3200" b="1" dirty="0">
                <a:ea typeface="MS PGothic" charset="0"/>
              </a:rPr>
              <a:t>“HOW”</a:t>
            </a:r>
            <a:endParaRPr lang="en-US" sz="3200" b="1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3E9D839-E905-C3B1-0473-27EC5A3D1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4853"/>
            <a:ext cx="10515600" cy="1325563"/>
          </a:xfrm>
        </p:spPr>
        <p:txBody>
          <a:bodyPr/>
          <a:lstStyle/>
          <a:p>
            <a:r>
              <a:rPr lang="en-US" dirty="0"/>
              <a:t>3a. Distinguish types of objectives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C27DBD-027F-E32B-4F36-7821EDD4CF2E}"/>
              </a:ext>
            </a:extLst>
          </p:cNvPr>
          <p:cNvSpPr/>
          <p:nvPr/>
        </p:nvSpPr>
        <p:spPr>
          <a:xfrm>
            <a:off x="3772230" y="2323426"/>
            <a:ext cx="4417838" cy="9233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</a:pPr>
            <a:r>
              <a:rPr lang="en-US" sz="2400" dirty="0">
                <a:solidFill>
                  <a:schemeClr val="tx1"/>
                </a:solidFill>
                <a:latin typeface="+mn-lt"/>
                <a:ea typeface="MS PGothic" charset="0"/>
              </a:rPr>
              <a:t>When the answer is:                    </a:t>
            </a:r>
            <a:r>
              <a:rPr lang="ja-JP" altLang="en-US" sz="2400" dirty="0">
                <a:solidFill>
                  <a:schemeClr val="tx1"/>
                </a:solidFill>
                <a:latin typeface="+mn-lt"/>
                <a:ea typeface="HGS明朝E" charset="0"/>
                <a:cs typeface="HGS明朝E" charset="0"/>
              </a:rPr>
              <a:t>“</a:t>
            </a:r>
            <a:r>
              <a:rPr lang="en-US" altLang="ja-JP" sz="2400" dirty="0">
                <a:solidFill>
                  <a:schemeClr val="tx1"/>
                </a:solidFill>
                <a:latin typeface="+mn-lt"/>
                <a:ea typeface="MS PGothic" charset="0"/>
              </a:rPr>
              <a:t>Just because”/</a:t>
            </a:r>
            <a:r>
              <a:rPr lang="en-US" altLang="ja-JP" sz="2400" dirty="0">
                <a:solidFill>
                  <a:schemeClr val="tx1"/>
                </a:solidFill>
                <a:latin typeface="+mn-lt"/>
                <a:ea typeface="HGS明朝E" charset="0"/>
                <a:cs typeface="HGS明朝E" charset="0"/>
              </a:rPr>
              <a:t> “Inherent value”</a:t>
            </a:r>
            <a:endParaRPr lang="en-US" altLang="ja-JP" sz="2400" dirty="0">
              <a:solidFill>
                <a:schemeClr val="tx1"/>
              </a:solidFill>
              <a:latin typeface="+mn-lt"/>
              <a:ea typeface="MS PGothic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36A2510-7358-EE1A-79CE-2796C11AED9A}"/>
              </a:ext>
            </a:extLst>
          </p:cNvPr>
          <p:cNvSpPr/>
          <p:nvPr/>
        </p:nvSpPr>
        <p:spPr>
          <a:xfrm>
            <a:off x="4019905" y="4591583"/>
            <a:ext cx="4152190" cy="192058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</a:pPr>
            <a:r>
              <a:rPr lang="en-US" sz="2400" dirty="0">
                <a:solidFill>
                  <a:schemeClr val="tx1"/>
                </a:solidFill>
                <a:latin typeface="+mn-lt"/>
                <a:ea typeface="MS PGothic" charset="0"/>
              </a:rPr>
              <a:t>When the answer is:                   </a:t>
            </a:r>
            <a:r>
              <a:rPr lang="en-US" sz="2400" dirty="0">
                <a:solidFill>
                  <a:schemeClr val="tx1"/>
                </a:solidFill>
                <a:ea typeface="MS PGothic" charset="0"/>
              </a:rPr>
              <a:t>This is how we 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MS PGothic" charset="0"/>
              </a:rPr>
              <a:t>address our fundamental concern. Or…        this is how we measure success</a:t>
            </a:r>
          </a:p>
          <a:p>
            <a:pPr algn="ctr">
              <a:spcBef>
                <a:spcPts val="1200"/>
              </a:spcBef>
            </a:pPr>
            <a:r>
              <a:rPr lang="en-US" sz="2400" dirty="0">
                <a:solidFill>
                  <a:schemeClr val="tx1"/>
                </a:solidFill>
                <a:ea typeface="MS PGothic" charset="0"/>
              </a:rPr>
              <a:t>**Often outputs of models**</a:t>
            </a:r>
            <a:endParaRPr lang="en-US" sz="2400" dirty="0">
              <a:solidFill>
                <a:schemeClr val="tx1"/>
              </a:solidFill>
              <a:latin typeface="+mn-lt"/>
              <a:ea typeface="MS PGothic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8E08E9-B891-704C-BEB3-6017BD581E5A}"/>
              </a:ext>
            </a:extLst>
          </p:cNvPr>
          <p:cNvSpPr txBox="1"/>
          <p:nvPr/>
        </p:nvSpPr>
        <p:spPr>
          <a:xfrm>
            <a:off x="0" y="6581001"/>
            <a:ext cx="89180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Developed by Alex McInturff, Jean Fitts Cochrane, Angela Matz, Jennifer A. Szymanski, James E. Lyons, Sarah J. Converse, &amp; Michael C. Runge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F3B4C70-1B37-0429-6DA8-51675AA37D5A}"/>
              </a:ext>
            </a:extLst>
          </p:cNvPr>
          <p:cNvSpPr txBox="1">
            <a:spLocks/>
          </p:cNvSpPr>
          <p:nvPr/>
        </p:nvSpPr>
        <p:spPr>
          <a:xfrm>
            <a:off x="920496" y="-17878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Process for identifying objectives:</a:t>
            </a:r>
          </a:p>
        </p:txBody>
      </p:sp>
    </p:spTree>
    <p:extLst>
      <p:ext uri="{BB962C8B-B14F-4D97-AF65-F5344CB8AC3E}">
        <p14:creationId xmlns:p14="http://schemas.microsoft.com/office/powerpoint/2010/main" val="2283546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F8D88-4B7C-14FF-77B5-3C1905CEF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CC161D0-8A26-1F5E-A8A6-FD90E24EE4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6292"/>
            <a:ext cx="10515600" cy="60667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Exercise: Identify the fundamental objective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D2360FA-AE0C-A9F1-0523-9B07896CFAD4}"/>
              </a:ext>
            </a:extLst>
          </p:cNvPr>
          <p:cNvGraphicFramePr>
            <a:graphicFrameLocks noGrp="1"/>
          </p:cNvGraphicFramePr>
          <p:nvPr/>
        </p:nvGraphicFramePr>
        <p:xfrm>
          <a:off x="1162812" y="2308734"/>
          <a:ext cx="10190988" cy="3206107"/>
        </p:xfrm>
        <a:graphic>
          <a:graphicData uri="http://schemas.openxmlformats.org/drawingml/2006/table">
            <a:tbl>
              <a:tblPr/>
              <a:tblGrid>
                <a:gridCol w="53294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6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4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PGothic" charset="0"/>
                          <a:cs typeface="MS PGothic" charset="0"/>
                        </a:rPr>
                        <a:t>Concern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PGothic" charset="0"/>
                          <a:cs typeface="MS PGothic" charset="0"/>
                        </a:rPr>
                        <a:t>Objectives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MS PGothic" charset="0"/>
                          <a:cs typeface="MS PGothic" charset="0"/>
                        </a:rPr>
                        <a:t>1. Ballast water brings invasive species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 2" charset="0"/>
                        <a:buNone/>
                      </a:pPr>
                      <a:r>
                        <a:rPr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PGothic"/>
                          <a:cs typeface="MS PGothic" charset="0"/>
                        </a:rPr>
                        <a:t>Minimize ballast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PGothic"/>
                          <a:cs typeface="MS PGothic" charset="0"/>
                        </a:rPr>
                        <a:t> dumping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MS PGothic" charset="0"/>
                        <a:cs typeface="MS PGothic" charset="0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 2" charset="0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PGothic" charset="0"/>
                          <a:cs typeface="MS PGothic" charset="0"/>
                        </a:rPr>
                        <a:t>Minimize invasive species introductions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S PGothic" charset="0"/>
                        <a:cs typeface="MS PGothic" charset="0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 2" charset="0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PGothic" charset="0"/>
                          <a:cs typeface="MS PGothic" charset="0"/>
                        </a:rPr>
                        <a:t>Maximize native species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034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MS PGothic" charset="0"/>
                        <a:cs typeface="MS PGothic" charset="0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 2" charset="0"/>
                        <a:buNone/>
                        <a:tabLst/>
                      </a:pPr>
                      <a:endParaRPr kumimoji="0" lang="en-US" sz="1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lt"/>
                        <a:ea typeface="MS PGothic" charset="0"/>
                        <a:cs typeface="MS PGothic" charset="0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4306726"/>
                  </a:ext>
                </a:extLst>
              </a:tr>
              <a:tr h="3714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MS PGothic" charset="0"/>
                          <a:cs typeface="MS PGothic" charset="0"/>
                        </a:rPr>
                        <a:t>2. You don’t have enough money for this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 2" charset="0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PGothic" charset="0"/>
                          <a:cs typeface="MS PGothic" charset="0"/>
                        </a:rPr>
                        <a:t>Minimize cost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875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MS PGothic" charset="0"/>
                        <a:cs typeface="MS PGothic" charset="0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 2" charset="0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PGothic" charset="0"/>
                          <a:cs typeface="MS PGothic" charset="0"/>
                        </a:rPr>
                        <a:t>Maximize conservation within budget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Star: 5 Points 6">
            <a:extLst>
              <a:ext uri="{FF2B5EF4-FFF2-40B4-BE49-F238E27FC236}">
                <a16:creationId xmlns:a16="http://schemas.microsoft.com/office/drawing/2014/main" id="{562FD240-BA68-8309-4F04-3331E5EE7EB2}"/>
              </a:ext>
            </a:extLst>
          </p:cNvPr>
          <p:cNvSpPr/>
          <p:nvPr/>
        </p:nvSpPr>
        <p:spPr>
          <a:xfrm>
            <a:off x="7342632" y="1430529"/>
            <a:ext cx="649224" cy="541719"/>
          </a:xfrm>
          <a:prstGeom prst="star5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7E0AA0D-2769-374B-F047-D918C1537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4853"/>
            <a:ext cx="10515600" cy="1325563"/>
          </a:xfrm>
        </p:spPr>
        <p:txBody>
          <a:bodyPr/>
          <a:lstStyle/>
          <a:p>
            <a:r>
              <a:rPr lang="en-US" dirty="0"/>
              <a:t>3a. Distinguish types of objectives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7C249A-AE15-19C0-0F93-397ABFC29E76}"/>
              </a:ext>
            </a:extLst>
          </p:cNvPr>
          <p:cNvSpPr txBox="1"/>
          <p:nvPr/>
        </p:nvSpPr>
        <p:spPr>
          <a:xfrm>
            <a:off x="0" y="6581001"/>
            <a:ext cx="89180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Developed by Alex McInturff, Jean Fitts Cochrane, Angela Matz, Jennifer A. Szymanski, James E. Lyons, Sarah J. Converse, &amp; Michael C. Runge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6D5D7E5-F091-B5BD-5A93-2AB4D9B277E6}"/>
              </a:ext>
            </a:extLst>
          </p:cNvPr>
          <p:cNvSpPr txBox="1">
            <a:spLocks/>
          </p:cNvSpPr>
          <p:nvPr/>
        </p:nvSpPr>
        <p:spPr>
          <a:xfrm>
            <a:off x="0" y="92081"/>
            <a:ext cx="12192000" cy="73435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Activity – fundamental objective</a:t>
            </a:r>
          </a:p>
        </p:txBody>
      </p:sp>
    </p:spTree>
    <p:extLst>
      <p:ext uri="{BB962C8B-B14F-4D97-AF65-F5344CB8AC3E}">
        <p14:creationId xmlns:p14="http://schemas.microsoft.com/office/powerpoint/2010/main" val="3689930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1FA4C-CA74-5184-CB41-338B1DA6D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0632F78-355A-4466-1B2F-C28811D607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6292"/>
            <a:ext cx="10515600" cy="60667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Exercise: Identify the fundamental objective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45A8D7E-EBB7-CDFD-EDC0-3DC5B30CA338}"/>
              </a:ext>
            </a:extLst>
          </p:cNvPr>
          <p:cNvGraphicFramePr>
            <a:graphicFrameLocks noGrp="1"/>
          </p:cNvGraphicFramePr>
          <p:nvPr/>
        </p:nvGraphicFramePr>
        <p:xfrm>
          <a:off x="1162812" y="2308734"/>
          <a:ext cx="10190988" cy="3206107"/>
        </p:xfrm>
        <a:graphic>
          <a:graphicData uri="http://schemas.openxmlformats.org/drawingml/2006/table">
            <a:tbl>
              <a:tblPr/>
              <a:tblGrid>
                <a:gridCol w="53294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6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4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PGothic" charset="0"/>
                          <a:cs typeface="MS PGothic" charset="0"/>
                        </a:rPr>
                        <a:t>Concern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PGothic" charset="0"/>
                          <a:cs typeface="MS PGothic" charset="0"/>
                        </a:rPr>
                        <a:t>Objectives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MS PGothic" charset="0"/>
                          <a:cs typeface="MS PGothic" charset="0"/>
                        </a:rPr>
                        <a:t>1. Ballast water brings invasive species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 2" charset="0"/>
                        <a:buNone/>
                      </a:pPr>
                      <a:r>
                        <a:rPr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PGothic"/>
                          <a:cs typeface="MS PGothic" charset="0"/>
                        </a:rPr>
                        <a:t>Minimize ballast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PGothic"/>
                          <a:cs typeface="MS PGothic" charset="0"/>
                        </a:rPr>
                        <a:t> dumping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MS PGothic" charset="0"/>
                        <a:cs typeface="MS PGothic" charset="0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 2" charset="0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PGothic" charset="0"/>
                          <a:cs typeface="MS PGothic" charset="0"/>
                        </a:rPr>
                        <a:t>Minimize invasive species introductions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S PGothic" charset="0"/>
                        <a:cs typeface="MS PGothic" charset="0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 2" charset="0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PGothic" charset="0"/>
                          <a:cs typeface="MS PGothic" charset="0"/>
                        </a:rPr>
                        <a:t>Maximize native species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034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MS PGothic" charset="0"/>
                        <a:cs typeface="MS PGothic" charset="0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 2" charset="0"/>
                        <a:buNone/>
                        <a:tabLst/>
                      </a:pPr>
                      <a:endParaRPr kumimoji="0" lang="en-US" sz="1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lt"/>
                        <a:ea typeface="MS PGothic" charset="0"/>
                        <a:cs typeface="MS PGothic" charset="0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4306726"/>
                  </a:ext>
                </a:extLst>
              </a:tr>
              <a:tr h="3714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MS PGothic" charset="0"/>
                          <a:cs typeface="MS PGothic" charset="0"/>
                        </a:rPr>
                        <a:t>2. You don’t have enough money for this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 2" charset="0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PGothic" charset="0"/>
                          <a:cs typeface="MS PGothic" charset="0"/>
                        </a:rPr>
                        <a:t>Minimize cost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875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MS PGothic" charset="0"/>
                        <a:cs typeface="MS PGothic" charset="0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 2" charset="0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S PGothic" charset="0"/>
                          <a:cs typeface="MS PGothic" charset="0"/>
                        </a:rPr>
                        <a:t>Maximize conservation within budget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Star: 5 Points 6">
            <a:extLst>
              <a:ext uri="{FF2B5EF4-FFF2-40B4-BE49-F238E27FC236}">
                <a16:creationId xmlns:a16="http://schemas.microsoft.com/office/drawing/2014/main" id="{F01132EB-027A-54DE-B943-1E3D90786346}"/>
              </a:ext>
            </a:extLst>
          </p:cNvPr>
          <p:cNvSpPr/>
          <p:nvPr/>
        </p:nvSpPr>
        <p:spPr>
          <a:xfrm>
            <a:off x="7342632" y="1430529"/>
            <a:ext cx="649224" cy="541719"/>
          </a:xfrm>
          <a:prstGeom prst="star5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tar: 5 Points 7">
            <a:extLst>
              <a:ext uri="{FF2B5EF4-FFF2-40B4-BE49-F238E27FC236}">
                <a16:creationId xmlns:a16="http://schemas.microsoft.com/office/drawing/2014/main" id="{8EFDA8DC-405F-6776-EC3D-0DB6D4456D7E}"/>
              </a:ext>
            </a:extLst>
          </p:cNvPr>
          <p:cNvSpPr/>
          <p:nvPr/>
        </p:nvSpPr>
        <p:spPr>
          <a:xfrm>
            <a:off x="9707880" y="3986784"/>
            <a:ext cx="441960" cy="414720"/>
          </a:xfrm>
          <a:prstGeom prst="star5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tar: 5 Points 8">
            <a:extLst>
              <a:ext uri="{FF2B5EF4-FFF2-40B4-BE49-F238E27FC236}">
                <a16:creationId xmlns:a16="http://schemas.microsoft.com/office/drawing/2014/main" id="{E342E88E-0143-DFDE-CF9B-1EBF58919B9E}"/>
              </a:ext>
            </a:extLst>
          </p:cNvPr>
          <p:cNvSpPr/>
          <p:nvPr/>
        </p:nvSpPr>
        <p:spPr>
          <a:xfrm>
            <a:off x="8452104" y="4596384"/>
            <a:ext cx="441960" cy="414720"/>
          </a:xfrm>
          <a:prstGeom prst="star5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Multiplication Sign 11">
            <a:extLst>
              <a:ext uri="{FF2B5EF4-FFF2-40B4-BE49-F238E27FC236}">
                <a16:creationId xmlns:a16="http://schemas.microsoft.com/office/drawing/2014/main" id="{76504559-CCA5-F679-A06B-ED49C47F7906}"/>
              </a:ext>
            </a:extLst>
          </p:cNvPr>
          <p:cNvSpPr/>
          <p:nvPr/>
        </p:nvSpPr>
        <p:spPr>
          <a:xfrm>
            <a:off x="9369552" y="5085650"/>
            <a:ext cx="1984248" cy="412115"/>
          </a:xfrm>
          <a:prstGeom prst="mathMultiply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F7A39E7-E585-6E21-C0C5-391C03486F56}"/>
              </a:ext>
            </a:extLst>
          </p:cNvPr>
          <p:cNvSpPr txBox="1"/>
          <p:nvPr/>
        </p:nvSpPr>
        <p:spPr>
          <a:xfrm>
            <a:off x="7790688" y="5497765"/>
            <a:ext cx="4096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Do not combine objectives!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F732C5E-A823-E684-4E67-AD1E0ABC1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4853"/>
            <a:ext cx="10515600" cy="1325563"/>
          </a:xfrm>
        </p:spPr>
        <p:txBody>
          <a:bodyPr/>
          <a:lstStyle/>
          <a:p>
            <a:r>
              <a:rPr lang="en-US" dirty="0"/>
              <a:t>3a. Distinguish types of objectives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13C220-98F4-9639-FA35-AED0DFBDF960}"/>
              </a:ext>
            </a:extLst>
          </p:cNvPr>
          <p:cNvSpPr txBox="1"/>
          <p:nvPr/>
        </p:nvSpPr>
        <p:spPr>
          <a:xfrm>
            <a:off x="0" y="6581001"/>
            <a:ext cx="89180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Developed by Alex McInturff, Jean Fitts Cochrane, Angela Matz, Jennifer A. Szymanski, James E. Lyons, Sarah J. Converse, &amp; Michael C. Runge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4A32DEF-3668-1504-5943-4E6C3142A358}"/>
              </a:ext>
            </a:extLst>
          </p:cNvPr>
          <p:cNvSpPr txBox="1">
            <a:spLocks/>
          </p:cNvSpPr>
          <p:nvPr/>
        </p:nvSpPr>
        <p:spPr>
          <a:xfrm>
            <a:off x="0" y="92081"/>
            <a:ext cx="12192000" cy="73435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Activity – fundamental objective</a:t>
            </a:r>
          </a:p>
        </p:txBody>
      </p:sp>
    </p:spTree>
    <p:extLst>
      <p:ext uri="{BB962C8B-B14F-4D97-AF65-F5344CB8AC3E}">
        <p14:creationId xmlns:p14="http://schemas.microsoft.com/office/powerpoint/2010/main" val="2429975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2" grpId="0" animBg="1"/>
      <p:bldP spid="1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96092-677C-FEBF-785F-88790BC43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9F13C-4834-6D42-B464-1430ACFC4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4853"/>
            <a:ext cx="10515600" cy="1325563"/>
          </a:xfrm>
        </p:spPr>
        <p:txBody>
          <a:bodyPr/>
          <a:lstStyle/>
          <a:p>
            <a:r>
              <a:rPr lang="en-US" dirty="0"/>
              <a:t>3a. Distinguish types of objectives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13BD93-856B-17FD-5337-3B202799136B}"/>
              </a:ext>
            </a:extLst>
          </p:cNvPr>
          <p:cNvSpPr txBox="1"/>
          <p:nvPr/>
        </p:nvSpPr>
        <p:spPr>
          <a:xfrm>
            <a:off x="0" y="6581001"/>
            <a:ext cx="89180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Developed by Alex McInturff, Jean Fitts Cochrane, Angela Matz, Jennifer A. Szymanski, James E. Lyons, Sarah J. Converse, &amp; Michael C. Runge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3B03E63-B226-2AAE-0301-1B31BE4049DC}"/>
              </a:ext>
            </a:extLst>
          </p:cNvPr>
          <p:cNvSpPr txBox="1">
            <a:spLocks/>
          </p:cNvSpPr>
          <p:nvPr/>
        </p:nvSpPr>
        <p:spPr>
          <a:xfrm>
            <a:off x="920496" y="-17878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Process for identifying objectives: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5D92CC-4B97-CD4C-2C9E-B1D0288777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200" dirty="0">
                <a:highlight>
                  <a:srgbClr val="C0C0C0"/>
                </a:highlight>
                <a:ea typeface="Arial"/>
                <a:cs typeface="Arial"/>
                <a:sym typeface="Arial"/>
              </a:rPr>
              <a:t>Process Objectives</a:t>
            </a:r>
          </a:p>
          <a:p>
            <a:pPr lvl="1">
              <a:lnSpc>
                <a:spcPct val="120000"/>
              </a:lnSpc>
            </a:pPr>
            <a:r>
              <a:rPr lang="en-US" i="1" dirty="0">
                <a:solidFill>
                  <a:schemeClr val="dk1"/>
                </a:solidFill>
                <a:ea typeface="Arial"/>
                <a:cs typeface="Arial"/>
                <a:sym typeface="Arial"/>
              </a:rPr>
              <a:t>“…especially in public decisions made by government, both what is chosen and </a:t>
            </a:r>
            <a:r>
              <a:rPr lang="en-US" i="1" u="sng" dirty="0">
                <a:solidFill>
                  <a:schemeClr val="dk1"/>
                </a:solidFill>
                <a:ea typeface="Arial"/>
                <a:cs typeface="Arial"/>
                <a:sym typeface="Arial"/>
              </a:rPr>
              <a:t>how the alternative is chosen </a:t>
            </a:r>
            <a:r>
              <a:rPr lang="en-US" i="1" dirty="0">
                <a:solidFill>
                  <a:schemeClr val="dk1"/>
                </a:solidFill>
                <a:ea typeface="Arial"/>
                <a:cs typeface="Arial"/>
                <a:sym typeface="Arial"/>
              </a:rPr>
              <a:t>are important.  In other words, the process of decision-making in these situations matters…” Keeney</a:t>
            </a:r>
            <a:endParaRPr lang="en-US" sz="2800" dirty="0"/>
          </a:p>
          <a:p>
            <a:pPr>
              <a:lnSpc>
                <a:spcPct val="120000"/>
              </a:lnSpc>
              <a:buNone/>
            </a:pPr>
            <a:endParaRPr lang="en-US" i="1" dirty="0">
              <a:solidFill>
                <a:schemeClr val="dk1"/>
              </a:solidFill>
              <a:ea typeface="Arial"/>
              <a:cs typeface="Arial"/>
              <a:sym typeface="Arial"/>
            </a:endParaRPr>
          </a:p>
          <a:p>
            <a:pPr lvl="1">
              <a:lnSpc>
                <a:spcPct val="120000"/>
              </a:lnSpc>
            </a:pPr>
            <a:r>
              <a:rPr lang="en-US" b="1" dirty="0">
                <a:solidFill>
                  <a:schemeClr val="dk1"/>
                </a:solidFill>
                <a:ea typeface="Arial"/>
                <a:cs typeface="Arial"/>
                <a:sym typeface="Arial"/>
              </a:rPr>
              <a:t>Process objectives </a:t>
            </a:r>
            <a:r>
              <a:rPr lang="en-US" dirty="0">
                <a:solidFill>
                  <a:schemeClr val="dk1"/>
                </a:solidFill>
                <a:ea typeface="Arial"/>
                <a:cs typeface="Arial"/>
                <a:sym typeface="Arial"/>
              </a:rPr>
              <a:t>relate to </a:t>
            </a:r>
            <a:r>
              <a:rPr lang="en-US" i="1" u="sng" dirty="0">
                <a:solidFill>
                  <a:schemeClr val="dk1"/>
                </a:solidFill>
                <a:ea typeface="Arial"/>
                <a:cs typeface="Arial"/>
                <a:sym typeface="Arial"/>
              </a:rPr>
              <a:t>how</a:t>
            </a:r>
            <a:r>
              <a:rPr lang="en-US" dirty="0">
                <a:solidFill>
                  <a:schemeClr val="dk1"/>
                </a:solidFill>
                <a:ea typeface="Arial"/>
                <a:cs typeface="Arial"/>
                <a:sym typeface="Arial"/>
              </a:rPr>
              <a:t> the decision is made</a:t>
            </a:r>
            <a:endParaRPr lang="en-US" sz="2800" dirty="0"/>
          </a:p>
          <a:p>
            <a:pPr>
              <a:lnSpc>
                <a:spcPct val="120000"/>
              </a:lnSpc>
              <a:buNone/>
            </a:pPr>
            <a:endParaRPr lang="en-US" dirty="0">
              <a:solidFill>
                <a:schemeClr val="dk1"/>
              </a:solidFill>
              <a:ea typeface="Arial"/>
              <a:cs typeface="Arial"/>
              <a:sym typeface="Arial"/>
            </a:endParaRPr>
          </a:p>
          <a:p>
            <a:pPr lvl="1">
              <a:lnSpc>
                <a:spcPct val="120000"/>
              </a:lnSpc>
            </a:pPr>
            <a:r>
              <a:rPr lang="en-US" u="sng" dirty="0">
                <a:solidFill>
                  <a:schemeClr val="dk1"/>
                </a:solidFill>
                <a:ea typeface="Arial"/>
                <a:cs typeface="Arial"/>
                <a:sym typeface="Arial"/>
              </a:rPr>
              <a:t>Example</a:t>
            </a:r>
            <a:r>
              <a:rPr lang="en-US" dirty="0">
                <a:solidFill>
                  <a:schemeClr val="dk1"/>
                </a:solidFill>
                <a:ea typeface="Arial"/>
                <a:cs typeface="Arial"/>
                <a:sym typeface="Arial"/>
              </a:rPr>
              <a:t>: A decision-making process that declares multi-agency collaboration as an objective.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9036161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9D72D-FEAD-6A1D-F52D-C1D2BD123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513B8-F6A1-D95F-E9AA-16A0E8471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4853"/>
            <a:ext cx="10515600" cy="1325563"/>
          </a:xfrm>
        </p:spPr>
        <p:txBody>
          <a:bodyPr/>
          <a:lstStyle/>
          <a:p>
            <a:r>
              <a:rPr lang="en-US" dirty="0"/>
              <a:t>3a. Distinguish types of objectives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9DBC90-8DDC-A316-6AE9-11CC05E34CAA}"/>
              </a:ext>
            </a:extLst>
          </p:cNvPr>
          <p:cNvSpPr txBox="1"/>
          <p:nvPr/>
        </p:nvSpPr>
        <p:spPr>
          <a:xfrm>
            <a:off x="0" y="6581001"/>
            <a:ext cx="89180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Developed by Alex McInturff, Jean Fitts Cochrane, Angela Matz, Jennifer A. Szymanski, James E. Lyons, Sarah J. Converse, &amp; Michael C. Runge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F687CD6-C116-1180-84FC-13A3AA033875}"/>
              </a:ext>
            </a:extLst>
          </p:cNvPr>
          <p:cNvSpPr txBox="1">
            <a:spLocks/>
          </p:cNvSpPr>
          <p:nvPr/>
        </p:nvSpPr>
        <p:spPr>
          <a:xfrm>
            <a:off x="920496" y="-17878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Process for identifying objectives: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EA3128-528B-30CD-E4D2-4B7D6764B9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3358"/>
            <a:ext cx="10515600" cy="492764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200" dirty="0">
                <a:highlight>
                  <a:srgbClr val="C0C0C0"/>
                </a:highlight>
                <a:ea typeface="Arial"/>
                <a:cs typeface="Arial"/>
                <a:sym typeface="Arial"/>
              </a:rPr>
              <a:t>Strategic Objectives</a:t>
            </a:r>
            <a:endParaRPr lang="en-US" dirty="0">
              <a:ea typeface="Calibri"/>
              <a:cs typeface="Calibri"/>
              <a:sym typeface="Calibri"/>
            </a:endParaRPr>
          </a:p>
          <a:p>
            <a:pPr lvl="1">
              <a:spcBef>
                <a:spcPts val="1200"/>
              </a:spcBef>
            </a:pPr>
            <a:r>
              <a:rPr lang="en-US" dirty="0">
                <a:ea typeface="Calibri"/>
                <a:cs typeface="Calibri"/>
                <a:sym typeface="Calibri"/>
              </a:rPr>
              <a:t>Strategic objectives = objectives that are concerned with the effects of the decision. </a:t>
            </a:r>
          </a:p>
          <a:p>
            <a:pPr lvl="2">
              <a:spcBef>
                <a:spcPts val="1200"/>
              </a:spcBef>
            </a:pPr>
            <a:r>
              <a:rPr lang="en-US" dirty="0">
                <a:ea typeface="Calibri"/>
                <a:cs typeface="Calibri"/>
                <a:sym typeface="Calibri"/>
              </a:rPr>
              <a:t>These objectives have some bearing on decisions, but are unlikely to be fully achieved by any one decision </a:t>
            </a:r>
            <a:endParaRPr lang="en-US" dirty="0">
              <a:solidFill>
                <a:schemeClr val="dk1"/>
              </a:solidFill>
            </a:endParaRPr>
          </a:p>
          <a:p>
            <a:pPr lvl="1">
              <a:spcBef>
                <a:spcPts val="1200"/>
              </a:spcBef>
            </a:pPr>
            <a:r>
              <a:rPr lang="en-US" dirty="0">
                <a:solidFill>
                  <a:schemeClr val="dk1"/>
                </a:solidFill>
              </a:rPr>
              <a:t>Example: Agency Mission</a:t>
            </a:r>
            <a:r>
              <a:rPr lang="en-US" dirty="0"/>
              <a:t> is </a:t>
            </a:r>
            <a:r>
              <a:rPr lang="en-US" dirty="0">
                <a:solidFill>
                  <a:schemeClr val="dk1"/>
                </a:solidFill>
              </a:rPr>
              <a:t>concerned with the effects of this decision…</a:t>
            </a:r>
            <a:endParaRPr lang="en-US" dirty="0"/>
          </a:p>
          <a:p>
            <a:pPr lvl="2">
              <a:spcBef>
                <a:spcPts val="1200"/>
              </a:spcBef>
              <a:buFont typeface="Courier New"/>
              <a:buChar char="o"/>
            </a:pPr>
            <a:r>
              <a:rPr lang="en-US" dirty="0">
                <a:solidFill>
                  <a:srgbClr val="262626"/>
                </a:solidFill>
              </a:rPr>
              <a:t>On other, linked opportunities</a:t>
            </a:r>
            <a:endParaRPr lang="en-US" dirty="0"/>
          </a:p>
          <a:p>
            <a:pPr lvl="2">
              <a:spcBef>
                <a:spcPts val="1200"/>
              </a:spcBef>
              <a:buFont typeface="Courier New"/>
              <a:buChar char="o"/>
            </a:pPr>
            <a:r>
              <a:rPr lang="en-US" dirty="0">
                <a:solidFill>
                  <a:srgbClr val="262626"/>
                </a:solidFill>
              </a:rPr>
              <a:t>On setting precedents</a:t>
            </a:r>
            <a:endParaRPr lang="en-US" dirty="0"/>
          </a:p>
          <a:p>
            <a:pPr lvl="2">
              <a:spcBef>
                <a:spcPts val="1200"/>
              </a:spcBef>
              <a:buFont typeface="Courier New"/>
              <a:buChar char="o"/>
            </a:pPr>
            <a:r>
              <a:rPr lang="en-US" dirty="0">
                <a:solidFill>
                  <a:srgbClr val="262626"/>
                </a:solidFill>
              </a:rPr>
              <a:t>On larger mission, mandate or image</a:t>
            </a:r>
          </a:p>
          <a:p>
            <a:pPr marL="914400" lvl="2" indent="0">
              <a:spcBef>
                <a:spcPts val="1200"/>
              </a:spcBef>
              <a:buNone/>
            </a:pPr>
            <a:endParaRPr lang="en-US" dirty="0">
              <a:ea typeface="Calibri"/>
              <a:cs typeface="Calibri"/>
              <a:sym typeface="Calibri"/>
            </a:endParaRPr>
          </a:p>
          <a:p>
            <a:pPr marL="457200" lvl="0">
              <a:lnSpc>
                <a:spcPct val="100000"/>
              </a:lnSpc>
              <a:spcBef>
                <a:spcPts val="0"/>
              </a:spcBef>
              <a:buSzPts val="1400"/>
              <a:buNone/>
            </a:pPr>
            <a:r>
              <a:rPr lang="en-US" dirty="0">
                <a:ea typeface="Calibri"/>
                <a:cs typeface="Calibri"/>
                <a:sym typeface="Calibri"/>
              </a:rPr>
              <a:t>For example (Gregory et al. 2012):  </a:t>
            </a:r>
            <a:endParaRPr lang="en-US" dirty="0"/>
          </a:p>
          <a:p>
            <a:pPr marL="628650" lvl="1" indent="-171450">
              <a:lnSpc>
                <a:spcPct val="100000"/>
              </a:lnSpc>
              <a:spcBef>
                <a:spcPts val="0"/>
              </a:spcBef>
              <a:buSzPts val="1400"/>
              <a:buFont typeface="Arial"/>
              <a:buChar char="•"/>
            </a:pPr>
            <a:r>
              <a:rPr lang="en-US" dirty="0">
                <a:ea typeface="Calibri"/>
                <a:cs typeface="Calibri"/>
                <a:sym typeface="Calibri"/>
              </a:rPr>
              <a:t>Maximize public trust and consent</a:t>
            </a:r>
            <a:endParaRPr lang="en-US" dirty="0"/>
          </a:p>
          <a:p>
            <a:pPr marL="628650" lvl="1" indent="-171450">
              <a:lnSpc>
                <a:spcPct val="100000"/>
              </a:lnSpc>
              <a:spcBef>
                <a:spcPts val="0"/>
              </a:spcBef>
              <a:buSzPts val="1400"/>
              <a:buFont typeface="Arial"/>
              <a:buChar char="•"/>
            </a:pPr>
            <a:r>
              <a:rPr lang="en-US" dirty="0">
                <a:ea typeface="Calibri"/>
                <a:cs typeface="Calibri"/>
                <a:sym typeface="Calibri"/>
              </a:rPr>
              <a:t>Execute organization’s mandate</a:t>
            </a:r>
            <a:endParaRPr lang="en-US" dirty="0"/>
          </a:p>
          <a:p>
            <a:pPr marL="628650" lvl="1" indent="-171450">
              <a:lnSpc>
                <a:spcPct val="100000"/>
              </a:lnSpc>
              <a:spcBef>
                <a:spcPts val="0"/>
              </a:spcBef>
              <a:buSzPts val="1400"/>
              <a:buFont typeface="Arial"/>
              <a:buChar char="•"/>
            </a:pPr>
            <a:r>
              <a:rPr lang="en-US" dirty="0">
                <a:ea typeface="Calibri"/>
                <a:cs typeface="Calibri"/>
                <a:sym typeface="Calibri"/>
              </a:rPr>
              <a:t>Comply with international trade rules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5789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0">
            <a:extLst>
              <a:ext uri="{FF2B5EF4-FFF2-40B4-BE49-F238E27FC236}">
                <a16:creationId xmlns:a16="http://schemas.microsoft.com/office/drawing/2014/main" id="{C0CB0804-2578-0491-F211-92E17EF29A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4684" y="4462470"/>
            <a:ext cx="2246722" cy="369332"/>
          </a:xfrm>
          <a:prstGeom prst="rect">
            <a:avLst/>
          </a:prstGeom>
          <a:noFill/>
          <a:ln w="1587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defTabSz="914400">
              <a:defRPr/>
            </a:pPr>
            <a:r>
              <a:rPr lang="en-US" b="1" kern="0" dirty="0">
                <a:solidFill>
                  <a:prstClr val="black"/>
                </a:solidFill>
                <a:latin typeface="Arial"/>
              </a:rPr>
              <a:t>Maximize Habitat</a:t>
            </a:r>
          </a:p>
        </p:txBody>
      </p:sp>
      <p:cxnSp>
        <p:nvCxnSpPr>
          <p:cNvPr id="7" name="Straight Connector 35">
            <a:extLst>
              <a:ext uri="{FF2B5EF4-FFF2-40B4-BE49-F238E27FC236}">
                <a16:creationId xmlns:a16="http://schemas.microsoft.com/office/drawing/2014/main" id="{9BBE45F6-E1E6-4B15-9507-BA51A7A063A9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H="1">
            <a:off x="4519052" y="4184095"/>
            <a:ext cx="352502" cy="204247"/>
          </a:xfrm>
          <a:prstGeom prst="line">
            <a:avLst/>
          </a:prstGeom>
          <a:noFill/>
          <a:ln w="28575" algn="ctr">
            <a:solidFill>
              <a:sysClr val="windowText" lastClr="000000"/>
            </a:solidFill>
            <a:round/>
            <a:headEnd type="arrow" w="med" len="med"/>
            <a:tailEnd/>
          </a:ln>
        </p:spPr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56BF4A8-6298-9BC9-694D-78C3AE491A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2016" y="4462470"/>
            <a:ext cx="1960775" cy="646331"/>
          </a:xfrm>
          <a:prstGeom prst="rect">
            <a:avLst/>
          </a:prstGeom>
          <a:noFill/>
          <a:ln w="1587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defTabSz="914400">
              <a:defRPr/>
            </a:pPr>
            <a:r>
              <a:rPr lang="en-US" b="1" kern="0" dirty="0">
                <a:solidFill>
                  <a:prstClr val="black"/>
                </a:solidFill>
                <a:latin typeface="Arial"/>
              </a:rPr>
              <a:t>Minimize Mortality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8FE45B-9D3E-A97B-534C-8DBA202B0D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7352" y="4462470"/>
            <a:ext cx="2696066" cy="369332"/>
          </a:xfrm>
          <a:prstGeom prst="rect">
            <a:avLst/>
          </a:prstGeom>
          <a:noFill/>
          <a:ln w="1587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defTabSz="914400">
              <a:defRPr/>
            </a:pPr>
            <a:r>
              <a:rPr lang="en-US" b="1" kern="0" dirty="0">
                <a:solidFill>
                  <a:prstClr val="black"/>
                </a:solidFill>
                <a:latin typeface="Arial"/>
              </a:rPr>
              <a:t>Max. Pop. Connectivity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757ABAD-2072-09BD-C4E6-3C37866D999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165072" y="3968968"/>
            <a:ext cx="1552280" cy="493502"/>
          </a:xfrm>
          <a:prstGeom prst="line">
            <a:avLst/>
          </a:prstGeom>
          <a:noFill/>
          <a:ln w="28575" algn="ctr">
            <a:solidFill>
              <a:sysClr val="windowText" lastClr="000000"/>
            </a:solidFill>
            <a:round/>
            <a:headEnd type="arrow" w="med" len="med"/>
            <a:tailEnd/>
          </a:ln>
        </p:spPr>
      </p:cxnSp>
      <p:cxnSp>
        <p:nvCxnSpPr>
          <p:cNvPr id="13" name="Straight Connector 55">
            <a:extLst>
              <a:ext uri="{FF2B5EF4-FFF2-40B4-BE49-F238E27FC236}">
                <a16:creationId xmlns:a16="http://schemas.microsoft.com/office/drawing/2014/main" id="{DA558777-4BA4-28B8-7582-459EFF13AB6F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H="1">
            <a:off x="3068895" y="3458667"/>
            <a:ext cx="352502" cy="245097"/>
          </a:xfrm>
          <a:prstGeom prst="line">
            <a:avLst/>
          </a:prstGeom>
          <a:noFill/>
          <a:ln w="28575" algn="ctr">
            <a:solidFill>
              <a:sysClr val="windowText" lastClr="000000"/>
            </a:solidFill>
            <a:round/>
            <a:headEnd type="arrow" w="med" len="med"/>
            <a:tailEnd/>
          </a:ln>
        </p:spPr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D269F4C-6507-4301-1D5C-439CB91FB3C8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1776855" y="3933717"/>
            <a:ext cx="1057505" cy="0"/>
          </a:xfrm>
          <a:prstGeom prst="line">
            <a:avLst/>
          </a:prstGeom>
          <a:noFill/>
          <a:ln w="28575" algn="ctr">
            <a:solidFill>
              <a:sysClr val="windowText" lastClr="000000"/>
            </a:solidFill>
            <a:round/>
            <a:headEnd type="arrow" w="med" len="med"/>
            <a:tailEnd/>
          </a:ln>
        </p:spPr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EADCD8B-5B8B-061A-BEA5-182F642A90DA}"/>
              </a:ext>
            </a:extLst>
          </p:cNvPr>
          <p:cNvCxnSpPr>
            <a:cxnSpLocks noChangeShapeType="1"/>
            <a:stCxn id="9" idx="1"/>
            <a:endCxn id="4" idx="3"/>
          </p:cNvCxnSpPr>
          <p:nvPr/>
        </p:nvCxnSpPr>
        <p:spPr bwMode="auto">
          <a:xfrm flipH="1">
            <a:off x="6431406" y="4647135"/>
            <a:ext cx="285946" cy="0"/>
          </a:xfrm>
          <a:prstGeom prst="line">
            <a:avLst/>
          </a:prstGeom>
          <a:noFill/>
          <a:ln w="28575" algn="ctr">
            <a:solidFill>
              <a:sysClr val="windowText" lastClr="000000"/>
            </a:solidFill>
            <a:round/>
            <a:headEnd type="arrow" w="med" len="med"/>
            <a:tailEnd/>
          </a:ln>
        </p:spPr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FFCBD2B-4F90-3E95-3957-15DAFB186427}"/>
              </a:ext>
            </a:extLst>
          </p:cNvPr>
          <p:cNvCxnSpPr>
            <a:cxnSpLocks noChangeShapeType="1"/>
            <a:stCxn id="17" idx="2"/>
            <a:endCxn id="9" idx="0"/>
          </p:cNvCxnSpPr>
          <p:nvPr/>
        </p:nvCxnSpPr>
        <p:spPr bwMode="auto">
          <a:xfrm>
            <a:off x="7820288" y="4096750"/>
            <a:ext cx="245097" cy="365720"/>
          </a:xfrm>
          <a:prstGeom prst="line">
            <a:avLst/>
          </a:prstGeom>
          <a:noFill/>
          <a:ln w="28575" algn="ctr">
            <a:solidFill>
              <a:sysClr val="windowText" lastClr="000000"/>
            </a:solidFill>
            <a:round/>
            <a:headEnd type="arrow" w="med" len="med"/>
            <a:tailEnd/>
          </a:ln>
        </p:spPr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25405F8-55D2-606E-1921-8532F7EB38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0556" y="3757467"/>
            <a:ext cx="2859464" cy="339283"/>
          </a:xfrm>
          <a:prstGeom prst="rect">
            <a:avLst/>
          </a:prstGeom>
          <a:noFill/>
          <a:ln w="1587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defTabSz="914400">
              <a:defRPr/>
            </a:pPr>
            <a:r>
              <a:rPr lang="en-US" b="1" kern="0" dirty="0">
                <a:solidFill>
                  <a:prstClr val="black"/>
                </a:solidFill>
                <a:latin typeface="Arial"/>
              </a:rPr>
              <a:t>Minimize Allele Losses</a:t>
            </a:r>
          </a:p>
        </p:txBody>
      </p:sp>
      <p:sp>
        <p:nvSpPr>
          <p:cNvPr id="18" name="TextBox 119">
            <a:extLst>
              <a:ext uri="{FF2B5EF4-FFF2-40B4-BE49-F238E27FC236}">
                <a16:creationId xmlns:a16="http://schemas.microsoft.com/office/drawing/2014/main" id="{9FF2FF6A-4681-A032-E78F-747D97591C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8812" y="3757467"/>
            <a:ext cx="3839852" cy="339283"/>
          </a:xfrm>
          <a:prstGeom prst="rect">
            <a:avLst/>
          </a:prstGeom>
          <a:noFill/>
          <a:ln w="1587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defTabSz="914400">
              <a:defRPr/>
            </a:pPr>
            <a:r>
              <a:rPr lang="en-US" b="1" kern="0" dirty="0">
                <a:solidFill>
                  <a:prstClr val="black"/>
                </a:solidFill>
                <a:latin typeface="Arial"/>
              </a:rPr>
              <a:t>Maximize Locations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F19990D-7D67-034F-DE2A-5D8406BF5D5E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4786638" y="3419884"/>
            <a:ext cx="389220" cy="285946"/>
          </a:xfrm>
          <a:prstGeom prst="line">
            <a:avLst/>
          </a:prstGeom>
          <a:noFill/>
          <a:ln w="28575" algn="ctr">
            <a:solidFill>
              <a:sysClr val="windowText" lastClr="000000"/>
            </a:solidFill>
            <a:round/>
            <a:headEnd type="arrow" w="med" len="med"/>
            <a:tailEnd/>
          </a:ln>
        </p:spPr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1EB8B4A-60E2-4755-0A4A-B2DAB9A59D2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612791" y="3334464"/>
            <a:ext cx="2859464" cy="423002"/>
          </a:xfrm>
          <a:prstGeom prst="line">
            <a:avLst/>
          </a:prstGeom>
          <a:noFill/>
          <a:ln w="28575" algn="ctr">
            <a:solidFill>
              <a:sysClr val="windowText" lastClr="000000"/>
            </a:solidFill>
            <a:round/>
            <a:headEnd type="arrow" w="med" len="med"/>
            <a:tailEnd/>
          </a:ln>
        </p:spPr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05DD8A5-FF99-F876-BB0D-5ADAA8D36129}"/>
              </a:ext>
            </a:extLst>
          </p:cNvPr>
          <p:cNvCxnSpPr>
            <a:cxnSpLocks noChangeShapeType="1"/>
            <a:endCxn id="17" idx="0"/>
          </p:cNvCxnSpPr>
          <p:nvPr/>
        </p:nvCxnSpPr>
        <p:spPr bwMode="auto">
          <a:xfrm rot="16200000" flipH="1">
            <a:off x="7523554" y="3460733"/>
            <a:ext cx="389220" cy="204247"/>
          </a:xfrm>
          <a:prstGeom prst="line">
            <a:avLst/>
          </a:prstGeom>
          <a:noFill/>
          <a:ln w="28575" algn="ctr">
            <a:solidFill>
              <a:sysClr val="windowText" lastClr="000000"/>
            </a:solidFill>
            <a:round/>
            <a:headEnd type="arrow" w="med" len="med"/>
            <a:tailEnd/>
          </a:ln>
        </p:spPr>
      </p:cxnSp>
      <p:cxnSp>
        <p:nvCxnSpPr>
          <p:cNvPr id="22" name="Straight Connector 20">
            <a:extLst>
              <a:ext uri="{FF2B5EF4-FFF2-40B4-BE49-F238E27FC236}">
                <a16:creationId xmlns:a16="http://schemas.microsoft.com/office/drawing/2014/main" id="{7F5B49ED-B840-64D6-4FFE-924DD9BDD2CB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H="1">
            <a:off x="2935148" y="2241709"/>
            <a:ext cx="211501" cy="0"/>
          </a:xfrm>
          <a:prstGeom prst="line">
            <a:avLst/>
          </a:prstGeom>
          <a:noFill/>
          <a:ln w="31750" algn="ctr">
            <a:solidFill>
              <a:sysClr val="windowText" lastClr="000000"/>
            </a:solidFill>
            <a:round/>
            <a:headEnd/>
            <a:tailEnd/>
          </a:ln>
        </p:spPr>
      </p:cxnSp>
      <p:grpSp>
        <p:nvGrpSpPr>
          <p:cNvPr id="23" name="Group 32">
            <a:extLst>
              <a:ext uri="{FF2B5EF4-FFF2-40B4-BE49-F238E27FC236}">
                <a16:creationId xmlns:a16="http://schemas.microsoft.com/office/drawing/2014/main" id="{ABEF15FE-CD97-F5C9-40FD-F03A3410C1D0}"/>
              </a:ext>
            </a:extLst>
          </p:cNvPr>
          <p:cNvGrpSpPr>
            <a:grpSpLocks/>
          </p:cNvGrpSpPr>
          <p:nvPr/>
        </p:nvGrpSpPr>
        <p:grpSpPr bwMode="auto">
          <a:xfrm>
            <a:off x="2060511" y="1571956"/>
            <a:ext cx="7026111" cy="1699352"/>
            <a:chOff x="672" y="1536"/>
            <a:chExt cx="4128" cy="1157"/>
          </a:xfrm>
        </p:grpSpPr>
        <p:sp>
          <p:nvSpPr>
            <p:cNvPr id="24" name="TextBox 3">
              <a:extLst>
                <a:ext uri="{FF2B5EF4-FFF2-40B4-BE49-F238E27FC236}">
                  <a16:creationId xmlns:a16="http://schemas.microsoft.com/office/drawing/2014/main" id="{92811A2E-6FAC-65B9-4304-A897F810E7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1536"/>
              <a:ext cx="2880" cy="272"/>
            </a:xfrm>
            <a:prstGeom prst="rect">
              <a:avLst/>
            </a:prstGeom>
            <a:solidFill>
              <a:srgbClr val="00B050">
                <a:alpha val="79999"/>
              </a:srgbClr>
            </a:solidFill>
            <a:ln w="25400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defTabSz="914400">
                <a:defRPr/>
              </a:pPr>
              <a:r>
                <a:rPr lang="en-US" sz="2000" b="1" kern="0" dirty="0">
                  <a:solidFill>
                    <a:prstClr val="white"/>
                  </a:solidFill>
                  <a:latin typeface="Rockwell" pitchFamily="18" charset="0"/>
                </a:rPr>
                <a:t>Maximize Species Persistence</a:t>
              </a:r>
            </a:p>
          </p:txBody>
        </p:sp>
        <p:sp>
          <p:nvSpPr>
            <p:cNvPr id="25" name="TextBox 4">
              <a:extLst>
                <a:ext uri="{FF2B5EF4-FFF2-40B4-BE49-F238E27FC236}">
                  <a16:creationId xmlns:a16="http://schemas.microsoft.com/office/drawing/2014/main" id="{51CDC478-17AE-9D1D-C32E-3929B2C820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064"/>
              <a:ext cx="1152" cy="629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587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defTabSz="914400">
                <a:defRPr/>
              </a:pPr>
              <a:r>
                <a:rPr lang="en-US" b="1" kern="0" dirty="0">
                  <a:solidFill>
                    <a:prstClr val="black"/>
                  </a:solidFill>
                  <a:latin typeface="Rockwell" pitchFamily="18" charset="0"/>
                </a:rPr>
                <a:t>Maximize</a:t>
              </a:r>
            </a:p>
            <a:p>
              <a:pPr algn="ctr" defTabSz="914400">
                <a:defRPr/>
              </a:pPr>
              <a:r>
                <a:rPr lang="en-US" b="1" kern="0" dirty="0">
                  <a:solidFill>
                    <a:prstClr val="black"/>
                  </a:solidFill>
                  <a:latin typeface="Rockwell" pitchFamily="18" charset="0"/>
                </a:rPr>
                <a:t>Species Abundance</a:t>
              </a:r>
            </a:p>
          </p:txBody>
        </p:sp>
        <p:sp>
          <p:nvSpPr>
            <p:cNvPr id="26" name="TextBox 5">
              <a:extLst>
                <a:ext uri="{FF2B5EF4-FFF2-40B4-BE49-F238E27FC236}">
                  <a16:creationId xmlns:a16="http://schemas.microsoft.com/office/drawing/2014/main" id="{F9002F98-3082-B39A-C132-65657372AD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2" y="2064"/>
              <a:ext cx="1152" cy="629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587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defTabSz="914400">
                <a:defRPr/>
              </a:pPr>
              <a:r>
                <a:rPr lang="en-US" b="1" kern="0" dirty="0">
                  <a:solidFill>
                    <a:prstClr val="black"/>
                  </a:solidFill>
                  <a:latin typeface="Rockwell" pitchFamily="18" charset="0"/>
                </a:rPr>
                <a:t>Maximize Species Distribution</a:t>
              </a:r>
            </a:p>
          </p:txBody>
        </p:sp>
        <p:sp>
          <p:nvSpPr>
            <p:cNvPr id="27" name="TextBox 8">
              <a:extLst>
                <a:ext uri="{FF2B5EF4-FFF2-40B4-BE49-F238E27FC236}">
                  <a16:creationId xmlns:a16="http://schemas.microsoft.com/office/drawing/2014/main" id="{F378FB5C-9810-ADBB-E8BC-228A24B84A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2064"/>
              <a:ext cx="1248" cy="629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587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defTabSz="914400">
                <a:defRPr/>
              </a:pPr>
              <a:r>
                <a:rPr lang="en-US" b="1" kern="0" dirty="0">
                  <a:solidFill>
                    <a:prstClr val="black"/>
                  </a:solidFill>
                  <a:latin typeface="Rockwell" pitchFamily="18" charset="0"/>
                </a:rPr>
                <a:t>Maximize </a:t>
              </a:r>
            </a:p>
            <a:p>
              <a:pPr algn="ctr" defTabSz="914400">
                <a:defRPr/>
              </a:pPr>
              <a:r>
                <a:rPr lang="en-US" b="1" kern="0" dirty="0">
                  <a:solidFill>
                    <a:prstClr val="black"/>
                  </a:solidFill>
                  <a:latin typeface="Rockwell" pitchFamily="18" charset="0"/>
                </a:rPr>
                <a:t>Genetic Diversity</a:t>
              </a:r>
            </a:p>
          </p:txBody>
        </p:sp>
        <p:cxnSp>
          <p:nvCxnSpPr>
            <p:cNvPr id="28" name="Straight Connector 19">
              <a:extLst>
                <a:ext uri="{FF2B5EF4-FFF2-40B4-BE49-F238E27FC236}">
                  <a16:creationId xmlns:a16="http://schemas.microsoft.com/office/drawing/2014/main" id="{C89297DE-ED33-7C25-8B32-BE84D27873FB}"/>
                </a:ext>
              </a:extLst>
            </p:cNvPr>
            <p:cNvCxnSpPr>
              <a:cxnSpLocks noChangeShapeType="1"/>
              <a:stCxn id="24" idx="2"/>
              <a:endCxn id="26" idx="0"/>
            </p:cNvCxnSpPr>
            <p:nvPr/>
          </p:nvCxnSpPr>
          <p:spPr bwMode="auto">
            <a:xfrm>
              <a:off x="2688" y="1808"/>
              <a:ext cx="0" cy="256"/>
            </a:xfrm>
            <a:prstGeom prst="line">
              <a:avLst/>
            </a:prstGeom>
            <a:noFill/>
            <a:ln w="31750" algn="ctr">
              <a:solidFill>
                <a:sysClr val="windowText" lastClr="000000"/>
              </a:solidFill>
              <a:round/>
              <a:headEnd/>
              <a:tailEnd/>
            </a:ln>
          </p:spPr>
        </p:cxnSp>
        <p:cxnSp>
          <p:nvCxnSpPr>
            <p:cNvPr id="29" name="Straight Connector 21">
              <a:extLst>
                <a:ext uri="{FF2B5EF4-FFF2-40B4-BE49-F238E27FC236}">
                  <a16:creationId xmlns:a16="http://schemas.microsoft.com/office/drawing/2014/main" id="{2C6AE960-3D07-2AD2-F0BF-4D5B25BE5A7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1248" y="1920"/>
              <a:ext cx="2880" cy="1"/>
            </a:xfrm>
            <a:prstGeom prst="line">
              <a:avLst/>
            </a:prstGeom>
            <a:noFill/>
            <a:ln w="31750" algn="ctr">
              <a:solidFill>
                <a:sysClr val="windowText" lastClr="000000"/>
              </a:solidFill>
              <a:round/>
              <a:headEnd/>
              <a:tailEnd/>
            </a:ln>
          </p:spPr>
        </p:cxnSp>
      </p:grpSp>
      <p:cxnSp>
        <p:nvCxnSpPr>
          <p:cNvPr id="30" name="Straight Connector 22">
            <a:extLst>
              <a:ext uri="{FF2B5EF4-FFF2-40B4-BE49-F238E27FC236}">
                <a16:creationId xmlns:a16="http://schemas.microsoft.com/office/drawing/2014/main" id="{24ADD376-A910-3EB6-21C5-FAA36EC8781B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H="1">
            <a:off x="7837086" y="2241709"/>
            <a:ext cx="211501" cy="0"/>
          </a:xfrm>
          <a:prstGeom prst="line">
            <a:avLst/>
          </a:prstGeom>
          <a:noFill/>
          <a:ln w="31750" algn="ctr">
            <a:solidFill>
              <a:sysClr val="windowText" lastClr="000000"/>
            </a:solidFill>
            <a:round/>
            <a:headEnd/>
            <a:tailEnd/>
          </a:ln>
        </p:spPr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14D620CF-D23D-D985-6A3E-94344F0F2DBB}"/>
              </a:ext>
            </a:extLst>
          </p:cNvPr>
          <p:cNvSpPr txBox="1"/>
          <p:nvPr/>
        </p:nvSpPr>
        <p:spPr>
          <a:xfrm>
            <a:off x="8427390" y="1493206"/>
            <a:ext cx="23134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/>
              <a:t>Fundamental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7CF2D24-E6D8-3D7B-2758-E1D6329D3B6D}"/>
              </a:ext>
            </a:extLst>
          </p:cNvPr>
          <p:cNvSpPr txBox="1"/>
          <p:nvPr/>
        </p:nvSpPr>
        <p:spPr>
          <a:xfrm>
            <a:off x="9226830" y="2496035"/>
            <a:ext cx="23134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/>
              <a:t>Means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B9B3C12-60E8-30FE-5F21-300CC1222D95}"/>
              </a:ext>
            </a:extLst>
          </p:cNvPr>
          <p:cNvSpPr txBox="1"/>
          <p:nvPr/>
        </p:nvSpPr>
        <p:spPr>
          <a:xfrm>
            <a:off x="9617664" y="3590001"/>
            <a:ext cx="23134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/>
              <a:t>Sub-means</a:t>
            </a:r>
          </a:p>
        </p:txBody>
      </p:sp>
      <p:sp>
        <p:nvSpPr>
          <p:cNvPr id="36" name="Title 1">
            <a:extLst>
              <a:ext uri="{FF2B5EF4-FFF2-40B4-BE49-F238E27FC236}">
                <a16:creationId xmlns:a16="http://schemas.microsoft.com/office/drawing/2014/main" id="{1025E34F-AB6E-DB9A-079E-74CAE3F94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412" y="136065"/>
            <a:ext cx="10515600" cy="1325563"/>
          </a:xfrm>
        </p:spPr>
        <p:txBody>
          <a:bodyPr/>
          <a:lstStyle/>
          <a:p>
            <a:r>
              <a:rPr lang="en-US" dirty="0"/>
              <a:t>3b. Create an objective hierarchy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8B5773-E4C4-536D-EFE9-BD71D7E12797}"/>
              </a:ext>
            </a:extLst>
          </p:cNvPr>
          <p:cNvSpPr txBox="1"/>
          <p:nvPr/>
        </p:nvSpPr>
        <p:spPr>
          <a:xfrm>
            <a:off x="0" y="6581001"/>
            <a:ext cx="89180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Developed by Alex McInturff, Jean Fitts Cochrane, Angela Matz, Jennifer A. Szymanski, James E. Lyons, Sarah J. Converse, &amp; Michael C. Runge</a:t>
            </a:r>
          </a:p>
        </p:txBody>
      </p:sp>
    </p:spTree>
    <p:extLst>
      <p:ext uri="{BB962C8B-B14F-4D97-AF65-F5344CB8AC3E}">
        <p14:creationId xmlns:p14="http://schemas.microsoft.com/office/powerpoint/2010/main" val="2662060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9" grpId="0"/>
      <p:bldP spid="17" grpId="0"/>
      <p:bldP spid="18" grpId="0"/>
      <p:bldP spid="3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B1C31-1EAA-8461-C14F-C06ED24AA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C6ECC5-0623-3028-8F06-CBCC4390E81E}"/>
              </a:ext>
            </a:extLst>
          </p:cNvPr>
          <p:cNvSpPr txBox="1"/>
          <p:nvPr/>
        </p:nvSpPr>
        <p:spPr>
          <a:xfrm>
            <a:off x="0" y="6581001"/>
            <a:ext cx="89180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Developed by Alex McInturff, Jean Fitts Cochrane, Angela Matz, Jennifer A. Szymanski, James E. Lyons, Sarah J. Converse, &amp; Michael C. Runge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FFE66D-B37C-45FA-0603-883A194C75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028" y="1382903"/>
            <a:ext cx="8153400" cy="495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5" name="TextBox 2">
            <a:extLst>
              <a:ext uri="{FF2B5EF4-FFF2-40B4-BE49-F238E27FC236}">
                <a16:creationId xmlns:a16="http://schemas.microsoft.com/office/drawing/2014/main" id="{F52C98FE-A9FF-307B-AD46-398F952E52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18428" y="2197893"/>
            <a:ext cx="2571307" cy="246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hlink"/>
                </a:solidFill>
                <a:latin typeface="Arial" charset="0"/>
              </a:defRPr>
            </a:lvl1pPr>
            <a:lvl2pPr marL="742950" indent="-285750">
              <a:defRPr sz="1600">
                <a:solidFill>
                  <a:schemeClr val="hlink"/>
                </a:solidFill>
                <a:latin typeface="Arial" charset="0"/>
              </a:defRPr>
            </a:lvl2pPr>
            <a:lvl3pPr marL="1143000" indent="-228600">
              <a:defRPr sz="1600">
                <a:solidFill>
                  <a:schemeClr val="hlink"/>
                </a:solidFill>
                <a:latin typeface="Arial" charset="0"/>
              </a:defRPr>
            </a:lvl3pPr>
            <a:lvl4pPr marL="1600200" indent="-228600">
              <a:defRPr sz="1600">
                <a:solidFill>
                  <a:schemeClr val="hlink"/>
                </a:solidFill>
                <a:latin typeface="Arial" charset="0"/>
              </a:defRPr>
            </a:lvl4pPr>
            <a:lvl5pPr marL="2057400" indent="-228600">
              <a:defRPr sz="1600">
                <a:solidFill>
                  <a:schemeClr val="hlink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hlink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hlink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hlink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hlink"/>
                </a:solidFill>
                <a:latin typeface="Arial" charset="0"/>
              </a:defRPr>
            </a:lvl9pPr>
          </a:lstStyle>
          <a:p>
            <a:r>
              <a:rPr lang="en-US" altLang="en-US" sz="1400" dirty="0" err="1">
                <a:solidFill>
                  <a:schemeClr val="tx1"/>
                </a:solidFill>
              </a:rPr>
              <a:t>Blomquist</a:t>
            </a:r>
            <a:r>
              <a:rPr lang="en-US" altLang="en-US" sz="1400" dirty="0">
                <a:solidFill>
                  <a:schemeClr val="tx1"/>
                </a:solidFill>
              </a:rPr>
              <a:t>, S. M., Johnson, T. D., Smith, D. R., Call, G. P., Miller, B. N., Thurman, W. M., ... &amp; Boomer, G. S. (2010). Structured decision-making and rapid prototyping to plan a management response to an invasive species. </a:t>
            </a:r>
            <a:r>
              <a:rPr lang="en-US" altLang="en-US" sz="1400" i="1" dirty="0">
                <a:solidFill>
                  <a:schemeClr val="tx1"/>
                </a:solidFill>
              </a:rPr>
              <a:t>Journal of Fish and Wildlife Management</a:t>
            </a:r>
            <a:r>
              <a:rPr lang="en-US" altLang="en-US" sz="1400" dirty="0">
                <a:solidFill>
                  <a:schemeClr val="tx1"/>
                </a:solidFill>
              </a:rPr>
              <a:t>, </a:t>
            </a:r>
            <a:r>
              <a:rPr lang="en-US" altLang="en-US" sz="1400" i="1" dirty="0">
                <a:solidFill>
                  <a:schemeClr val="tx1"/>
                </a:solidFill>
              </a:rPr>
              <a:t>1</a:t>
            </a:r>
            <a:r>
              <a:rPr lang="en-US" altLang="en-US" sz="1400" dirty="0">
                <a:solidFill>
                  <a:schemeClr val="tx1"/>
                </a:solidFill>
              </a:rPr>
              <a:t>(1), 19-32.</a:t>
            </a:r>
          </a:p>
          <a:p>
            <a:endParaRPr lang="en-US" altLang="en-US" sz="14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5CE791-4EA6-6071-AB36-517BB38F1E53}"/>
              </a:ext>
            </a:extLst>
          </p:cNvPr>
          <p:cNvSpPr txBox="1"/>
          <p:nvPr/>
        </p:nvSpPr>
        <p:spPr>
          <a:xfrm>
            <a:off x="1903228" y="5351653"/>
            <a:ext cx="6324600" cy="830997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rgbClr val="FF0000"/>
                </a:solidFill>
              </a:rPr>
              <a:t>DIAGRAM FORMAT</a:t>
            </a:r>
          </a:p>
        </p:txBody>
      </p:sp>
      <p:sp>
        <p:nvSpPr>
          <p:cNvPr id="34" name="Title 1">
            <a:extLst>
              <a:ext uri="{FF2B5EF4-FFF2-40B4-BE49-F238E27FC236}">
                <a16:creationId xmlns:a16="http://schemas.microsoft.com/office/drawing/2014/main" id="{08FA047D-4897-B7CB-AC39-86B3296BD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412" y="136065"/>
            <a:ext cx="10515600" cy="1325563"/>
          </a:xfrm>
        </p:spPr>
        <p:txBody>
          <a:bodyPr/>
          <a:lstStyle/>
          <a:p>
            <a:r>
              <a:rPr lang="en-US" dirty="0"/>
              <a:t>3b. Create an objective hierarchy</a:t>
            </a:r>
          </a:p>
        </p:txBody>
      </p:sp>
    </p:spTree>
    <p:extLst>
      <p:ext uri="{BB962C8B-B14F-4D97-AF65-F5344CB8AC3E}">
        <p14:creationId xmlns:p14="http://schemas.microsoft.com/office/powerpoint/2010/main" val="30540947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F7DF3-4DE7-8744-C044-797CAC661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5B406E1-7750-EF27-1BDA-8F51AA19C355}"/>
              </a:ext>
            </a:extLst>
          </p:cNvPr>
          <p:cNvSpPr txBox="1"/>
          <p:nvPr/>
        </p:nvSpPr>
        <p:spPr>
          <a:xfrm>
            <a:off x="0" y="6581001"/>
            <a:ext cx="89180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Developed by Alex McInturff, Jean Fitts Cochrane, Angela Matz, Jennifer A. Szymanski, James E. Lyons, Sarah J. Converse, &amp; Michael C. Runge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724C0D88-62C8-E230-D488-A95DA59FA84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61" r="33088"/>
          <a:stretch/>
        </p:blipFill>
        <p:spPr bwMode="auto">
          <a:xfrm>
            <a:off x="889876" y="1094601"/>
            <a:ext cx="7649998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5F55C06-DF17-F625-A0CB-88B19E8A0D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50325" y="2651854"/>
            <a:ext cx="2339163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hlink"/>
                </a:solidFill>
                <a:latin typeface="Arial" charset="0"/>
              </a:defRPr>
            </a:lvl1pPr>
            <a:lvl2pPr marL="742950" indent="-285750">
              <a:defRPr sz="1600">
                <a:solidFill>
                  <a:schemeClr val="hlink"/>
                </a:solidFill>
                <a:latin typeface="Arial" charset="0"/>
              </a:defRPr>
            </a:lvl2pPr>
            <a:lvl3pPr marL="1143000" indent="-228600">
              <a:defRPr sz="1600">
                <a:solidFill>
                  <a:schemeClr val="hlink"/>
                </a:solidFill>
                <a:latin typeface="Arial" charset="0"/>
              </a:defRPr>
            </a:lvl3pPr>
            <a:lvl4pPr marL="1600200" indent="-228600">
              <a:defRPr sz="1600">
                <a:solidFill>
                  <a:schemeClr val="hlink"/>
                </a:solidFill>
                <a:latin typeface="Arial" charset="0"/>
              </a:defRPr>
            </a:lvl4pPr>
            <a:lvl5pPr marL="2057400" indent="-228600">
              <a:defRPr sz="1600">
                <a:solidFill>
                  <a:schemeClr val="hlink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hlink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hlink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hlink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hlink"/>
                </a:solidFill>
                <a:latin typeface="Arial" charset="0"/>
              </a:defRPr>
            </a:lvl9pPr>
          </a:lstStyle>
          <a:p>
            <a:r>
              <a:rPr lang="en-US" altLang="en-US" sz="1400" dirty="0">
                <a:solidFill>
                  <a:schemeClr val="tx1"/>
                </a:solidFill>
              </a:rPr>
              <a:t>Gregory, R., &amp; Long, G. (2009). Using structured decision making to help implement a precautionary approach to endangered species management. </a:t>
            </a:r>
            <a:r>
              <a:rPr lang="en-US" altLang="en-US" sz="1400" i="1" dirty="0">
                <a:solidFill>
                  <a:schemeClr val="tx1"/>
                </a:solidFill>
              </a:rPr>
              <a:t>Risk Analysis</a:t>
            </a:r>
            <a:r>
              <a:rPr lang="en-US" altLang="en-US" sz="1400" dirty="0">
                <a:solidFill>
                  <a:schemeClr val="tx1"/>
                </a:solidFill>
              </a:rPr>
              <a:t>, </a:t>
            </a:r>
            <a:r>
              <a:rPr lang="en-US" altLang="en-US" sz="1400" i="1" dirty="0">
                <a:solidFill>
                  <a:schemeClr val="tx1"/>
                </a:solidFill>
              </a:rPr>
              <a:t>29</a:t>
            </a:r>
            <a:r>
              <a:rPr lang="en-US" altLang="en-US" sz="1400" dirty="0">
                <a:solidFill>
                  <a:schemeClr val="tx1"/>
                </a:solidFill>
              </a:rPr>
              <a:t>(4), 518-532.</a:t>
            </a:r>
          </a:p>
          <a:p>
            <a:endParaRPr lang="en-US" altLang="en-US" sz="1400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ADFB4D-5E02-6643-4A8B-5D4373251578}"/>
              </a:ext>
            </a:extLst>
          </p:cNvPr>
          <p:cNvSpPr txBox="1"/>
          <p:nvPr/>
        </p:nvSpPr>
        <p:spPr>
          <a:xfrm>
            <a:off x="1714500" y="5750004"/>
            <a:ext cx="6000750" cy="830997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rgbClr val="FF0000"/>
                </a:solidFill>
              </a:rPr>
              <a:t>TABLE FORMAT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23CC4A5B-0066-D89B-FA74-E6FD485BC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412" y="136065"/>
            <a:ext cx="10515600" cy="1325563"/>
          </a:xfrm>
        </p:spPr>
        <p:txBody>
          <a:bodyPr/>
          <a:lstStyle/>
          <a:p>
            <a:r>
              <a:rPr lang="en-US" dirty="0"/>
              <a:t>3b. Create an objective hierarchy</a:t>
            </a:r>
          </a:p>
        </p:txBody>
      </p:sp>
    </p:spTree>
    <p:extLst>
      <p:ext uri="{BB962C8B-B14F-4D97-AF65-F5344CB8AC3E}">
        <p14:creationId xmlns:p14="http://schemas.microsoft.com/office/powerpoint/2010/main" val="38550345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64BB9-1A9F-3FC8-0338-175B33091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0C5403-FA1C-0A2E-8A38-DF277A30325E}"/>
              </a:ext>
            </a:extLst>
          </p:cNvPr>
          <p:cNvSpPr txBox="1"/>
          <p:nvPr/>
        </p:nvSpPr>
        <p:spPr>
          <a:xfrm>
            <a:off x="0" y="6581001"/>
            <a:ext cx="89180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Developed by Alex McInturff, Jean Fitts Cochrane, Angela Matz, Jennifer A. Szymanski, James E. Lyons, Sarah J. Converse, &amp; Michael C. Runge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D5C5CEE-599C-35EE-FFC8-66412FEB0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412" y="136065"/>
            <a:ext cx="10515600" cy="1325563"/>
          </a:xfrm>
        </p:spPr>
        <p:txBody>
          <a:bodyPr/>
          <a:lstStyle/>
          <a:p>
            <a:r>
              <a:rPr lang="en-US" dirty="0"/>
              <a:t>3b. Create an objective hierarchy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63D6C1-145D-1199-8F13-091F6C5A9E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5038"/>
            <a:ext cx="10515600" cy="4525963"/>
          </a:xfrm>
        </p:spPr>
        <p:txBody>
          <a:bodyPr>
            <a:normAutofit/>
          </a:bodyPr>
          <a:lstStyle/>
          <a:p>
            <a:pPr eaLnBrk="1" hangingPunct="1"/>
            <a:r>
              <a:rPr lang="en-US" sz="2400" b="1" dirty="0">
                <a:solidFill>
                  <a:schemeClr val="tx1"/>
                </a:solidFill>
                <a:ea typeface="MS PGothic" charset="0"/>
              </a:rPr>
              <a:t>Complete</a:t>
            </a:r>
          </a:p>
          <a:p>
            <a:pPr lvl="1" eaLnBrk="1" hangingPunct="1"/>
            <a:r>
              <a:rPr lang="en-US" dirty="0">
                <a:solidFill>
                  <a:srgbClr val="002060"/>
                </a:solidFill>
                <a:ea typeface="MS PGothic" charset="0"/>
              </a:rPr>
              <a:t>Don’t leave out any areas of concern (objectives)</a:t>
            </a:r>
          </a:p>
          <a:p>
            <a:pPr eaLnBrk="1" hangingPunct="1"/>
            <a:r>
              <a:rPr lang="en-US" sz="2400" b="1" dirty="0">
                <a:solidFill>
                  <a:schemeClr val="tx1"/>
                </a:solidFill>
                <a:ea typeface="MS PGothic" charset="0"/>
              </a:rPr>
              <a:t>Non-redundant</a:t>
            </a:r>
          </a:p>
          <a:p>
            <a:pPr lvl="1" eaLnBrk="1" hangingPunct="1"/>
            <a:r>
              <a:rPr lang="en-US" dirty="0">
                <a:solidFill>
                  <a:srgbClr val="002060"/>
                </a:solidFill>
                <a:ea typeface="MS PGothic" charset="0"/>
              </a:rPr>
              <a:t>Redundant objectives can lead to “double-counting”</a:t>
            </a:r>
          </a:p>
          <a:p>
            <a:pPr eaLnBrk="1" hangingPunct="1"/>
            <a:r>
              <a:rPr lang="en-US" sz="2400" b="1" dirty="0">
                <a:solidFill>
                  <a:schemeClr val="tx1"/>
                </a:solidFill>
                <a:ea typeface="MS PGothic" charset="0"/>
              </a:rPr>
              <a:t>Concise</a:t>
            </a:r>
          </a:p>
          <a:p>
            <a:pPr lvl="1" eaLnBrk="1" hangingPunct="1"/>
            <a:r>
              <a:rPr lang="en-US" dirty="0">
                <a:solidFill>
                  <a:srgbClr val="002060"/>
                </a:solidFill>
                <a:ea typeface="MS PGothic" charset="0"/>
              </a:rPr>
              <a:t>Focus on the core issues</a:t>
            </a:r>
          </a:p>
          <a:p>
            <a:pPr eaLnBrk="1" hangingPunct="1"/>
            <a:r>
              <a:rPr lang="en-US" sz="2400" b="1" dirty="0">
                <a:solidFill>
                  <a:schemeClr val="tx1"/>
                </a:solidFill>
                <a:ea typeface="MS PGothic" charset="0"/>
              </a:rPr>
              <a:t>Specific </a:t>
            </a:r>
          </a:p>
          <a:p>
            <a:pPr lvl="1" eaLnBrk="1" hangingPunct="1"/>
            <a:r>
              <a:rPr lang="en-US" dirty="0">
                <a:solidFill>
                  <a:srgbClr val="002060"/>
                </a:solidFill>
                <a:ea typeface="MS PGothic" charset="0"/>
              </a:rPr>
              <a:t>Consequences are clear; measurable attributes can be readily identified</a:t>
            </a:r>
          </a:p>
          <a:p>
            <a:pPr eaLnBrk="1" hangingPunct="1"/>
            <a:r>
              <a:rPr lang="en-US" sz="2400" b="1" dirty="0">
                <a:solidFill>
                  <a:schemeClr val="tx1"/>
                </a:solidFill>
                <a:ea typeface="MS PGothic" charset="0"/>
              </a:rPr>
              <a:t>Understandable </a:t>
            </a:r>
          </a:p>
          <a:p>
            <a:pPr lvl="1" eaLnBrk="1" hangingPunct="1"/>
            <a:r>
              <a:rPr lang="en-US" dirty="0">
                <a:solidFill>
                  <a:srgbClr val="002060"/>
                </a:solidFill>
                <a:ea typeface="MS PGothic" charset="0"/>
              </a:rPr>
              <a:t>Avoid vague and ambiguous terms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DB36E9B-21D0-B2B8-4E4E-C8272F4AF95B}"/>
              </a:ext>
            </a:extLst>
          </p:cNvPr>
          <p:cNvSpPr txBox="1">
            <a:spLocks/>
          </p:cNvSpPr>
          <p:nvPr/>
        </p:nvSpPr>
        <p:spPr>
          <a:xfrm>
            <a:off x="838200" y="1422587"/>
            <a:ext cx="11684000" cy="632451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2800" b="1" u="sng" dirty="0">
                <a:latin typeface="+mn-lt"/>
                <a:ea typeface="MS PGothic" charset="0"/>
              </a:rPr>
              <a:t>Desired properties of an objective hierarchy</a:t>
            </a:r>
          </a:p>
        </p:txBody>
      </p:sp>
    </p:spTree>
    <p:extLst>
      <p:ext uri="{BB962C8B-B14F-4D97-AF65-F5344CB8AC3E}">
        <p14:creationId xmlns:p14="http://schemas.microsoft.com/office/powerpoint/2010/main" val="11281081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9E531-0F62-77A8-BF5C-4BE626DC5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7102E47-7C99-2BFA-2E9E-4286049CD2EA}"/>
              </a:ext>
            </a:extLst>
          </p:cNvPr>
          <p:cNvSpPr/>
          <p:nvPr/>
        </p:nvSpPr>
        <p:spPr>
          <a:xfrm>
            <a:off x="770719" y="1011382"/>
            <a:ext cx="10855317" cy="5847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Fundamental objectives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70228F6-BA10-8721-F271-AAAAD515CAFE}"/>
              </a:ext>
            </a:extLst>
          </p:cNvPr>
          <p:cNvSpPr/>
          <p:nvPr/>
        </p:nvSpPr>
        <p:spPr>
          <a:xfrm>
            <a:off x="770719" y="1772992"/>
            <a:ext cx="2443536" cy="110875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2BA147-1B06-7C35-47CB-D5458DD52FA3}"/>
              </a:ext>
            </a:extLst>
          </p:cNvPr>
          <p:cNvSpPr/>
          <p:nvPr/>
        </p:nvSpPr>
        <p:spPr>
          <a:xfrm>
            <a:off x="3444646" y="1772991"/>
            <a:ext cx="2443536" cy="110875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3CDBDCF-7FB6-6E8E-7D0F-B12F92E6F68D}"/>
              </a:ext>
            </a:extLst>
          </p:cNvPr>
          <p:cNvSpPr/>
          <p:nvPr/>
        </p:nvSpPr>
        <p:spPr>
          <a:xfrm>
            <a:off x="6118573" y="1772991"/>
            <a:ext cx="2443536" cy="110875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DE45ED9-74A6-D7B1-007B-DF07E3D4C791}"/>
              </a:ext>
            </a:extLst>
          </p:cNvPr>
          <p:cNvSpPr/>
          <p:nvPr/>
        </p:nvSpPr>
        <p:spPr>
          <a:xfrm>
            <a:off x="8792500" y="1772990"/>
            <a:ext cx="2443536" cy="110875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92575A0-DFB1-912A-C8E2-BD0CA585FA9C}"/>
              </a:ext>
            </a:extLst>
          </p:cNvPr>
          <p:cNvSpPr/>
          <p:nvPr/>
        </p:nvSpPr>
        <p:spPr>
          <a:xfrm rot="16200000">
            <a:off x="-286305" y="3728254"/>
            <a:ext cx="1702315" cy="9511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Means objectives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080E2E4-76CC-D47A-6051-0CAB75C92B30}"/>
              </a:ext>
            </a:extLst>
          </p:cNvPr>
          <p:cNvSpPr/>
          <p:nvPr/>
        </p:nvSpPr>
        <p:spPr>
          <a:xfrm>
            <a:off x="1359537" y="3642435"/>
            <a:ext cx="1265899" cy="110875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E86BAF8-484D-0E7D-B793-AD3FF56AE44F}"/>
              </a:ext>
            </a:extLst>
          </p:cNvPr>
          <p:cNvSpPr/>
          <p:nvPr/>
        </p:nvSpPr>
        <p:spPr>
          <a:xfrm>
            <a:off x="2836460" y="3642435"/>
            <a:ext cx="1265899" cy="110875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2F6F174-2546-A60C-8D0F-E5BA6DCD968D}"/>
              </a:ext>
            </a:extLst>
          </p:cNvPr>
          <p:cNvSpPr/>
          <p:nvPr/>
        </p:nvSpPr>
        <p:spPr>
          <a:xfrm>
            <a:off x="4313383" y="3642435"/>
            <a:ext cx="1265899" cy="110875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94A15B4-B5AE-97D9-7BCD-56B22D826B3A}"/>
              </a:ext>
            </a:extLst>
          </p:cNvPr>
          <p:cNvSpPr/>
          <p:nvPr/>
        </p:nvSpPr>
        <p:spPr>
          <a:xfrm>
            <a:off x="5790306" y="3642435"/>
            <a:ext cx="1265899" cy="110875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6555C4A-98DE-AFD2-1E67-FC32C39BFE8E}"/>
              </a:ext>
            </a:extLst>
          </p:cNvPr>
          <p:cNvSpPr/>
          <p:nvPr/>
        </p:nvSpPr>
        <p:spPr>
          <a:xfrm>
            <a:off x="7261337" y="3642434"/>
            <a:ext cx="1265899" cy="110875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D36E2E0-22F5-B4B4-36CD-E0892A994E91}"/>
              </a:ext>
            </a:extLst>
          </p:cNvPr>
          <p:cNvSpPr/>
          <p:nvPr/>
        </p:nvSpPr>
        <p:spPr>
          <a:xfrm>
            <a:off x="8732368" y="3656482"/>
            <a:ext cx="1265899" cy="110875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25C58C6-DED7-68EF-C09A-066D26CB3089}"/>
              </a:ext>
            </a:extLst>
          </p:cNvPr>
          <p:cNvSpPr/>
          <p:nvPr/>
        </p:nvSpPr>
        <p:spPr>
          <a:xfrm>
            <a:off x="10203399" y="3656482"/>
            <a:ext cx="1265899" cy="110875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4F16676-2EE7-C1F8-5009-7FEC53BC2181}"/>
              </a:ext>
            </a:extLst>
          </p:cNvPr>
          <p:cNvSpPr/>
          <p:nvPr/>
        </p:nvSpPr>
        <p:spPr>
          <a:xfrm>
            <a:off x="770719" y="1011381"/>
            <a:ext cx="10855317" cy="584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Fundamental objectives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61B5880-BC7F-BB91-D599-850FBF5D5DEF}"/>
              </a:ext>
            </a:extLst>
          </p:cNvPr>
          <p:cNvSpPr/>
          <p:nvPr/>
        </p:nvSpPr>
        <p:spPr>
          <a:xfrm>
            <a:off x="770719" y="1772991"/>
            <a:ext cx="2443536" cy="110875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D86E551-6328-05C8-0B45-7917C4E861EA}"/>
              </a:ext>
            </a:extLst>
          </p:cNvPr>
          <p:cNvSpPr/>
          <p:nvPr/>
        </p:nvSpPr>
        <p:spPr>
          <a:xfrm>
            <a:off x="3444646" y="1772990"/>
            <a:ext cx="2443536" cy="110875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98811F6-A284-2B0E-2191-1595D046A730}"/>
              </a:ext>
            </a:extLst>
          </p:cNvPr>
          <p:cNvSpPr/>
          <p:nvPr/>
        </p:nvSpPr>
        <p:spPr>
          <a:xfrm>
            <a:off x="1040435" y="5137473"/>
            <a:ext cx="3848357" cy="148814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Process objectives</a:t>
            </a:r>
          </a:p>
          <a:p>
            <a:pPr algn="ctr"/>
            <a:r>
              <a:rPr lang="en-US" sz="2400" dirty="0">
                <a:solidFill>
                  <a:schemeClr val="tx1"/>
                </a:solidFill>
              </a:rPr>
              <a:t>- Be respectful of tribal values and rituals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E7A0B8A-BEC3-885B-2114-F75E44488B97}"/>
              </a:ext>
            </a:extLst>
          </p:cNvPr>
          <p:cNvSpPr/>
          <p:nvPr/>
        </p:nvSpPr>
        <p:spPr>
          <a:xfrm>
            <a:off x="5007331" y="5054994"/>
            <a:ext cx="3848357" cy="16531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Strategic objectives</a:t>
            </a:r>
          </a:p>
          <a:p>
            <a:r>
              <a:rPr lang="en-US" b="1" dirty="0">
                <a:solidFill>
                  <a:schemeClr val="tx1"/>
                </a:solidFill>
              </a:rPr>
              <a:t>-</a:t>
            </a:r>
            <a:r>
              <a:rPr lang="en-US" dirty="0">
                <a:solidFill>
                  <a:schemeClr val="tx1"/>
                </a:solidFill>
              </a:rPr>
              <a:t>Operate within the authority, capabilities, and legal responsibility of the Bureau of Reclamation</a:t>
            </a:r>
          </a:p>
          <a:p>
            <a:r>
              <a:rPr lang="en-US" dirty="0">
                <a:solidFill>
                  <a:schemeClr val="tx1"/>
                </a:solidFill>
              </a:rPr>
              <a:t>- Follow ESA compliances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7BD9231-9A53-6900-90B2-AF65C9ABB850}"/>
              </a:ext>
            </a:extLst>
          </p:cNvPr>
          <p:cNvCxnSpPr>
            <a:cxnSpLocks/>
            <a:stCxn id="20" idx="0"/>
            <a:endCxn id="29" idx="2"/>
          </p:cNvCxnSpPr>
          <p:nvPr/>
        </p:nvCxnSpPr>
        <p:spPr>
          <a:xfrm flipV="1">
            <a:off x="1992487" y="2881744"/>
            <a:ext cx="0" cy="76069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DCC1D305-1410-35F6-81C1-38969E12D2E9}"/>
              </a:ext>
            </a:extLst>
          </p:cNvPr>
          <p:cNvCxnSpPr>
            <a:cxnSpLocks/>
            <a:stCxn id="21" idx="0"/>
            <a:endCxn id="30" idx="2"/>
          </p:cNvCxnSpPr>
          <p:nvPr/>
        </p:nvCxnSpPr>
        <p:spPr>
          <a:xfrm flipV="1">
            <a:off x="3469410" y="2881743"/>
            <a:ext cx="1197004" cy="76069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635F797-60AC-1512-6377-933CB3215594}"/>
              </a:ext>
            </a:extLst>
          </p:cNvPr>
          <p:cNvCxnSpPr>
            <a:cxnSpLocks/>
            <a:stCxn id="22" idx="0"/>
            <a:endCxn id="30" idx="2"/>
          </p:cNvCxnSpPr>
          <p:nvPr/>
        </p:nvCxnSpPr>
        <p:spPr>
          <a:xfrm flipH="1" flipV="1">
            <a:off x="4666414" y="2881743"/>
            <a:ext cx="279919" cy="76069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AF690FA-D427-C513-B22D-B80D8912576E}"/>
              </a:ext>
            </a:extLst>
          </p:cNvPr>
          <p:cNvCxnSpPr>
            <a:cxnSpLocks/>
            <a:stCxn id="24" idx="0"/>
            <a:endCxn id="17" idx="2"/>
          </p:cNvCxnSpPr>
          <p:nvPr/>
        </p:nvCxnSpPr>
        <p:spPr>
          <a:xfrm flipV="1">
            <a:off x="6423256" y="2881744"/>
            <a:ext cx="917085" cy="76069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E591AA93-5E38-19CA-FF68-FFCA8CBA5ADB}"/>
              </a:ext>
            </a:extLst>
          </p:cNvPr>
          <p:cNvCxnSpPr>
            <a:cxnSpLocks/>
            <a:stCxn id="25" idx="0"/>
            <a:endCxn id="17" idx="2"/>
          </p:cNvCxnSpPr>
          <p:nvPr/>
        </p:nvCxnSpPr>
        <p:spPr>
          <a:xfrm flipH="1" flipV="1">
            <a:off x="7340341" y="2881744"/>
            <a:ext cx="553946" cy="76069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47901D4-E26B-9844-8963-942C02BAE6C4}"/>
              </a:ext>
            </a:extLst>
          </p:cNvPr>
          <p:cNvCxnSpPr>
            <a:cxnSpLocks/>
            <a:stCxn id="26" idx="0"/>
            <a:endCxn id="18" idx="2"/>
          </p:cNvCxnSpPr>
          <p:nvPr/>
        </p:nvCxnSpPr>
        <p:spPr>
          <a:xfrm flipV="1">
            <a:off x="9365318" y="2881743"/>
            <a:ext cx="648950" cy="77473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90C9E848-913F-ECA1-B3D4-D07AD8409545}"/>
              </a:ext>
            </a:extLst>
          </p:cNvPr>
          <p:cNvCxnSpPr>
            <a:cxnSpLocks/>
            <a:stCxn id="27" idx="0"/>
            <a:endCxn id="18" idx="2"/>
          </p:cNvCxnSpPr>
          <p:nvPr/>
        </p:nvCxnSpPr>
        <p:spPr>
          <a:xfrm flipH="1" flipV="1">
            <a:off x="10014268" y="2881743"/>
            <a:ext cx="822081" cy="77473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495DE1C-7962-4FD6-38E7-3B46855DB45E}"/>
              </a:ext>
            </a:extLst>
          </p:cNvPr>
          <p:cNvSpPr txBox="1"/>
          <p:nvPr/>
        </p:nvSpPr>
        <p:spPr>
          <a:xfrm>
            <a:off x="743009" y="1888082"/>
            <a:ext cx="27519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Maximize resources to protect tribal sacred sites and spiritual values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695EEF-AD86-6C10-76D6-01EB561BB0C8}"/>
              </a:ext>
            </a:extLst>
          </p:cNvPr>
          <p:cNvSpPr txBox="1"/>
          <p:nvPr/>
        </p:nvSpPr>
        <p:spPr>
          <a:xfrm>
            <a:off x="3492360" y="1934248"/>
            <a:ext cx="23481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Maximize native species integrity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513565D-297C-3172-4499-25FD70D1C636}"/>
              </a:ext>
            </a:extLst>
          </p:cNvPr>
          <p:cNvSpPr txBox="1">
            <a:spLocks/>
          </p:cNvSpPr>
          <p:nvPr/>
        </p:nvSpPr>
        <p:spPr>
          <a:xfrm>
            <a:off x="8945248" y="5716807"/>
            <a:ext cx="2680788" cy="528249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/>
              <a:t>Adapted, modified, and simplified from Runge et al. 2011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71EAFD-C4BB-CB09-ADAC-025459247515}"/>
              </a:ext>
            </a:extLst>
          </p:cNvPr>
          <p:cNvSpPr txBox="1"/>
          <p:nvPr/>
        </p:nvSpPr>
        <p:spPr>
          <a:xfrm>
            <a:off x="6198377" y="1934248"/>
            <a:ext cx="23481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Maximize recreation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642D94-AEC2-0850-0ED8-ED113544C162}"/>
              </a:ext>
            </a:extLst>
          </p:cNvPr>
          <p:cNvSpPr txBox="1"/>
          <p:nvPr/>
        </p:nvSpPr>
        <p:spPr>
          <a:xfrm>
            <a:off x="9090372" y="1934248"/>
            <a:ext cx="18477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Minimize cost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87AAB9-C5CF-0105-400A-242F23FE1F15}"/>
              </a:ext>
            </a:extLst>
          </p:cNvPr>
          <p:cNvSpPr txBox="1"/>
          <p:nvPr/>
        </p:nvSpPr>
        <p:spPr>
          <a:xfrm>
            <a:off x="4349045" y="3892355"/>
            <a:ext cx="1265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Min. trout population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08AFB4-F2E9-3F84-C256-0288F54D3772}"/>
              </a:ext>
            </a:extLst>
          </p:cNvPr>
          <p:cNvSpPr txBox="1"/>
          <p:nvPr/>
        </p:nvSpPr>
        <p:spPr>
          <a:xfrm>
            <a:off x="2878016" y="3752943"/>
            <a:ext cx="12658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Maximize HBC population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2DAD4F1-11F0-1210-ED8F-033F60DB6823}"/>
              </a:ext>
            </a:extLst>
          </p:cNvPr>
          <p:cNvSpPr txBox="1"/>
          <p:nvPr/>
        </p:nvSpPr>
        <p:spPr>
          <a:xfrm>
            <a:off x="1395199" y="3752943"/>
            <a:ext cx="12658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Minimize taking of life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316CC21-5B29-FA17-46CC-C2F0FDC0017F}"/>
              </a:ext>
            </a:extLst>
          </p:cNvPr>
          <p:cNvSpPr txBox="1"/>
          <p:nvPr/>
        </p:nvSpPr>
        <p:spPr>
          <a:xfrm>
            <a:off x="5840467" y="3752943"/>
            <a:ext cx="12658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Min. wilderness days lost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AAF48A6-4095-7AC8-AFC5-F02CFE0D7537}"/>
              </a:ext>
            </a:extLst>
          </p:cNvPr>
          <p:cNvSpPr txBox="1"/>
          <p:nvPr/>
        </p:nvSpPr>
        <p:spPr>
          <a:xfrm>
            <a:off x="7430542" y="3892355"/>
            <a:ext cx="10278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Max. fish catch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6FEC109-5927-D977-784C-5BAC73A74B47}"/>
              </a:ext>
            </a:extLst>
          </p:cNvPr>
          <p:cNvSpPr txBox="1"/>
          <p:nvPr/>
        </p:nvSpPr>
        <p:spPr>
          <a:xfrm>
            <a:off x="8857644" y="3752943"/>
            <a:ext cx="11566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Min. trout removal cost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767AB82-17FB-45B7-527B-969BCD76C765}"/>
              </a:ext>
            </a:extLst>
          </p:cNvPr>
          <p:cNvSpPr txBox="1"/>
          <p:nvPr/>
        </p:nvSpPr>
        <p:spPr>
          <a:xfrm>
            <a:off x="10259449" y="3752943"/>
            <a:ext cx="12994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Max. dam power production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F772B1-3D2B-343F-C1FC-64E1FD6EC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436" y="107935"/>
            <a:ext cx="10515600" cy="839365"/>
          </a:xfrm>
        </p:spPr>
        <p:txBody>
          <a:bodyPr/>
          <a:lstStyle/>
          <a:p>
            <a:r>
              <a:rPr lang="en-US" dirty="0"/>
              <a:t>EXAMPLE:</a:t>
            </a:r>
          </a:p>
        </p:txBody>
      </p:sp>
    </p:spTree>
    <p:extLst>
      <p:ext uri="{BB962C8B-B14F-4D97-AF65-F5344CB8AC3E}">
        <p14:creationId xmlns:p14="http://schemas.microsoft.com/office/powerpoint/2010/main" val="590293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4" grpId="0" animBg="1"/>
      <p:bldP spid="25" grpId="0" animBg="1"/>
      <p:bldP spid="26" grpId="0" animBg="1"/>
      <p:bldP spid="27" grpId="0" animBg="1"/>
      <p:bldP spid="31" grpId="0" animBg="1"/>
      <p:bldP spid="32" grpId="0" animBg="1"/>
      <p:bldP spid="10" grpId="0"/>
      <p:bldP spid="12" grpId="0"/>
      <p:bldP spid="23" grpId="0"/>
      <p:bldP spid="33" grpId="0"/>
      <p:bldP spid="37" grpId="0"/>
      <p:bldP spid="39" grpId="0"/>
      <p:bldP spid="4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6DD57A0-08FA-D28D-BCFE-C2686B6BE7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1628"/>
          <a:stretch>
            <a:fillRect/>
          </a:stretch>
        </p:blipFill>
        <p:spPr>
          <a:xfrm>
            <a:off x="139700" y="901943"/>
            <a:ext cx="12052300" cy="474394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33C70AD-FD6F-588B-1F3E-2B3C9D9665A4}"/>
              </a:ext>
            </a:extLst>
          </p:cNvPr>
          <p:cNvSpPr txBox="1"/>
          <p:nvPr/>
        </p:nvSpPr>
        <p:spPr>
          <a:xfrm>
            <a:off x="139700" y="6294474"/>
            <a:ext cx="3923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Runge et al. 2020 – Ch 22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1E45959-A333-3645-C96C-94DDD5185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436" y="107935"/>
            <a:ext cx="10515600" cy="839365"/>
          </a:xfrm>
        </p:spPr>
        <p:txBody>
          <a:bodyPr/>
          <a:lstStyle/>
          <a:p>
            <a:r>
              <a:rPr lang="en-US" dirty="0"/>
              <a:t>EXAMPLE: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7D8A80CA-E35F-92E5-EBB7-65F9D91DCBDC}"/>
                  </a:ext>
                </a:extLst>
              </p14:cNvPr>
              <p14:cNvContentPartPr/>
              <p14:nvPr/>
            </p14:nvContentPartPr>
            <p14:xfrm>
              <a:off x="5263141" y="5326744"/>
              <a:ext cx="720" cy="27648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7D8A80CA-E35F-92E5-EBB7-65F9D91DCBD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37141" y="5264104"/>
                <a:ext cx="252000" cy="40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D07BDFE7-CAA4-7F38-31C8-A4F4FC2C7FE0}"/>
                  </a:ext>
                </a:extLst>
              </p14:cNvPr>
              <p14:cNvContentPartPr/>
              <p14:nvPr/>
            </p14:nvContentPartPr>
            <p14:xfrm>
              <a:off x="7368421" y="5485504"/>
              <a:ext cx="23040" cy="1605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D07BDFE7-CAA4-7F38-31C8-A4F4FC2C7FE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305421" y="5422504"/>
                <a:ext cx="148680" cy="28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A99879EF-DD64-BE96-5D4B-4485B30EAF1B}"/>
                  </a:ext>
                </a:extLst>
              </p14:cNvPr>
              <p14:cNvContentPartPr/>
              <p14:nvPr/>
            </p14:nvContentPartPr>
            <p14:xfrm>
              <a:off x="9431221" y="5634184"/>
              <a:ext cx="29880" cy="2268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A99879EF-DD64-BE96-5D4B-4485B30EAF1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368221" y="5571184"/>
                <a:ext cx="155520" cy="14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E70B35CE-D7EC-C969-7399-ECC92DF9AA53}"/>
                  </a:ext>
                </a:extLst>
              </p14:cNvPr>
              <p14:cNvContentPartPr/>
              <p14:nvPr/>
            </p14:nvContentPartPr>
            <p14:xfrm>
              <a:off x="11216821" y="5309104"/>
              <a:ext cx="64440" cy="32652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E70B35CE-D7EC-C969-7399-ECC92DF9AA5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1153821" y="5246104"/>
                <a:ext cx="190080" cy="45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A9ECC084-99F3-4C4A-3529-FAC864C53C3E}"/>
                  </a:ext>
                </a:extLst>
              </p14:cNvPr>
              <p14:cNvContentPartPr/>
              <p14:nvPr/>
            </p14:nvContentPartPr>
            <p14:xfrm>
              <a:off x="9367141" y="5594224"/>
              <a:ext cx="109440" cy="7344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A9ECC084-99F3-4C4A-3529-FAC864C53C3E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304501" y="5531584"/>
                <a:ext cx="235080" cy="19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F8038BCA-5CA1-1D17-70A9-43493379CDD3}"/>
                  </a:ext>
                </a:extLst>
              </p14:cNvPr>
              <p14:cNvContentPartPr/>
              <p14:nvPr/>
            </p14:nvContentPartPr>
            <p14:xfrm>
              <a:off x="7272661" y="5486584"/>
              <a:ext cx="734400" cy="3852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F8038BCA-5CA1-1D17-70A9-43493379CDD3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210021" y="5423584"/>
                <a:ext cx="860040" cy="16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D008E5A4-4013-64FF-97DD-9A3AD5E72B9D}"/>
                  </a:ext>
                </a:extLst>
              </p14:cNvPr>
              <p14:cNvContentPartPr/>
              <p14:nvPr/>
            </p14:nvContentPartPr>
            <p14:xfrm>
              <a:off x="7323781" y="5464984"/>
              <a:ext cx="12960" cy="3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D008E5A4-4013-64FF-97DD-9A3AD5E72B9D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260781" y="5402344"/>
                <a:ext cx="1386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36FDA8D7-A6BC-D5BD-270A-ED880AA22C59}"/>
                  </a:ext>
                </a:extLst>
              </p14:cNvPr>
              <p14:cNvContentPartPr/>
              <p14:nvPr/>
            </p14:nvContentPartPr>
            <p14:xfrm>
              <a:off x="3190261" y="5688184"/>
              <a:ext cx="63360" cy="36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36FDA8D7-A6BC-D5BD-270A-ED880AA22C59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127621" y="5625184"/>
                <a:ext cx="189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8392B732-6148-78DF-6AAC-5A06BB4E8601}"/>
                  </a:ext>
                </a:extLst>
              </p14:cNvPr>
              <p14:cNvContentPartPr/>
              <p14:nvPr/>
            </p14:nvContentPartPr>
            <p14:xfrm>
              <a:off x="5050381" y="5315944"/>
              <a:ext cx="276840" cy="2160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8392B732-6148-78DF-6AAC-5A06BB4E8601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987381" y="5252944"/>
                <a:ext cx="402480" cy="147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4504099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D37CE-8DF3-67AB-906E-6434695E9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33E105-9908-7235-FE46-F1930591215F}"/>
              </a:ext>
            </a:extLst>
          </p:cNvPr>
          <p:cNvSpPr txBox="1"/>
          <p:nvPr/>
        </p:nvSpPr>
        <p:spPr>
          <a:xfrm>
            <a:off x="0" y="6581001"/>
            <a:ext cx="89180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Developed by Alex McInturff, Jean Fitts Cochrane, Angela Matz, Jennifer A. Szymanski, James E. Lyons, Sarah J. Converse, &amp; Michael C. Runge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CDA6DDA-1B27-C8C7-C885-9895E0F73CEF}"/>
              </a:ext>
            </a:extLst>
          </p:cNvPr>
          <p:cNvSpPr txBox="1">
            <a:spLocks/>
          </p:cNvSpPr>
          <p:nvPr/>
        </p:nvSpPr>
        <p:spPr>
          <a:xfrm>
            <a:off x="0" y="386671"/>
            <a:ext cx="12192000" cy="73435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Skills Check Task 2</a:t>
            </a:r>
          </a:p>
        </p:txBody>
      </p:sp>
      <p:sp>
        <p:nvSpPr>
          <p:cNvPr id="4" name="Google Shape;225;p18">
            <a:extLst>
              <a:ext uri="{FF2B5EF4-FFF2-40B4-BE49-F238E27FC236}">
                <a16:creationId xmlns:a16="http://schemas.microsoft.com/office/drawing/2014/main" id="{727D4EE4-F2E1-B1F6-554C-865B6500618B}"/>
              </a:ext>
            </a:extLst>
          </p:cNvPr>
          <p:cNvSpPr txBox="1">
            <a:spLocks/>
          </p:cNvSpPr>
          <p:nvPr/>
        </p:nvSpPr>
        <p:spPr>
          <a:xfrm>
            <a:off x="689941" y="1885363"/>
            <a:ext cx="7903441" cy="233448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40"/>
              </a:spcBef>
              <a:buSzPts val="3200"/>
              <a:buFont typeface="Arial"/>
              <a:buNone/>
            </a:pPr>
            <a:r>
              <a:rPr lang="en-US" sz="3600" b="1" dirty="0">
                <a:solidFill>
                  <a:schemeClr val="dk1"/>
                </a:solidFill>
                <a:sym typeface="Century Gothic"/>
              </a:rPr>
              <a:t>TASK 2: Generate objectives hierarchy</a:t>
            </a:r>
          </a:p>
          <a:p>
            <a:pPr marL="400050" marR="0" lvl="0" indent="-400050" algn="l" defTabSz="914400" rtl="0" eaLnBrk="1" fontAlgn="auto" latinLnBrk="0" hangingPunct="1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MS PGothic" charset="0"/>
                <a:cs typeface="Arial"/>
                <a:sym typeface="Arial"/>
              </a:rPr>
              <a:t>Revisit your earlier potential objectives 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MS PGothic" charset="0"/>
              <a:cs typeface="Arial"/>
              <a:sym typeface="Arial"/>
            </a:endParaRPr>
          </a:p>
          <a:p>
            <a:pPr marL="400050" marR="0" lvl="0" indent="-400050" algn="l" defTabSz="914400" rtl="0" eaLnBrk="1" fontAlgn="auto" latinLnBrk="0" hangingPunct="1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MS PGothic" charset="0"/>
                <a:cs typeface="Arial"/>
                <a:sym typeface="Arial"/>
              </a:rPr>
              <a:t>Circle your fundamental objectives</a:t>
            </a:r>
          </a:p>
          <a:p>
            <a:pPr marL="857250" lvl="1" indent="-400050">
              <a:lnSpc>
                <a:spcPct val="100000"/>
              </a:lnSpc>
              <a:spcBef>
                <a:spcPts val="640"/>
              </a:spcBef>
              <a:buClr>
                <a:srgbClr val="000000"/>
              </a:buClr>
              <a:buSzPts val="3200"/>
              <a:buFont typeface="Arial"/>
              <a:buChar char="•"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MS PGothic" charset="0"/>
                <a:cs typeface="Arial"/>
                <a:sym typeface="Arial"/>
              </a:rPr>
              <a:t>Identify fundamental/means/process/strategic objectives</a:t>
            </a:r>
          </a:p>
          <a:p>
            <a:pPr marL="400050" marR="0" lvl="0" indent="-400050" algn="l" defTabSz="914400" rtl="0" eaLnBrk="1" fontAlgn="auto" latinLnBrk="0" hangingPunct="1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tabLst/>
              <a:defRPr/>
            </a:pPr>
            <a:r>
              <a:rPr lang="en-US" kern="0" dirty="0">
                <a:solidFill>
                  <a:srgbClr val="000000"/>
                </a:solidFill>
                <a:ea typeface="MS PGothic" charset="0"/>
                <a:cs typeface="Arial"/>
                <a:sym typeface="Arial"/>
              </a:rPr>
              <a:t>Then draw an objectives hierarchy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MS PGothic" charset="0"/>
              <a:cs typeface="Arial"/>
              <a:sym typeface="Arial"/>
            </a:endParaRPr>
          </a:p>
          <a:p>
            <a:pPr marL="0" indent="0">
              <a:lnSpc>
                <a:spcPct val="100000"/>
              </a:lnSpc>
              <a:spcBef>
                <a:spcPts val="640"/>
              </a:spcBef>
              <a:buSzPts val="3200"/>
              <a:buFont typeface="Arial"/>
              <a:buNone/>
            </a:pPr>
            <a:endParaRPr lang="en-US" sz="44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2E779E-F8AE-0BA6-348E-C112DB1D3430}"/>
              </a:ext>
            </a:extLst>
          </p:cNvPr>
          <p:cNvSpPr txBox="1"/>
          <p:nvPr/>
        </p:nvSpPr>
        <p:spPr>
          <a:xfrm>
            <a:off x="63169" y="1213673"/>
            <a:ext cx="12192000" cy="734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600"/>
              </a:spcBef>
              <a:buSzPts val="3200"/>
              <a:buNone/>
            </a:pPr>
            <a:r>
              <a:rPr lang="en-US" sz="4000" b="1" dirty="0">
                <a:solidFill>
                  <a:schemeClr val="dk1"/>
                </a:solidFill>
                <a:sym typeface="Century Gothic"/>
              </a:rPr>
              <a:t>Lizard example</a:t>
            </a:r>
            <a:endParaRPr lang="en-US" sz="4800" b="1" dirty="0"/>
          </a:p>
        </p:txBody>
      </p:sp>
      <p:pic>
        <p:nvPicPr>
          <p:cNvPr id="14" name="Graphic 13" descr="Gecko with solid fill">
            <a:extLst>
              <a:ext uri="{FF2B5EF4-FFF2-40B4-BE49-F238E27FC236}">
                <a16:creationId xmlns:a16="http://schemas.microsoft.com/office/drawing/2014/main" id="{E35711C9-2F16-5A9C-2B26-553DBC1C53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22370" y="2342716"/>
            <a:ext cx="3024612" cy="3024612"/>
          </a:xfrm>
          <a:prstGeom prst="rect">
            <a:avLst/>
          </a:prstGeom>
        </p:spPr>
      </p:pic>
      <p:pic>
        <p:nvPicPr>
          <p:cNvPr id="6" name="Graphic 5" descr="Hierarchy with solid fill">
            <a:extLst>
              <a:ext uri="{FF2B5EF4-FFF2-40B4-BE49-F238E27FC236}">
                <a16:creationId xmlns:a16="http://schemas.microsoft.com/office/drawing/2014/main" id="{DAF0B574-30B0-DC5F-361F-3F8788B5E19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640418" y="3901794"/>
            <a:ext cx="2569535" cy="2569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0218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13A86-2CB1-CC6B-C270-5319DEB3D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28EE0-CEE6-9BC2-CB29-86B093AA8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655" y="1732171"/>
            <a:ext cx="10644368" cy="4283901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  <a:spcBef>
                <a:spcPts val="640"/>
              </a:spcBef>
              <a:buSzPts val="3200"/>
            </a:pPr>
            <a:r>
              <a:rPr lang="en-US" sz="4000" dirty="0"/>
              <a:t>1. Articulate goals &amp; concerns</a:t>
            </a:r>
            <a:br>
              <a:rPr lang="en-US" sz="4000" dirty="0"/>
            </a:br>
            <a:r>
              <a:rPr lang="en-US" sz="4000" dirty="0"/>
              <a:t>2. </a:t>
            </a:r>
            <a:r>
              <a:rPr lang="en-US" sz="4000" dirty="0">
                <a:solidFill>
                  <a:schemeClr val="dk1"/>
                </a:solidFill>
              </a:rPr>
              <a:t>Convert goals &amp; concerns to objectives</a:t>
            </a:r>
            <a:br>
              <a:rPr lang="en-US" sz="4000" dirty="0"/>
            </a:br>
            <a:r>
              <a:rPr lang="en-US" sz="4000" dirty="0"/>
              <a:t>3. </a:t>
            </a:r>
            <a:r>
              <a:rPr lang="en-US" sz="4000" dirty="0">
                <a:solidFill>
                  <a:schemeClr val="dk1"/>
                </a:solidFill>
              </a:rPr>
              <a:t>Structure objectives</a:t>
            </a:r>
            <a:br>
              <a:rPr lang="en-US" sz="4000" dirty="0"/>
            </a:br>
            <a:r>
              <a:rPr lang="en-US" sz="4000" b="1" u="sng" dirty="0"/>
              <a:t>4. </a:t>
            </a:r>
            <a:r>
              <a:rPr lang="en-US" sz="4000" b="1" u="sng" dirty="0">
                <a:solidFill>
                  <a:schemeClr val="dk1"/>
                </a:solidFill>
              </a:rPr>
              <a:t>Create measurable attributes for each objective</a:t>
            </a:r>
            <a:br>
              <a:rPr lang="en-US" sz="4000" b="1" dirty="0"/>
            </a:br>
            <a:r>
              <a:rPr lang="en-US" sz="4000" i="1" dirty="0">
                <a:solidFill>
                  <a:schemeClr val="dk1"/>
                </a:solidFill>
              </a:rPr>
              <a:t>Repeat as needed</a:t>
            </a:r>
            <a:br>
              <a:rPr lang="en-US" sz="4000" dirty="0"/>
            </a:br>
            <a:endParaRPr lang="en-US" sz="40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8DBF733-8E09-0157-0939-65B4567014AC}"/>
              </a:ext>
            </a:extLst>
          </p:cNvPr>
          <p:cNvSpPr txBox="1">
            <a:spLocks/>
          </p:cNvSpPr>
          <p:nvPr/>
        </p:nvSpPr>
        <p:spPr>
          <a:xfrm>
            <a:off x="933022" y="59366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Process for identifying objectives: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C3B7F2-9D63-1EC0-D938-1D13BBEC25FB}"/>
              </a:ext>
            </a:extLst>
          </p:cNvPr>
          <p:cNvSpPr txBox="1"/>
          <p:nvPr/>
        </p:nvSpPr>
        <p:spPr>
          <a:xfrm>
            <a:off x="0" y="6581001"/>
            <a:ext cx="89180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Developed by Alex McInturff, Jean Fitts Cochrane, Angela Matz, Jennifer A. Szymanski, James E. Lyons, Sarah J. Converse, &amp; Michael C. Runge</a:t>
            </a:r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5041FA8F-124B-F54B-CE4D-107D92187F25}"/>
              </a:ext>
            </a:extLst>
          </p:cNvPr>
          <p:cNvSpPr/>
          <p:nvPr/>
        </p:nvSpPr>
        <p:spPr>
          <a:xfrm>
            <a:off x="1046948" y="2287439"/>
            <a:ext cx="601449" cy="867077"/>
          </a:xfrm>
          <a:prstGeom prst="leftBrac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FAFBE3-5F96-91DE-1B6F-72BA9D9857AA}"/>
              </a:ext>
            </a:extLst>
          </p:cNvPr>
          <p:cNvSpPr txBox="1"/>
          <p:nvPr/>
        </p:nvSpPr>
        <p:spPr>
          <a:xfrm>
            <a:off x="110153" y="2299159"/>
            <a:ext cx="93679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</a:rPr>
              <a:t>Big</a:t>
            </a:r>
          </a:p>
          <a:p>
            <a:pPr algn="ctr"/>
            <a:r>
              <a:rPr lang="en-US" sz="2000" b="1" dirty="0">
                <a:solidFill>
                  <a:schemeClr val="accent1"/>
                </a:solidFill>
              </a:rPr>
              <a:t>picture</a:t>
            </a: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C43D2F53-8A37-7381-F1AD-A7030ACE3DF3}"/>
              </a:ext>
            </a:extLst>
          </p:cNvPr>
          <p:cNvSpPr/>
          <p:nvPr/>
        </p:nvSpPr>
        <p:spPr>
          <a:xfrm>
            <a:off x="976696" y="3423739"/>
            <a:ext cx="567559" cy="867077"/>
          </a:xfrm>
          <a:prstGeom prst="leftBrac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20598F-67A1-581F-65F8-E1B55BA22EA4}"/>
              </a:ext>
            </a:extLst>
          </p:cNvPr>
          <p:cNvSpPr txBox="1"/>
          <p:nvPr/>
        </p:nvSpPr>
        <p:spPr>
          <a:xfrm>
            <a:off x="80657" y="3497013"/>
            <a:ext cx="99578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6"/>
                </a:solidFill>
              </a:rPr>
              <a:t>Specific</a:t>
            </a:r>
          </a:p>
          <a:p>
            <a:pPr algn="ctr"/>
            <a:r>
              <a:rPr lang="en-US" sz="2000" b="1" dirty="0">
                <a:solidFill>
                  <a:schemeClr val="accent6"/>
                </a:solidFill>
              </a:rPr>
              <a:t>Steps</a:t>
            </a:r>
          </a:p>
        </p:txBody>
      </p:sp>
    </p:spTree>
    <p:extLst>
      <p:ext uri="{BB962C8B-B14F-4D97-AF65-F5344CB8AC3E}">
        <p14:creationId xmlns:p14="http://schemas.microsoft.com/office/powerpoint/2010/main" val="24256389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0CD3D-59D1-E340-4872-CFCDFE580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dirty="0"/>
              <a:t>JARGON!!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44CFE-A67C-FF4B-DA84-A264C16F0E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400" dirty="0"/>
              <a:t>These terms are interchangeable:</a:t>
            </a:r>
          </a:p>
          <a:p>
            <a:pPr algn="ctr"/>
            <a:endParaRPr lang="en-US" sz="4400" dirty="0"/>
          </a:p>
          <a:p>
            <a:pPr marL="457200" lvl="1" indent="0" algn="ctr">
              <a:buNone/>
            </a:pPr>
            <a:r>
              <a:rPr lang="en-US" sz="4400" dirty="0">
                <a:solidFill>
                  <a:srgbClr val="C00000"/>
                </a:solidFill>
              </a:rPr>
              <a:t>Measurable attributes</a:t>
            </a:r>
          </a:p>
          <a:p>
            <a:pPr marL="457200" lvl="1" indent="0" algn="ctr">
              <a:buNone/>
            </a:pPr>
            <a:r>
              <a:rPr lang="en-US" sz="4400" dirty="0">
                <a:solidFill>
                  <a:srgbClr val="C00000"/>
                </a:solidFill>
              </a:rPr>
              <a:t>Performance measures</a:t>
            </a:r>
          </a:p>
          <a:p>
            <a:pPr marL="457200" lvl="1" indent="0" algn="ctr">
              <a:buNone/>
            </a:pPr>
            <a:r>
              <a:rPr lang="en-US" sz="4400" dirty="0">
                <a:solidFill>
                  <a:srgbClr val="C00000"/>
                </a:solidFill>
              </a:rPr>
              <a:t>Performance criteria</a:t>
            </a:r>
          </a:p>
          <a:p>
            <a:endParaRPr lang="en-US" sz="4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1FB5ED-3858-626D-71A7-FDA4BEBCAEDF}"/>
              </a:ext>
            </a:extLst>
          </p:cNvPr>
          <p:cNvSpPr txBox="1"/>
          <p:nvPr/>
        </p:nvSpPr>
        <p:spPr>
          <a:xfrm>
            <a:off x="0" y="6581001"/>
            <a:ext cx="89180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Developed by Alex McInturff, Jean Fitts Cochrane, Angela Matz, Jennifer A. Szymanski, James E. Lyons, Sarah J. Converse, &amp; Michael C. Runge</a:t>
            </a:r>
          </a:p>
        </p:txBody>
      </p:sp>
      <p:pic>
        <p:nvPicPr>
          <p:cNvPr id="6" name="Graphic 5" descr="Warning with solid fill">
            <a:extLst>
              <a:ext uri="{FF2B5EF4-FFF2-40B4-BE49-F238E27FC236}">
                <a16:creationId xmlns:a16="http://schemas.microsoft.com/office/drawing/2014/main" id="{226E050F-DD5A-1BAD-C6D0-7E7800C18E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99831" y="521107"/>
            <a:ext cx="914400" cy="914400"/>
          </a:xfrm>
          <a:prstGeom prst="rect">
            <a:avLst/>
          </a:prstGeom>
        </p:spPr>
      </p:pic>
      <p:pic>
        <p:nvPicPr>
          <p:cNvPr id="7" name="Graphic 6" descr="Warning with solid fill">
            <a:extLst>
              <a:ext uri="{FF2B5EF4-FFF2-40B4-BE49-F238E27FC236}">
                <a16:creationId xmlns:a16="http://schemas.microsoft.com/office/drawing/2014/main" id="{0B147975-EB14-C201-0176-0F666B975A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75862" y="52110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42925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16121-0A57-75DB-5AEE-B63B5F0AB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D31F816-002A-9BA5-B392-19F76EE66A17}"/>
              </a:ext>
            </a:extLst>
          </p:cNvPr>
          <p:cNvSpPr txBox="1">
            <a:spLocks/>
          </p:cNvSpPr>
          <p:nvPr/>
        </p:nvSpPr>
        <p:spPr>
          <a:xfrm>
            <a:off x="987552" y="2483993"/>
            <a:ext cx="3319272" cy="14570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b="1" dirty="0"/>
              <a:t>Direction</a:t>
            </a:r>
            <a:r>
              <a:rPr lang="en-US" dirty="0"/>
              <a:t> 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(maximize, minimize)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381B13-C058-6DB0-6F3C-869AE714F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 Pieces of an objective: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955A0-8117-B810-AB3E-A12E6E353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26424" y="2483992"/>
            <a:ext cx="1943100" cy="145707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1" dirty="0"/>
              <a:t>Attribute</a:t>
            </a:r>
            <a:endParaRPr lang="en-US" dirty="0"/>
          </a:p>
          <a:p>
            <a:pPr marL="0" indent="0" algn="ctr">
              <a:buNone/>
            </a:pPr>
            <a:r>
              <a:rPr lang="en-US" dirty="0"/>
              <a:t>(the units)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0CAE362-8457-0A97-48AB-2EEEA6BA1834}"/>
              </a:ext>
            </a:extLst>
          </p:cNvPr>
          <p:cNvSpPr txBox="1">
            <a:spLocks/>
          </p:cNvSpPr>
          <p:nvPr/>
        </p:nvSpPr>
        <p:spPr>
          <a:xfrm>
            <a:off x="3802380" y="2483993"/>
            <a:ext cx="1862328" cy="116751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8000" dirty="0"/>
              <a:t>+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E141360-499F-D4DC-600E-9F89043DA02C}"/>
              </a:ext>
            </a:extLst>
          </p:cNvPr>
          <p:cNvSpPr txBox="1">
            <a:spLocks/>
          </p:cNvSpPr>
          <p:nvPr/>
        </p:nvSpPr>
        <p:spPr>
          <a:xfrm>
            <a:off x="4114800" y="2757234"/>
            <a:ext cx="4611624" cy="5975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b="1" dirty="0"/>
              <a:t>What is desired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E3F9539-0C18-B95B-9074-6EDF7757FE67}"/>
              </a:ext>
            </a:extLst>
          </p:cNvPr>
          <p:cNvSpPr txBox="1">
            <a:spLocks/>
          </p:cNvSpPr>
          <p:nvPr/>
        </p:nvSpPr>
        <p:spPr>
          <a:xfrm>
            <a:off x="7176516" y="2483993"/>
            <a:ext cx="1862328" cy="116751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8000" dirty="0"/>
              <a:t>+</a:t>
            </a:r>
          </a:p>
        </p:txBody>
      </p:sp>
      <p:pic>
        <p:nvPicPr>
          <p:cNvPr id="8" name="Graphic 7" descr="Arrow Up with solid fill">
            <a:extLst>
              <a:ext uri="{FF2B5EF4-FFF2-40B4-BE49-F238E27FC236}">
                <a16:creationId xmlns:a16="http://schemas.microsoft.com/office/drawing/2014/main" id="{E4097A72-01C5-0106-1D5A-3F2D29C1D8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71462" y="3651504"/>
            <a:ext cx="914400" cy="914400"/>
          </a:xfrm>
          <a:prstGeom prst="rect">
            <a:avLst/>
          </a:prstGeom>
        </p:spPr>
      </p:pic>
      <p:pic>
        <p:nvPicPr>
          <p:cNvPr id="11" name="Graphic 10" descr="Arrow Down with solid fill">
            <a:extLst>
              <a:ext uri="{FF2B5EF4-FFF2-40B4-BE49-F238E27FC236}">
                <a16:creationId xmlns:a16="http://schemas.microsoft.com/office/drawing/2014/main" id="{30E9B52E-9063-01FD-0CA0-4444C0F3B3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32562" y="3651504"/>
            <a:ext cx="914400" cy="914400"/>
          </a:xfrm>
          <a:prstGeom prst="rect">
            <a:avLst/>
          </a:prstGeom>
        </p:spPr>
      </p:pic>
      <p:pic>
        <p:nvPicPr>
          <p:cNvPr id="13" name="Graphic 12" descr="Heart with solid fill">
            <a:extLst>
              <a:ext uri="{FF2B5EF4-FFF2-40B4-BE49-F238E27FC236}">
                <a16:creationId xmlns:a16="http://schemas.microsoft.com/office/drawing/2014/main" id="{9F70611C-FC66-224C-A36A-E654E65CEEA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88053" y="3560064"/>
            <a:ext cx="1097280" cy="1097280"/>
          </a:xfrm>
          <a:prstGeom prst="rect">
            <a:avLst/>
          </a:prstGeom>
        </p:spPr>
      </p:pic>
      <p:pic>
        <p:nvPicPr>
          <p:cNvPr id="15" name="Graphic 14" descr="Dollar with solid fill">
            <a:extLst>
              <a:ext uri="{FF2B5EF4-FFF2-40B4-BE49-F238E27FC236}">
                <a16:creationId xmlns:a16="http://schemas.microsoft.com/office/drawing/2014/main" id="{59913296-0B59-4E10-0CBB-5B4B02B7D69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240774" y="3649776"/>
            <a:ext cx="914400" cy="914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EFA312E-9EEC-7B47-EEF7-9293660F610F}"/>
              </a:ext>
            </a:extLst>
          </p:cNvPr>
          <p:cNvSpPr txBox="1"/>
          <p:nvPr/>
        </p:nvSpPr>
        <p:spPr>
          <a:xfrm>
            <a:off x="8534579" y="3979401"/>
            <a:ext cx="100852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3200" dirty="0"/>
              <a:t>e.g.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31827F-32D2-BFEB-B5A3-17CC228D6B80}"/>
              </a:ext>
            </a:extLst>
          </p:cNvPr>
          <p:cNvSpPr txBox="1"/>
          <p:nvPr/>
        </p:nvSpPr>
        <p:spPr>
          <a:xfrm>
            <a:off x="0" y="6581001"/>
            <a:ext cx="89180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Developed by Brielle K Thompson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4AA046-47EE-E190-7C8E-DCD72C5E06EA}"/>
              </a:ext>
            </a:extLst>
          </p:cNvPr>
          <p:cNvSpPr/>
          <p:nvPr/>
        </p:nvSpPr>
        <p:spPr>
          <a:xfrm>
            <a:off x="414035" y="4830317"/>
            <a:ext cx="5573405" cy="143798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*Maximize/Minimize may be uncomfortable to state (but its useful for optimization purposes). So, as long as the direction is clear we can use other verbs (e.g.,  increase, decrease, etc.) </a:t>
            </a:r>
          </a:p>
        </p:txBody>
      </p:sp>
      <p:sp>
        <p:nvSpPr>
          <p:cNvPr id="16" name="Star: 5 Points 15">
            <a:extLst>
              <a:ext uri="{FF2B5EF4-FFF2-40B4-BE49-F238E27FC236}">
                <a16:creationId xmlns:a16="http://schemas.microsoft.com/office/drawing/2014/main" id="{DFFA5423-FF06-7842-3D6E-E13396522C5F}"/>
              </a:ext>
            </a:extLst>
          </p:cNvPr>
          <p:cNvSpPr/>
          <p:nvPr/>
        </p:nvSpPr>
        <p:spPr>
          <a:xfrm>
            <a:off x="706771" y="2869501"/>
            <a:ext cx="425885" cy="372999"/>
          </a:xfrm>
          <a:prstGeom prst="star5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574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4E2F0-1816-4F15-98BE-33D26990C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1685B-49C6-5679-6FCB-4552D6AEE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5709"/>
            <a:ext cx="10515600" cy="1325563"/>
          </a:xfrm>
        </p:spPr>
        <p:txBody>
          <a:bodyPr/>
          <a:lstStyle/>
          <a:p>
            <a:r>
              <a:rPr lang="en-US" dirty="0"/>
              <a:t>4. </a:t>
            </a:r>
            <a:r>
              <a:rPr lang="en-US" dirty="0">
                <a:solidFill>
                  <a:schemeClr val="dk1"/>
                </a:solidFill>
              </a:rPr>
              <a:t>Create measurable attributes </a:t>
            </a:r>
            <a:r>
              <a:rPr lang="en-US" dirty="0"/>
              <a:t>(the units)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608641-1906-69C9-56DA-476DE503AE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4875" y="1477679"/>
            <a:ext cx="10346436" cy="232786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Attributes measure performance and is used to: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Predict (in advance of the decision) how a given decision will lead to measurable outcomes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Compare realized objective outcomes to predicted outcomes after decision implementation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0" lvl="0" indent="0">
              <a:lnSpc>
                <a:spcPct val="100000"/>
              </a:lnSpc>
              <a:spcBef>
                <a:spcPct val="20000"/>
              </a:spcBef>
              <a:buNone/>
              <a:defRPr/>
            </a:pPr>
            <a:r>
              <a:rPr lang="en-US" dirty="0">
                <a:solidFill>
                  <a:srgbClr val="000000"/>
                </a:solidFill>
              </a:rPr>
              <a:t>Desired characteristics of measurable attributes: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730F0E-C6B2-7FC5-4981-C33917DD24F5}"/>
              </a:ext>
            </a:extLst>
          </p:cNvPr>
          <p:cNvSpPr txBox="1"/>
          <p:nvPr/>
        </p:nvSpPr>
        <p:spPr>
          <a:xfrm>
            <a:off x="0" y="6581001"/>
            <a:ext cx="89180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Developed by Alex McInturff, Jean Fitts Cochrane, Angela Matz, Jennifer A. Szymanski, James E. Lyons, Sarah J. Converse, &amp; Michael C. Runge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B545BDD7-1B6B-3D19-906A-8464469F0762}"/>
              </a:ext>
            </a:extLst>
          </p:cNvPr>
          <p:cNvSpPr txBox="1">
            <a:spLocks/>
          </p:cNvSpPr>
          <p:nvPr/>
        </p:nvSpPr>
        <p:spPr>
          <a:xfrm>
            <a:off x="1464564" y="3683498"/>
            <a:ext cx="9937311" cy="250159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en-US" b="1" dirty="0"/>
              <a:t>Unambiguous - </a:t>
            </a:r>
            <a:r>
              <a:rPr lang="en-US" altLang="en-US" dirty="0"/>
              <a:t>Clear relationship to fundamental objectives</a:t>
            </a:r>
          </a:p>
          <a:p>
            <a:pPr>
              <a:defRPr/>
            </a:pPr>
            <a:r>
              <a:rPr lang="en-US" altLang="en-US" b="1" dirty="0"/>
              <a:t>Direct - </a:t>
            </a:r>
            <a:r>
              <a:rPr lang="en-US" altLang="en-US" dirty="0"/>
              <a:t>Clearly related to the consequences of interest</a:t>
            </a:r>
          </a:p>
          <a:p>
            <a:pPr>
              <a:defRPr/>
            </a:pPr>
            <a:r>
              <a:rPr lang="en-US" altLang="en-US" b="1" dirty="0"/>
              <a:t>Comprehensive - </a:t>
            </a:r>
            <a:r>
              <a:rPr lang="en-US" altLang="en-US" dirty="0"/>
              <a:t>Cover full range of possible outcomes</a:t>
            </a:r>
          </a:p>
          <a:p>
            <a:pPr>
              <a:defRPr/>
            </a:pPr>
            <a:r>
              <a:rPr lang="en-US" altLang="en-US" b="1" dirty="0"/>
              <a:t>Operational - </a:t>
            </a:r>
            <a:r>
              <a:rPr lang="en-US" altLang="en-US" dirty="0"/>
              <a:t>Suitable information available</a:t>
            </a:r>
          </a:p>
          <a:p>
            <a:pPr>
              <a:defRPr/>
            </a:pPr>
            <a:r>
              <a:rPr lang="en-US" altLang="en-US" b="1" dirty="0"/>
              <a:t>Understandable- </a:t>
            </a:r>
            <a:r>
              <a:rPr lang="en-US" altLang="en-US" dirty="0"/>
              <a:t>Readily understood and easily communicated</a:t>
            </a:r>
          </a:p>
        </p:txBody>
      </p:sp>
    </p:spTree>
    <p:extLst>
      <p:ext uri="{BB962C8B-B14F-4D97-AF65-F5344CB8AC3E}">
        <p14:creationId xmlns:p14="http://schemas.microsoft.com/office/powerpoint/2010/main" val="944645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6B5E5-18AB-4966-B36A-2254E0DAD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5709"/>
            <a:ext cx="10515600" cy="1325563"/>
          </a:xfrm>
        </p:spPr>
        <p:txBody>
          <a:bodyPr/>
          <a:lstStyle/>
          <a:p>
            <a:r>
              <a:rPr lang="en-US" dirty="0"/>
              <a:t>4. </a:t>
            </a:r>
            <a:r>
              <a:rPr lang="en-US" dirty="0">
                <a:solidFill>
                  <a:schemeClr val="dk1"/>
                </a:solidFill>
              </a:rPr>
              <a:t>Create measurable attributes </a:t>
            </a:r>
            <a:r>
              <a:rPr lang="en-US" dirty="0"/>
              <a:t>(the units)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16996A-3732-11E8-30CE-BA80AE0776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4875" y="1477679"/>
            <a:ext cx="10346436" cy="5562092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Attributes measure performance and is used to: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Predict (in advance of the decision) how a given decision will lead to measurable outcomes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Compare realized objective outcomes to predicted outcomes after decision implementation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Attribute scales: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  <a:cs typeface="+mn-cs"/>
              </a:rPr>
              <a:t>1. Natural scale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  <a:cs typeface="+mn-cs"/>
              </a:rPr>
              <a:t>Objective can be directly measured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/>
                <a:cs typeface="+mn-cs"/>
              </a:rPr>
              <a:t>Example: $ </a:t>
            </a:r>
            <a:r>
              <a:rPr kumimoji="0" lang="en-US" b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/>
                <a:cs typeface="+mn-cs"/>
              </a:rPr>
              <a:t>for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/>
                <a:cs typeface="+mn-cs"/>
              </a:rPr>
              <a:t> cost	</a:t>
            </a:r>
            <a:endParaRPr 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  <a:cs typeface="ＭＳ Ｐゴシック" charset="0"/>
              </a:rPr>
              <a:t>2. Constructed scale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  <a:cs typeface="+mn-cs"/>
              </a:rPr>
              <a:t>Sliding or relative scale requiring interpretation  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  <a:cs typeface="+mn-cs"/>
              </a:rPr>
              <a:t>Example: Likert scale (5 = very satisfied…1 = very unsatisfied) </a:t>
            </a:r>
            <a:r>
              <a:rPr kumimoji="0" lang="en-US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  <a:cs typeface="+mn-cs"/>
              </a:rPr>
              <a:t>for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  <a:cs typeface="+mn-cs"/>
              </a:rPr>
              <a:t> fisher satisfaction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charset="0"/>
              <a:cs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  <a:cs typeface="ＭＳ Ｐゴシック" charset="0"/>
              </a:rPr>
              <a:t>3. Proxy scale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  <a:cs typeface="+mn-cs"/>
              </a:rPr>
              <a:t>Natural attribute that is highly correlated with the objective, but does not directly measure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  <a:cs typeface="+mn-cs"/>
              </a:rPr>
              <a:t>Example: % of natural range preserved </a:t>
            </a:r>
            <a:r>
              <a:rPr kumimoji="0" lang="en-US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  <a:cs typeface="+mn-cs"/>
              </a:rPr>
              <a:t>for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  <a:cs typeface="+mn-cs"/>
              </a:rPr>
              <a:t> species genetic diversity </a:t>
            </a:r>
          </a:p>
          <a:p>
            <a:endParaRPr lang="en-US" sz="3600" dirty="0"/>
          </a:p>
        </p:txBody>
      </p:sp>
      <p:pic>
        <p:nvPicPr>
          <p:cNvPr id="6" name="Graphic 5" descr="Dollar with solid fill">
            <a:extLst>
              <a:ext uri="{FF2B5EF4-FFF2-40B4-BE49-F238E27FC236}">
                <a16:creationId xmlns:a16="http://schemas.microsoft.com/office/drawing/2014/main" id="{7FF8AA56-0F94-AD79-4E6B-113760C65F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3489" y="3344325"/>
            <a:ext cx="914400" cy="914400"/>
          </a:xfrm>
          <a:prstGeom prst="rect">
            <a:avLst/>
          </a:prstGeom>
        </p:spPr>
      </p:pic>
      <p:pic>
        <p:nvPicPr>
          <p:cNvPr id="8" name="Graphic 7" descr="Pyramid with levels with solid fill">
            <a:extLst>
              <a:ext uri="{FF2B5EF4-FFF2-40B4-BE49-F238E27FC236}">
                <a16:creationId xmlns:a16="http://schemas.microsoft.com/office/drawing/2014/main" id="{C00E2F72-379F-92CB-67C3-8CD73103B4C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3489" y="4201448"/>
            <a:ext cx="914400" cy="914400"/>
          </a:xfrm>
          <a:prstGeom prst="rect">
            <a:avLst/>
          </a:prstGeom>
        </p:spPr>
      </p:pic>
      <p:pic>
        <p:nvPicPr>
          <p:cNvPr id="10" name="Graphic 9" descr="Hill scene with solid fill">
            <a:extLst>
              <a:ext uri="{FF2B5EF4-FFF2-40B4-BE49-F238E27FC236}">
                <a16:creationId xmlns:a16="http://schemas.microsoft.com/office/drawing/2014/main" id="{5276B0BB-49A9-F5D1-1880-83D5CAE8D86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73489" y="5270695"/>
            <a:ext cx="914400" cy="914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E954AA9-8BBE-104A-3806-B8435AEF75EC}"/>
              </a:ext>
            </a:extLst>
          </p:cNvPr>
          <p:cNvSpPr txBox="1"/>
          <p:nvPr/>
        </p:nvSpPr>
        <p:spPr>
          <a:xfrm>
            <a:off x="0" y="6581001"/>
            <a:ext cx="89180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Developed by Alex McInturff, Jean Fitts Cochrane, Angela Matz, Jennifer A. Szymanski, James E. Lyons, Sarah J. Converse, &amp; Michael C. Runge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34D187-49EB-1C8D-D649-D8B1A11EA7C5}"/>
              </a:ext>
            </a:extLst>
          </p:cNvPr>
          <p:cNvSpPr/>
          <p:nvPr/>
        </p:nvSpPr>
        <p:spPr>
          <a:xfrm>
            <a:off x="144379" y="2803242"/>
            <a:ext cx="11566358" cy="3462063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0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B8CC0-1842-F943-ED95-B327EFAE4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01AF0-BDA2-3AD4-4217-2BE8BFA35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5709"/>
            <a:ext cx="10515600" cy="1325563"/>
          </a:xfrm>
        </p:spPr>
        <p:txBody>
          <a:bodyPr/>
          <a:lstStyle/>
          <a:p>
            <a:r>
              <a:rPr lang="en-US" dirty="0"/>
              <a:t>4. </a:t>
            </a:r>
            <a:r>
              <a:rPr lang="en-US" dirty="0">
                <a:solidFill>
                  <a:schemeClr val="dk1"/>
                </a:solidFill>
              </a:rPr>
              <a:t>Create measurable attributes </a:t>
            </a:r>
            <a:r>
              <a:rPr lang="en-US" dirty="0"/>
              <a:t>(the units)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2EEA38-3C65-98BC-757E-2637DE9C7EA6}"/>
              </a:ext>
            </a:extLst>
          </p:cNvPr>
          <p:cNvSpPr txBox="1"/>
          <p:nvPr/>
        </p:nvSpPr>
        <p:spPr>
          <a:xfrm>
            <a:off x="0" y="6581001"/>
            <a:ext cx="89180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Developed by Alex McInturff, Jean Fitts Cochrane, Angela Matz, Jennifer A. Szymanski, James E. Lyons, Sarah J. Converse, &amp; Michael C. Runge</a:t>
            </a: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742C975E-8E1B-5FF3-631D-B2A8A58DA5C7}"/>
              </a:ext>
            </a:extLst>
          </p:cNvPr>
          <p:cNvSpPr txBox="1">
            <a:spLocks/>
          </p:cNvSpPr>
          <p:nvPr/>
        </p:nvSpPr>
        <p:spPr>
          <a:xfrm>
            <a:off x="1828800" y="1432592"/>
            <a:ext cx="9144000" cy="1254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3200" dirty="0">
                <a:ea typeface="ＭＳ Ｐゴシック" charset="0"/>
                <a:cs typeface="ＭＳ Ｐゴシック" charset="0"/>
              </a:rPr>
              <a:t>Constructed attributes – Example 1</a:t>
            </a:r>
            <a:r>
              <a:rPr lang="en-US" sz="3600" dirty="0">
                <a:ea typeface="ＭＳ Ｐゴシック" charset="0"/>
                <a:cs typeface="ＭＳ Ｐゴシック" charset="0"/>
              </a:rPr>
              <a:t> </a:t>
            </a:r>
            <a:endParaRPr lang="en-US" sz="3200" dirty="0">
              <a:ea typeface="ＭＳ Ｐゴシック" charset="0"/>
              <a:cs typeface="ＭＳ Ｐゴシック" charset="0"/>
            </a:endParaRPr>
          </a:p>
        </p:txBody>
      </p:sp>
      <p:sp>
        <p:nvSpPr>
          <p:cNvPr id="12" name="Content Placeholder 1">
            <a:extLst>
              <a:ext uri="{FF2B5EF4-FFF2-40B4-BE49-F238E27FC236}">
                <a16:creationId xmlns:a16="http://schemas.microsoft.com/office/drawing/2014/main" id="{B9FE2CAE-12AE-A582-B6E1-2049831B1A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7800" y="2370879"/>
            <a:ext cx="8686800" cy="3676996"/>
          </a:xfrm>
        </p:spPr>
        <p:txBody>
          <a:bodyPr>
            <a:normAutofit lnSpcReduction="10000"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en-US" sz="3000" dirty="0">
                <a:solidFill>
                  <a:schemeClr val="tx1"/>
                </a:solidFill>
                <a:ea typeface="MS PGothic" charset="0"/>
              </a:rPr>
              <a:t>Objective: Minimize Wetland Development Impacts:</a:t>
            </a:r>
            <a:endParaRPr lang="en-US" dirty="0">
              <a:solidFill>
                <a:schemeClr val="tx1"/>
              </a:solidFill>
              <a:latin typeface="+mn-lt"/>
              <a:ea typeface="MS PGothic" charset="0"/>
            </a:endParaRPr>
          </a:p>
          <a:p>
            <a:pPr marL="457200" indent="-457200">
              <a:spcBef>
                <a:spcPts val="1200"/>
              </a:spcBef>
              <a:buNone/>
            </a:pPr>
            <a:r>
              <a:rPr lang="en-US" sz="2600" b="1" dirty="0">
                <a:solidFill>
                  <a:schemeClr val="tx1"/>
                </a:solidFill>
                <a:ea typeface="MS PGothic" charset="0"/>
              </a:rPr>
              <a:t>         </a:t>
            </a:r>
            <a:r>
              <a:rPr lang="en-US" sz="2600" b="1" u="sng" dirty="0">
                <a:solidFill>
                  <a:schemeClr val="tx1"/>
                </a:solidFill>
                <a:ea typeface="MS PGothic" charset="0"/>
              </a:rPr>
              <a:t>Development impacts (scale 0-5)</a:t>
            </a:r>
            <a:endParaRPr lang="en-US" b="1" u="sng" dirty="0">
              <a:solidFill>
                <a:schemeClr val="tx1"/>
              </a:solidFill>
              <a:latin typeface="+mn-lt"/>
              <a:ea typeface="MS PGothic" charset="0"/>
            </a:endParaRPr>
          </a:p>
          <a:p>
            <a:pPr marL="457200" indent="-457200">
              <a:spcBef>
                <a:spcPts val="1200"/>
              </a:spcBef>
              <a:buNone/>
            </a:pPr>
            <a:r>
              <a:rPr lang="en-US" sz="2200" b="1" dirty="0">
                <a:solidFill>
                  <a:schemeClr val="tx1"/>
                </a:solidFill>
                <a:ea typeface="MS PGothic" charset="0"/>
              </a:rPr>
              <a:t>0 </a:t>
            </a:r>
            <a:r>
              <a:rPr lang="en-US" sz="2200" dirty="0">
                <a:solidFill>
                  <a:schemeClr val="tx1"/>
                </a:solidFill>
                <a:ea typeface="MS PGothic" charset="0"/>
              </a:rPr>
              <a:t> 	No loss of riparian areas and ≥ 300 acres estuary restored </a:t>
            </a:r>
          </a:p>
          <a:p>
            <a:pPr marL="457200" indent="-457200">
              <a:spcBef>
                <a:spcPts val="1200"/>
              </a:spcBef>
              <a:buNone/>
            </a:pPr>
            <a:r>
              <a:rPr lang="en-US" sz="2200" b="1" dirty="0">
                <a:solidFill>
                  <a:schemeClr val="tx1"/>
                </a:solidFill>
                <a:ea typeface="MS PGothic" charset="0"/>
              </a:rPr>
              <a:t>1</a:t>
            </a:r>
            <a:r>
              <a:rPr lang="en-US" sz="2200" dirty="0">
                <a:solidFill>
                  <a:schemeClr val="tx1"/>
                </a:solidFill>
                <a:ea typeface="MS PGothic" charset="0"/>
              </a:rPr>
              <a:t>  	No loss of riparian areas and &lt; 300 acres estuary restored</a:t>
            </a:r>
          </a:p>
          <a:p>
            <a:pPr marL="457200" indent="-457200">
              <a:spcBef>
                <a:spcPts val="1200"/>
              </a:spcBef>
              <a:buNone/>
            </a:pPr>
            <a:r>
              <a:rPr lang="en-US" sz="2200" b="1" dirty="0">
                <a:solidFill>
                  <a:schemeClr val="tx1"/>
                </a:solidFill>
                <a:ea typeface="MS PGothic" charset="0"/>
              </a:rPr>
              <a:t>2 </a:t>
            </a:r>
            <a:r>
              <a:rPr lang="en-US" sz="2200" dirty="0">
                <a:solidFill>
                  <a:schemeClr val="tx1"/>
                </a:solidFill>
                <a:ea typeface="MS PGothic" charset="0"/>
              </a:rPr>
              <a:t> 	No loss of riparian areas and no loss of estuary</a:t>
            </a:r>
          </a:p>
          <a:p>
            <a:pPr marL="457200" indent="-457200">
              <a:spcBef>
                <a:spcPts val="1200"/>
              </a:spcBef>
              <a:buNone/>
            </a:pPr>
            <a:r>
              <a:rPr lang="en-US" sz="2200" b="1" dirty="0">
                <a:solidFill>
                  <a:schemeClr val="tx1"/>
                </a:solidFill>
                <a:ea typeface="MS PGothic" charset="0"/>
              </a:rPr>
              <a:t>3</a:t>
            </a:r>
            <a:r>
              <a:rPr lang="en-US" sz="2200" dirty="0">
                <a:solidFill>
                  <a:schemeClr val="tx1"/>
                </a:solidFill>
                <a:ea typeface="MS PGothic" charset="0"/>
              </a:rPr>
              <a:t>  	Loss of &lt; 300 acres riparian area and &lt; 300 acres of estuary</a:t>
            </a:r>
          </a:p>
          <a:p>
            <a:pPr marL="457200" indent="-457200">
              <a:spcBef>
                <a:spcPts val="1200"/>
              </a:spcBef>
              <a:buNone/>
            </a:pPr>
            <a:r>
              <a:rPr lang="en-US" sz="2200" b="1" dirty="0">
                <a:solidFill>
                  <a:schemeClr val="tx1"/>
                </a:solidFill>
                <a:ea typeface="MS PGothic" charset="0"/>
              </a:rPr>
              <a:t>4 </a:t>
            </a:r>
            <a:r>
              <a:rPr lang="en-US" sz="2200" dirty="0">
                <a:solidFill>
                  <a:schemeClr val="tx1"/>
                </a:solidFill>
                <a:ea typeface="MS PGothic" charset="0"/>
              </a:rPr>
              <a:t> 	Loss of &lt; 300 acres riparian area and ≥ 300 acres of estuary</a:t>
            </a:r>
          </a:p>
          <a:p>
            <a:pPr marL="457200" indent="-457200">
              <a:spcBef>
                <a:spcPts val="1200"/>
              </a:spcBef>
              <a:buNone/>
            </a:pPr>
            <a:r>
              <a:rPr lang="en-US" sz="2200" b="1" dirty="0">
                <a:solidFill>
                  <a:schemeClr val="tx1"/>
                </a:solidFill>
                <a:ea typeface="MS PGothic" charset="0"/>
              </a:rPr>
              <a:t>5</a:t>
            </a:r>
            <a:r>
              <a:rPr lang="en-US" sz="2200" dirty="0">
                <a:solidFill>
                  <a:schemeClr val="tx1"/>
                </a:solidFill>
                <a:ea typeface="MS PGothic" charset="0"/>
              </a:rPr>
              <a:t>  	Loss of ≥ 300 acres riparian area and ≥ 300 acres of estuary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C3AD04-B98C-CEB4-329B-BEE07637541A}"/>
              </a:ext>
            </a:extLst>
          </p:cNvPr>
          <p:cNvSpPr/>
          <p:nvPr/>
        </p:nvSpPr>
        <p:spPr>
          <a:xfrm>
            <a:off x="1233889" y="2370879"/>
            <a:ext cx="8686800" cy="3589246"/>
          </a:xfrm>
          <a:prstGeom prst="rect">
            <a:avLst/>
          </a:prstGeom>
          <a:noFill/>
          <a:ln w="762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700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uiExpand="1" build="p"/>
      <p:bldP spid="3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54D80-1D85-532D-C91B-BB704FC2D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8D359-BF9E-44AF-D4B4-53493EB4C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5709"/>
            <a:ext cx="10515600" cy="1325563"/>
          </a:xfrm>
        </p:spPr>
        <p:txBody>
          <a:bodyPr/>
          <a:lstStyle/>
          <a:p>
            <a:r>
              <a:rPr lang="en-US" dirty="0"/>
              <a:t>4. </a:t>
            </a:r>
            <a:r>
              <a:rPr lang="en-US" dirty="0">
                <a:solidFill>
                  <a:schemeClr val="dk1"/>
                </a:solidFill>
              </a:rPr>
              <a:t>Create measurable attributes </a:t>
            </a:r>
            <a:r>
              <a:rPr lang="en-US" dirty="0"/>
              <a:t>(the units)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05DE2E-462E-8B4F-C17B-178309C31174}"/>
              </a:ext>
            </a:extLst>
          </p:cNvPr>
          <p:cNvSpPr txBox="1"/>
          <p:nvPr/>
        </p:nvSpPr>
        <p:spPr>
          <a:xfrm>
            <a:off x="0" y="6581001"/>
            <a:ext cx="89180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Developed by Alex McInturff, Jean Fitts Cochrane, Angela Matz, Jennifer A. Szymanski, James E. Lyons, Sarah J. Converse, &amp; Michael C. Runge</a:t>
            </a: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722E98A6-9E46-4F78-2228-70FAF14CC7A5}"/>
              </a:ext>
            </a:extLst>
          </p:cNvPr>
          <p:cNvSpPr txBox="1">
            <a:spLocks/>
          </p:cNvSpPr>
          <p:nvPr/>
        </p:nvSpPr>
        <p:spPr>
          <a:xfrm>
            <a:off x="1828800" y="1432592"/>
            <a:ext cx="9144000" cy="1254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3200" dirty="0">
                <a:ea typeface="ＭＳ Ｐゴシック" charset="0"/>
                <a:cs typeface="ＭＳ Ｐゴシック" charset="0"/>
              </a:rPr>
              <a:t>Constructed attributes – Example 2</a:t>
            </a:r>
            <a:r>
              <a:rPr lang="en-US" sz="3600" dirty="0">
                <a:ea typeface="ＭＳ Ｐゴシック" charset="0"/>
                <a:cs typeface="ＭＳ Ｐゴシック" charset="0"/>
              </a:rPr>
              <a:t> </a:t>
            </a:r>
            <a:endParaRPr lang="en-US" sz="3200" dirty="0">
              <a:ea typeface="ＭＳ Ｐゴシック" charset="0"/>
              <a:cs typeface="ＭＳ Ｐゴシック" charset="0"/>
            </a:endParaRPr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04EA326E-DE95-848D-11A9-56E9CC6A4A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03223"/>
            <a:ext cx="9753600" cy="3611987"/>
          </a:xfrm>
          <a:ln w="76200">
            <a:solidFill>
              <a:schemeClr val="accent5">
                <a:lumMod val="50000"/>
              </a:schemeClr>
            </a:solidFill>
          </a:ln>
        </p:spPr>
        <p:txBody>
          <a:bodyPr>
            <a:noAutofit/>
          </a:bodyPr>
          <a:lstStyle/>
          <a:p>
            <a:pPr marL="881063" lvl="1" indent="-457200">
              <a:buNone/>
              <a:defRPr/>
            </a:pPr>
            <a:r>
              <a:rPr lang="en-US" dirty="0">
                <a:ea typeface="ＭＳ Ｐゴシック" charset="0"/>
                <a:cs typeface="ＭＳ Ｐゴシック" charset="0"/>
              </a:rPr>
              <a:t>Infant APGAR scores : </a:t>
            </a:r>
          </a:p>
          <a:p>
            <a:pPr marL="1276350" lvl="2" indent="-361950">
              <a:buNone/>
              <a:defRPr/>
            </a:pPr>
            <a:r>
              <a:rPr lang="en-US" sz="2400" dirty="0">
                <a:ea typeface="ＭＳ Ｐゴシック" charset="0"/>
              </a:rPr>
              <a:t>1.  activity and muscle tone </a:t>
            </a:r>
          </a:p>
          <a:p>
            <a:pPr marL="1276350" lvl="2" indent="-361950">
              <a:buNone/>
              <a:defRPr/>
            </a:pPr>
            <a:r>
              <a:rPr lang="en-US" sz="2400" dirty="0">
                <a:ea typeface="ＭＳ Ｐゴシック" charset="0"/>
              </a:rPr>
              <a:t>2.  pulse (heart rate) </a:t>
            </a:r>
          </a:p>
          <a:p>
            <a:pPr marL="1276350" lvl="2" indent="-361950">
              <a:buNone/>
              <a:defRPr/>
            </a:pPr>
            <a:r>
              <a:rPr lang="en-US" sz="2400" dirty="0">
                <a:ea typeface="ＭＳ Ｐゴシック" charset="0"/>
              </a:rPr>
              <a:t>3.  grimace response ("reflex irritability") </a:t>
            </a:r>
          </a:p>
          <a:p>
            <a:pPr marL="1276350" lvl="2" indent="-361950">
              <a:buNone/>
              <a:defRPr/>
            </a:pPr>
            <a:r>
              <a:rPr lang="en-US" sz="2400" dirty="0">
                <a:ea typeface="ＭＳ Ｐゴシック" charset="0"/>
              </a:rPr>
              <a:t>4.  appearance (skin coloration) </a:t>
            </a:r>
          </a:p>
          <a:p>
            <a:pPr marL="1371600" lvl="2" indent="-457200">
              <a:buAutoNum type="arabicPeriod" startAt="5"/>
              <a:defRPr/>
            </a:pPr>
            <a:r>
              <a:rPr lang="en-US" sz="2400" dirty="0">
                <a:ea typeface="ＭＳ Ｐゴシック" charset="0"/>
              </a:rPr>
              <a:t>respiration (breathing rate and effort) </a:t>
            </a:r>
          </a:p>
          <a:p>
            <a:pPr marL="914400" lvl="2" indent="0">
              <a:buNone/>
              <a:defRPr/>
            </a:pPr>
            <a:endParaRPr lang="en-US" dirty="0">
              <a:ea typeface="ＭＳ Ｐゴシック" charset="0"/>
              <a:cs typeface="+mn-cs"/>
            </a:endParaRPr>
          </a:p>
          <a:p>
            <a:pPr marL="376238" indent="-400050">
              <a:buNone/>
              <a:defRPr/>
            </a:pPr>
            <a:r>
              <a:rPr lang="en-US" sz="2000" dirty="0">
                <a:ea typeface="ＭＳ Ｐゴシック" charset="0"/>
                <a:cs typeface="+mn-cs"/>
              </a:rPr>
              <a:t>Each is scored on a scale of 0 to 2.  </a:t>
            </a:r>
          </a:p>
          <a:p>
            <a:pPr marL="376238" indent="-400050">
              <a:buNone/>
              <a:defRPr/>
            </a:pPr>
            <a:r>
              <a:rPr lang="en-US" sz="2000" dirty="0">
                <a:ea typeface="ＭＳ Ｐゴシック" charset="0"/>
                <a:cs typeface="+mn-cs"/>
              </a:rPr>
              <a:t>Scores are added for the total APGAR score; &gt; 7 is a healthy baby</a:t>
            </a:r>
            <a:endParaRPr lang="en-US" sz="2000" dirty="0"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7573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2E36A-4C6C-79BA-397C-3EAD54B14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80F1B-E16E-A677-D656-3B970ED50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5709"/>
            <a:ext cx="10515600" cy="1325563"/>
          </a:xfrm>
        </p:spPr>
        <p:txBody>
          <a:bodyPr/>
          <a:lstStyle/>
          <a:p>
            <a:r>
              <a:rPr lang="en-US" dirty="0"/>
              <a:t>4. </a:t>
            </a:r>
            <a:r>
              <a:rPr lang="en-US" dirty="0">
                <a:solidFill>
                  <a:schemeClr val="dk1"/>
                </a:solidFill>
              </a:rPr>
              <a:t>Create measurable attributes </a:t>
            </a:r>
            <a:r>
              <a:rPr lang="en-US" dirty="0"/>
              <a:t>(the units)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357236-A8BA-2705-C781-8C49B984AE6B}"/>
              </a:ext>
            </a:extLst>
          </p:cNvPr>
          <p:cNvSpPr txBox="1"/>
          <p:nvPr/>
        </p:nvSpPr>
        <p:spPr>
          <a:xfrm>
            <a:off x="0" y="6581001"/>
            <a:ext cx="89180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Developed by Alex McInturff, Jean Fitts Cochrane, Angela Matz, Jennifer A. Szymanski, James E. Lyons, Sarah J. Converse, &amp; Michael C. Runge</a:t>
            </a: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135BB315-6C9E-6B72-166F-8F28255E21D2}"/>
              </a:ext>
            </a:extLst>
          </p:cNvPr>
          <p:cNvSpPr txBox="1">
            <a:spLocks/>
          </p:cNvSpPr>
          <p:nvPr/>
        </p:nvSpPr>
        <p:spPr>
          <a:xfrm>
            <a:off x="1828800" y="1432592"/>
            <a:ext cx="9144000" cy="1254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3200" dirty="0">
                <a:ea typeface="ＭＳ Ｐゴシック" charset="0"/>
                <a:cs typeface="ＭＳ Ｐゴシック" charset="0"/>
              </a:rPr>
              <a:t>Proxy attributes – Example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31215B-D566-1990-9839-2B90D47A6EF0}"/>
              </a:ext>
            </a:extLst>
          </p:cNvPr>
          <p:cNvSpPr txBox="1"/>
          <p:nvPr/>
        </p:nvSpPr>
        <p:spPr>
          <a:xfrm>
            <a:off x="2822089" y="2686717"/>
            <a:ext cx="6096000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sz="3200" dirty="0">
                <a:solidFill>
                  <a:schemeClr val="tx1"/>
                </a:solidFill>
                <a:latin typeface="+mn-lt"/>
                <a:ea typeface="MS PGothic" charset="0"/>
              </a:rPr>
              <a:t>Minimize student boredom </a:t>
            </a:r>
          </a:p>
          <a:p>
            <a:pPr marL="508000" lvl="1" indent="0">
              <a:buNone/>
            </a:pPr>
            <a:r>
              <a:rPr lang="en-US" sz="4400" dirty="0">
                <a:ea typeface="MS PGothic" charset="0"/>
                <a:sym typeface="Wingdings" charset="0"/>
              </a:rPr>
              <a:t> </a:t>
            </a:r>
            <a:r>
              <a:rPr lang="en-US" sz="4400" dirty="0">
                <a:solidFill>
                  <a:srgbClr val="C00000"/>
                </a:solidFill>
                <a:ea typeface="MS PGothic" charset="0"/>
                <a:sym typeface="Wingdings" charset="0"/>
              </a:rPr>
              <a:t># of yawns</a:t>
            </a:r>
          </a:p>
        </p:txBody>
      </p:sp>
      <p:pic>
        <p:nvPicPr>
          <p:cNvPr id="12" name="Video 10" title="Man yawning">
            <a:hlinkClick r:id="" action="ppaction://media"/>
            <a:extLst>
              <a:ext uri="{FF2B5EF4-FFF2-40B4-BE49-F238E27FC236}">
                <a16:creationId xmlns:a16="http://schemas.microsoft.com/office/drawing/2014/main" id="{D6B11222-241C-95AC-CFE5-9E104CF6D86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218947" y="3298354"/>
            <a:ext cx="4748463" cy="2671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891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00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A725CEF-9CF2-89AD-38E6-C7B6BE758738}"/>
              </a:ext>
            </a:extLst>
          </p:cNvPr>
          <p:cNvGraphicFramePr>
            <a:graphicFrameLocks noGrp="1"/>
          </p:cNvGraphicFramePr>
          <p:nvPr/>
        </p:nvGraphicFramePr>
        <p:xfrm>
          <a:off x="1129284" y="2166019"/>
          <a:ext cx="9933431" cy="3902371"/>
        </p:xfrm>
        <a:graphic>
          <a:graphicData uri="http://schemas.openxmlformats.org/drawingml/2006/table">
            <a:tbl>
              <a:tblPr/>
              <a:tblGrid>
                <a:gridCol w="34474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70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789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151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 fontAlgn="b"/>
                      <a:r>
                        <a:rPr lang="en-US" sz="2400" b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Objective</a:t>
                      </a:r>
                      <a:endParaRPr lang="en-US" sz="2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7257" marR="7257" marT="714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Direction</a:t>
                      </a:r>
                    </a:p>
                  </a:txBody>
                  <a:tcPr marL="7257" marR="7257" marT="714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 fontAlgn="b"/>
                      <a:r>
                        <a:rPr lang="en-US" sz="3600" b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Attribute</a:t>
                      </a:r>
                      <a:endParaRPr lang="en-US" sz="36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7257" marR="7257" marT="714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454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 fontAlgn="b"/>
                      <a:r>
                        <a:rPr lang="en-US" sz="2400" b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Minimize costs</a:t>
                      </a:r>
                      <a:endParaRPr lang="en-US" sz="2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7257" marR="7257" marT="714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/>
                        </a:rPr>
                        <a:t>Minimize (↓)</a:t>
                      </a:r>
                      <a:endParaRPr lang="en-US" sz="2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7257" marR="7257" marT="714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 fontAlgn="b"/>
                      <a:endParaRPr lang="en-US" sz="2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7257" marR="7257" marT="714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876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 fontAlgn="b"/>
                      <a:r>
                        <a:rPr lang="en-US" sz="2400" b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Maximize occupancy probability</a:t>
                      </a:r>
                      <a:endParaRPr lang="en-US" sz="2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7257" marR="7257" marT="714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/>
                        </a:rPr>
                        <a:t>Maximize (↑)</a:t>
                      </a:r>
                      <a:endParaRPr lang="en-US" sz="2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7257" marR="7257" marT="714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 fontAlgn="b"/>
                      <a:endParaRPr lang="en-US" sz="2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7257" marR="7257" marT="714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876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 fontAlgn="b"/>
                      <a:r>
                        <a:rPr lang="en-US" sz="2400" b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Minimize extinction probability</a:t>
                      </a:r>
                      <a:endParaRPr lang="en-US" sz="2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7257" marR="7257" marT="714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/>
                        </a:rPr>
                        <a:t>Minimize (↓)</a:t>
                      </a:r>
                      <a:endParaRPr lang="en-US" sz="2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7257" marR="7257" marT="714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 fontAlgn="b"/>
                      <a:endParaRPr lang="en-US" sz="2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7257" marR="7257" marT="714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876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 fontAlgn="b"/>
                      <a:r>
                        <a:rPr lang="en-US" sz="2400" b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Maximize hunter satisfaction</a:t>
                      </a:r>
                      <a:endParaRPr lang="en-US" sz="2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7257" marR="7257" marT="714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/>
                        </a:rPr>
                        <a:t>Maximize (↑)</a:t>
                      </a:r>
                      <a:endParaRPr lang="en-US" sz="2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7257" marR="7257" marT="714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 fontAlgn="b"/>
                      <a:endParaRPr lang="en-US" sz="2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7257" marR="7257" marT="714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7B25CA7-5698-7B6F-39EE-13C2457F3CB4}"/>
              </a:ext>
            </a:extLst>
          </p:cNvPr>
          <p:cNvSpPr txBox="1"/>
          <p:nvPr/>
        </p:nvSpPr>
        <p:spPr>
          <a:xfrm>
            <a:off x="7893558" y="2851819"/>
            <a:ext cx="24025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"/>
            <a:r>
              <a:rPr lang="en-US" sz="3600" b="0" i="0" u="none" strike="noStrike" dirty="0"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M$/yr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3F0C7B-9D44-0FFF-95B6-BDD170CDEAF8}"/>
              </a:ext>
            </a:extLst>
          </p:cNvPr>
          <p:cNvSpPr txBox="1"/>
          <p:nvPr/>
        </p:nvSpPr>
        <p:spPr>
          <a:xfrm>
            <a:off x="7510272" y="3681982"/>
            <a:ext cx="31691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"/>
            <a:r>
              <a:rPr lang="en-US" sz="3600" b="0" i="0" u="none" strike="noStrike" dirty="0"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Probability (0-1)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BEC99E-DC4F-0E55-B5B7-102C8889A443}"/>
              </a:ext>
            </a:extLst>
          </p:cNvPr>
          <p:cNvSpPr txBox="1"/>
          <p:nvPr/>
        </p:nvSpPr>
        <p:spPr>
          <a:xfrm>
            <a:off x="7510272" y="4512145"/>
            <a:ext cx="31691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"/>
            <a:r>
              <a:rPr lang="en-US" sz="3600" b="0" i="0" u="none" strike="noStrike" dirty="0"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Probability (0-1)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EC0B94-2955-A074-95D4-D56256468C85}"/>
              </a:ext>
            </a:extLst>
          </p:cNvPr>
          <p:cNvSpPr txBox="1"/>
          <p:nvPr/>
        </p:nvSpPr>
        <p:spPr>
          <a:xfrm>
            <a:off x="7015351" y="5136380"/>
            <a:ext cx="404736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"/>
            <a:r>
              <a:rPr lang="en-US" sz="2800" b="0" u="none" strike="noStrike" dirty="0">
                <a:solidFill>
                  <a:schemeClr val="tx1"/>
                </a:solidFill>
                <a:effectLst/>
                <a:latin typeface="+mn-lt"/>
                <a:cs typeface="Arial" panose="020B0604020202020204" pitchFamily="34" charset="0"/>
              </a:rPr>
              <a:t>Harvest Success Rate </a:t>
            </a:r>
          </a:p>
          <a:p>
            <a:pPr algn="ctr" fontAlgn="b"/>
            <a:r>
              <a:rPr lang="en-US" sz="2800" b="0" u="none" strike="noStrike" dirty="0">
                <a:solidFill>
                  <a:schemeClr val="tx1"/>
                </a:solidFill>
                <a:effectLst/>
                <a:latin typeface="+mn-lt"/>
                <a:cs typeface="Arial" panose="020B0604020202020204" pitchFamily="34" charset="0"/>
              </a:rPr>
              <a:t>(# harvested/# permits)</a:t>
            </a:r>
            <a:endParaRPr lang="en-US" sz="2800" b="0" i="0" u="none" strike="noStrike" dirty="0">
              <a:solidFill>
                <a:schemeClr val="tx1"/>
              </a:solidFill>
              <a:effectLst/>
              <a:latin typeface="+mn-lt"/>
              <a:cs typeface="Arial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846153-0C29-8339-1814-26255DD96B74}"/>
              </a:ext>
            </a:extLst>
          </p:cNvPr>
          <p:cNvSpPr txBox="1"/>
          <p:nvPr/>
        </p:nvSpPr>
        <p:spPr>
          <a:xfrm rot="5400000">
            <a:off x="10882285" y="3886372"/>
            <a:ext cx="14046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u="none" strike="noStrike" dirty="0">
                <a:solidFill>
                  <a:schemeClr val="tx1"/>
                </a:solidFill>
                <a:effectLst/>
                <a:latin typeface="+mn-lt"/>
                <a:cs typeface="Arial"/>
              </a:rPr>
              <a:t>Natural</a:t>
            </a:r>
            <a:endParaRPr lang="en-US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BB0729-BF83-EFBE-DBF4-AF1B95C6F66A}"/>
              </a:ext>
            </a:extLst>
          </p:cNvPr>
          <p:cNvSpPr txBox="1"/>
          <p:nvPr/>
        </p:nvSpPr>
        <p:spPr>
          <a:xfrm>
            <a:off x="11077234" y="5382600"/>
            <a:ext cx="10147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u="none" strike="noStrike" dirty="0">
                <a:solidFill>
                  <a:schemeClr val="tx1"/>
                </a:solidFill>
                <a:effectLst/>
                <a:latin typeface="+mn-lt"/>
                <a:cs typeface="Arial"/>
              </a:rPr>
              <a:t>Proxy</a:t>
            </a:r>
            <a:endParaRPr lang="en-US" sz="2400" dirty="0"/>
          </a:p>
        </p:txBody>
      </p:sp>
      <p:sp>
        <p:nvSpPr>
          <p:cNvPr id="11" name="Right Bracket 10">
            <a:extLst>
              <a:ext uri="{FF2B5EF4-FFF2-40B4-BE49-F238E27FC236}">
                <a16:creationId xmlns:a16="http://schemas.microsoft.com/office/drawing/2014/main" id="{828F910D-8C44-E113-4C1D-87A4BFE437C7}"/>
              </a:ext>
            </a:extLst>
          </p:cNvPr>
          <p:cNvSpPr/>
          <p:nvPr/>
        </p:nvSpPr>
        <p:spPr>
          <a:xfrm>
            <a:off x="11174350" y="2851819"/>
            <a:ext cx="179450" cy="2121408"/>
          </a:xfrm>
          <a:prstGeom prst="rightBracket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C4EA2A06-96D1-5854-EF2F-842EA8227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5709"/>
            <a:ext cx="10515600" cy="1325563"/>
          </a:xfrm>
        </p:spPr>
        <p:txBody>
          <a:bodyPr/>
          <a:lstStyle/>
          <a:p>
            <a:r>
              <a:rPr lang="en-US" dirty="0"/>
              <a:t>4. Create measurable attributes (the units)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1FF7A33-2C66-7FF1-1C6F-854EA8F9C186}"/>
              </a:ext>
            </a:extLst>
          </p:cNvPr>
          <p:cNvSpPr txBox="1"/>
          <p:nvPr/>
        </p:nvSpPr>
        <p:spPr>
          <a:xfrm>
            <a:off x="1129284" y="1493384"/>
            <a:ext cx="66431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accent1"/>
                </a:solidFill>
              </a:rPr>
              <a:t>Example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C54506D-C405-5A89-6C3B-CBB15E5BD6D3}"/>
              </a:ext>
            </a:extLst>
          </p:cNvPr>
          <p:cNvSpPr txBox="1"/>
          <p:nvPr/>
        </p:nvSpPr>
        <p:spPr>
          <a:xfrm>
            <a:off x="0" y="6581001"/>
            <a:ext cx="89180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Developed by Alex McInturff, Jean Fitts Cochrane, Angela Matz, Jennifer A. Szymanski, James E. Lyons, Sarah J. Converse, &amp; Michael C. Runge</a:t>
            </a:r>
          </a:p>
        </p:txBody>
      </p:sp>
    </p:spTree>
    <p:extLst>
      <p:ext uri="{BB962C8B-B14F-4D97-AF65-F5344CB8AC3E}">
        <p14:creationId xmlns:p14="http://schemas.microsoft.com/office/powerpoint/2010/main" val="2398906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10" grpId="0"/>
      <p:bldP spid="5" grpId="0"/>
      <p:bldP spid="9" grpId="0"/>
      <p:bldP spid="11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5F320-7964-BEB8-7ECA-12D2E83F3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6431B-29EA-A246-A6F7-DF77C71ED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2557"/>
            <a:ext cx="10515600" cy="1325563"/>
          </a:xfrm>
        </p:spPr>
        <p:txBody>
          <a:bodyPr/>
          <a:lstStyle/>
          <a:p>
            <a:r>
              <a:rPr lang="en-US" dirty="0"/>
              <a:t>Example - What are the attribute types?</a:t>
            </a:r>
          </a:p>
        </p:txBody>
      </p:sp>
      <p:grpSp>
        <p:nvGrpSpPr>
          <p:cNvPr id="4" name="Google Shape;613;p54">
            <a:extLst>
              <a:ext uri="{FF2B5EF4-FFF2-40B4-BE49-F238E27FC236}">
                <a16:creationId xmlns:a16="http://schemas.microsoft.com/office/drawing/2014/main" id="{3A67DC99-A845-5D7D-6AC3-8D78B146BAB0}"/>
              </a:ext>
            </a:extLst>
          </p:cNvPr>
          <p:cNvGrpSpPr/>
          <p:nvPr/>
        </p:nvGrpSpPr>
        <p:grpSpPr>
          <a:xfrm>
            <a:off x="1720611" y="1505069"/>
            <a:ext cx="8476457" cy="4250207"/>
            <a:chOff x="292099" y="2353468"/>
            <a:chExt cx="8476457" cy="3921016"/>
          </a:xfrm>
        </p:grpSpPr>
        <p:sp>
          <p:nvSpPr>
            <p:cNvPr id="5" name="Google Shape;614;p54">
              <a:extLst>
                <a:ext uri="{FF2B5EF4-FFF2-40B4-BE49-F238E27FC236}">
                  <a16:creationId xmlns:a16="http://schemas.microsoft.com/office/drawing/2014/main" id="{798F56A3-24A4-724A-6B65-4E64C398864F}"/>
                </a:ext>
              </a:extLst>
            </p:cNvPr>
            <p:cNvSpPr txBox="1"/>
            <p:nvPr/>
          </p:nvSpPr>
          <p:spPr>
            <a:xfrm>
              <a:off x="2697163" y="2353468"/>
              <a:ext cx="3551237" cy="596271"/>
            </a:xfrm>
            <a:prstGeom prst="rect">
              <a:avLst/>
            </a:prstGeom>
            <a:solidFill>
              <a:schemeClr val="dk2"/>
            </a:solidFill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i="0" u="none" strike="noStrike" cap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Protect and preserve hemlock</a:t>
              </a:r>
              <a:endParaRPr/>
            </a:p>
          </p:txBody>
        </p:sp>
        <p:sp>
          <p:nvSpPr>
            <p:cNvPr id="6" name="Google Shape;615;p54">
              <a:extLst>
                <a:ext uri="{FF2B5EF4-FFF2-40B4-BE49-F238E27FC236}">
                  <a16:creationId xmlns:a16="http://schemas.microsoft.com/office/drawing/2014/main" id="{FA726017-71B0-EC13-BFAB-21739C67F1C8}"/>
                </a:ext>
              </a:extLst>
            </p:cNvPr>
            <p:cNvSpPr txBox="1"/>
            <p:nvPr/>
          </p:nvSpPr>
          <p:spPr>
            <a:xfrm>
              <a:off x="292099" y="3352800"/>
              <a:ext cx="2106613" cy="646331"/>
            </a:xfrm>
            <a:prstGeom prst="rect">
              <a:avLst/>
            </a:prstGeom>
            <a:solidFill>
              <a:schemeClr val="accent1"/>
            </a:solidFill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i="0" u="none" strike="noStrike" cap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Hemlock stand health</a:t>
              </a:r>
              <a:endParaRPr/>
            </a:p>
          </p:txBody>
        </p:sp>
        <p:sp>
          <p:nvSpPr>
            <p:cNvPr id="7" name="Google Shape;616;p54">
              <a:extLst>
                <a:ext uri="{FF2B5EF4-FFF2-40B4-BE49-F238E27FC236}">
                  <a16:creationId xmlns:a16="http://schemas.microsoft.com/office/drawing/2014/main" id="{65C06178-BF63-4CFA-8197-26C03676FFB6}"/>
                </a:ext>
              </a:extLst>
            </p:cNvPr>
            <p:cNvSpPr txBox="1"/>
            <p:nvPr/>
          </p:nvSpPr>
          <p:spPr>
            <a:xfrm>
              <a:off x="4254499" y="3352800"/>
              <a:ext cx="2139156" cy="923330"/>
            </a:xfrm>
            <a:prstGeom prst="rect">
              <a:avLst/>
            </a:prstGeom>
            <a:solidFill>
              <a:schemeClr val="accent1"/>
            </a:solidFill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i="0" u="none" strike="noStrike" cap="none" dirty="0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Hemlock component of stand</a:t>
              </a:r>
              <a:endParaRPr dirty="0"/>
            </a:p>
          </p:txBody>
        </p:sp>
        <p:sp>
          <p:nvSpPr>
            <p:cNvPr id="8" name="Google Shape;617;p54">
              <a:extLst>
                <a:ext uri="{FF2B5EF4-FFF2-40B4-BE49-F238E27FC236}">
                  <a16:creationId xmlns:a16="http://schemas.microsoft.com/office/drawing/2014/main" id="{2EBB258A-DB01-BC6D-162F-1EE5E122D28A}"/>
                </a:ext>
              </a:extLst>
            </p:cNvPr>
            <p:cNvSpPr txBox="1"/>
            <p:nvPr/>
          </p:nvSpPr>
          <p:spPr>
            <a:xfrm>
              <a:off x="362926" y="4458602"/>
              <a:ext cx="1964958" cy="1815882"/>
            </a:xfrm>
            <a:prstGeom prst="rect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rgbClr val="2F5897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Minimize: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rgbClr val="2F5897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(% of mortality &amp; defoliation)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rgbClr val="2F5897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 = &lt;10  &amp; &lt;10 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rgbClr val="2F5897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2 = &lt;10 &amp; 11-20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rgbClr val="2F5897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3 = 11-25 &amp; 21-50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rgbClr val="2F5897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4 = &gt;25 &amp; &gt;50</a:t>
              </a:r>
              <a:endParaRPr/>
            </a:p>
          </p:txBody>
        </p:sp>
        <p:sp>
          <p:nvSpPr>
            <p:cNvPr id="9" name="Google Shape;618;p54">
              <a:extLst>
                <a:ext uri="{FF2B5EF4-FFF2-40B4-BE49-F238E27FC236}">
                  <a16:creationId xmlns:a16="http://schemas.microsoft.com/office/drawing/2014/main" id="{3B9072E5-082D-005E-95B0-2040206C5AF2}"/>
                </a:ext>
              </a:extLst>
            </p:cNvPr>
            <p:cNvSpPr txBox="1"/>
            <p:nvPr/>
          </p:nvSpPr>
          <p:spPr>
            <a:xfrm>
              <a:off x="2602703" y="3352800"/>
              <a:ext cx="1446213" cy="596271"/>
            </a:xfrm>
            <a:prstGeom prst="rect">
              <a:avLst/>
            </a:prstGeom>
            <a:solidFill>
              <a:schemeClr val="accent1"/>
            </a:solidFill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i="0" u="none" strike="noStrike" cap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Stand size</a:t>
              </a:r>
              <a:endParaRPr/>
            </a:p>
          </p:txBody>
        </p:sp>
        <p:sp>
          <p:nvSpPr>
            <p:cNvPr id="10" name="Google Shape;619;p54">
              <a:extLst>
                <a:ext uri="{FF2B5EF4-FFF2-40B4-BE49-F238E27FC236}">
                  <a16:creationId xmlns:a16="http://schemas.microsoft.com/office/drawing/2014/main" id="{DA9D667F-C216-0B19-3F18-D02CE8B8E339}"/>
                </a:ext>
              </a:extLst>
            </p:cNvPr>
            <p:cNvSpPr txBox="1"/>
            <p:nvPr/>
          </p:nvSpPr>
          <p:spPr>
            <a:xfrm>
              <a:off x="6629400" y="3352800"/>
              <a:ext cx="2139156" cy="596233"/>
            </a:xfrm>
            <a:prstGeom prst="rect">
              <a:avLst/>
            </a:prstGeom>
            <a:solidFill>
              <a:schemeClr val="accent1"/>
            </a:solidFill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i="0" u="none" strike="noStrike" cap="none" dirty="0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Stand structure</a:t>
              </a:r>
              <a:endParaRPr dirty="0"/>
            </a:p>
          </p:txBody>
        </p:sp>
        <p:sp>
          <p:nvSpPr>
            <p:cNvPr id="11" name="Google Shape;620;p54">
              <a:extLst>
                <a:ext uri="{FF2B5EF4-FFF2-40B4-BE49-F238E27FC236}">
                  <a16:creationId xmlns:a16="http://schemas.microsoft.com/office/drawing/2014/main" id="{1CC724F6-28E6-D976-ECE0-127CA94AA89F}"/>
                </a:ext>
              </a:extLst>
            </p:cNvPr>
            <p:cNvSpPr txBox="1"/>
            <p:nvPr/>
          </p:nvSpPr>
          <p:spPr>
            <a:xfrm>
              <a:off x="2602704" y="4807168"/>
              <a:ext cx="1446213" cy="766635"/>
            </a:xfrm>
            <a:prstGeom prst="rect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rgbClr val="2F5897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Maximize: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rgbClr val="2F5897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Stand acres</a:t>
              </a:r>
              <a:endParaRPr/>
            </a:p>
          </p:txBody>
        </p:sp>
        <p:sp>
          <p:nvSpPr>
            <p:cNvPr id="12" name="Google Shape;621;p54">
              <a:extLst>
                <a:ext uri="{FF2B5EF4-FFF2-40B4-BE49-F238E27FC236}">
                  <a16:creationId xmlns:a16="http://schemas.microsoft.com/office/drawing/2014/main" id="{B1AC5C44-61FF-02A3-5D23-F1ADBABB315F}"/>
                </a:ext>
              </a:extLst>
            </p:cNvPr>
            <p:cNvSpPr txBox="1"/>
            <p:nvPr/>
          </p:nvSpPr>
          <p:spPr>
            <a:xfrm>
              <a:off x="4600970" y="4790280"/>
              <a:ext cx="1446213" cy="1077218"/>
            </a:xfrm>
            <a:prstGeom prst="rect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rgbClr val="2F5897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Maximize: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rgbClr val="2F5897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% of hemlock overstory</a:t>
              </a:r>
              <a:endParaRPr sz="1600" b="0" i="0" u="none" strike="noStrike" cap="none">
                <a:solidFill>
                  <a:srgbClr val="2F5897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13" name="Google Shape;622;p54">
              <a:extLst>
                <a:ext uri="{FF2B5EF4-FFF2-40B4-BE49-F238E27FC236}">
                  <a16:creationId xmlns:a16="http://schemas.microsoft.com/office/drawing/2014/main" id="{97D79E6E-63DE-3318-97BF-07A92CCF5894}"/>
                </a:ext>
              </a:extLst>
            </p:cNvPr>
            <p:cNvSpPr txBox="1"/>
            <p:nvPr/>
          </p:nvSpPr>
          <p:spPr>
            <a:xfrm>
              <a:off x="6975871" y="4825425"/>
              <a:ext cx="1446213" cy="830997"/>
            </a:xfrm>
            <a:prstGeom prst="rect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rgbClr val="2F5897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Minimize: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rgbClr val="2F5897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% of understory</a:t>
              </a:r>
              <a:endParaRPr/>
            </a:p>
          </p:txBody>
        </p:sp>
        <p:cxnSp>
          <p:nvCxnSpPr>
            <p:cNvPr id="14" name="Google Shape;623;p54">
              <a:extLst>
                <a:ext uri="{FF2B5EF4-FFF2-40B4-BE49-F238E27FC236}">
                  <a16:creationId xmlns:a16="http://schemas.microsoft.com/office/drawing/2014/main" id="{DDE5F456-4413-3AB8-22F1-41BAB3773F7A}"/>
                </a:ext>
              </a:extLst>
            </p:cNvPr>
            <p:cNvCxnSpPr>
              <a:stCxn id="6" idx="2"/>
              <a:endCxn id="8" idx="0"/>
            </p:cNvCxnSpPr>
            <p:nvPr/>
          </p:nvCxnSpPr>
          <p:spPr>
            <a:xfrm>
              <a:off x="1345406" y="3999131"/>
              <a:ext cx="0" cy="459600"/>
            </a:xfrm>
            <a:prstGeom prst="straightConnector1">
              <a:avLst/>
            </a:prstGeom>
            <a:noFill/>
            <a:ln w="38100" cap="flat" cmpd="sng">
              <a:solidFill>
                <a:srgbClr val="0076A1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15" name="Google Shape;624;p54">
              <a:extLst>
                <a:ext uri="{FF2B5EF4-FFF2-40B4-BE49-F238E27FC236}">
                  <a16:creationId xmlns:a16="http://schemas.microsoft.com/office/drawing/2014/main" id="{7615CF89-7A41-99EB-F7E4-836E227160F9}"/>
                </a:ext>
              </a:extLst>
            </p:cNvPr>
            <p:cNvCxnSpPr>
              <a:stCxn id="9" idx="2"/>
            </p:cNvCxnSpPr>
            <p:nvPr/>
          </p:nvCxnSpPr>
          <p:spPr>
            <a:xfrm>
              <a:off x="3325810" y="3949071"/>
              <a:ext cx="0" cy="858000"/>
            </a:xfrm>
            <a:prstGeom prst="straightConnector1">
              <a:avLst/>
            </a:prstGeom>
            <a:noFill/>
            <a:ln w="38100" cap="flat" cmpd="sng">
              <a:solidFill>
                <a:srgbClr val="0076A1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16" name="Google Shape;625;p54">
              <a:extLst>
                <a:ext uri="{FF2B5EF4-FFF2-40B4-BE49-F238E27FC236}">
                  <a16:creationId xmlns:a16="http://schemas.microsoft.com/office/drawing/2014/main" id="{C83EC309-110A-C195-36E9-27355F84194F}"/>
                </a:ext>
              </a:extLst>
            </p:cNvPr>
            <p:cNvCxnSpPr>
              <a:stCxn id="7" idx="2"/>
              <a:endCxn id="12" idx="0"/>
            </p:cNvCxnSpPr>
            <p:nvPr/>
          </p:nvCxnSpPr>
          <p:spPr>
            <a:xfrm>
              <a:off x="5324077" y="4276130"/>
              <a:ext cx="0" cy="514200"/>
            </a:xfrm>
            <a:prstGeom prst="straightConnector1">
              <a:avLst/>
            </a:prstGeom>
            <a:noFill/>
            <a:ln w="38100" cap="flat" cmpd="sng">
              <a:solidFill>
                <a:srgbClr val="0076A1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17" name="Google Shape;626;p54">
              <a:extLst>
                <a:ext uri="{FF2B5EF4-FFF2-40B4-BE49-F238E27FC236}">
                  <a16:creationId xmlns:a16="http://schemas.microsoft.com/office/drawing/2014/main" id="{7E82EFE2-468D-23DF-1AC0-D08264C1503F}"/>
                </a:ext>
              </a:extLst>
            </p:cNvPr>
            <p:cNvCxnSpPr>
              <a:cxnSpLocks/>
              <a:stCxn id="10" idx="2"/>
              <a:endCxn id="13" idx="0"/>
            </p:cNvCxnSpPr>
            <p:nvPr/>
          </p:nvCxnSpPr>
          <p:spPr>
            <a:xfrm>
              <a:off x="7698978" y="3949033"/>
              <a:ext cx="0" cy="876392"/>
            </a:xfrm>
            <a:prstGeom prst="straightConnector1">
              <a:avLst/>
            </a:prstGeom>
            <a:noFill/>
            <a:ln w="38100" cap="flat" cmpd="sng">
              <a:solidFill>
                <a:srgbClr val="0076A1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18" name="Google Shape;627;p54">
              <a:extLst>
                <a:ext uri="{FF2B5EF4-FFF2-40B4-BE49-F238E27FC236}">
                  <a16:creationId xmlns:a16="http://schemas.microsoft.com/office/drawing/2014/main" id="{157527D5-CA9E-3E72-8648-A0270C5D520E}"/>
                </a:ext>
              </a:extLst>
            </p:cNvPr>
            <p:cNvCxnSpPr>
              <a:stCxn id="5" idx="2"/>
              <a:endCxn id="6" idx="0"/>
            </p:cNvCxnSpPr>
            <p:nvPr/>
          </p:nvCxnSpPr>
          <p:spPr>
            <a:xfrm rot="5400000">
              <a:off x="2707432" y="1587589"/>
              <a:ext cx="403200" cy="3127500"/>
            </a:xfrm>
            <a:prstGeom prst="bentConnector3">
              <a:avLst>
                <a:gd name="adj1" fmla="val 50000"/>
              </a:avLst>
            </a:prstGeom>
            <a:noFill/>
            <a:ln w="38100" cap="flat" cmpd="sng">
              <a:solidFill>
                <a:srgbClr val="0076A1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19" name="Google Shape;628;p54">
              <a:extLst>
                <a:ext uri="{FF2B5EF4-FFF2-40B4-BE49-F238E27FC236}">
                  <a16:creationId xmlns:a16="http://schemas.microsoft.com/office/drawing/2014/main" id="{9E99B2EB-BFE4-91BB-F7BE-F55BA7F86D52}"/>
                </a:ext>
              </a:extLst>
            </p:cNvPr>
            <p:cNvCxnSpPr>
              <a:cxnSpLocks/>
              <a:stCxn id="5" idx="2"/>
              <a:endCxn id="10" idx="0"/>
            </p:cNvCxnSpPr>
            <p:nvPr/>
          </p:nvCxnSpPr>
          <p:spPr>
            <a:xfrm rot="16200000" flipH="1">
              <a:off x="5884350" y="1538171"/>
              <a:ext cx="403061" cy="3226196"/>
            </a:xfrm>
            <a:prstGeom prst="bentConnector3">
              <a:avLst>
                <a:gd name="adj1" fmla="val 50000"/>
              </a:avLst>
            </a:prstGeom>
            <a:noFill/>
            <a:ln w="38100" cap="flat" cmpd="sng">
              <a:solidFill>
                <a:srgbClr val="0076A1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20" name="Google Shape;629;p54">
              <a:extLst>
                <a:ext uri="{FF2B5EF4-FFF2-40B4-BE49-F238E27FC236}">
                  <a16:creationId xmlns:a16="http://schemas.microsoft.com/office/drawing/2014/main" id="{E6B6133D-64F3-0E6C-3EF3-5322022C898E}"/>
                </a:ext>
              </a:extLst>
            </p:cNvPr>
            <p:cNvCxnSpPr>
              <a:stCxn id="5" idx="2"/>
              <a:endCxn id="9" idx="0"/>
            </p:cNvCxnSpPr>
            <p:nvPr/>
          </p:nvCxnSpPr>
          <p:spPr>
            <a:xfrm rot="5400000">
              <a:off x="3697732" y="2577889"/>
              <a:ext cx="403200" cy="1146900"/>
            </a:xfrm>
            <a:prstGeom prst="bentConnector3">
              <a:avLst>
                <a:gd name="adj1" fmla="val 49926"/>
              </a:avLst>
            </a:prstGeom>
            <a:noFill/>
            <a:ln w="38100" cap="flat" cmpd="sng">
              <a:solidFill>
                <a:srgbClr val="0076A1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21" name="Google Shape;630;p54">
              <a:extLst>
                <a:ext uri="{FF2B5EF4-FFF2-40B4-BE49-F238E27FC236}">
                  <a16:creationId xmlns:a16="http://schemas.microsoft.com/office/drawing/2014/main" id="{854ED076-BAEF-1846-DA39-32F1A7C54F3B}"/>
                </a:ext>
              </a:extLst>
            </p:cNvPr>
            <p:cNvCxnSpPr>
              <a:stCxn id="5" idx="2"/>
              <a:endCxn id="7" idx="0"/>
            </p:cNvCxnSpPr>
            <p:nvPr/>
          </p:nvCxnSpPr>
          <p:spPr>
            <a:xfrm rot="-5400000" flipH="1">
              <a:off x="4696882" y="2725639"/>
              <a:ext cx="403200" cy="851400"/>
            </a:xfrm>
            <a:prstGeom prst="bentConnector3">
              <a:avLst>
                <a:gd name="adj1" fmla="val 49926"/>
              </a:avLst>
            </a:prstGeom>
            <a:noFill/>
            <a:ln w="38100" cap="flat" cmpd="sng">
              <a:solidFill>
                <a:srgbClr val="0076A1"/>
              </a:solidFill>
              <a:prstDash val="solid"/>
              <a:round/>
              <a:headEnd type="none" w="sm" len="sm"/>
              <a:tailEnd type="stealth" w="med" len="med"/>
            </a:ln>
          </p:spPr>
        </p:cxnSp>
      </p:grpSp>
      <p:sp>
        <p:nvSpPr>
          <p:cNvPr id="22" name="Google Shape;631;p54">
            <a:extLst>
              <a:ext uri="{FF2B5EF4-FFF2-40B4-BE49-F238E27FC236}">
                <a16:creationId xmlns:a16="http://schemas.microsoft.com/office/drawing/2014/main" id="{37BDBB84-091D-9296-B3F4-2F06874B10F4}"/>
              </a:ext>
            </a:extLst>
          </p:cNvPr>
          <p:cNvSpPr/>
          <p:nvPr/>
        </p:nvSpPr>
        <p:spPr>
          <a:xfrm>
            <a:off x="8940104" y="5973508"/>
            <a:ext cx="3324168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Adapted from Blomquist et al. (2010)</a:t>
            </a:r>
            <a:endParaRPr>
              <a:latin typeface="+mn-lt"/>
            </a:endParaRPr>
          </a:p>
        </p:txBody>
      </p:sp>
      <p:sp>
        <p:nvSpPr>
          <p:cNvPr id="23" name="Google Shape;656;p55">
            <a:extLst>
              <a:ext uri="{FF2B5EF4-FFF2-40B4-BE49-F238E27FC236}">
                <a16:creationId xmlns:a16="http://schemas.microsoft.com/office/drawing/2014/main" id="{C1337B67-64C9-D2E2-335A-114615170D3C}"/>
              </a:ext>
            </a:extLst>
          </p:cNvPr>
          <p:cNvSpPr txBox="1"/>
          <p:nvPr/>
        </p:nvSpPr>
        <p:spPr>
          <a:xfrm>
            <a:off x="8529192" y="5130764"/>
            <a:ext cx="137160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 u="none" strike="noStrike" cap="none" dirty="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Proxy</a:t>
            </a:r>
            <a:endParaRPr dirty="0"/>
          </a:p>
        </p:txBody>
      </p:sp>
      <p:sp>
        <p:nvSpPr>
          <p:cNvPr id="24" name="Google Shape;657;p55">
            <a:extLst>
              <a:ext uri="{FF2B5EF4-FFF2-40B4-BE49-F238E27FC236}">
                <a16:creationId xmlns:a16="http://schemas.microsoft.com/office/drawing/2014/main" id="{2DB9FABB-5415-5560-CD26-54250B591FCF}"/>
              </a:ext>
            </a:extLst>
          </p:cNvPr>
          <p:cNvSpPr txBox="1"/>
          <p:nvPr/>
        </p:nvSpPr>
        <p:spPr>
          <a:xfrm>
            <a:off x="4122047" y="4997862"/>
            <a:ext cx="137160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 u="none" strike="noStrike" cap="non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Natural</a:t>
            </a:r>
            <a:endParaRPr/>
          </a:p>
        </p:txBody>
      </p:sp>
      <p:sp>
        <p:nvSpPr>
          <p:cNvPr id="25" name="Google Shape;658;p55">
            <a:extLst>
              <a:ext uri="{FF2B5EF4-FFF2-40B4-BE49-F238E27FC236}">
                <a16:creationId xmlns:a16="http://schemas.microsoft.com/office/drawing/2014/main" id="{DA4714C1-7DA8-3135-32F8-F58D901F52C2}"/>
              </a:ext>
            </a:extLst>
          </p:cNvPr>
          <p:cNvSpPr txBox="1"/>
          <p:nvPr/>
        </p:nvSpPr>
        <p:spPr>
          <a:xfrm>
            <a:off x="1950648" y="5790151"/>
            <a:ext cx="182067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 u="none" strike="noStrike" cap="none" dirty="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Constructed</a:t>
            </a:r>
            <a:endParaRPr dirty="0"/>
          </a:p>
        </p:txBody>
      </p:sp>
      <p:sp>
        <p:nvSpPr>
          <p:cNvPr id="26" name="Google Shape;659;p55">
            <a:extLst>
              <a:ext uri="{FF2B5EF4-FFF2-40B4-BE49-F238E27FC236}">
                <a16:creationId xmlns:a16="http://schemas.microsoft.com/office/drawing/2014/main" id="{D5F04EAE-EB31-14A8-020D-FCDB324C0622}"/>
              </a:ext>
            </a:extLst>
          </p:cNvPr>
          <p:cNvSpPr txBox="1"/>
          <p:nvPr/>
        </p:nvSpPr>
        <p:spPr>
          <a:xfrm>
            <a:off x="6142794" y="5314121"/>
            <a:ext cx="137160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 u="none" strike="noStrike" cap="none" dirty="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Natural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4B745C-BDE9-41CA-4439-EB400054803C}"/>
              </a:ext>
            </a:extLst>
          </p:cNvPr>
          <p:cNvSpPr txBox="1"/>
          <p:nvPr/>
        </p:nvSpPr>
        <p:spPr>
          <a:xfrm>
            <a:off x="0" y="6581001"/>
            <a:ext cx="89180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Developed by Alex McInturff, Jean Fitts Cochrane, Angela Matz, Jennifer A. Szymanski, James E. Lyons, Sarah J. Converse, &amp; Michael C. Runge</a:t>
            </a:r>
          </a:p>
        </p:txBody>
      </p:sp>
    </p:spTree>
    <p:extLst>
      <p:ext uri="{BB962C8B-B14F-4D97-AF65-F5344CB8AC3E}">
        <p14:creationId xmlns:p14="http://schemas.microsoft.com/office/powerpoint/2010/main" val="606874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112BA-4D3C-A18A-34FC-81590254E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77516"/>
            <a:ext cx="12192000" cy="872541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pPr algn="ctr"/>
            <a:r>
              <a:rPr lang="en-US" dirty="0"/>
              <a:t>Activity: Brainstorm </a:t>
            </a:r>
            <a:r>
              <a:rPr lang="en-US" b="1" dirty="0"/>
              <a:t>constructed scale</a:t>
            </a:r>
            <a:r>
              <a:rPr lang="en-US" dirty="0"/>
              <a:t> attribute types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16745D-A10B-0161-9475-F41157ABFD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dirty="0"/>
              <a:t>For each objective brainstorm </a:t>
            </a:r>
            <a:r>
              <a:rPr lang="en-US" sz="3200" b="1" dirty="0"/>
              <a:t>a constructed scale attribute</a:t>
            </a:r>
            <a:r>
              <a:rPr lang="en-US" sz="3200" dirty="0"/>
              <a:t>:</a:t>
            </a:r>
          </a:p>
          <a:p>
            <a:pPr lvl="1"/>
            <a:r>
              <a:rPr lang="en-US" sz="2800" dirty="0"/>
              <a:t>Group 1: Minimize stakeholder conflict</a:t>
            </a:r>
          </a:p>
          <a:p>
            <a:pPr lvl="1"/>
            <a:r>
              <a:rPr lang="en-US" sz="2800" dirty="0"/>
              <a:t>Group 2: Maximize recreational satisfaction</a:t>
            </a:r>
          </a:p>
          <a:p>
            <a:pPr lvl="1"/>
            <a:r>
              <a:rPr lang="en-US" sz="2800" dirty="0"/>
              <a:t>Group 3: Maximize species persistence</a:t>
            </a:r>
          </a:p>
          <a:p>
            <a:pPr lvl="1"/>
            <a:r>
              <a:rPr lang="en-US" sz="2800" dirty="0"/>
              <a:t>Group 4: Maximize student engagement </a:t>
            </a:r>
            <a:r>
              <a:rPr lang="en-US" sz="2800" dirty="0">
                <a:sym typeface="Wingdings" panose="05000000000000000000" pitchFamily="2" charset="2"/>
              </a:rPr>
              <a:t> </a:t>
            </a:r>
          </a:p>
          <a:p>
            <a:pPr marL="0" indent="0">
              <a:buNone/>
            </a:pPr>
            <a:endParaRPr lang="en-US" sz="32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sz="32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3200" dirty="0">
                <a:sym typeface="Wingdings" panose="05000000000000000000" pitchFamily="2" charset="2"/>
              </a:rPr>
              <a:t>What are the limitations of your constructed scale attribute?</a:t>
            </a:r>
            <a:endParaRPr lang="en-US" sz="3200" dirty="0"/>
          </a:p>
          <a:p>
            <a:pPr lvl="1"/>
            <a:endParaRPr lang="en-US" sz="2800" dirty="0"/>
          </a:p>
          <a:p>
            <a:endParaRPr lang="en-US" sz="3200" dirty="0"/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994573A-8BF0-E215-474C-CE10B87A1C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634261"/>
              </p:ext>
            </p:extLst>
          </p:nvPr>
        </p:nvGraphicFramePr>
        <p:xfrm>
          <a:off x="8708302" y="2347897"/>
          <a:ext cx="2271205" cy="274320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902462">
                  <a:extLst>
                    <a:ext uri="{9D8B030D-6E8A-4147-A177-3AD203B41FA5}">
                      <a16:colId xmlns:a16="http://schemas.microsoft.com/office/drawing/2014/main" val="933384902"/>
                    </a:ext>
                  </a:extLst>
                </a:gridCol>
                <a:gridCol w="1368743">
                  <a:extLst>
                    <a:ext uri="{9D8B030D-6E8A-4147-A177-3AD203B41FA5}">
                      <a16:colId xmlns:a16="http://schemas.microsoft.com/office/drawing/2014/main" val="12586987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400" dirty="0"/>
                        <a:t>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2962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8685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0201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09582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3052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…..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….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94421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759780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2FE19-B2EB-F26E-58E0-36EBA90A3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359EE-47A5-0919-A6B9-0A41693E4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84785"/>
            <a:ext cx="12192000" cy="818782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pPr algn="ctr"/>
            <a:r>
              <a:rPr lang="en-US" dirty="0"/>
              <a:t>Activity: Brainstorm </a:t>
            </a:r>
            <a:r>
              <a:rPr lang="en-US" b="1" dirty="0"/>
              <a:t>proxy</a:t>
            </a:r>
            <a:r>
              <a:rPr lang="en-US" dirty="0"/>
              <a:t> </a:t>
            </a:r>
            <a:r>
              <a:rPr lang="en-US" b="1" dirty="0"/>
              <a:t>scale</a:t>
            </a:r>
            <a:r>
              <a:rPr lang="en-US" dirty="0"/>
              <a:t> attribute types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C7CC99-CE58-13B4-7E98-A480835342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188" y="1825625"/>
            <a:ext cx="10981623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Now for these same objectives brainstorm </a:t>
            </a:r>
            <a:r>
              <a:rPr lang="en-US" sz="3200" b="1" dirty="0"/>
              <a:t>two proxy attributes</a:t>
            </a:r>
            <a:r>
              <a:rPr lang="en-US" sz="3200" dirty="0"/>
              <a:t>:</a:t>
            </a:r>
          </a:p>
          <a:p>
            <a:pPr lvl="1"/>
            <a:r>
              <a:rPr lang="en-US" sz="2800" dirty="0"/>
              <a:t>Group 1: Minimize stakeholder conflict</a:t>
            </a:r>
          </a:p>
          <a:p>
            <a:pPr lvl="1"/>
            <a:r>
              <a:rPr lang="en-US" sz="2800" dirty="0"/>
              <a:t>Group 2: Maximize recreational satisfaction</a:t>
            </a:r>
          </a:p>
          <a:p>
            <a:pPr lvl="1"/>
            <a:r>
              <a:rPr lang="en-US" sz="2800" dirty="0"/>
              <a:t>Group 3: Maximize species persistence</a:t>
            </a:r>
          </a:p>
          <a:p>
            <a:pPr lvl="1"/>
            <a:r>
              <a:rPr lang="en-US" sz="2800" dirty="0"/>
              <a:t>Group 4: Maximize student engagement </a:t>
            </a:r>
            <a:r>
              <a:rPr lang="en-US" sz="2800" dirty="0">
                <a:sym typeface="Wingdings" panose="05000000000000000000" pitchFamily="2" charset="2"/>
              </a:rPr>
              <a:t> </a:t>
            </a:r>
          </a:p>
          <a:p>
            <a:pPr marL="0" indent="0">
              <a:buNone/>
            </a:pPr>
            <a:endParaRPr lang="en-US" sz="32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3200" dirty="0">
                <a:sym typeface="Wingdings" panose="05000000000000000000" pitchFamily="2" charset="2"/>
              </a:rPr>
              <a:t>What are the limitations of your proxy attribute?</a:t>
            </a:r>
          </a:p>
          <a:p>
            <a:pPr marL="0" indent="0">
              <a:buNone/>
            </a:pPr>
            <a:r>
              <a:rPr lang="en-US" sz="3200" dirty="0">
                <a:sym typeface="Wingdings" panose="05000000000000000000" pitchFamily="2" charset="2"/>
              </a:rPr>
              <a:t>What attribute type fits the objectives above better?</a:t>
            </a:r>
            <a:endParaRPr lang="en-US" sz="3200" dirty="0"/>
          </a:p>
          <a:p>
            <a:pPr lvl="1"/>
            <a:endParaRPr lang="en-US" sz="2800" dirty="0"/>
          </a:p>
          <a:p>
            <a:endParaRPr lang="en-US" sz="32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046893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87F0C-3C24-BE96-A89E-648CEA553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F017D43-2449-C4F3-9B85-D809EDEC6E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00" y="0"/>
            <a:ext cx="119126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D87F22C-2388-A5DF-EDAF-9EE45BC24796}"/>
              </a:ext>
            </a:extLst>
          </p:cNvPr>
          <p:cNvSpPr txBox="1"/>
          <p:nvPr/>
        </p:nvSpPr>
        <p:spPr>
          <a:xfrm>
            <a:off x="7432158" y="6305107"/>
            <a:ext cx="3923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Runge et al. 2020 – Ch 22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701A628-B7DD-8FA7-3DE9-B610E4AA6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8018" y="183561"/>
            <a:ext cx="2830838" cy="839365"/>
          </a:xfr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pPr algn="ctr"/>
            <a:r>
              <a:rPr lang="en-US" dirty="0"/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324438971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453DB-7D8E-3C1F-420C-6CC681E72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80AD292-6EFA-4D36-BB83-DCF55B8AE861}"/>
              </a:ext>
            </a:extLst>
          </p:cNvPr>
          <p:cNvSpPr txBox="1"/>
          <p:nvPr/>
        </p:nvSpPr>
        <p:spPr>
          <a:xfrm>
            <a:off x="0" y="6581001"/>
            <a:ext cx="89180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Developed by Alex McInturff, Jean Fitts Cochrane, Angela Matz, Jennifer A. Szymanski, James E. Lyons, Sarah J. Converse, &amp; Michael C. Runge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28C1BEF-82EC-C38A-F907-7A4E21EDF9DC}"/>
              </a:ext>
            </a:extLst>
          </p:cNvPr>
          <p:cNvSpPr txBox="1">
            <a:spLocks/>
          </p:cNvSpPr>
          <p:nvPr/>
        </p:nvSpPr>
        <p:spPr>
          <a:xfrm>
            <a:off x="0" y="386671"/>
            <a:ext cx="12192000" cy="73435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Skills Check Task 3-4</a:t>
            </a:r>
          </a:p>
        </p:txBody>
      </p:sp>
      <p:sp>
        <p:nvSpPr>
          <p:cNvPr id="4" name="Google Shape;225;p18">
            <a:extLst>
              <a:ext uri="{FF2B5EF4-FFF2-40B4-BE49-F238E27FC236}">
                <a16:creationId xmlns:a16="http://schemas.microsoft.com/office/drawing/2014/main" id="{9B9B1E2E-89F1-FF15-5EB3-801CB605AC1A}"/>
              </a:ext>
            </a:extLst>
          </p:cNvPr>
          <p:cNvSpPr txBox="1">
            <a:spLocks/>
          </p:cNvSpPr>
          <p:nvPr/>
        </p:nvSpPr>
        <p:spPr>
          <a:xfrm>
            <a:off x="689941" y="1885363"/>
            <a:ext cx="11325596" cy="43871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40"/>
              </a:spcBef>
              <a:buSzPts val="3200"/>
              <a:buFont typeface="Arial"/>
              <a:buNone/>
            </a:pPr>
            <a:r>
              <a:rPr lang="en-US" sz="4000" b="1" dirty="0">
                <a:solidFill>
                  <a:schemeClr val="dk1"/>
                </a:solidFill>
                <a:sym typeface="Century Gothic"/>
              </a:rPr>
              <a:t>TASK 3: Measurable attributes</a:t>
            </a:r>
          </a:p>
          <a:p>
            <a:pPr marL="400050" marR="0" lvl="0" indent="-400050" algn="l" defTabSz="914400" rtl="0" eaLnBrk="1" fontAlgn="auto" latinLnBrk="0" hangingPunct="1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MS PGothic" charset="0"/>
                <a:cs typeface="Arial"/>
                <a:sym typeface="Arial"/>
              </a:rPr>
              <a:t>Describe measurable attributes for your fundamental objectives and determine attribute type.</a:t>
            </a:r>
          </a:p>
          <a:p>
            <a:pPr marL="0" indent="0">
              <a:lnSpc>
                <a:spcPct val="100000"/>
              </a:lnSpc>
              <a:spcBef>
                <a:spcPts val="640"/>
              </a:spcBef>
              <a:buSzPts val="3200"/>
              <a:buFont typeface="Arial"/>
              <a:buNone/>
            </a:pPr>
            <a:endParaRPr lang="en-US" sz="4400" b="1" dirty="0"/>
          </a:p>
          <a:p>
            <a:pPr marL="0" indent="0">
              <a:lnSpc>
                <a:spcPct val="100000"/>
              </a:lnSpc>
              <a:spcBef>
                <a:spcPts val="640"/>
              </a:spcBef>
              <a:buSzPts val="3200"/>
              <a:buFont typeface="Arial"/>
              <a:buNone/>
            </a:pPr>
            <a:r>
              <a:rPr lang="en-US" sz="4000" b="1" dirty="0">
                <a:solidFill>
                  <a:schemeClr val="dk1"/>
                </a:solidFill>
                <a:sym typeface="Century Gothic"/>
              </a:rPr>
              <a:t>TASK 4: Share objectives</a:t>
            </a:r>
          </a:p>
          <a:p>
            <a:pPr marL="400050" lvl="0" indent="-400050">
              <a:lnSpc>
                <a:spcPct val="100000"/>
              </a:lnSpc>
              <a:spcBef>
                <a:spcPts val="640"/>
              </a:spcBef>
              <a:buClr>
                <a:srgbClr val="000000"/>
              </a:buClr>
              <a:buSzPts val="3200"/>
              <a:buFont typeface="Arial"/>
              <a:buChar char="•"/>
              <a:defRPr/>
            </a:pPr>
            <a:r>
              <a:rPr lang="en-US" sz="3200" kern="0" dirty="0">
                <a:solidFill>
                  <a:srgbClr val="000000"/>
                </a:solidFill>
                <a:ea typeface="MS PGothic" charset="0"/>
                <a:cs typeface="Arial"/>
                <a:sym typeface="Arial"/>
              </a:rPr>
              <a:t>Each group will share your objectives (fundamental/means/strategic/process) and your attributes</a:t>
            </a:r>
          </a:p>
          <a:p>
            <a:pPr marL="0" indent="0">
              <a:lnSpc>
                <a:spcPct val="100000"/>
              </a:lnSpc>
              <a:spcBef>
                <a:spcPts val="640"/>
              </a:spcBef>
              <a:buSzPts val="3200"/>
              <a:buFont typeface="Arial"/>
              <a:buNone/>
            </a:pPr>
            <a:endParaRPr lang="en-US" sz="44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C1593E-3002-7B0C-B35A-18DCB5CD53AB}"/>
              </a:ext>
            </a:extLst>
          </p:cNvPr>
          <p:cNvSpPr txBox="1"/>
          <p:nvPr/>
        </p:nvSpPr>
        <p:spPr>
          <a:xfrm>
            <a:off x="63169" y="1213673"/>
            <a:ext cx="12192000" cy="734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600"/>
              </a:spcBef>
              <a:buSzPts val="3200"/>
              <a:buNone/>
            </a:pPr>
            <a:r>
              <a:rPr lang="en-US" sz="4000" b="1" dirty="0">
                <a:solidFill>
                  <a:schemeClr val="dk1"/>
                </a:solidFill>
                <a:sym typeface="Century Gothic"/>
              </a:rPr>
              <a:t>Lizard example</a:t>
            </a:r>
            <a:endParaRPr 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97786909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3F9EC-F18D-0D97-18AE-6C02A8E04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F93C8-BFBF-89CA-9C75-E844CA453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655" y="1732171"/>
            <a:ext cx="10644368" cy="4283901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  <a:spcBef>
                <a:spcPts val="640"/>
              </a:spcBef>
              <a:buSzPts val="3200"/>
            </a:pPr>
            <a:r>
              <a:rPr lang="en-US" sz="4000" dirty="0"/>
              <a:t>1. Articulate goals &amp; concerns</a:t>
            </a:r>
            <a:br>
              <a:rPr lang="en-US" sz="4000" dirty="0"/>
            </a:br>
            <a:r>
              <a:rPr lang="en-US" sz="4000" dirty="0"/>
              <a:t>2. </a:t>
            </a:r>
            <a:r>
              <a:rPr lang="en-US" sz="4000" dirty="0">
                <a:solidFill>
                  <a:schemeClr val="dk1"/>
                </a:solidFill>
              </a:rPr>
              <a:t>Convert goals &amp; concerns to objectives</a:t>
            </a:r>
            <a:br>
              <a:rPr lang="en-US" sz="4000" dirty="0"/>
            </a:br>
            <a:r>
              <a:rPr lang="en-US" sz="4000" dirty="0"/>
              <a:t>3. </a:t>
            </a:r>
            <a:r>
              <a:rPr lang="en-US" sz="4000" dirty="0">
                <a:solidFill>
                  <a:schemeClr val="dk1"/>
                </a:solidFill>
              </a:rPr>
              <a:t>Structure objectives</a:t>
            </a:r>
            <a:br>
              <a:rPr lang="en-US" sz="4000" dirty="0"/>
            </a:br>
            <a:r>
              <a:rPr lang="en-US" sz="4000" dirty="0"/>
              <a:t>4. </a:t>
            </a:r>
            <a:r>
              <a:rPr lang="en-US" sz="4000" dirty="0">
                <a:solidFill>
                  <a:schemeClr val="dk1"/>
                </a:solidFill>
              </a:rPr>
              <a:t>Create measurable attributes for each objective</a:t>
            </a:r>
            <a:br>
              <a:rPr lang="en-US" sz="4000" dirty="0"/>
            </a:br>
            <a:r>
              <a:rPr lang="en-US" sz="4000" b="1" i="1" u="sng" dirty="0">
                <a:solidFill>
                  <a:schemeClr val="dk1"/>
                </a:solidFill>
              </a:rPr>
              <a:t>Repeat as needed</a:t>
            </a:r>
            <a:br>
              <a:rPr lang="en-US" sz="4000" dirty="0"/>
            </a:br>
            <a:endParaRPr lang="en-US" sz="40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22DA2D4-A515-40DB-C44B-FB5B6CCB2843}"/>
              </a:ext>
            </a:extLst>
          </p:cNvPr>
          <p:cNvSpPr txBox="1">
            <a:spLocks/>
          </p:cNvSpPr>
          <p:nvPr/>
        </p:nvSpPr>
        <p:spPr>
          <a:xfrm>
            <a:off x="933022" y="59366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Process for identifying objectives: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94C13E-D812-0910-1085-6866F7F61E76}"/>
              </a:ext>
            </a:extLst>
          </p:cNvPr>
          <p:cNvSpPr txBox="1"/>
          <p:nvPr/>
        </p:nvSpPr>
        <p:spPr>
          <a:xfrm>
            <a:off x="0" y="6581001"/>
            <a:ext cx="89180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Developed by Alex McInturff, Jean Fitts Cochrane, Angela Matz, Jennifer A. Szymanski, James E. Lyons, Sarah J. Converse, &amp; Michael C. Runge</a:t>
            </a:r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3A1A2E1C-573D-86BE-5BD1-712FC60851ED}"/>
              </a:ext>
            </a:extLst>
          </p:cNvPr>
          <p:cNvSpPr/>
          <p:nvPr/>
        </p:nvSpPr>
        <p:spPr>
          <a:xfrm>
            <a:off x="1046948" y="2287439"/>
            <a:ext cx="601449" cy="867077"/>
          </a:xfrm>
          <a:prstGeom prst="leftBrac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901F56-7150-11C2-DDFB-9F854F0487CC}"/>
              </a:ext>
            </a:extLst>
          </p:cNvPr>
          <p:cNvSpPr txBox="1"/>
          <p:nvPr/>
        </p:nvSpPr>
        <p:spPr>
          <a:xfrm>
            <a:off x="110153" y="2299159"/>
            <a:ext cx="93679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</a:rPr>
              <a:t>Big</a:t>
            </a:r>
          </a:p>
          <a:p>
            <a:pPr algn="ctr"/>
            <a:r>
              <a:rPr lang="en-US" sz="2000" b="1" dirty="0">
                <a:solidFill>
                  <a:schemeClr val="accent1"/>
                </a:solidFill>
              </a:rPr>
              <a:t>picture</a:t>
            </a: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8885E5AA-2BFE-2C7F-E5F0-4208152DB4E7}"/>
              </a:ext>
            </a:extLst>
          </p:cNvPr>
          <p:cNvSpPr/>
          <p:nvPr/>
        </p:nvSpPr>
        <p:spPr>
          <a:xfrm>
            <a:off x="976696" y="3423739"/>
            <a:ext cx="567559" cy="867077"/>
          </a:xfrm>
          <a:prstGeom prst="leftBrac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F29BD0-D96A-E640-6229-5A0F43E4F322}"/>
              </a:ext>
            </a:extLst>
          </p:cNvPr>
          <p:cNvSpPr txBox="1"/>
          <p:nvPr/>
        </p:nvSpPr>
        <p:spPr>
          <a:xfrm>
            <a:off x="80657" y="3497013"/>
            <a:ext cx="99578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6"/>
                </a:solidFill>
              </a:rPr>
              <a:t>Specific</a:t>
            </a:r>
          </a:p>
          <a:p>
            <a:pPr algn="ctr"/>
            <a:r>
              <a:rPr lang="en-US" sz="2000" b="1" dirty="0">
                <a:solidFill>
                  <a:schemeClr val="accent6"/>
                </a:solidFill>
              </a:rPr>
              <a:t>Steps</a:t>
            </a:r>
          </a:p>
        </p:txBody>
      </p:sp>
    </p:spTree>
    <p:extLst>
      <p:ext uri="{BB962C8B-B14F-4D97-AF65-F5344CB8AC3E}">
        <p14:creationId xmlns:p14="http://schemas.microsoft.com/office/powerpoint/2010/main" val="311720485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CBB25-0890-8D80-E5B5-D4CEF9D2D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ECF5C02-B233-DC82-31EF-D46497A552EB}"/>
              </a:ext>
            </a:extLst>
          </p:cNvPr>
          <p:cNvSpPr txBox="1">
            <a:spLocks/>
          </p:cNvSpPr>
          <p:nvPr/>
        </p:nvSpPr>
        <p:spPr>
          <a:xfrm>
            <a:off x="561333" y="4230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Repeat as needed: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B493BA-7095-C979-ADE3-C17EB3D6184B}"/>
              </a:ext>
            </a:extLst>
          </p:cNvPr>
          <p:cNvSpPr txBox="1"/>
          <p:nvPr/>
        </p:nvSpPr>
        <p:spPr>
          <a:xfrm>
            <a:off x="0" y="6581001"/>
            <a:ext cx="89180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Developed by Alex McInturff, Jean Fitts Cochrane, Angela Matz, Jennifer A. Szymanski, James E. Lyons, Sarah J. Converse, &amp; Michael C. Runge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E5F49D-F5A2-7BAB-1F57-2B700D51C74D}"/>
              </a:ext>
            </a:extLst>
          </p:cNvPr>
          <p:cNvSpPr txBox="1"/>
          <p:nvPr/>
        </p:nvSpPr>
        <p:spPr>
          <a:xfrm>
            <a:off x="561333" y="1627503"/>
            <a:ext cx="11258978" cy="4284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10000"/>
              </a:lnSpc>
              <a:buNone/>
              <a:defRPr/>
            </a:pPr>
            <a:r>
              <a:rPr lang="en-US" sz="3200" dirty="0">
                <a:solidFill>
                  <a:schemeClr val="tx1"/>
                </a:solidFill>
                <a:latin typeface="+mn-lt"/>
                <a:ea typeface="MS PGothic" charset="0"/>
              </a:rPr>
              <a:t>You may have to go around the SDM track informally before the objectives are fully understood</a:t>
            </a:r>
          </a:p>
          <a:p>
            <a:pPr marL="0" indent="0">
              <a:buNone/>
              <a:defRPr/>
            </a:pPr>
            <a:r>
              <a:rPr lang="en-US" sz="3200" dirty="0">
                <a:solidFill>
                  <a:schemeClr val="tx1"/>
                </a:solidFill>
                <a:latin typeface="+mn-lt"/>
                <a:ea typeface="MS PGothic" charset="0"/>
              </a:rPr>
              <a:t> </a:t>
            </a:r>
          </a:p>
          <a:p>
            <a:pPr eaLnBrk="1" hangingPunct="1">
              <a:defRPr/>
            </a:pPr>
            <a:r>
              <a:rPr lang="en-US" sz="3000" dirty="0">
                <a:solidFill>
                  <a:schemeClr val="tx1"/>
                </a:solidFill>
                <a:latin typeface="+mn-lt"/>
                <a:ea typeface="MS PGothic" charset="0"/>
              </a:rPr>
              <a:t>Experiment with your objectives in a tentative decision process &amp; ask:</a:t>
            </a:r>
          </a:p>
          <a:p>
            <a:pPr lvl="1" eaLnBrk="1" hangingPunct="1">
              <a:defRPr/>
            </a:pPr>
            <a:r>
              <a:rPr lang="en-US" sz="2800" dirty="0">
                <a:solidFill>
                  <a:srgbClr val="002060"/>
                </a:solidFill>
                <a:ea typeface="MS PGothic" charset="0"/>
              </a:rPr>
              <a:t>Can these distinguish among alternatives?</a:t>
            </a:r>
          </a:p>
          <a:p>
            <a:pPr lvl="1" eaLnBrk="1" hangingPunct="1">
              <a:defRPr/>
            </a:pPr>
            <a:r>
              <a:rPr lang="en-US" sz="2800" dirty="0">
                <a:solidFill>
                  <a:srgbClr val="002060"/>
                </a:solidFill>
                <a:ea typeface="MS PGothic" charset="0"/>
              </a:rPr>
              <a:t>Are they really distinct and independent?  </a:t>
            </a:r>
          </a:p>
          <a:p>
            <a:pPr lvl="1" eaLnBrk="1" hangingPunct="1">
              <a:defRPr/>
            </a:pPr>
            <a:r>
              <a:rPr lang="en-US" sz="2800" dirty="0">
                <a:solidFill>
                  <a:srgbClr val="002060"/>
                </a:solidFill>
                <a:ea typeface="MS PGothic" charset="0"/>
              </a:rPr>
              <a:t>Could you be comfortable with a decision reached with these objectives?</a:t>
            </a:r>
          </a:p>
          <a:p>
            <a:pPr lvl="1" eaLnBrk="1" hangingPunct="1">
              <a:defRPr/>
            </a:pPr>
            <a:r>
              <a:rPr lang="en-US" sz="2800" dirty="0">
                <a:solidFill>
                  <a:srgbClr val="002060"/>
                </a:solidFill>
                <a:ea typeface="MS PGothic" charset="0"/>
              </a:rPr>
              <a:t>Could you explain your choice to others &amp; the public? </a:t>
            </a:r>
          </a:p>
          <a:p>
            <a:pPr lvl="1" eaLnBrk="1" hangingPunct="1">
              <a:defRPr/>
            </a:pPr>
            <a:r>
              <a:rPr lang="en-US" sz="2800" dirty="0">
                <a:solidFill>
                  <a:srgbClr val="002060"/>
                </a:solidFill>
                <a:ea typeface="MS PGothic" charset="0"/>
              </a:rPr>
              <a:t>If not, what’s missing? </a:t>
            </a:r>
          </a:p>
        </p:txBody>
      </p:sp>
    </p:spTree>
    <p:extLst>
      <p:ext uri="{BB962C8B-B14F-4D97-AF65-F5344CB8AC3E}">
        <p14:creationId xmlns:p14="http://schemas.microsoft.com/office/powerpoint/2010/main" val="226276408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01EF1-132C-3300-3EA1-6656F6C74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882762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pPr algn="ctr"/>
            <a:r>
              <a:rPr lang="en-US" dirty="0"/>
              <a:t>Activity: think about your decision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61D06F-3E23-2161-20A9-95CC0CC852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6657" y="1690494"/>
            <a:ext cx="9198685" cy="4006463"/>
          </a:xfrm>
        </p:spPr>
        <p:txBody>
          <a:bodyPr>
            <a:normAutofit/>
          </a:bodyPr>
          <a:lstStyle/>
          <a:p>
            <a:r>
              <a:rPr lang="en-US" dirty="0"/>
              <a:t>For your final project presentation, you will provide a slide of your objectives</a:t>
            </a:r>
            <a:endParaRPr lang="en-US" dirty="0">
              <a:ea typeface="ＭＳ Ｐゴシック" charset="0"/>
              <a:cs typeface="ＭＳ Ｐゴシック" charset="0"/>
            </a:endParaRPr>
          </a:p>
          <a:p>
            <a:pPr lvl="1">
              <a:spcBef>
                <a:spcPts val="1200"/>
              </a:spcBef>
              <a:defRPr/>
            </a:pPr>
            <a:r>
              <a:rPr lang="en-US" dirty="0">
                <a:ea typeface="ＭＳ Ｐゴシック" charset="0"/>
                <a:cs typeface="ＭＳ Ｐゴシック" charset="0"/>
              </a:rPr>
              <a:t>Can you define some objectives?</a:t>
            </a:r>
          </a:p>
          <a:p>
            <a:pPr lvl="1">
              <a:spcBef>
                <a:spcPts val="1200"/>
              </a:spcBef>
              <a:defRPr/>
            </a:pPr>
            <a:r>
              <a:rPr lang="en-US" dirty="0">
                <a:ea typeface="ＭＳ Ｐゴシック" charset="0"/>
                <a:cs typeface="ＭＳ Ｐゴシック" charset="0"/>
              </a:rPr>
              <a:t>Can you distinguish fundamental from means?</a:t>
            </a:r>
          </a:p>
          <a:p>
            <a:pPr lvl="1">
              <a:spcBef>
                <a:spcPts val="1200"/>
              </a:spcBef>
              <a:defRPr/>
            </a:pPr>
            <a:r>
              <a:rPr lang="en-US" dirty="0">
                <a:ea typeface="ＭＳ Ｐゴシック" charset="0"/>
                <a:cs typeface="ＭＳ Ｐゴシック" charset="0"/>
              </a:rPr>
              <a:t>Create a hierarchy?</a:t>
            </a:r>
          </a:p>
          <a:p>
            <a:pPr lvl="1">
              <a:spcBef>
                <a:spcPts val="1200"/>
              </a:spcBef>
              <a:defRPr/>
            </a:pPr>
            <a:r>
              <a:rPr lang="en-US" dirty="0">
                <a:ea typeface="ＭＳ Ｐゴシック" charset="0"/>
                <a:cs typeface="ＭＳ Ｐゴシック" charset="0"/>
              </a:rPr>
              <a:t>Can you develop measurable attributes?</a:t>
            </a:r>
          </a:p>
          <a:p>
            <a:pPr marL="457200" lvl="1" indent="0">
              <a:buNone/>
            </a:pPr>
            <a:endParaRPr lang="en-US" b="1" dirty="0"/>
          </a:p>
          <a:p>
            <a:r>
              <a:rPr lang="en-US" b="1" dirty="0"/>
              <a:t>Feel free to go back to your problem framing step!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0900BC-2036-C727-9DD8-46CD3EE84031}"/>
              </a:ext>
            </a:extLst>
          </p:cNvPr>
          <p:cNvSpPr txBox="1"/>
          <p:nvPr/>
        </p:nvSpPr>
        <p:spPr>
          <a:xfrm>
            <a:off x="0" y="6621524"/>
            <a:ext cx="60975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Developed by Brielle Thompson</a:t>
            </a:r>
          </a:p>
        </p:txBody>
      </p:sp>
    </p:spTree>
    <p:extLst>
      <p:ext uri="{BB962C8B-B14F-4D97-AF65-F5344CB8AC3E}">
        <p14:creationId xmlns:p14="http://schemas.microsoft.com/office/powerpoint/2010/main" val="319076544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759A2-DA98-D279-3F83-50BA3B848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695299" cy="1325563"/>
          </a:xfrm>
        </p:spPr>
        <p:txBody>
          <a:bodyPr/>
          <a:lstStyle/>
          <a:p>
            <a:r>
              <a:rPr lang="en-US" dirty="0"/>
              <a:t>Discussion: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E8A95-1EC0-522D-18A6-D140319B53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4002" y="283309"/>
            <a:ext cx="6006164" cy="4118571"/>
          </a:xfrm>
          <a:prstGeom prst="cloudCallout">
            <a:avLst>
              <a:gd name="adj1" fmla="val -75412"/>
              <a:gd name="adj2" fmla="val 21512"/>
            </a:avLst>
          </a:prstGeom>
          <a:solidFill>
            <a:schemeClr val="tx1"/>
          </a:solidFill>
        </p:spPr>
        <p:txBody>
          <a:bodyPr>
            <a:normAutofit lnSpcReduction="10000"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Why do decision makers often struggle to articulate what they want?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Why is it important to identify objectives for management decisions?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7" name="Graphic 6" descr="Head with gears with solid fill">
            <a:extLst>
              <a:ext uri="{FF2B5EF4-FFF2-40B4-BE49-F238E27FC236}">
                <a16:creationId xmlns:a16="http://schemas.microsoft.com/office/drawing/2014/main" id="{B54232AB-ED19-DB86-8D08-147244F8AB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6308" y="2628217"/>
            <a:ext cx="4327191" cy="4327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35767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A6F5A-257E-97E6-83AA-4696B79EF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Looking ahead: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064ADAB-75C7-5015-D427-2B0C35D721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944894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345E01A-AEC6-B3DB-F5CB-086D84BA8E7A}"/>
              </a:ext>
            </a:extLst>
          </p:cNvPr>
          <p:cNvSpPr txBox="1"/>
          <p:nvPr/>
        </p:nvSpPr>
        <p:spPr>
          <a:xfrm>
            <a:off x="0" y="6621524"/>
            <a:ext cx="60975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Developed by Brielle Thompson</a:t>
            </a:r>
          </a:p>
        </p:txBody>
      </p:sp>
    </p:spTree>
    <p:extLst>
      <p:ext uri="{BB962C8B-B14F-4D97-AF65-F5344CB8AC3E}">
        <p14:creationId xmlns:p14="http://schemas.microsoft.com/office/powerpoint/2010/main" val="197208879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1DB82-1DE0-B78B-AB52-6E66ADCAD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Extra time activities:</a:t>
            </a:r>
            <a:endParaRPr lang="en-US"/>
          </a:p>
        </p:txBody>
      </p:sp>
      <p:pic>
        <p:nvPicPr>
          <p:cNvPr id="4" name="Picture 3" descr="Alarm clocks in a line">
            <a:extLst>
              <a:ext uri="{FF2B5EF4-FFF2-40B4-BE49-F238E27FC236}">
                <a16:creationId xmlns:a16="http://schemas.microsoft.com/office/drawing/2014/main" id="{893D1E89-BB04-80A9-9C6C-90FFCF680A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6436"/>
          <a:stretch>
            <a:fillRect/>
          </a:stretch>
        </p:blipFill>
        <p:spPr>
          <a:xfrm>
            <a:off x="838200" y="1825625"/>
            <a:ext cx="10515600" cy="43513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8541822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ED602-EC27-67AB-41A7-EA2E6E2F1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426"/>
          </a:xfrm>
        </p:spPr>
        <p:txBody>
          <a:bodyPr>
            <a:normAutofit fontScale="90000"/>
          </a:bodyPr>
          <a:lstStyle/>
          <a:p>
            <a:r>
              <a:rPr lang="en-US" dirty="0"/>
              <a:t>Reading discussion questions </a:t>
            </a:r>
            <a:r>
              <a:rPr lang="en-US" sz="2700" dirty="0"/>
              <a:t>(Gregory et al. 2012 Chapter 4)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2F6CCB-9497-D52A-E563-EA564D0795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83384"/>
            <a:ext cx="10515600" cy="503224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What distinguishes a well-defined objective from a vague or ineffective one in SDM?</a:t>
            </a:r>
          </a:p>
          <a:p>
            <a:r>
              <a:rPr lang="en-US" dirty="0"/>
              <a:t>Why is it important to separate means objectives from fundamental objectives?</a:t>
            </a:r>
          </a:p>
          <a:p>
            <a:r>
              <a:rPr lang="en-US" dirty="0"/>
              <a:t>Why do Gregory et al. caution against setting targets during the objective-setting stage?</a:t>
            </a:r>
          </a:p>
          <a:p>
            <a:r>
              <a:rPr lang="en-US" dirty="0"/>
              <a:t>What role do process and strategic objectives play in environmental decision-making?</a:t>
            </a:r>
          </a:p>
          <a:p>
            <a:r>
              <a:rPr lang="en-US" dirty="0"/>
              <a:t>Why is it problematic to use ambiguous terms like “naturalness” or “sustainability” as objectives?</a:t>
            </a:r>
          </a:p>
          <a:p>
            <a:r>
              <a:rPr lang="en-US" dirty="0"/>
              <a:t>Why do decision makers often struggle to articulate what they want, and how can SDM processes help?</a:t>
            </a:r>
          </a:p>
        </p:txBody>
      </p:sp>
    </p:spTree>
    <p:extLst>
      <p:ext uri="{BB962C8B-B14F-4D97-AF65-F5344CB8AC3E}">
        <p14:creationId xmlns:p14="http://schemas.microsoft.com/office/powerpoint/2010/main" val="301993304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01B8F-3E25-D377-E4E0-B7F061386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75774"/>
            <a:ext cx="12192000" cy="853290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pPr algn="ctr"/>
            <a:r>
              <a:rPr lang="en-US" dirty="0"/>
              <a:t>Activity: reverse objective finding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610EB2-3846-FF84-A962-AA5D2AA53D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7716" y="1550486"/>
            <a:ext cx="11036568" cy="3935914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3200" dirty="0"/>
              <a:t>For the following management decisions, identify what the objectives may have been (fundamental, means, process, strategic) </a:t>
            </a:r>
          </a:p>
          <a:p>
            <a:r>
              <a:rPr lang="en-US" sz="2600" dirty="0"/>
              <a:t>A refuge installed fencing to reduce deer-vehicle collisions</a:t>
            </a:r>
          </a:p>
          <a:p>
            <a:r>
              <a:rPr lang="en-US" sz="2600" dirty="0"/>
              <a:t>A coastal reserve began using drones to monitor nesting seabirds and detect illegal fishing activity</a:t>
            </a:r>
          </a:p>
          <a:p>
            <a:r>
              <a:rPr lang="en-US" sz="2600" dirty="0"/>
              <a:t>A lake banned nighttime fishing due to noise complaints from residents</a:t>
            </a:r>
          </a:p>
          <a:p>
            <a:r>
              <a:rPr lang="en-US" sz="2600" dirty="0"/>
              <a:t>A national forest implemented a series of controlled burns to reduce wildfire risk and promote native plant regeneration</a:t>
            </a:r>
          </a:p>
          <a:p>
            <a:r>
              <a:rPr lang="en-US" sz="2600" dirty="0"/>
              <a:t>A regional water authority decided to lower reservoir levels during the dry season to support downstream fish spawning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631B4C-A16A-607C-EC82-9C5DAE948781}"/>
              </a:ext>
            </a:extLst>
          </p:cNvPr>
          <p:cNvSpPr txBox="1"/>
          <p:nvPr/>
        </p:nvSpPr>
        <p:spPr>
          <a:xfrm>
            <a:off x="741145" y="5563402"/>
            <a:ext cx="6910939" cy="9541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dirty="0"/>
              <a:t>Discussion: Was it difficult to move from alternatives </a:t>
            </a:r>
            <a:r>
              <a:rPr lang="en-US" sz="2800" dirty="0">
                <a:sym typeface="Wingdings" panose="05000000000000000000" pitchFamily="2" charset="2"/>
              </a:rPr>
              <a:t> </a:t>
            </a:r>
            <a:r>
              <a:rPr lang="en-US" sz="2800" dirty="0"/>
              <a:t>objectives? </a:t>
            </a:r>
          </a:p>
        </p:txBody>
      </p:sp>
    </p:spTree>
    <p:extLst>
      <p:ext uri="{BB962C8B-B14F-4D97-AF65-F5344CB8AC3E}">
        <p14:creationId xmlns:p14="http://schemas.microsoft.com/office/powerpoint/2010/main" val="17670792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786D1-37AB-2977-EE97-C26D358B2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F5731-F6FE-3ED3-69ED-94CA2ACE9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99880"/>
            <a:ext cx="12192000" cy="751406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pPr algn="ctr"/>
            <a:r>
              <a:rPr lang="en-US" dirty="0"/>
              <a:t>Activity: Fundamental vs Means sorting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D864B0-28DE-A01E-9984-1997F8F753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395662"/>
            <a:ext cx="5851358" cy="5188018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3600" b="1" dirty="0"/>
              <a:t>In groups identify whether the objective below is Fundamental</a:t>
            </a:r>
            <a:r>
              <a:rPr lang="en-US" sz="3600" dirty="0"/>
              <a:t> or </a:t>
            </a:r>
            <a:r>
              <a:rPr lang="en-US" sz="3600" b="1" dirty="0"/>
              <a:t>Means</a:t>
            </a:r>
            <a:endParaRPr lang="en-US" sz="3600" dirty="0"/>
          </a:p>
          <a:p>
            <a:r>
              <a:rPr lang="en-US" dirty="0"/>
              <a:t>Maximize turtle species persistence</a:t>
            </a:r>
          </a:p>
          <a:p>
            <a:r>
              <a:rPr lang="en-US" dirty="0"/>
              <a:t>Improve habitat quality</a:t>
            </a:r>
          </a:p>
          <a:p>
            <a:r>
              <a:rPr lang="en-US" dirty="0"/>
              <a:t>Reduce road mortality</a:t>
            </a:r>
          </a:p>
          <a:p>
            <a:r>
              <a:rPr lang="en-US" dirty="0"/>
              <a:t>Increase stakeholder engagement</a:t>
            </a:r>
          </a:p>
          <a:p>
            <a:r>
              <a:rPr lang="en-US" dirty="0"/>
              <a:t>Maximize public trust</a:t>
            </a:r>
          </a:p>
          <a:p>
            <a:r>
              <a:rPr lang="en-US" dirty="0"/>
              <a:t>Enhance monitoring efforts</a:t>
            </a:r>
          </a:p>
          <a:p>
            <a:r>
              <a:rPr lang="en-US" dirty="0"/>
              <a:t>Minimize cost</a:t>
            </a:r>
          </a:p>
          <a:p>
            <a:r>
              <a:rPr lang="en-US" dirty="0"/>
              <a:t>Maximize recreational access</a:t>
            </a:r>
            <a:endParaRPr lang="en-US" sz="3200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45274B-2E9B-F872-B7CC-FDCC92E519AF}"/>
              </a:ext>
            </a:extLst>
          </p:cNvPr>
          <p:cNvSpPr txBox="1"/>
          <p:nvPr/>
        </p:nvSpPr>
        <p:spPr>
          <a:xfrm>
            <a:off x="7324826" y="2505026"/>
            <a:ext cx="3927108" cy="310854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Problem: </a:t>
            </a:r>
          </a:p>
          <a:p>
            <a:pPr algn="ctr"/>
            <a:r>
              <a:rPr lang="en-US" sz="2800" dirty="0"/>
              <a:t>Native turtles are victims of roadkill at a popular refuge</a:t>
            </a:r>
          </a:p>
          <a:p>
            <a:pPr algn="ctr"/>
            <a:r>
              <a:rPr lang="en-US" sz="2800" b="1" dirty="0"/>
              <a:t>Concerns: </a:t>
            </a:r>
          </a:p>
          <a:p>
            <a:pPr algn="ctr"/>
            <a:r>
              <a:rPr lang="en-US" sz="2800" dirty="0"/>
              <a:t>Native turtles, cost, public trust</a:t>
            </a:r>
          </a:p>
        </p:txBody>
      </p:sp>
    </p:spTree>
    <p:extLst>
      <p:ext uri="{BB962C8B-B14F-4D97-AF65-F5344CB8AC3E}">
        <p14:creationId xmlns:p14="http://schemas.microsoft.com/office/powerpoint/2010/main" val="88261925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304C3-9BA8-EB80-D6E3-B9CF44A63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68C857-2206-20A4-A9EF-FBB118FF5B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2696" y="1576820"/>
            <a:ext cx="6380747" cy="4781300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sz="3600" b="1" dirty="0"/>
              <a:t>In groups identify whether the objective below is Fundamental</a:t>
            </a:r>
            <a:r>
              <a:rPr lang="en-US" sz="3600" dirty="0"/>
              <a:t> or </a:t>
            </a:r>
            <a:r>
              <a:rPr lang="en-US" sz="3600" b="1" dirty="0"/>
              <a:t>Means</a:t>
            </a:r>
            <a:endParaRPr lang="en-US" sz="3600" dirty="0"/>
          </a:p>
          <a:p>
            <a:r>
              <a:rPr lang="en-US" dirty="0"/>
              <a:t>Improve water quality</a:t>
            </a:r>
          </a:p>
          <a:p>
            <a:r>
              <a:rPr lang="en-US" dirty="0"/>
              <a:t>Maximize biodiversity</a:t>
            </a:r>
          </a:p>
          <a:p>
            <a:r>
              <a:rPr lang="en-US" dirty="0"/>
              <a:t>Enhance public education about conservation</a:t>
            </a:r>
          </a:p>
          <a:p>
            <a:r>
              <a:rPr lang="en-US" dirty="0"/>
              <a:t>Maximize native fish species persistence</a:t>
            </a:r>
          </a:p>
          <a:p>
            <a:r>
              <a:rPr lang="en-US" dirty="0"/>
              <a:t>Restore native vegetation</a:t>
            </a:r>
          </a:p>
          <a:p>
            <a:r>
              <a:rPr lang="en-US" dirty="0"/>
              <a:t>Increase stakeholder participation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9002D9-7875-80F3-15AD-2A7758D77C76}"/>
              </a:ext>
            </a:extLst>
          </p:cNvPr>
          <p:cNvSpPr txBox="1"/>
          <p:nvPr/>
        </p:nvSpPr>
        <p:spPr>
          <a:xfrm>
            <a:off x="7324825" y="2505026"/>
            <a:ext cx="4379495" cy="26776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Problem: </a:t>
            </a:r>
          </a:p>
          <a:p>
            <a:pPr algn="ctr"/>
            <a:r>
              <a:rPr lang="en-US" sz="2800" dirty="0"/>
              <a:t>Recreational fishing is harming native fish recovery</a:t>
            </a:r>
          </a:p>
          <a:p>
            <a:pPr algn="ctr"/>
            <a:r>
              <a:rPr lang="en-US" sz="2800" b="1" dirty="0"/>
              <a:t>Concerns: </a:t>
            </a:r>
          </a:p>
          <a:p>
            <a:pPr algn="ctr"/>
            <a:r>
              <a:rPr lang="en-US" sz="2800" dirty="0"/>
              <a:t>Native fish and plants, public involvement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D6793C3-2306-B31B-BB97-2A06DCF3D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99880"/>
            <a:ext cx="12192000" cy="751406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pPr algn="ctr"/>
            <a:r>
              <a:rPr lang="en-US" dirty="0"/>
              <a:t>Activity: Fundamental vs Means sorting</a:t>
            </a:r>
          </a:p>
        </p:txBody>
      </p:sp>
    </p:spTree>
    <p:extLst>
      <p:ext uri="{BB962C8B-B14F-4D97-AF65-F5344CB8AC3E}">
        <p14:creationId xmlns:p14="http://schemas.microsoft.com/office/powerpoint/2010/main" val="355328191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106EBAA-0570-C401-E020-6608718B38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771" y="850232"/>
            <a:ext cx="11060458" cy="458804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8A118F7-5447-E6FF-2019-B7976571F66A}"/>
              </a:ext>
            </a:extLst>
          </p:cNvPr>
          <p:cNvSpPr txBox="1"/>
          <p:nvPr/>
        </p:nvSpPr>
        <p:spPr>
          <a:xfrm>
            <a:off x="737937" y="543827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Gregory et al. 2012 Chapter 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3805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6a3c90f-7163-42dd-89ea-fb04cd484268" xsi:nil="true"/>
    <lcf76f155ced4ddcb4097134ff3c332f xmlns="050c1e3a-3f2f-46e4-a7ea-a86e3cc5eb79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205C470770B0D4ABF8826612BE84D5C" ma:contentTypeVersion="11" ma:contentTypeDescription="Create a new document." ma:contentTypeScope="" ma:versionID="d7fafb7966f5382a7b5f49eb7fca42a7">
  <xsd:schema xmlns:xsd="http://www.w3.org/2001/XMLSchema" xmlns:xs="http://www.w3.org/2001/XMLSchema" xmlns:p="http://schemas.microsoft.com/office/2006/metadata/properties" xmlns:ns2="050c1e3a-3f2f-46e4-a7ea-a86e3cc5eb79" xmlns:ns3="46a3c90f-7163-42dd-89ea-fb04cd484268" targetNamespace="http://schemas.microsoft.com/office/2006/metadata/properties" ma:root="true" ma:fieldsID="9d965f3a61d4a60a0bcdf4e7f4aceea8" ns2:_="" ns3:_="">
    <xsd:import namespace="050c1e3a-3f2f-46e4-a7ea-a86e3cc5eb79"/>
    <xsd:import namespace="46a3c90f-7163-42dd-89ea-fb04cd48426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50c1e3a-3f2f-46e4-a7ea-a86e3cc5eb7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9c5df3ad-b4e5-45d1-88c9-23db5f1fe61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a3c90f-7163-42dd-89ea-fb04cd484268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52362f2d-49b2-4aec-879b-1d5b4696d909}" ma:internalName="TaxCatchAll" ma:showField="CatchAllData" ma:web="46a3c90f-7163-42dd-89ea-fb04cd48426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A6358A4-AB2B-46A6-8A66-ED7466D63DD5}">
  <ds:schemaRefs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http://purl.org/dc/terms/"/>
    <ds:schemaRef ds:uri="http://purl.org/dc/elements/1.1/"/>
    <ds:schemaRef ds:uri="46a3c90f-7163-42dd-89ea-fb04cd484268"/>
    <ds:schemaRef ds:uri="050c1e3a-3f2f-46e4-a7ea-a86e3cc5eb79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BB6C8A5A-3C6E-4AD9-AAB6-4593C0D0103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DCFB6C1-0DFB-464F-A4E0-4B9110FCE372}">
  <ds:schemaRefs>
    <ds:schemaRef ds:uri="050c1e3a-3f2f-46e4-a7ea-a86e3cc5eb79"/>
    <ds:schemaRef ds:uri="46a3c90f-7163-42dd-89ea-fb04cd48426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1306</TotalTime>
  <Words>5649</Words>
  <Application>Microsoft Office PowerPoint</Application>
  <PresentationFormat>Widescreen</PresentationFormat>
  <Paragraphs>725</Paragraphs>
  <Slides>61</Slides>
  <Notes>27</Notes>
  <HiddenSlides>0</HiddenSlides>
  <MMClips>1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76" baseType="lpstr">
      <vt:lpstr>MS PGothic</vt:lpstr>
      <vt:lpstr>MS PGothic</vt:lpstr>
      <vt:lpstr>Aptos</vt:lpstr>
      <vt:lpstr>Arial</vt:lpstr>
      <vt:lpstr>Arial Black</vt:lpstr>
      <vt:lpstr>Calibri</vt:lpstr>
      <vt:lpstr>Calibri Light</vt:lpstr>
      <vt:lpstr>Cambria Math</vt:lpstr>
      <vt:lpstr>Century Gothic</vt:lpstr>
      <vt:lpstr>Courier New</vt:lpstr>
      <vt:lpstr>Noto Sans Symbols</vt:lpstr>
      <vt:lpstr>Rockwell</vt:lpstr>
      <vt:lpstr>Wingdings</vt:lpstr>
      <vt:lpstr>Wingdings 2</vt:lpstr>
      <vt:lpstr>Office 2013 - 2022 Theme</vt:lpstr>
      <vt:lpstr>Week 3:  Objectives Step of PrOACT</vt:lpstr>
      <vt:lpstr>Review of last week</vt:lpstr>
      <vt:lpstr>PowerPoint Presentation</vt:lpstr>
      <vt:lpstr>Recall: Values focused vs Alternatives focused thinking:</vt:lpstr>
      <vt:lpstr>Recall: Values focused vs Alternatives focused thinking:</vt:lpstr>
      <vt:lpstr>Management objectives ≠ Research Objectives</vt:lpstr>
      <vt:lpstr>Management objectives ≠ Alternatives</vt:lpstr>
      <vt:lpstr>Management objectives ≠ Targets</vt:lpstr>
      <vt:lpstr>What are objectives in decision analysis?</vt:lpstr>
      <vt:lpstr>Why are objectives important? </vt:lpstr>
      <vt:lpstr>We are surprisingly poor at identifying objectives</vt:lpstr>
      <vt:lpstr>We are surprisingly poor at identifying objectives</vt:lpstr>
      <vt:lpstr>Pieces of an objective:</vt:lpstr>
      <vt:lpstr>1. Articulate goals &amp; concerns 2. Convert goals &amp; concerns to objectives 3. Structure objectives 4. Create measurable attributes for each objective Repeat as needed </vt:lpstr>
      <vt:lpstr>1. Articulate goals &amp; concerns</vt:lpstr>
      <vt:lpstr>1. Articulate goals &amp; concerns</vt:lpstr>
      <vt:lpstr>1. Articulate goals &amp; concerns 2. Convert goals &amp; concerns to objectives  </vt:lpstr>
      <vt:lpstr>PowerPoint Presentation</vt:lpstr>
      <vt:lpstr>PowerPoint Presentation</vt:lpstr>
      <vt:lpstr>PowerPoint Presentation</vt:lpstr>
      <vt:lpstr>1. Articulate goals &amp; concerns</vt:lpstr>
      <vt:lpstr>3a. Distinguish types of objectives</vt:lpstr>
      <vt:lpstr>3a. Distinguish types of objectives</vt:lpstr>
      <vt:lpstr>3a. Distinguish types of objectives</vt:lpstr>
      <vt:lpstr>3a. Distinguish types of objectives</vt:lpstr>
      <vt:lpstr>3a. Distinguish types of objectives</vt:lpstr>
      <vt:lpstr>3a. Distinguish types of objectives</vt:lpstr>
      <vt:lpstr>3a. Distinguish types of objectives</vt:lpstr>
      <vt:lpstr>3a. Distinguish types of objectives</vt:lpstr>
      <vt:lpstr>3b. Create an objective hierarchy</vt:lpstr>
      <vt:lpstr>3b. Create an objective hierarchy</vt:lpstr>
      <vt:lpstr>3b. Create an objective hierarchy</vt:lpstr>
      <vt:lpstr>3b. Create an objective hierarchy</vt:lpstr>
      <vt:lpstr>EXAMPLE:</vt:lpstr>
      <vt:lpstr>EXAMPLE:</vt:lpstr>
      <vt:lpstr>PowerPoint Presentation</vt:lpstr>
      <vt:lpstr>1. Articulate goals &amp; concerns 2. Convert goals &amp; concerns to objectives 3. Structure objectives 4. Create measurable attributes for each objective Repeat as needed </vt:lpstr>
      <vt:lpstr>JARGON!!</vt:lpstr>
      <vt:lpstr>Recall Pieces of an objective:</vt:lpstr>
      <vt:lpstr>4. Create measurable attributes (the units)</vt:lpstr>
      <vt:lpstr>4. Create measurable attributes (the units)</vt:lpstr>
      <vt:lpstr>4. Create measurable attributes (the units)</vt:lpstr>
      <vt:lpstr>4. Create measurable attributes (the units)</vt:lpstr>
      <vt:lpstr>4. Create measurable attributes (the units)</vt:lpstr>
      <vt:lpstr>4. Create measurable attributes (the units)</vt:lpstr>
      <vt:lpstr>Example - What are the attribute types?</vt:lpstr>
      <vt:lpstr>Activity: Brainstorm constructed scale attribute types </vt:lpstr>
      <vt:lpstr>Activity: Brainstorm proxy scale attribute types </vt:lpstr>
      <vt:lpstr>EXAMPLE</vt:lpstr>
      <vt:lpstr>PowerPoint Presentation</vt:lpstr>
      <vt:lpstr>1. Articulate goals &amp; concerns 2. Convert goals &amp; concerns to objectives 3. Structure objectives 4. Create measurable attributes for each objective Repeat as needed </vt:lpstr>
      <vt:lpstr>PowerPoint Presentation</vt:lpstr>
      <vt:lpstr>Activity: think about your decision problem</vt:lpstr>
      <vt:lpstr>Discussion:</vt:lpstr>
      <vt:lpstr>Looking ahead:</vt:lpstr>
      <vt:lpstr>Extra time activities:</vt:lpstr>
      <vt:lpstr>Reading discussion questions (Gregory et al. 2012 Chapter 4)</vt:lpstr>
      <vt:lpstr>Activity: reverse objective finding</vt:lpstr>
      <vt:lpstr>Activity: Fundamental vs Means sorting</vt:lpstr>
      <vt:lpstr>Activity: Fundamental vs Means sorting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Introduction: Motivation for Structured Decision Making</dc:title>
  <dc:creator>Thompson, Brielle</dc:creator>
  <cp:lastModifiedBy>Thompson, Brielle</cp:lastModifiedBy>
  <cp:revision>54</cp:revision>
  <dcterms:created xsi:type="dcterms:W3CDTF">2024-12-30T15:57:04Z</dcterms:created>
  <dcterms:modified xsi:type="dcterms:W3CDTF">2025-09-09T18:37:59Z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0x010100D205C470770B0D4ABF8826612BE84D5C</vt:lpwstr>
  </property>
  <property fmtid="{D5CDD505-2E9C-101B-9397-08002B2CF9AE}" pid="3" name="MediaServiceImageTags">
    <vt:lpwstr/>
  </property>
</Properties>
</file>